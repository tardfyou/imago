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c7b16b86c4611" /><Relationship Type="http://schemas.openxmlformats.org/officeDocument/2006/relationships/extended-properties" Target="/docProps/app.xml" Id="Recf5e831834b4c43" /><Relationship Type="http://schemas.openxmlformats.org/officeDocument/2006/relationships/officeDocument" Target="/ppt/presentation.xml" Id="Rd3d69853e04248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4f8ca1ec8d4140"/>
  </p:sldMasterIdLst>
  <p:notesMasterIdLst>
    <p:notesMasterId xmlns:r="http://schemas.openxmlformats.org/officeDocument/2006/relationships" r:id="R36a9cd27ded64e0c"/>
  </p:notesMasterIdLst>
  <p:sldIdLst>
    <p:sldId xmlns:r="http://schemas.openxmlformats.org/officeDocument/2006/relationships" id="256" r:id="R3f0d93d42cef4719"/>
  </p:sldIdLst>
  <p:sldSz cx="10344150" cy="3943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55013459a3423c" /><Relationship Type="http://schemas.openxmlformats.org/officeDocument/2006/relationships/slideMaster" Target="/ppt/slideMasters/slideMaster1.xml" Id="R054f8ca1ec8d4140" /><Relationship Type="http://schemas.openxmlformats.org/officeDocument/2006/relationships/notesMaster" Target="/ppt/notesMasters/notesMaster1.xml" Id="R36a9cd27ded64e0c" /><Relationship Type="http://schemas.openxmlformats.org/officeDocument/2006/relationships/presProps" Target="/ppt/presProps.xml" Id="R5793c2740e39476f" /><Relationship Type="http://schemas.openxmlformats.org/officeDocument/2006/relationships/tableStyles" Target="/ppt/tableStyles.xml" Id="R394cecb36ffa4802" /><Relationship Type="http://schemas.openxmlformats.org/officeDocument/2006/relationships/slide" Target="/ppt/slides/slide1.xml" Id="R3f0d93d42cef47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d332535edb4a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7f4e0ff37e481e" /><Relationship Type="http://schemas.openxmlformats.org/officeDocument/2006/relationships/notesMaster" Target="/ppt/notesMasters/notesMaster1.xml" Id="R5f6039f0efb2412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素材ID：AI-032</ns1:t>
            </ns1:r>
          </ns1:p>
          <ns1:p>
            <ns1:r>
              <ns1:t>论文：EconAgent: Large Language Model-Empowered Agents for Simulating Macroeconomic Activities</ns1:t>
            </ns1:r>
          </ns1:p>
          <ns1:p>
            <ns1:r>
              <ns1:t>会议：ACL 2024</ns1:t>
            </ns1:r>
          </ns1:p>
          <ns1:p>
            <ns1:r>
              <ns1:t>奖项：Outstanding Paper</ns1:t>
            </ns1:r>
          </ns1:p>
          <ns1:p>
            <ns1:r>
              <ns1:t>图号：Figure 1，PDF第3页</ns1:t>
            </ns1:r>
          </ns1:p>
          <ns1:p>
            <ns1:r>
              <ns1:t>类型：系统架构</ns1:t>
            </ns1:r>
          </ns1:p>
          <ns1:p>
            <ns1:r>
              <ns1:t>借鉴点：左侧代理感知记忆/决策，右侧劳动、消费、政府与银行构成相互作用环境。</ns1:t>
            </ns1:r>
          </ns1:p>
          <ns1:p>
            <ns1:r>
              <ns1:t>论文URL：https://aclanthology.org/2024.acl-long.829/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28ca2f71a42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34213a25b04478" /><Relationship Type="http://schemas.openxmlformats.org/officeDocument/2006/relationships/slideLayout" Target="/ppt/slideLayouts/slideLayout1.xml" Id="R19a800b4495a49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800b4495a49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6c71e8207451f" /><Relationship Type="http://schemas.openxmlformats.org/officeDocument/2006/relationships/image" Target="/ppt/media/image.png" Id="R9758a3489ece4578" /><Relationship Type="http://schemas.openxmlformats.org/officeDocument/2006/relationships/image" Target="/ppt/media/image2.png" Id="R9c73b39dfb65472a" /><Relationship Type="http://schemas.openxmlformats.org/officeDocument/2006/relationships/image" Target="/ppt/media/image3.png" Id="R02fbcc2c1be14c25" /><Relationship Type="http://schemas.openxmlformats.org/officeDocument/2006/relationships/image" Target="/ppt/media/image4.png" Id="R05c8e849c8e844d3" /><Relationship Type="http://schemas.openxmlformats.org/officeDocument/2006/relationships/image" Target="/ppt/media/image5.png" Id="R78d407eab7b84756" /><Relationship Type="http://schemas.openxmlformats.org/officeDocument/2006/relationships/image" Target="/ppt/media/image6.png" Id="Rbbda75c1d058479f" /><Relationship Type="http://schemas.openxmlformats.org/officeDocument/2006/relationships/image" Target="/ppt/media/image7.png" Id="R4bada824cb994b72" /><Relationship Type="http://schemas.openxmlformats.org/officeDocument/2006/relationships/image" Target="/ppt/media/image8.png" Id="R7dee0e5d83f248bd" /><Relationship Type="http://schemas.openxmlformats.org/officeDocument/2006/relationships/image" Target="/ppt/media/image9.png" Id="R68a3b0f4011a4401" /><Relationship Type="http://schemas.openxmlformats.org/officeDocument/2006/relationships/image" Target="/ppt/media/image10.png" Id="Rf2e17bc85841434b" /><Relationship Type="http://schemas.openxmlformats.org/officeDocument/2006/relationships/image" Target="/ppt/media/image11.png" Id="R131609f47992466f" /><Relationship Type="http://schemas.openxmlformats.org/officeDocument/2006/relationships/image" Target="/ppt/media/image12.png" Id="R2ac8b719c0d648b8" /><Relationship Type="http://schemas.openxmlformats.org/officeDocument/2006/relationships/image" Target="/ppt/media/image13.png" Id="Re06d29a0029444d0" /><Relationship Type="http://schemas.openxmlformats.org/officeDocument/2006/relationships/image" Target="/ppt/media/image14.png" Id="R64b6a01680854e7f" /><Relationship Type="http://schemas.openxmlformats.org/officeDocument/2006/relationships/image" Target="/ppt/media/image15.png" Id="Rfac39b53eabe4a11" /><Relationship Type="http://schemas.openxmlformats.org/officeDocument/2006/relationships/image" Target="/ppt/media/image16.png" Id="R5d5587fba948461a" /><Relationship Type="http://schemas.openxmlformats.org/officeDocument/2006/relationships/image" Target="/ppt/media/image17.png" Id="R802626c388b844e7" /><Relationship Type="http://schemas.openxmlformats.org/officeDocument/2006/relationships/image" Target="/ppt/media/image18.png" Id="R609f1d8aa93f4cee" /><Relationship Type="http://schemas.openxmlformats.org/officeDocument/2006/relationships/image" Target="/ppt/media/image19.png" Id="Rcda9b12daadf4788" /><Relationship Type="http://schemas.openxmlformats.org/officeDocument/2006/relationships/image" Target="/ppt/media/image20.png" Id="R661eb28c5661491d" /><Relationship Type="http://schemas.openxmlformats.org/officeDocument/2006/relationships/image" Target="/ppt/media/image21.png" Id="Rd8b0a4d08dfe4b47" /><Relationship Type="http://schemas.openxmlformats.org/officeDocument/2006/relationships/image" Target="/ppt/media/image22.png" Id="Re983e6369dc846f2" /><Relationship Type="http://schemas.openxmlformats.org/officeDocument/2006/relationships/image" Target="/ppt/media/image23.png" Id="R591b90a541284710" /><Relationship Type="http://schemas.openxmlformats.org/officeDocument/2006/relationships/image" Target="/ppt/media/image24.png" Id="R57834a3ef20c4c60" /><Relationship Type="http://schemas.openxmlformats.org/officeDocument/2006/relationships/image" Target="/ppt/media/image25.png" Id="Reaedf836dbb74eba" /><Relationship Type="http://schemas.openxmlformats.org/officeDocument/2006/relationships/image" Target="/ppt/media/image26.png" Id="R7955c5c84f204a07" /><Relationship Type="http://schemas.openxmlformats.org/officeDocument/2006/relationships/image" Target="/ppt/media/image27.png" Id="R15b60c90b4a5426f" /><Relationship Type="http://schemas.openxmlformats.org/officeDocument/2006/relationships/image" Target="/ppt/media/image28.png" Id="R9f3d1aaf75b544d9" /><Relationship Type="http://schemas.openxmlformats.org/officeDocument/2006/relationships/notesSlide" Target="/ppt/notesSlides/notesSlide1.xml" Id="Rb7f811ceaf504a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945B8-8350-4AC0-B35C-02750DDA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" y="109930"/>
            <a:ext cx="10338069" cy="3754194"/>
          </a:xfrm>
          <a:custGeom xmlns:a="http://schemas.openxmlformats.org/drawingml/2006/main">
            <a:pathLst>
              <a:path w="10338069" h="3754194">
                <a:moveTo>
                  <a:pt x="0" y="3754194"/>
                </a:moveTo>
                <a:lnTo>
                  <a:pt x="10338069" y="3754194"/>
                </a:lnTo>
                <a:lnTo>
                  <a:pt x="10338069" y="0"/>
                </a:lnTo>
                <a:lnTo>
                  <a:pt x="0" y="0"/>
                </a:lnTo>
                <a:lnTo>
                  <a:pt x="0" y="37541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C76C4-8947-4B18-99DA-516B0940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" y="109930"/>
            <a:ext cx="10338069" cy="3754194"/>
          </a:xfrm>
          <a:custGeom xmlns:a="http://schemas.openxmlformats.org/drawingml/2006/main">
            <a:pathLst>
              <a:path w="10338069" h="3754194">
                <a:moveTo>
                  <a:pt x="0" y="3754194"/>
                </a:moveTo>
                <a:lnTo>
                  <a:pt x="10338069" y="3754194"/>
                </a:lnTo>
                <a:lnTo>
                  <a:pt x="10338069" y="0"/>
                </a:lnTo>
                <a:lnTo>
                  <a:pt x="0" y="0"/>
                </a:lnTo>
                <a:lnTo>
                  <a:pt x="0" y="37541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8a3489ece4578"/>
          <a:stretch xmlns:a="http://schemas.openxmlformats.org/drawingml/2006/main"/>
        </p:blipFill>
        <p:spPr>
          <a:xfrm xmlns:a="http://schemas.openxmlformats.org/drawingml/2006/main">
            <a:off x="6919662" y="877178"/>
            <a:ext cx="1494111" cy="320167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3b39dfb65472a"/>
          <a:stretch xmlns:a="http://schemas.openxmlformats.org/drawingml/2006/main"/>
        </p:blipFill>
        <p:spPr>
          <a:xfrm xmlns:a="http://schemas.openxmlformats.org/drawingml/2006/main">
            <a:off x="6909321" y="1290654"/>
            <a:ext cx="1492333" cy="320167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bcc2c1be14c25"/>
          <a:stretch xmlns:a="http://schemas.openxmlformats.org/drawingml/2006/main"/>
        </p:blipFill>
        <p:spPr>
          <a:xfrm xmlns:a="http://schemas.openxmlformats.org/drawingml/2006/main">
            <a:off x="6819979" y="1856059"/>
            <a:ext cx="1622913" cy="1004066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8e849c8e844d3"/>
          <a:stretch xmlns:a="http://schemas.openxmlformats.org/drawingml/2006/main"/>
        </p:blipFill>
        <p:spPr>
          <a:xfrm xmlns:a="http://schemas.openxmlformats.org/drawingml/2006/main">
            <a:off x="6931245" y="2475558"/>
            <a:ext cx="1577616" cy="635676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407eab7b84756"/>
          <a:stretch xmlns:a="http://schemas.openxmlformats.org/drawingml/2006/main"/>
        </p:blipFill>
        <p:spPr>
          <a:xfrm xmlns:a="http://schemas.openxmlformats.org/drawingml/2006/main">
            <a:off x="167577" y="1109281"/>
            <a:ext cx="1947571" cy="2158023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a75c1d058479f"/>
          <a:stretch xmlns:a="http://schemas.openxmlformats.org/drawingml/2006/main"/>
        </p:blipFill>
        <p:spPr>
          <a:xfrm xmlns:a="http://schemas.openxmlformats.org/drawingml/2006/main">
            <a:off x="6410801" y="1748813"/>
            <a:ext cx="303933" cy="782051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da824cb994b72"/>
          <a:stretch xmlns:a="http://schemas.openxmlformats.org/drawingml/2006/main"/>
        </p:blipFill>
        <p:spPr>
          <a:xfrm xmlns:a="http://schemas.openxmlformats.org/drawingml/2006/main">
            <a:off x="4114804" y="1565438"/>
            <a:ext cx="722217" cy="530100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e0e5d83f248bd"/>
          <a:stretch xmlns:a="http://schemas.openxmlformats.org/drawingml/2006/main"/>
        </p:blipFill>
        <p:spPr>
          <a:xfrm xmlns:a="http://schemas.openxmlformats.org/drawingml/2006/main">
            <a:off x="4152890" y="2343833"/>
            <a:ext cx="714614" cy="539971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3b0f4011a4401"/>
          <a:stretch xmlns:a="http://schemas.openxmlformats.org/drawingml/2006/main"/>
        </p:blipFill>
        <p:spPr>
          <a:xfrm xmlns:a="http://schemas.openxmlformats.org/drawingml/2006/main">
            <a:off x="5349162" y="1217160"/>
            <a:ext cx="364275" cy="367213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17bc85841434b"/>
          <a:stretch xmlns:a="http://schemas.openxmlformats.org/drawingml/2006/main"/>
        </p:blipFill>
        <p:spPr>
          <a:xfrm xmlns:a="http://schemas.openxmlformats.org/drawingml/2006/main">
            <a:off x="9238679" y="1176032"/>
            <a:ext cx="399528" cy="399528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609f47992466f"/>
          <a:stretch xmlns:a="http://schemas.openxmlformats.org/drawingml/2006/main"/>
        </p:blipFill>
        <p:spPr>
          <a:xfrm xmlns:a="http://schemas.openxmlformats.org/drawingml/2006/main">
            <a:off x="3016626" y="876386"/>
            <a:ext cx="511160" cy="514098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8b719c0d648b8"/>
          <a:stretch xmlns:a="http://schemas.openxmlformats.org/drawingml/2006/main"/>
        </p:blipFill>
        <p:spPr>
          <a:xfrm xmlns:a="http://schemas.openxmlformats.org/drawingml/2006/main">
            <a:off x="9174050" y="2201290"/>
            <a:ext cx="411278" cy="411278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d29a0029444d0"/>
          <a:stretch xmlns:a="http://schemas.openxmlformats.org/drawingml/2006/main"/>
        </p:blipFill>
        <p:spPr>
          <a:xfrm xmlns:a="http://schemas.openxmlformats.org/drawingml/2006/main">
            <a:off x="5293346" y="2979782"/>
            <a:ext cx="428905" cy="431842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6a01680854e7f"/>
          <a:stretch xmlns:a="http://schemas.openxmlformats.org/drawingml/2006/main"/>
        </p:blipFill>
        <p:spPr>
          <a:xfrm xmlns:a="http://schemas.openxmlformats.org/drawingml/2006/main">
            <a:off x="5143523" y="770629"/>
            <a:ext cx="1642176" cy="895999"/>
          </a:xfrm>
          <a:prstGeom xmlns:a="http://schemas.openxmlformats.org/drawingml/2006/main" prst="rect">
            <a:avLst/>
          </a:prstGeom>
        </p:spPr>
      </p:pic>
      <p:sp>
        <p:nvSpPr>
          <p:cNvPr id="17" name="Text Labor">
            <a:extLst xmlns:a="http://schemas.openxmlformats.org/drawingml/2006/main">
              <a:ext uri="{FF2B5EF4-FFF2-40B4-BE49-F238E27FC236}">
                <a16:creationId xmlns:a16="http://schemas.microsoft.com/office/drawing/2014/main" id="{33C8076B-A304-4C5A-BF1B-116549CB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011" y="930236"/>
            <a:ext cx="571615" cy="169202"/>
          </a:xfrm>
          <a:custGeom xmlns:a="http://schemas.openxmlformats.org/drawingml/2006/main">
            <a:pathLst>
              <a:path w="571615" h="169202">
                <a:moveTo>
                  <a:pt x="0" y="166477"/>
                </a:moveTo>
                <a:lnTo>
                  <a:pt x="0" y="0"/>
                </a:lnTo>
                <a:lnTo>
                  <a:pt x="22030" y="0"/>
                </a:lnTo>
                <a:lnTo>
                  <a:pt x="22030" y="146831"/>
                </a:lnTo>
                <a:lnTo>
                  <a:pt x="104020" y="146831"/>
                </a:lnTo>
                <a:lnTo>
                  <a:pt x="104020" y="166477"/>
                </a:lnTo>
                <a:lnTo>
                  <a:pt x="0" y="166477"/>
                </a:lnTo>
                <a:close/>
                <a:moveTo>
                  <a:pt x="203998" y="151601"/>
                </a:moveTo>
                <a:cubicBezTo>
                  <a:pt x="196428" y="158036"/>
                  <a:pt x="189141" y="162578"/>
                  <a:pt x="182138" y="165228"/>
                </a:cubicBezTo>
                <a:cubicBezTo>
                  <a:pt x="175135" y="167878"/>
                  <a:pt x="167622" y="169202"/>
                  <a:pt x="159597" y="169202"/>
                </a:cubicBezTo>
                <a:cubicBezTo>
                  <a:pt x="146348" y="169202"/>
                  <a:pt x="136166" y="165966"/>
                  <a:pt x="129050" y="159493"/>
                </a:cubicBezTo>
                <a:cubicBezTo>
                  <a:pt x="121933" y="153020"/>
                  <a:pt x="118375" y="144749"/>
                  <a:pt x="118375" y="134681"/>
                </a:cubicBezTo>
                <a:cubicBezTo>
                  <a:pt x="118375" y="128775"/>
                  <a:pt x="119719" y="123381"/>
                  <a:pt x="122406" y="118498"/>
                </a:cubicBezTo>
                <a:cubicBezTo>
                  <a:pt x="125094" y="113615"/>
                  <a:pt x="128614" y="109698"/>
                  <a:pt x="132967" y="106745"/>
                </a:cubicBezTo>
                <a:cubicBezTo>
                  <a:pt x="137320" y="103793"/>
                  <a:pt x="142222" y="101559"/>
                  <a:pt x="147673" y="100045"/>
                </a:cubicBezTo>
                <a:cubicBezTo>
                  <a:pt x="151686" y="98985"/>
                  <a:pt x="157742" y="97963"/>
                  <a:pt x="165843" y="96979"/>
                </a:cubicBezTo>
                <a:cubicBezTo>
                  <a:pt x="182346" y="95011"/>
                  <a:pt x="194497" y="92664"/>
                  <a:pt x="202295" y="89938"/>
                </a:cubicBezTo>
                <a:cubicBezTo>
                  <a:pt x="202371" y="87137"/>
                  <a:pt x="202408" y="85358"/>
                  <a:pt x="202408" y="84601"/>
                </a:cubicBezTo>
                <a:cubicBezTo>
                  <a:pt x="202408" y="76274"/>
                  <a:pt x="200478" y="70406"/>
                  <a:pt x="196617" y="67000"/>
                </a:cubicBezTo>
                <a:cubicBezTo>
                  <a:pt x="191393" y="62382"/>
                  <a:pt x="183633" y="60073"/>
                  <a:pt x="173337" y="60073"/>
                </a:cubicBezTo>
                <a:cubicBezTo>
                  <a:pt x="163723" y="60073"/>
                  <a:pt x="156625" y="61757"/>
                  <a:pt x="152045" y="65126"/>
                </a:cubicBezTo>
                <a:cubicBezTo>
                  <a:pt x="147465" y="68495"/>
                  <a:pt x="144077" y="74457"/>
                  <a:pt x="141882" y="83011"/>
                </a:cubicBezTo>
                <a:lnTo>
                  <a:pt x="121895" y="80286"/>
                </a:lnTo>
                <a:cubicBezTo>
                  <a:pt x="123712" y="71731"/>
                  <a:pt x="126703" y="64823"/>
                  <a:pt x="130867" y="59561"/>
                </a:cubicBezTo>
                <a:cubicBezTo>
                  <a:pt x="135030" y="54300"/>
                  <a:pt x="141049" y="50250"/>
                  <a:pt x="148922" y="47411"/>
                </a:cubicBezTo>
                <a:cubicBezTo>
                  <a:pt x="156796" y="44572"/>
                  <a:pt x="165918" y="43152"/>
                  <a:pt x="176290" y="43152"/>
                </a:cubicBezTo>
                <a:cubicBezTo>
                  <a:pt x="186586" y="43152"/>
                  <a:pt x="194951" y="44364"/>
                  <a:pt x="201386" y="46786"/>
                </a:cubicBezTo>
                <a:cubicBezTo>
                  <a:pt x="207821" y="49209"/>
                  <a:pt x="212553" y="52256"/>
                  <a:pt x="215581" y="55928"/>
                </a:cubicBezTo>
                <a:cubicBezTo>
                  <a:pt x="218609" y="59599"/>
                  <a:pt x="220729" y="64236"/>
                  <a:pt x="221941" y="69839"/>
                </a:cubicBezTo>
                <a:cubicBezTo>
                  <a:pt x="222622" y="73321"/>
                  <a:pt x="222963" y="79605"/>
                  <a:pt x="222963" y="88689"/>
                </a:cubicBezTo>
                <a:lnTo>
                  <a:pt x="222963" y="115943"/>
                </a:lnTo>
                <a:cubicBezTo>
                  <a:pt x="222963" y="134946"/>
                  <a:pt x="223398" y="146964"/>
                  <a:pt x="224268" y="151998"/>
                </a:cubicBezTo>
                <a:cubicBezTo>
                  <a:pt x="225139" y="157033"/>
                  <a:pt x="226861" y="161859"/>
                  <a:pt x="229435" y="166477"/>
                </a:cubicBezTo>
                <a:lnTo>
                  <a:pt x="208086" y="166477"/>
                </a:lnTo>
                <a:cubicBezTo>
                  <a:pt x="205967" y="162237"/>
                  <a:pt x="204604" y="157279"/>
                  <a:pt x="203998" y="151601"/>
                </a:cubicBezTo>
                <a:moveTo>
                  <a:pt x="202295" y="105950"/>
                </a:moveTo>
                <a:cubicBezTo>
                  <a:pt x="194876" y="108978"/>
                  <a:pt x="183747" y="111552"/>
                  <a:pt x="168909" y="113672"/>
                </a:cubicBezTo>
                <a:cubicBezTo>
                  <a:pt x="160505" y="114883"/>
                  <a:pt x="154562" y="116246"/>
                  <a:pt x="151080" y="117760"/>
                </a:cubicBezTo>
                <a:cubicBezTo>
                  <a:pt x="147597" y="119274"/>
                  <a:pt x="144910" y="121489"/>
                  <a:pt x="143017" y="124403"/>
                </a:cubicBezTo>
                <a:cubicBezTo>
                  <a:pt x="141125" y="127318"/>
                  <a:pt x="140178" y="130555"/>
                  <a:pt x="140178" y="134113"/>
                </a:cubicBezTo>
                <a:cubicBezTo>
                  <a:pt x="140178" y="139564"/>
                  <a:pt x="142241" y="144106"/>
                  <a:pt x="146367" y="147740"/>
                </a:cubicBezTo>
                <a:cubicBezTo>
                  <a:pt x="150493" y="151374"/>
                  <a:pt x="156531" y="153191"/>
                  <a:pt x="164480" y="153191"/>
                </a:cubicBezTo>
                <a:cubicBezTo>
                  <a:pt x="172353" y="153191"/>
                  <a:pt x="179356" y="151468"/>
                  <a:pt x="185488" y="148024"/>
                </a:cubicBezTo>
                <a:cubicBezTo>
                  <a:pt x="191620" y="144579"/>
                  <a:pt x="196125" y="139866"/>
                  <a:pt x="199002" y="133886"/>
                </a:cubicBezTo>
                <a:cubicBezTo>
                  <a:pt x="201197" y="129268"/>
                  <a:pt x="202295" y="122454"/>
                  <a:pt x="202295" y="113445"/>
                </a:cubicBezTo>
                <a:lnTo>
                  <a:pt x="202295" y="105950"/>
                </a:lnTo>
                <a:close/>
                <a:moveTo>
                  <a:pt x="271158" y="166477"/>
                </a:moveTo>
                <a:lnTo>
                  <a:pt x="252194" y="166477"/>
                </a:lnTo>
                <a:lnTo>
                  <a:pt x="252194" y="0"/>
                </a:lnTo>
                <a:lnTo>
                  <a:pt x="272634" y="0"/>
                </a:lnTo>
                <a:lnTo>
                  <a:pt x="272634" y="59391"/>
                </a:lnTo>
                <a:cubicBezTo>
                  <a:pt x="281265" y="48565"/>
                  <a:pt x="292280" y="43152"/>
                  <a:pt x="305680" y="43152"/>
                </a:cubicBezTo>
                <a:cubicBezTo>
                  <a:pt x="313099" y="43152"/>
                  <a:pt x="320121" y="44647"/>
                  <a:pt x="326745" y="47638"/>
                </a:cubicBezTo>
                <a:cubicBezTo>
                  <a:pt x="333369" y="50628"/>
                  <a:pt x="338820" y="54830"/>
                  <a:pt x="343097" y="60243"/>
                </a:cubicBezTo>
                <a:cubicBezTo>
                  <a:pt x="347375" y="65656"/>
                  <a:pt x="350725" y="72185"/>
                  <a:pt x="353147" y="79832"/>
                </a:cubicBezTo>
                <a:cubicBezTo>
                  <a:pt x="355570" y="87478"/>
                  <a:pt x="356781" y="95654"/>
                  <a:pt x="356781" y="104360"/>
                </a:cubicBezTo>
                <a:cubicBezTo>
                  <a:pt x="356781" y="125028"/>
                  <a:pt x="351671" y="141002"/>
                  <a:pt x="341451" y="152282"/>
                </a:cubicBezTo>
                <a:cubicBezTo>
                  <a:pt x="331231" y="163562"/>
                  <a:pt x="318966" y="169202"/>
                  <a:pt x="304658" y="169202"/>
                </a:cubicBezTo>
                <a:cubicBezTo>
                  <a:pt x="290425" y="169202"/>
                  <a:pt x="279259" y="163259"/>
                  <a:pt x="271158" y="151374"/>
                </a:cubicBezTo>
                <a:lnTo>
                  <a:pt x="271158" y="166477"/>
                </a:lnTo>
                <a:moveTo>
                  <a:pt x="270931" y="105269"/>
                </a:moveTo>
                <a:cubicBezTo>
                  <a:pt x="270931" y="119729"/>
                  <a:pt x="272899" y="130176"/>
                  <a:pt x="276836" y="136611"/>
                </a:cubicBezTo>
                <a:cubicBezTo>
                  <a:pt x="283271" y="147134"/>
                  <a:pt x="291977" y="152396"/>
                  <a:pt x="302954" y="152396"/>
                </a:cubicBezTo>
                <a:cubicBezTo>
                  <a:pt x="311888" y="152396"/>
                  <a:pt x="319610" y="148516"/>
                  <a:pt x="326120" y="140756"/>
                </a:cubicBezTo>
                <a:cubicBezTo>
                  <a:pt x="332631" y="132996"/>
                  <a:pt x="335886" y="121432"/>
                  <a:pt x="335886" y="106064"/>
                </a:cubicBezTo>
                <a:cubicBezTo>
                  <a:pt x="335886" y="90317"/>
                  <a:pt x="332764" y="78696"/>
                  <a:pt x="326518" y="71201"/>
                </a:cubicBezTo>
                <a:cubicBezTo>
                  <a:pt x="320272" y="63706"/>
                  <a:pt x="312720" y="59959"/>
                  <a:pt x="303863" y="59959"/>
                </a:cubicBezTo>
                <a:cubicBezTo>
                  <a:pt x="294930" y="59959"/>
                  <a:pt x="287208" y="63839"/>
                  <a:pt x="280697" y="71599"/>
                </a:cubicBezTo>
                <a:cubicBezTo>
                  <a:pt x="274186" y="79359"/>
                  <a:pt x="270931" y="90582"/>
                  <a:pt x="270931" y="105269"/>
                </a:cubicBezTo>
                <a:close/>
                <a:moveTo>
                  <a:pt x="371705" y="106177"/>
                </a:moveTo>
                <a:cubicBezTo>
                  <a:pt x="371705" y="83844"/>
                  <a:pt x="377913" y="67302"/>
                  <a:pt x="390328" y="56552"/>
                </a:cubicBezTo>
                <a:cubicBezTo>
                  <a:pt x="400700" y="47619"/>
                  <a:pt x="413343" y="43152"/>
                  <a:pt x="428257" y="43152"/>
                </a:cubicBezTo>
                <a:cubicBezTo>
                  <a:pt x="444836" y="43152"/>
                  <a:pt x="458388" y="48584"/>
                  <a:pt x="468911" y="59448"/>
                </a:cubicBezTo>
                <a:cubicBezTo>
                  <a:pt x="479434" y="70312"/>
                  <a:pt x="484696" y="85320"/>
                  <a:pt x="484696" y="104474"/>
                </a:cubicBezTo>
                <a:cubicBezTo>
                  <a:pt x="484696" y="119994"/>
                  <a:pt x="482368" y="132201"/>
                  <a:pt x="477712" y="141097"/>
                </a:cubicBezTo>
                <a:cubicBezTo>
                  <a:pt x="473056" y="149992"/>
                  <a:pt x="466280" y="156900"/>
                  <a:pt x="457385" y="161821"/>
                </a:cubicBezTo>
                <a:cubicBezTo>
                  <a:pt x="448489" y="166742"/>
                  <a:pt x="438780" y="169202"/>
                  <a:pt x="428257" y="169202"/>
                </a:cubicBezTo>
                <a:cubicBezTo>
                  <a:pt x="411375" y="169202"/>
                  <a:pt x="397729" y="163789"/>
                  <a:pt x="387319" y="152963"/>
                </a:cubicBezTo>
                <a:cubicBezTo>
                  <a:pt x="376910" y="142138"/>
                  <a:pt x="371705" y="126542"/>
                  <a:pt x="371705" y="106177"/>
                </a:cubicBezTo>
                <a:moveTo>
                  <a:pt x="392713" y="106177"/>
                </a:moveTo>
                <a:cubicBezTo>
                  <a:pt x="392713" y="121621"/>
                  <a:pt x="396082" y="133185"/>
                  <a:pt x="402820" y="140869"/>
                </a:cubicBezTo>
                <a:cubicBezTo>
                  <a:pt x="409558" y="148554"/>
                  <a:pt x="418037" y="152396"/>
                  <a:pt x="428257" y="152396"/>
                </a:cubicBezTo>
                <a:cubicBezTo>
                  <a:pt x="438402" y="152396"/>
                  <a:pt x="446843" y="148535"/>
                  <a:pt x="453581" y="140813"/>
                </a:cubicBezTo>
                <a:cubicBezTo>
                  <a:pt x="460318" y="133091"/>
                  <a:pt x="463687" y="121318"/>
                  <a:pt x="463687" y="105496"/>
                </a:cubicBezTo>
                <a:cubicBezTo>
                  <a:pt x="463687" y="90582"/>
                  <a:pt x="460299" y="79283"/>
                  <a:pt x="453524" y="71599"/>
                </a:cubicBezTo>
                <a:cubicBezTo>
                  <a:pt x="446748" y="63915"/>
                  <a:pt x="438326" y="60073"/>
                  <a:pt x="428257" y="60073"/>
                </a:cubicBezTo>
                <a:cubicBezTo>
                  <a:pt x="418037" y="60073"/>
                  <a:pt x="409558" y="63896"/>
                  <a:pt x="402820" y="71542"/>
                </a:cubicBezTo>
                <a:cubicBezTo>
                  <a:pt x="396082" y="79188"/>
                  <a:pt x="392713" y="90733"/>
                  <a:pt x="392713" y="106177"/>
                </a:cubicBezTo>
                <a:close/>
                <a:moveTo>
                  <a:pt x="506091" y="166477"/>
                </a:moveTo>
                <a:lnTo>
                  <a:pt x="506091" y="45878"/>
                </a:lnTo>
                <a:lnTo>
                  <a:pt x="524488" y="45878"/>
                </a:lnTo>
                <a:lnTo>
                  <a:pt x="524488" y="64161"/>
                </a:lnTo>
                <a:cubicBezTo>
                  <a:pt x="529181" y="55606"/>
                  <a:pt x="533516" y="49966"/>
                  <a:pt x="537490" y="47240"/>
                </a:cubicBezTo>
                <a:cubicBezTo>
                  <a:pt x="541465" y="44515"/>
                  <a:pt x="545837" y="43152"/>
                  <a:pt x="550606" y="43152"/>
                </a:cubicBezTo>
                <a:cubicBezTo>
                  <a:pt x="557495" y="43152"/>
                  <a:pt x="564498" y="45348"/>
                  <a:pt x="571615" y="49739"/>
                </a:cubicBezTo>
                <a:lnTo>
                  <a:pt x="564574" y="68703"/>
                </a:lnTo>
                <a:cubicBezTo>
                  <a:pt x="559577" y="65750"/>
                  <a:pt x="554581" y="64274"/>
                  <a:pt x="549584" y="64274"/>
                </a:cubicBezTo>
                <a:cubicBezTo>
                  <a:pt x="545118" y="64274"/>
                  <a:pt x="541105" y="65618"/>
                  <a:pt x="537547" y="68306"/>
                </a:cubicBezTo>
                <a:cubicBezTo>
                  <a:pt x="533989" y="70993"/>
                  <a:pt x="531453" y="74722"/>
                  <a:pt x="529939" y="79491"/>
                </a:cubicBezTo>
                <a:cubicBezTo>
                  <a:pt x="527667" y="86759"/>
                  <a:pt x="526532" y="94708"/>
                  <a:pt x="526532" y="103338"/>
                </a:cubicBezTo>
                <a:lnTo>
                  <a:pt x="526532" y="166477"/>
                </a:lnTo>
                <a:lnTo>
                  <a:pt x="506091" y="166477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39b53eabe4a11"/>
          <a:stretch xmlns:a="http://schemas.openxmlformats.org/drawingml/2006/main"/>
        </p:blipFill>
        <p:spPr>
          <a:xfrm xmlns:a="http://schemas.openxmlformats.org/drawingml/2006/main">
            <a:off x="5781004" y="1217160"/>
            <a:ext cx="367213" cy="367213"/>
          </a:xfrm>
          <a:prstGeom xmlns:a="http://schemas.openxmlformats.org/drawingml/2006/main" prst="rect">
            <a:avLst/>
          </a:prstGeom>
        </p:spPr>
      </p:pic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587fba948461a"/>
          <a:stretch xmlns:a="http://schemas.openxmlformats.org/drawingml/2006/main"/>
        </p:blipFill>
        <p:spPr>
          <a:xfrm xmlns:a="http://schemas.openxmlformats.org/drawingml/2006/main">
            <a:off x="6180531" y="1217160"/>
            <a:ext cx="364275" cy="367213"/>
          </a:xfrm>
          <a:prstGeom xmlns:a="http://schemas.openxmlformats.org/drawingml/2006/main" prst="rect">
            <a:avLst/>
          </a:prstGeom>
        </p:spPr>
      </p:pic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626c388b844e7"/>
          <a:stretch xmlns:a="http://schemas.openxmlformats.org/drawingml/2006/main"/>
        </p:blipFill>
        <p:spPr>
          <a:xfrm xmlns:a="http://schemas.openxmlformats.org/drawingml/2006/main">
            <a:off x="5143523" y="2609631"/>
            <a:ext cx="1648051" cy="893061"/>
          </a:xfrm>
          <a:prstGeom xmlns:a="http://schemas.openxmlformats.org/drawingml/2006/main" prst="rect">
            <a:avLst/>
          </a:prstGeom>
        </p:spPr>
      </p:pic>
      <p:sp>
        <p:nvSpPr>
          <p:cNvPr id="21" name="Text Consumption">
            <a:extLst xmlns:a="http://schemas.openxmlformats.org/drawingml/2006/main">
              <a:ext uri="{FF2B5EF4-FFF2-40B4-BE49-F238E27FC236}">
                <a16:creationId xmlns:a16="http://schemas.microsoft.com/office/drawing/2014/main" id="{E76392D1-D204-44B5-84A3-A47E46EF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356" y="2766400"/>
            <a:ext cx="1320173" cy="215534"/>
          </a:xfrm>
          <a:custGeom xmlns:a="http://schemas.openxmlformats.org/drawingml/2006/main">
            <a:pathLst>
              <a:path w="1320173" h="215534">
                <a:moveTo>
                  <a:pt x="125142" y="110947"/>
                </a:moveTo>
                <a:lnTo>
                  <a:pt x="147172" y="116511"/>
                </a:lnTo>
                <a:cubicBezTo>
                  <a:pt x="142554" y="134605"/>
                  <a:pt x="134245" y="148402"/>
                  <a:pt x="122246" y="157903"/>
                </a:cubicBezTo>
                <a:cubicBezTo>
                  <a:pt x="110246" y="167404"/>
                  <a:pt x="95579" y="172155"/>
                  <a:pt x="78242" y="172155"/>
                </a:cubicBezTo>
                <a:cubicBezTo>
                  <a:pt x="60300" y="172155"/>
                  <a:pt x="45707" y="168502"/>
                  <a:pt x="34465" y="161196"/>
                </a:cubicBezTo>
                <a:cubicBezTo>
                  <a:pt x="23223" y="153891"/>
                  <a:pt x="14668" y="143311"/>
                  <a:pt x="8801" y="129457"/>
                </a:cubicBezTo>
                <a:cubicBezTo>
                  <a:pt x="2934" y="115603"/>
                  <a:pt x="0" y="100727"/>
                  <a:pt x="0" y="84828"/>
                </a:cubicBezTo>
                <a:cubicBezTo>
                  <a:pt x="0" y="67492"/>
                  <a:pt x="3312" y="52369"/>
                  <a:pt x="9936" y="39462"/>
                </a:cubicBezTo>
                <a:cubicBezTo>
                  <a:pt x="16561" y="26554"/>
                  <a:pt x="25986" y="16750"/>
                  <a:pt x="38212" y="10050"/>
                </a:cubicBezTo>
                <a:cubicBezTo>
                  <a:pt x="50439" y="3350"/>
                  <a:pt x="63896" y="0"/>
                  <a:pt x="78583" y="0"/>
                </a:cubicBezTo>
                <a:cubicBezTo>
                  <a:pt x="95238" y="0"/>
                  <a:pt x="109243" y="4240"/>
                  <a:pt x="120599" y="12719"/>
                </a:cubicBezTo>
                <a:cubicBezTo>
                  <a:pt x="131955" y="21198"/>
                  <a:pt x="139866" y="33121"/>
                  <a:pt x="144333" y="48490"/>
                </a:cubicBezTo>
                <a:lnTo>
                  <a:pt x="122643" y="53600"/>
                </a:lnTo>
                <a:cubicBezTo>
                  <a:pt x="118782" y="41487"/>
                  <a:pt x="113180" y="32667"/>
                  <a:pt x="105837" y="27141"/>
                </a:cubicBezTo>
                <a:cubicBezTo>
                  <a:pt x="98493" y="21614"/>
                  <a:pt x="89257" y="18851"/>
                  <a:pt x="78128" y="18851"/>
                </a:cubicBezTo>
                <a:cubicBezTo>
                  <a:pt x="65334" y="18851"/>
                  <a:pt x="54641" y="21917"/>
                  <a:pt x="46048" y="28049"/>
                </a:cubicBezTo>
                <a:cubicBezTo>
                  <a:pt x="37455" y="34181"/>
                  <a:pt x="31418" y="42414"/>
                  <a:pt x="27935" y="52748"/>
                </a:cubicBezTo>
                <a:cubicBezTo>
                  <a:pt x="24453" y="63082"/>
                  <a:pt x="22712" y="73737"/>
                  <a:pt x="22712" y="84715"/>
                </a:cubicBezTo>
                <a:cubicBezTo>
                  <a:pt x="22712" y="98872"/>
                  <a:pt x="24775" y="111231"/>
                  <a:pt x="28901" y="121792"/>
                </a:cubicBezTo>
                <a:cubicBezTo>
                  <a:pt x="33027" y="132353"/>
                  <a:pt x="39443" y="140245"/>
                  <a:pt x="48149" y="145469"/>
                </a:cubicBezTo>
                <a:cubicBezTo>
                  <a:pt x="56855" y="150692"/>
                  <a:pt x="66280" y="153304"/>
                  <a:pt x="76425" y="153304"/>
                </a:cubicBezTo>
                <a:cubicBezTo>
                  <a:pt x="88765" y="153304"/>
                  <a:pt x="99212" y="149746"/>
                  <a:pt x="107767" y="142630"/>
                </a:cubicBezTo>
                <a:cubicBezTo>
                  <a:pt x="116322" y="135513"/>
                  <a:pt x="122113" y="124952"/>
                  <a:pt x="125142" y="110947"/>
                </a:cubicBezTo>
                <a:close/>
                <a:moveTo>
                  <a:pt x="161379" y="109016"/>
                </a:moveTo>
                <a:cubicBezTo>
                  <a:pt x="161379" y="86683"/>
                  <a:pt x="167586" y="70141"/>
                  <a:pt x="180002" y="59391"/>
                </a:cubicBezTo>
                <a:cubicBezTo>
                  <a:pt x="190374" y="50458"/>
                  <a:pt x="203017" y="45991"/>
                  <a:pt x="217931" y="45991"/>
                </a:cubicBezTo>
                <a:cubicBezTo>
                  <a:pt x="234510" y="45991"/>
                  <a:pt x="248062" y="51423"/>
                  <a:pt x="258585" y="62287"/>
                </a:cubicBezTo>
                <a:cubicBezTo>
                  <a:pt x="269108" y="73151"/>
                  <a:pt x="274369" y="88159"/>
                  <a:pt x="274369" y="107313"/>
                </a:cubicBezTo>
                <a:cubicBezTo>
                  <a:pt x="274369" y="122833"/>
                  <a:pt x="272041" y="135040"/>
                  <a:pt x="267386" y="143936"/>
                </a:cubicBezTo>
                <a:cubicBezTo>
                  <a:pt x="262730" y="152831"/>
                  <a:pt x="255954" y="159739"/>
                  <a:pt x="247059" y="164660"/>
                </a:cubicBezTo>
                <a:cubicBezTo>
                  <a:pt x="238163" y="169581"/>
                  <a:pt x="228454" y="172041"/>
                  <a:pt x="217931" y="172041"/>
                </a:cubicBezTo>
                <a:cubicBezTo>
                  <a:pt x="201048" y="172041"/>
                  <a:pt x="187402" y="166628"/>
                  <a:pt x="176993" y="155802"/>
                </a:cubicBezTo>
                <a:cubicBezTo>
                  <a:pt x="166583" y="144977"/>
                  <a:pt x="161379" y="129381"/>
                  <a:pt x="161379" y="109016"/>
                </a:cubicBezTo>
                <a:moveTo>
                  <a:pt x="182387" y="109016"/>
                </a:moveTo>
                <a:cubicBezTo>
                  <a:pt x="182387" y="124460"/>
                  <a:pt x="185756" y="136024"/>
                  <a:pt x="192494" y="143708"/>
                </a:cubicBezTo>
                <a:cubicBezTo>
                  <a:pt x="199231" y="151393"/>
                  <a:pt x="207711" y="155235"/>
                  <a:pt x="217931" y="155235"/>
                </a:cubicBezTo>
                <a:cubicBezTo>
                  <a:pt x="228075" y="155235"/>
                  <a:pt x="236517" y="151374"/>
                  <a:pt x="243254" y="143652"/>
                </a:cubicBezTo>
                <a:cubicBezTo>
                  <a:pt x="249992" y="135930"/>
                  <a:pt x="253361" y="124157"/>
                  <a:pt x="253361" y="108335"/>
                </a:cubicBezTo>
                <a:cubicBezTo>
                  <a:pt x="253361" y="93421"/>
                  <a:pt x="249973" y="82122"/>
                  <a:pt x="243198" y="74438"/>
                </a:cubicBezTo>
                <a:cubicBezTo>
                  <a:pt x="236422" y="66754"/>
                  <a:pt x="228000" y="62911"/>
                  <a:pt x="217931" y="62911"/>
                </a:cubicBezTo>
                <a:cubicBezTo>
                  <a:pt x="207711" y="62911"/>
                  <a:pt x="199231" y="66735"/>
                  <a:pt x="192494" y="74381"/>
                </a:cubicBezTo>
                <a:cubicBezTo>
                  <a:pt x="185756" y="82027"/>
                  <a:pt x="182387" y="93572"/>
                  <a:pt x="182387" y="109016"/>
                </a:cubicBezTo>
                <a:close/>
                <a:moveTo>
                  <a:pt x="296086" y="169316"/>
                </a:moveTo>
                <a:lnTo>
                  <a:pt x="296086" y="48717"/>
                </a:lnTo>
                <a:lnTo>
                  <a:pt x="314482" y="48717"/>
                </a:lnTo>
                <a:lnTo>
                  <a:pt x="314482" y="65864"/>
                </a:lnTo>
                <a:cubicBezTo>
                  <a:pt x="323340" y="52616"/>
                  <a:pt x="336134" y="45991"/>
                  <a:pt x="352865" y="45991"/>
                </a:cubicBezTo>
                <a:cubicBezTo>
                  <a:pt x="360133" y="45991"/>
                  <a:pt x="366814" y="47297"/>
                  <a:pt x="372908" y="49909"/>
                </a:cubicBezTo>
                <a:cubicBezTo>
                  <a:pt x="379002" y="52521"/>
                  <a:pt x="383564" y="55947"/>
                  <a:pt x="386592" y="60186"/>
                </a:cubicBezTo>
                <a:cubicBezTo>
                  <a:pt x="389620" y="64426"/>
                  <a:pt x="391740" y="69460"/>
                  <a:pt x="392951" y="75289"/>
                </a:cubicBezTo>
                <a:cubicBezTo>
                  <a:pt x="393708" y="79075"/>
                  <a:pt x="394087" y="85699"/>
                  <a:pt x="394087" y="95162"/>
                </a:cubicBezTo>
                <a:lnTo>
                  <a:pt x="394087" y="169316"/>
                </a:lnTo>
                <a:lnTo>
                  <a:pt x="373646" y="169316"/>
                </a:lnTo>
                <a:lnTo>
                  <a:pt x="373646" y="95957"/>
                </a:lnTo>
                <a:cubicBezTo>
                  <a:pt x="373646" y="87629"/>
                  <a:pt x="372851" y="81403"/>
                  <a:pt x="371262" y="77277"/>
                </a:cubicBezTo>
                <a:cubicBezTo>
                  <a:pt x="369672" y="73151"/>
                  <a:pt x="366852" y="69857"/>
                  <a:pt x="362801" y="67397"/>
                </a:cubicBezTo>
                <a:cubicBezTo>
                  <a:pt x="358751" y="64937"/>
                  <a:pt x="354001" y="63706"/>
                  <a:pt x="348550" y="63706"/>
                </a:cubicBezTo>
                <a:cubicBezTo>
                  <a:pt x="339844" y="63706"/>
                  <a:pt x="332330" y="66470"/>
                  <a:pt x="326008" y="71996"/>
                </a:cubicBezTo>
                <a:cubicBezTo>
                  <a:pt x="319687" y="77523"/>
                  <a:pt x="316526" y="88008"/>
                  <a:pt x="316526" y="103452"/>
                </a:cubicBezTo>
                <a:lnTo>
                  <a:pt x="316526" y="169316"/>
                </a:lnTo>
                <a:lnTo>
                  <a:pt x="296086" y="169316"/>
                </a:lnTo>
                <a:close/>
                <a:moveTo>
                  <a:pt x="415008" y="133318"/>
                </a:moveTo>
                <a:lnTo>
                  <a:pt x="435221" y="130138"/>
                </a:lnTo>
                <a:cubicBezTo>
                  <a:pt x="436357" y="138239"/>
                  <a:pt x="439518" y="144447"/>
                  <a:pt x="444704" y="148762"/>
                </a:cubicBezTo>
                <a:cubicBezTo>
                  <a:pt x="449889" y="153077"/>
                  <a:pt x="457138" y="155235"/>
                  <a:pt x="466450" y="155235"/>
                </a:cubicBezTo>
                <a:cubicBezTo>
                  <a:pt x="475837" y="155235"/>
                  <a:pt x="482802" y="153323"/>
                  <a:pt x="487345" y="149500"/>
                </a:cubicBezTo>
                <a:cubicBezTo>
                  <a:pt x="491887" y="145677"/>
                  <a:pt x="494158" y="141191"/>
                  <a:pt x="494158" y="136043"/>
                </a:cubicBezTo>
                <a:cubicBezTo>
                  <a:pt x="494158" y="131425"/>
                  <a:pt x="492152" y="127791"/>
                  <a:pt x="488140" y="125142"/>
                </a:cubicBezTo>
                <a:cubicBezTo>
                  <a:pt x="485339" y="123325"/>
                  <a:pt x="478374" y="121016"/>
                  <a:pt x="467245" y="118215"/>
                </a:cubicBezTo>
                <a:cubicBezTo>
                  <a:pt x="452255" y="114429"/>
                  <a:pt x="441865" y="111155"/>
                  <a:pt x="436073" y="108392"/>
                </a:cubicBezTo>
                <a:cubicBezTo>
                  <a:pt x="430282" y="105628"/>
                  <a:pt x="425891" y="101805"/>
                  <a:pt x="422900" y="96922"/>
                </a:cubicBezTo>
                <a:cubicBezTo>
                  <a:pt x="419910" y="92039"/>
                  <a:pt x="418415" y="86645"/>
                  <a:pt x="418415" y="80740"/>
                </a:cubicBezTo>
                <a:cubicBezTo>
                  <a:pt x="418415" y="75365"/>
                  <a:pt x="419645" y="70387"/>
                  <a:pt x="422105" y="65807"/>
                </a:cubicBezTo>
                <a:cubicBezTo>
                  <a:pt x="424566" y="61227"/>
                  <a:pt x="427916" y="57423"/>
                  <a:pt x="432155" y="54395"/>
                </a:cubicBezTo>
                <a:cubicBezTo>
                  <a:pt x="435335" y="52048"/>
                  <a:pt x="439669" y="50060"/>
                  <a:pt x="445158" y="48433"/>
                </a:cubicBezTo>
                <a:cubicBezTo>
                  <a:pt x="450646" y="46805"/>
                  <a:pt x="456533" y="45991"/>
                  <a:pt x="462816" y="45991"/>
                </a:cubicBezTo>
                <a:cubicBezTo>
                  <a:pt x="472279" y="45991"/>
                  <a:pt x="480588" y="47354"/>
                  <a:pt x="487742" y="50079"/>
                </a:cubicBezTo>
                <a:cubicBezTo>
                  <a:pt x="494896" y="52805"/>
                  <a:pt x="500177" y="56495"/>
                  <a:pt x="503584" y="61151"/>
                </a:cubicBezTo>
                <a:cubicBezTo>
                  <a:pt x="506990" y="65807"/>
                  <a:pt x="509337" y="72034"/>
                  <a:pt x="510624" y="79832"/>
                </a:cubicBezTo>
                <a:lnTo>
                  <a:pt x="490638" y="82557"/>
                </a:lnTo>
                <a:cubicBezTo>
                  <a:pt x="489730" y="76349"/>
                  <a:pt x="487099" y="71504"/>
                  <a:pt x="482746" y="68022"/>
                </a:cubicBezTo>
                <a:cubicBezTo>
                  <a:pt x="478393" y="64539"/>
                  <a:pt x="472241" y="62798"/>
                  <a:pt x="464292" y="62798"/>
                </a:cubicBezTo>
                <a:cubicBezTo>
                  <a:pt x="454905" y="62798"/>
                  <a:pt x="448205" y="64350"/>
                  <a:pt x="444192" y="67454"/>
                </a:cubicBezTo>
                <a:cubicBezTo>
                  <a:pt x="440180" y="70558"/>
                  <a:pt x="438174" y="74192"/>
                  <a:pt x="438174" y="78355"/>
                </a:cubicBezTo>
                <a:cubicBezTo>
                  <a:pt x="438174" y="81005"/>
                  <a:pt x="439007" y="83390"/>
                  <a:pt x="440672" y="85510"/>
                </a:cubicBezTo>
                <a:cubicBezTo>
                  <a:pt x="442338" y="87705"/>
                  <a:pt x="444950" y="89522"/>
                  <a:pt x="448508" y="90960"/>
                </a:cubicBezTo>
                <a:cubicBezTo>
                  <a:pt x="450552" y="91718"/>
                  <a:pt x="456570" y="93459"/>
                  <a:pt x="466564" y="96184"/>
                </a:cubicBezTo>
                <a:cubicBezTo>
                  <a:pt x="481023" y="100045"/>
                  <a:pt x="491111" y="103206"/>
                  <a:pt x="496827" y="105666"/>
                </a:cubicBezTo>
                <a:cubicBezTo>
                  <a:pt x="502543" y="108127"/>
                  <a:pt x="507028" y="111704"/>
                  <a:pt x="510284" y="116398"/>
                </a:cubicBezTo>
                <a:cubicBezTo>
                  <a:pt x="513539" y="121091"/>
                  <a:pt x="515167" y="126921"/>
                  <a:pt x="515167" y="133886"/>
                </a:cubicBezTo>
                <a:cubicBezTo>
                  <a:pt x="515167" y="140699"/>
                  <a:pt x="513179" y="147115"/>
                  <a:pt x="509205" y="153134"/>
                </a:cubicBezTo>
                <a:cubicBezTo>
                  <a:pt x="505230" y="159152"/>
                  <a:pt x="499496" y="163808"/>
                  <a:pt x="492001" y="167102"/>
                </a:cubicBezTo>
                <a:cubicBezTo>
                  <a:pt x="484506" y="170395"/>
                  <a:pt x="476027" y="172041"/>
                  <a:pt x="466564" y="172041"/>
                </a:cubicBezTo>
                <a:cubicBezTo>
                  <a:pt x="450892" y="172041"/>
                  <a:pt x="438950" y="168786"/>
                  <a:pt x="430736" y="162275"/>
                </a:cubicBezTo>
                <a:cubicBezTo>
                  <a:pt x="422522" y="155765"/>
                  <a:pt x="417279" y="146112"/>
                  <a:pt x="415008" y="133318"/>
                </a:cubicBezTo>
                <a:close/>
                <a:moveTo>
                  <a:pt x="616993" y="169316"/>
                </a:moveTo>
                <a:lnTo>
                  <a:pt x="616993" y="151601"/>
                </a:lnTo>
                <a:cubicBezTo>
                  <a:pt x="607606" y="165228"/>
                  <a:pt x="594849" y="172041"/>
                  <a:pt x="578724" y="172041"/>
                </a:cubicBezTo>
                <a:cubicBezTo>
                  <a:pt x="571608" y="172041"/>
                  <a:pt x="564964" y="170679"/>
                  <a:pt x="558794" y="167953"/>
                </a:cubicBezTo>
                <a:cubicBezTo>
                  <a:pt x="552624" y="165228"/>
                  <a:pt x="548044" y="161802"/>
                  <a:pt x="545054" y="157676"/>
                </a:cubicBezTo>
                <a:cubicBezTo>
                  <a:pt x="542063" y="153550"/>
                  <a:pt x="539963" y="148497"/>
                  <a:pt x="538751" y="142516"/>
                </a:cubicBezTo>
                <a:cubicBezTo>
                  <a:pt x="537918" y="138504"/>
                  <a:pt x="537502" y="132144"/>
                  <a:pt x="537502" y="123438"/>
                </a:cubicBezTo>
                <a:lnTo>
                  <a:pt x="537502" y="48717"/>
                </a:lnTo>
                <a:lnTo>
                  <a:pt x="557943" y="48717"/>
                </a:lnTo>
                <a:lnTo>
                  <a:pt x="557943" y="115603"/>
                </a:lnTo>
                <a:cubicBezTo>
                  <a:pt x="557943" y="126277"/>
                  <a:pt x="558359" y="133469"/>
                  <a:pt x="559192" y="137179"/>
                </a:cubicBezTo>
                <a:cubicBezTo>
                  <a:pt x="560479" y="142554"/>
                  <a:pt x="563204" y="146775"/>
                  <a:pt x="567368" y="149841"/>
                </a:cubicBezTo>
                <a:cubicBezTo>
                  <a:pt x="571532" y="152907"/>
                  <a:pt x="576680" y="154440"/>
                  <a:pt x="582812" y="154440"/>
                </a:cubicBezTo>
                <a:cubicBezTo>
                  <a:pt x="588944" y="154440"/>
                  <a:pt x="594698" y="152869"/>
                  <a:pt x="600073" y="149727"/>
                </a:cubicBezTo>
                <a:cubicBezTo>
                  <a:pt x="605448" y="146585"/>
                  <a:pt x="609252" y="142308"/>
                  <a:pt x="611486" y="136895"/>
                </a:cubicBezTo>
                <a:cubicBezTo>
                  <a:pt x="613719" y="131482"/>
                  <a:pt x="614836" y="123627"/>
                  <a:pt x="614836" y="113332"/>
                </a:cubicBezTo>
                <a:lnTo>
                  <a:pt x="614836" y="48717"/>
                </a:lnTo>
                <a:lnTo>
                  <a:pt x="635276" y="48717"/>
                </a:lnTo>
                <a:lnTo>
                  <a:pt x="635276" y="169316"/>
                </a:lnTo>
                <a:lnTo>
                  <a:pt x="616993" y="169316"/>
                </a:lnTo>
                <a:close/>
                <a:moveTo>
                  <a:pt x="665055" y="169316"/>
                </a:moveTo>
                <a:lnTo>
                  <a:pt x="665055" y="48717"/>
                </a:lnTo>
                <a:lnTo>
                  <a:pt x="683338" y="48717"/>
                </a:lnTo>
                <a:lnTo>
                  <a:pt x="683338" y="65637"/>
                </a:lnTo>
                <a:cubicBezTo>
                  <a:pt x="687123" y="59732"/>
                  <a:pt x="692157" y="54981"/>
                  <a:pt x="698441" y="51385"/>
                </a:cubicBezTo>
                <a:cubicBezTo>
                  <a:pt x="704725" y="47789"/>
                  <a:pt x="711879" y="45991"/>
                  <a:pt x="719904" y="45991"/>
                </a:cubicBezTo>
                <a:cubicBezTo>
                  <a:pt x="728837" y="45991"/>
                  <a:pt x="736161" y="47846"/>
                  <a:pt x="741877" y="51556"/>
                </a:cubicBezTo>
                <a:cubicBezTo>
                  <a:pt x="747593" y="55265"/>
                  <a:pt x="751624" y="60451"/>
                  <a:pt x="753971" y="67113"/>
                </a:cubicBezTo>
                <a:cubicBezTo>
                  <a:pt x="763510" y="53032"/>
                  <a:pt x="775926" y="45991"/>
                  <a:pt x="791218" y="45991"/>
                </a:cubicBezTo>
                <a:cubicBezTo>
                  <a:pt x="803180" y="45991"/>
                  <a:pt x="812378" y="49303"/>
                  <a:pt x="818813" y="55928"/>
                </a:cubicBezTo>
                <a:cubicBezTo>
                  <a:pt x="825248" y="62552"/>
                  <a:pt x="828466" y="72753"/>
                  <a:pt x="828466" y="86532"/>
                </a:cubicBezTo>
                <a:lnTo>
                  <a:pt x="828466" y="169316"/>
                </a:lnTo>
                <a:lnTo>
                  <a:pt x="808139" y="169316"/>
                </a:lnTo>
                <a:lnTo>
                  <a:pt x="808139" y="93345"/>
                </a:lnTo>
                <a:cubicBezTo>
                  <a:pt x="808139" y="85169"/>
                  <a:pt x="807476" y="79283"/>
                  <a:pt x="806151" y="75687"/>
                </a:cubicBezTo>
                <a:cubicBezTo>
                  <a:pt x="804826" y="72091"/>
                  <a:pt x="802423" y="69195"/>
                  <a:pt x="798940" y="67000"/>
                </a:cubicBezTo>
                <a:cubicBezTo>
                  <a:pt x="795458" y="64804"/>
                  <a:pt x="791370" y="63706"/>
                  <a:pt x="786676" y="63706"/>
                </a:cubicBezTo>
                <a:cubicBezTo>
                  <a:pt x="778197" y="63706"/>
                  <a:pt x="771156" y="66526"/>
                  <a:pt x="765554" y="72167"/>
                </a:cubicBezTo>
                <a:cubicBezTo>
                  <a:pt x="759952" y="77807"/>
                  <a:pt x="757151" y="86835"/>
                  <a:pt x="757151" y="99250"/>
                </a:cubicBezTo>
                <a:lnTo>
                  <a:pt x="757151" y="169316"/>
                </a:lnTo>
                <a:lnTo>
                  <a:pt x="736710" y="169316"/>
                </a:lnTo>
                <a:lnTo>
                  <a:pt x="736710" y="90960"/>
                </a:lnTo>
                <a:cubicBezTo>
                  <a:pt x="736710" y="81876"/>
                  <a:pt x="735045" y="75062"/>
                  <a:pt x="731714" y="70520"/>
                </a:cubicBezTo>
                <a:cubicBezTo>
                  <a:pt x="728383" y="65978"/>
                  <a:pt x="722932" y="63706"/>
                  <a:pt x="715361" y="63706"/>
                </a:cubicBezTo>
                <a:cubicBezTo>
                  <a:pt x="709608" y="63706"/>
                  <a:pt x="704289" y="65221"/>
                  <a:pt x="699406" y="68249"/>
                </a:cubicBezTo>
                <a:cubicBezTo>
                  <a:pt x="694523" y="71277"/>
                  <a:pt x="690984" y="75706"/>
                  <a:pt x="688788" y="81535"/>
                </a:cubicBezTo>
                <a:cubicBezTo>
                  <a:pt x="686593" y="87364"/>
                  <a:pt x="685495" y="95768"/>
                  <a:pt x="685495" y="106745"/>
                </a:cubicBezTo>
                <a:lnTo>
                  <a:pt x="685495" y="169316"/>
                </a:lnTo>
                <a:lnTo>
                  <a:pt x="665055" y="169316"/>
                </a:lnTo>
                <a:close/>
                <a:moveTo>
                  <a:pt x="854714" y="215534"/>
                </a:moveTo>
                <a:lnTo>
                  <a:pt x="854714" y="48717"/>
                </a:lnTo>
                <a:lnTo>
                  <a:pt x="873337" y="48717"/>
                </a:lnTo>
                <a:lnTo>
                  <a:pt x="873337" y="64388"/>
                </a:lnTo>
                <a:cubicBezTo>
                  <a:pt x="877728" y="58256"/>
                  <a:pt x="882687" y="53656"/>
                  <a:pt x="888214" y="50590"/>
                </a:cubicBezTo>
                <a:cubicBezTo>
                  <a:pt x="893740" y="47524"/>
                  <a:pt x="900440" y="45991"/>
                  <a:pt x="908313" y="45991"/>
                </a:cubicBezTo>
                <a:cubicBezTo>
                  <a:pt x="918609" y="45991"/>
                  <a:pt x="927694" y="48641"/>
                  <a:pt x="935568" y="53940"/>
                </a:cubicBezTo>
                <a:cubicBezTo>
                  <a:pt x="943441" y="59240"/>
                  <a:pt x="949384" y="66716"/>
                  <a:pt x="953396" y="76368"/>
                </a:cubicBezTo>
                <a:cubicBezTo>
                  <a:pt x="957409" y="86021"/>
                  <a:pt x="959415" y="96601"/>
                  <a:pt x="959415" y="108108"/>
                </a:cubicBezTo>
                <a:cubicBezTo>
                  <a:pt x="959415" y="120448"/>
                  <a:pt x="957200" y="131558"/>
                  <a:pt x="952772" y="141437"/>
                </a:cubicBezTo>
                <a:cubicBezTo>
                  <a:pt x="948343" y="151317"/>
                  <a:pt x="941908" y="158887"/>
                  <a:pt x="933467" y="164149"/>
                </a:cubicBezTo>
                <a:cubicBezTo>
                  <a:pt x="925026" y="169411"/>
                  <a:pt x="916149" y="172041"/>
                  <a:pt x="906837" y="172041"/>
                </a:cubicBezTo>
                <a:cubicBezTo>
                  <a:pt x="900024" y="172041"/>
                  <a:pt x="893910" y="170603"/>
                  <a:pt x="888497" y="167726"/>
                </a:cubicBezTo>
                <a:cubicBezTo>
                  <a:pt x="883085" y="164849"/>
                  <a:pt x="878637" y="161215"/>
                  <a:pt x="875154" y="156824"/>
                </a:cubicBezTo>
                <a:lnTo>
                  <a:pt x="875154" y="215534"/>
                </a:lnTo>
                <a:lnTo>
                  <a:pt x="854714" y="215534"/>
                </a:lnTo>
                <a:moveTo>
                  <a:pt x="873224" y="109698"/>
                </a:moveTo>
                <a:cubicBezTo>
                  <a:pt x="873224" y="125217"/>
                  <a:pt x="876366" y="136687"/>
                  <a:pt x="882649" y="144106"/>
                </a:cubicBezTo>
                <a:cubicBezTo>
                  <a:pt x="888933" y="151525"/>
                  <a:pt x="896541" y="155235"/>
                  <a:pt x="905475" y="155235"/>
                </a:cubicBezTo>
                <a:cubicBezTo>
                  <a:pt x="914559" y="155235"/>
                  <a:pt x="922338" y="151393"/>
                  <a:pt x="928811" y="143708"/>
                </a:cubicBezTo>
                <a:cubicBezTo>
                  <a:pt x="935284" y="136024"/>
                  <a:pt x="938520" y="124120"/>
                  <a:pt x="938520" y="107994"/>
                </a:cubicBezTo>
                <a:cubicBezTo>
                  <a:pt x="938520" y="92626"/>
                  <a:pt x="935359" y="81119"/>
                  <a:pt x="929038" y="73472"/>
                </a:cubicBezTo>
                <a:cubicBezTo>
                  <a:pt x="922716" y="65826"/>
                  <a:pt x="915165" y="62003"/>
                  <a:pt x="906383" y="62003"/>
                </a:cubicBezTo>
                <a:cubicBezTo>
                  <a:pt x="897677" y="62003"/>
                  <a:pt x="889974" y="66072"/>
                  <a:pt x="883274" y="74211"/>
                </a:cubicBezTo>
                <a:cubicBezTo>
                  <a:pt x="876574" y="82349"/>
                  <a:pt x="873224" y="94178"/>
                  <a:pt x="873224" y="109698"/>
                </a:cubicBezTo>
                <a:close/>
                <a:moveTo>
                  <a:pt x="1026441" y="151033"/>
                </a:moveTo>
                <a:lnTo>
                  <a:pt x="1029393" y="169089"/>
                </a:lnTo>
                <a:cubicBezTo>
                  <a:pt x="1023640" y="170300"/>
                  <a:pt x="1018492" y="170906"/>
                  <a:pt x="1013949" y="170906"/>
                </a:cubicBezTo>
                <a:cubicBezTo>
                  <a:pt x="1006530" y="170906"/>
                  <a:pt x="1000776" y="169732"/>
                  <a:pt x="996688" y="167385"/>
                </a:cubicBezTo>
                <a:cubicBezTo>
                  <a:pt x="992600" y="165039"/>
                  <a:pt x="989723" y="161954"/>
                  <a:pt x="988058" y="158130"/>
                </a:cubicBezTo>
                <a:cubicBezTo>
                  <a:pt x="986392" y="154307"/>
                  <a:pt x="985560" y="146264"/>
                  <a:pt x="985560" y="133999"/>
                </a:cubicBezTo>
                <a:lnTo>
                  <a:pt x="985560" y="64615"/>
                </a:lnTo>
                <a:lnTo>
                  <a:pt x="970570" y="64615"/>
                </a:lnTo>
                <a:lnTo>
                  <a:pt x="970570" y="48717"/>
                </a:lnTo>
                <a:lnTo>
                  <a:pt x="985560" y="48717"/>
                </a:lnTo>
                <a:lnTo>
                  <a:pt x="985560" y="18851"/>
                </a:lnTo>
                <a:lnTo>
                  <a:pt x="1005887" y="6586"/>
                </a:lnTo>
                <a:lnTo>
                  <a:pt x="1005887" y="48717"/>
                </a:lnTo>
                <a:lnTo>
                  <a:pt x="1026441" y="48717"/>
                </a:lnTo>
                <a:lnTo>
                  <a:pt x="1026441" y="64615"/>
                </a:lnTo>
                <a:lnTo>
                  <a:pt x="1005887" y="64615"/>
                </a:lnTo>
                <a:lnTo>
                  <a:pt x="1005887" y="135135"/>
                </a:lnTo>
                <a:cubicBezTo>
                  <a:pt x="1005887" y="140964"/>
                  <a:pt x="1006246" y="144712"/>
                  <a:pt x="1006965" y="146377"/>
                </a:cubicBezTo>
                <a:cubicBezTo>
                  <a:pt x="1007685" y="148043"/>
                  <a:pt x="1008858" y="149367"/>
                  <a:pt x="1010486" y="150352"/>
                </a:cubicBezTo>
                <a:cubicBezTo>
                  <a:pt x="1012113" y="151336"/>
                  <a:pt x="1014441" y="151828"/>
                  <a:pt x="1017470" y="151828"/>
                </a:cubicBezTo>
                <a:cubicBezTo>
                  <a:pt x="1019741" y="151828"/>
                  <a:pt x="1022731" y="151563"/>
                  <a:pt x="1026441" y="151033"/>
                </a:cubicBezTo>
                <a:close/>
                <a:moveTo>
                  <a:pt x="1044603" y="26346"/>
                </a:moveTo>
                <a:lnTo>
                  <a:pt x="1044603" y="2839"/>
                </a:lnTo>
                <a:lnTo>
                  <a:pt x="1065043" y="2839"/>
                </a:lnTo>
                <a:lnTo>
                  <a:pt x="1065043" y="26346"/>
                </a:lnTo>
                <a:lnTo>
                  <a:pt x="1044603" y="26346"/>
                </a:lnTo>
                <a:moveTo>
                  <a:pt x="1044603" y="169316"/>
                </a:moveTo>
                <a:lnTo>
                  <a:pt x="1044603" y="48717"/>
                </a:lnTo>
                <a:lnTo>
                  <a:pt x="1065043" y="48717"/>
                </a:lnTo>
                <a:lnTo>
                  <a:pt x="1065043" y="169316"/>
                </a:lnTo>
                <a:lnTo>
                  <a:pt x="1044603" y="169316"/>
                </a:lnTo>
                <a:close/>
                <a:moveTo>
                  <a:pt x="1087464" y="109016"/>
                </a:moveTo>
                <a:cubicBezTo>
                  <a:pt x="1087464" y="86683"/>
                  <a:pt x="1093672" y="70141"/>
                  <a:pt x="1106088" y="59391"/>
                </a:cubicBezTo>
                <a:cubicBezTo>
                  <a:pt x="1116460" y="50458"/>
                  <a:pt x="1129102" y="45991"/>
                  <a:pt x="1144017" y="45991"/>
                </a:cubicBezTo>
                <a:cubicBezTo>
                  <a:pt x="1160596" y="45991"/>
                  <a:pt x="1174147" y="51423"/>
                  <a:pt x="1184671" y="62287"/>
                </a:cubicBezTo>
                <a:cubicBezTo>
                  <a:pt x="1195194" y="73151"/>
                  <a:pt x="1200455" y="88159"/>
                  <a:pt x="1200455" y="107313"/>
                </a:cubicBezTo>
                <a:cubicBezTo>
                  <a:pt x="1200455" y="122833"/>
                  <a:pt x="1198127" y="135040"/>
                  <a:pt x="1193471" y="143936"/>
                </a:cubicBezTo>
                <a:cubicBezTo>
                  <a:pt x="1188815" y="152831"/>
                  <a:pt x="1182040" y="159739"/>
                  <a:pt x="1173144" y="164660"/>
                </a:cubicBezTo>
                <a:cubicBezTo>
                  <a:pt x="1164249" y="169581"/>
                  <a:pt x="1154540" y="172041"/>
                  <a:pt x="1144017" y="172041"/>
                </a:cubicBezTo>
                <a:cubicBezTo>
                  <a:pt x="1127134" y="172041"/>
                  <a:pt x="1113488" y="166628"/>
                  <a:pt x="1103079" y="155802"/>
                </a:cubicBezTo>
                <a:cubicBezTo>
                  <a:pt x="1092669" y="144977"/>
                  <a:pt x="1087464" y="129381"/>
                  <a:pt x="1087464" y="109016"/>
                </a:cubicBezTo>
                <a:moveTo>
                  <a:pt x="1108473" y="109016"/>
                </a:moveTo>
                <a:cubicBezTo>
                  <a:pt x="1108473" y="124460"/>
                  <a:pt x="1111842" y="136024"/>
                  <a:pt x="1118579" y="143708"/>
                </a:cubicBezTo>
                <a:cubicBezTo>
                  <a:pt x="1125317" y="151393"/>
                  <a:pt x="1133796" y="155235"/>
                  <a:pt x="1144017" y="155235"/>
                </a:cubicBezTo>
                <a:cubicBezTo>
                  <a:pt x="1154161" y="155235"/>
                  <a:pt x="1162602" y="151374"/>
                  <a:pt x="1169340" y="143652"/>
                </a:cubicBezTo>
                <a:cubicBezTo>
                  <a:pt x="1176078" y="135930"/>
                  <a:pt x="1179447" y="124157"/>
                  <a:pt x="1179447" y="108335"/>
                </a:cubicBezTo>
                <a:cubicBezTo>
                  <a:pt x="1179447" y="93421"/>
                  <a:pt x="1176059" y="82122"/>
                  <a:pt x="1169283" y="74438"/>
                </a:cubicBezTo>
                <a:cubicBezTo>
                  <a:pt x="1162508" y="66754"/>
                  <a:pt x="1154085" y="62911"/>
                  <a:pt x="1144017" y="62911"/>
                </a:cubicBezTo>
                <a:cubicBezTo>
                  <a:pt x="1133796" y="62911"/>
                  <a:pt x="1125317" y="66735"/>
                  <a:pt x="1118579" y="74381"/>
                </a:cubicBezTo>
                <a:cubicBezTo>
                  <a:pt x="1111842" y="82027"/>
                  <a:pt x="1108473" y="93572"/>
                  <a:pt x="1108473" y="109016"/>
                </a:cubicBezTo>
                <a:close/>
                <a:moveTo>
                  <a:pt x="1222172" y="169316"/>
                </a:moveTo>
                <a:lnTo>
                  <a:pt x="1222172" y="48717"/>
                </a:lnTo>
                <a:lnTo>
                  <a:pt x="1240568" y="48717"/>
                </a:lnTo>
                <a:lnTo>
                  <a:pt x="1240568" y="65864"/>
                </a:lnTo>
                <a:cubicBezTo>
                  <a:pt x="1249426" y="52616"/>
                  <a:pt x="1262220" y="45991"/>
                  <a:pt x="1278951" y="45991"/>
                </a:cubicBezTo>
                <a:cubicBezTo>
                  <a:pt x="1286219" y="45991"/>
                  <a:pt x="1292900" y="47297"/>
                  <a:pt x="1298994" y="49909"/>
                </a:cubicBezTo>
                <a:cubicBezTo>
                  <a:pt x="1305088" y="52521"/>
                  <a:pt x="1309649" y="55947"/>
                  <a:pt x="1312678" y="60186"/>
                </a:cubicBezTo>
                <a:cubicBezTo>
                  <a:pt x="1315706" y="64426"/>
                  <a:pt x="1317826" y="69460"/>
                  <a:pt x="1319037" y="75289"/>
                </a:cubicBezTo>
                <a:cubicBezTo>
                  <a:pt x="1319794" y="79075"/>
                  <a:pt x="1320173" y="85699"/>
                  <a:pt x="1320173" y="95162"/>
                </a:cubicBezTo>
                <a:lnTo>
                  <a:pt x="1320173" y="169316"/>
                </a:lnTo>
                <a:lnTo>
                  <a:pt x="1299732" y="169316"/>
                </a:lnTo>
                <a:lnTo>
                  <a:pt x="1299732" y="95957"/>
                </a:lnTo>
                <a:cubicBezTo>
                  <a:pt x="1299732" y="87629"/>
                  <a:pt x="1298937" y="81403"/>
                  <a:pt x="1297347" y="77277"/>
                </a:cubicBezTo>
                <a:cubicBezTo>
                  <a:pt x="1295757" y="73151"/>
                  <a:pt x="1292937" y="69857"/>
                  <a:pt x="1288887" y="67397"/>
                </a:cubicBezTo>
                <a:cubicBezTo>
                  <a:pt x="1284837" y="64937"/>
                  <a:pt x="1280086" y="63706"/>
                  <a:pt x="1274636" y="63706"/>
                </a:cubicBezTo>
                <a:cubicBezTo>
                  <a:pt x="1265929" y="63706"/>
                  <a:pt x="1258416" y="66470"/>
                  <a:pt x="1252094" y="71996"/>
                </a:cubicBezTo>
                <a:cubicBezTo>
                  <a:pt x="1245773" y="77523"/>
                  <a:pt x="1242612" y="88008"/>
                  <a:pt x="1242612" y="103452"/>
                </a:cubicBezTo>
                <a:lnTo>
                  <a:pt x="1242612" y="169316"/>
                </a:lnTo>
                <a:lnTo>
                  <a:pt x="1222172" y="169316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f1d8aa93f4cee"/>
          <a:stretch xmlns:a="http://schemas.openxmlformats.org/drawingml/2006/main"/>
        </p:blipFill>
        <p:spPr>
          <a:xfrm xmlns:a="http://schemas.openxmlformats.org/drawingml/2006/main">
            <a:off x="5769254" y="2979782"/>
            <a:ext cx="428905" cy="431842"/>
          </a:xfrm>
          <a:prstGeom xmlns:a="http://schemas.openxmlformats.org/drawingml/2006/main" prst="rect">
            <a:avLst/>
          </a:prstGeom>
        </p:spPr>
      </p:pic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9b12daadf4788"/>
          <a:stretch xmlns:a="http://schemas.openxmlformats.org/drawingml/2006/main"/>
        </p:blipFill>
        <p:spPr>
          <a:xfrm xmlns:a="http://schemas.openxmlformats.org/drawingml/2006/main">
            <a:off x="6221660" y="2985657"/>
            <a:ext cx="428905" cy="431842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eb28c5661491d"/>
          <a:stretch xmlns:a="http://schemas.openxmlformats.org/drawingml/2006/main"/>
        </p:blipFill>
        <p:spPr>
          <a:xfrm xmlns:a="http://schemas.openxmlformats.org/drawingml/2006/main">
            <a:off x="8574759" y="797068"/>
            <a:ext cx="1642176" cy="893062"/>
          </a:xfrm>
          <a:prstGeom xmlns:a="http://schemas.openxmlformats.org/drawingml/2006/main" prst="rect">
            <a:avLst/>
          </a:prstGeom>
        </p:spPr>
      </p:pic>
      <p:sp>
        <p:nvSpPr>
          <p:cNvPr id="25" name="Text Government">
            <a:extLst xmlns:a="http://schemas.openxmlformats.org/drawingml/2006/main">
              <a:ext uri="{FF2B5EF4-FFF2-40B4-BE49-F238E27FC236}">
                <a16:creationId xmlns:a16="http://schemas.microsoft.com/office/drawing/2014/main" id="{F0B249CD-363C-4534-90D3-612697EE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039" y="953837"/>
            <a:ext cx="1244259" cy="172155"/>
          </a:xfrm>
          <a:custGeom xmlns:a="http://schemas.openxmlformats.org/drawingml/2006/main">
            <a:pathLst>
              <a:path w="1244259" h="172155">
                <a:moveTo>
                  <a:pt x="83466" y="104020"/>
                </a:moveTo>
                <a:lnTo>
                  <a:pt x="83466" y="84488"/>
                </a:lnTo>
                <a:lnTo>
                  <a:pt x="153986" y="84374"/>
                </a:lnTo>
                <a:lnTo>
                  <a:pt x="153986" y="146150"/>
                </a:lnTo>
                <a:cubicBezTo>
                  <a:pt x="143160" y="154780"/>
                  <a:pt x="131993" y="161272"/>
                  <a:pt x="120486" y="165625"/>
                </a:cubicBezTo>
                <a:cubicBezTo>
                  <a:pt x="108978" y="169978"/>
                  <a:pt x="97168" y="172155"/>
                  <a:pt x="85055" y="172155"/>
                </a:cubicBezTo>
                <a:cubicBezTo>
                  <a:pt x="68703" y="172155"/>
                  <a:pt x="53846" y="168653"/>
                  <a:pt x="40484" y="161651"/>
                </a:cubicBezTo>
                <a:cubicBezTo>
                  <a:pt x="27122" y="154648"/>
                  <a:pt x="17034" y="144522"/>
                  <a:pt x="10220" y="131274"/>
                </a:cubicBezTo>
                <a:cubicBezTo>
                  <a:pt x="3407" y="118025"/>
                  <a:pt x="0" y="103225"/>
                  <a:pt x="0" y="86872"/>
                </a:cubicBezTo>
                <a:cubicBezTo>
                  <a:pt x="0" y="70671"/>
                  <a:pt x="3388" y="55549"/>
                  <a:pt x="10163" y="41506"/>
                </a:cubicBezTo>
                <a:cubicBezTo>
                  <a:pt x="16939" y="27462"/>
                  <a:pt x="26686" y="17034"/>
                  <a:pt x="39405" y="10220"/>
                </a:cubicBezTo>
                <a:cubicBezTo>
                  <a:pt x="52123" y="3407"/>
                  <a:pt x="66772" y="0"/>
                  <a:pt x="83352" y="0"/>
                </a:cubicBezTo>
                <a:cubicBezTo>
                  <a:pt x="95389" y="0"/>
                  <a:pt x="106272" y="1949"/>
                  <a:pt x="116000" y="5848"/>
                </a:cubicBezTo>
                <a:cubicBezTo>
                  <a:pt x="125728" y="9747"/>
                  <a:pt x="133356" y="15179"/>
                  <a:pt x="138882" y="22144"/>
                </a:cubicBezTo>
                <a:cubicBezTo>
                  <a:pt x="144409" y="29109"/>
                  <a:pt x="148610" y="38194"/>
                  <a:pt x="151487" y="49398"/>
                </a:cubicBezTo>
                <a:lnTo>
                  <a:pt x="131614" y="54849"/>
                </a:lnTo>
                <a:cubicBezTo>
                  <a:pt x="129116" y="46370"/>
                  <a:pt x="126012" y="39708"/>
                  <a:pt x="122303" y="34863"/>
                </a:cubicBezTo>
                <a:cubicBezTo>
                  <a:pt x="118593" y="30017"/>
                  <a:pt x="113294" y="26137"/>
                  <a:pt x="106404" y="23223"/>
                </a:cubicBezTo>
                <a:cubicBezTo>
                  <a:pt x="99515" y="20308"/>
                  <a:pt x="91869" y="18851"/>
                  <a:pt x="83466" y="18851"/>
                </a:cubicBezTo>
                <a:cubicBezTo>
                  <a:pt x="73397" y="18851"/>
                  <a:pt x="64691" y="20384"/>
                  <a:pt x="57347" y="23450"/>
                </a:cubicBezTo>
                <a:cubicBezTo>
                  <a:pt x="50004" y="26516"/>
                  <a:pt x="44080" y="30547"/>
                  <a:pt x="39575" y="35544"/>
                </a:cubicBezTo>
                <a:cubicBezTo>
                  <a:pt x="35071" y="40540"/>
                  <a:pt x="31569" y="46029"/>
                  <a:pt x="29071" y="52010"/>
                </a:cubicBezTo>
                <a:cubicBezTo>
                  <a:pt x="24831" y="62306"/>
                  <a:pt x="22712" y="73472"/>
                  <a:pt x="22712" y="85510"/>
                </a:cubicBezTo>
                <a:cubicBezTo>
                  <a:pt x="22712" y="100348"/>
                  <a:pt x="25267" y="112764"/>
                  <a:pt x="30377" y="122757"/>
                </a:cubicBezTo>
                <a:cubicBezTo>
                  <a:pt x="35487" y="132750"/>
                  <a:pt x="42925" y="140169"/>
                  <a:pt x="52691" y="145014"/>
                </a:cubicBezTo>
                <a:cubicBezTo>
                  <a:pt x="62457" y="149860"/>
                  <a:pt x="72829" y="152282"/>
                  <a:pt x="83806" y="152282"/>
                </a:cubicBezTo>
                <a:cubicBezTo>
                  <a:pt x="93345" y="152282"/>
                  <a:pt x="102657" y="150446"/>
                  <a:pt x="111742" y="146775"/>
                </a:cubicBezTo>
                <a:cubicBezTo>
                  <a:pt x="120826" y="143103"/>
                  <a:pt x="127716" y="139185"/>
                  <a:pt x="132409" y="135021"/>
                </a:cubicBezTo>
                <a:lnTo>
                  <a:pt x="132409" y="104020"/>
                </a:lnTo>
                <a:lnTo>
                  <a:pt x="83466" y="104020"/>
                </a:lnTo>
                <a:close/>
                <a:moveTo>
                  <a:pt x="172840" y="109016"/>
                </a:moveTo>
                <a:cubicBezTo>
                  <a:pt x="172840" y="86683"/>
                  <a:pt x="179048" y="70141"/>
                  <a:pt x="191464" y="59391"/>
                </a:cubicBezTo>
                <a:cubicBezTo>
                  <a:pt x="201836" y="50458"/>
                  <a:pt x="214478" y="45991"/>
                  <a:pt x="229392" y="45991"/>
                </a:cubicBezTo>
                <a:cubicBezTo>
                  <a:pt x="245972" y="45991"/>
                  <a:pt x="259523" y="51423"/>
                  <a:pt x="270046" y="62287"/>
                </a:cubicBezTo>
                <a:cubicBezTo>
                  <a:pt x="280569" y="73151"/>
                  <a:pt x="285831" y="88159"/>
                  <a:pt x="285831" y="107313"/>
                </a:cubicBezTo>
                <a:cubicBezTo>
                  <a:pt x="285831" y="122833"/>
                  <a:pt x="283503" y="135040"/>
                  <a:pt x="278847" y="143936"/>
                </a:cubicBezTo>
                <a:cubicBezTo>
                  <a:pt x="274191" y="152831"/>
                  <a:pt x="267416" y="159739"/>
                  <a:pt x="258520" y="164660"/>
                </a:cubicBezTo>
                <a:cubicBezTo>
                  <a:pt x="249625" y="169581"/>
                  <a:pt x="239916" y="172041"/>
                  <a:pt x="229392" y="172041"/>
                </a:cubicBezTo>
                <a:cubicBezTo>
                  <a:pt x="212510" y="172041"/>
                  <a:pt x="198864" y="166628"/>
                  <a:pt x="188455" y="155802"/>
                </a:cubicBezTo>
                <a:cubicBezTo>
                  <a:pt x="178045" y="144977"/>
                  <a:pt x="172840" y="129381"/>
                  <a:pt x="172840" y="109016"/>
                </a:cubicBezTo>
                <a:moveTo>
                  <a:pt x="193849" y="109016"/>
                </a:moveTo>
                <a:cubicBezTo>
                  <a:pt x="193849" y="124460"/>
                  <a:pt x="197217" y="136024"/>
                  <a:pt x="203955" y="143708"/>
                </a:cubicBezTo>
                <a:cubicBezTo>
                  <a:pt x="210693" y="151393"/>
                  <a:pt x="219172" y="155235"/>
                  <a:pt x="229392" y="155235"/>
                </a:cubicBezTo>
                <a:cubicBezTo>
                  <a:pt x="239537" y="155235"/>
                  <a:pt x="247978" y="151374"/>
                  <a:pt x="254716" y="143652"/>
                </a:cubicBezTo>
                <a:cubicBezTo>
                  <a:pt x="261454" y="135930"/>
                  <a:pt x="264823" y="124157"/>
                  <a:pt x="264823" y="108335"/>
                </a:cubicBezTo>
                <a:cubicBezTo>
                  <a:pt x="264823" y="93421"/>
                  <a:pt x="261435" y="82122"/>
                  <a:pt x="254659" y="74438"/>
                </a:cubicBezTo>
                <a:cubicBezTo>
                  <a:pt x="247884" y="66754"/>
                  <a:pt x="239461" y="62911"/>
                  <a:pt x="229392" y="62911"/>
                </a:cubicBezTo>
                <a:cubicBezTo>
                  <a:pt x="219172" y="62911"/>
                  <a:pt x="210693" y="66735"/>
                  <a:pt x="203955" y="74381"/>
                </a:cubicBezTo>
                <a:cubicBezTo>
                  <a:pt x="197217" y="82027"/>
                  <a:pt x="193849" y="93572"/>
                  <a:pt x="193849" y="109016"/>
                </a:cubicBezTo>
                <a:close/>
                <a:moveTo>
                  <a:pt x="340978" y="169316"/>
                </a:moveTo>
                <a:lnTo>
                  <a:pt x="295100" y="48717"/>
                </a:lnTo>
                <a:lnTo>
                  <a:pt x="316676" y="48717"/>
                </a:lnTo>
                <a:lnTo>
                  <a:pt x="342567" y="120940"/>
                </a:lnTo>
                <a:cubicBezTo>
                  <a:pt x="345368" y="128738"/>
                  <a:pt x="347942" y="136838"/>
                  <a:pt x="350289" y="145241"/>
                </a:cubicBezTo>
                <a:cubicBezTo>
                  <a:pt x="352106" y="138882"/>
                  <a:pt x="354642" y="131236"/>
                  <a:pt x="357898" y="122303"/>
                </a:cubicBezTo>
                <a:lnTo>
                  <a:pt x="384698" y="48717"/>
                </a:lnTo>
                <a:lnTo>
                  <a:pt x="405706" y="48717"/>
                </a:lnTo>
                <a:lnTo>
                  <a:pt x="360055" y="169316"/>
                </a:lnTo>
                <a:lnTo>
                  <a:pt x="340978" y="169316"/>
                </a:lnTo>
                <a:close/>
                <a:moveTo>
                  <a:pt x="504736" y="130479"/>
                </a:moveTo>
                <a:lnTo>
                  <a:pt x="525858" y="133091"/>
                </a:lnTo>
                <a:cubicBezTo>
                  <a:pt x="522527" y="145431"/>
                  <a:pt x="516357" y="155008"/>
                  <a:pt x="507348" y="161821"/>
                </a:cubicBezTo>
                <a:cubicBezTo>
                  <a:pt x="498339" y="168635"/>
                  <a:pt x="486832" y="172041"/>
                  <a:pt x="472826" y="172041"/>
                </a:cubicBezTo>
                <a:cubicBezTo>
                  <a:pt x="455187" y="172041"/>
                  <a:pt x="441200" y="166609"/>
                  <a:pt x="430866" y="155746"/>
                </a:cubicBezTo>
                <a:cubicBezTo>
                  <a:pt x="420533" y="144882"/>
                  <a:pt x="415366" y="129646"/>
                  <a:pt x="415366" y="110038"/>
                </a:cubicBezTo>
                <a:cubicBezTo>
                  <a:pt x="415366" y="89749"/>
                  <a:pt x="420589" y="74002"/>
                  <a:pt x="431037" y="62798"/>
                </a:cubicBezTo>
                <a:cubicBezTo>
                  <a:pt x="441484" y="51593"/>
                  <a:pt x="455036" y="45991"/>
                  <a:pt x="471691" y="45991"/>
                </a:cubicBezTo>
                <a:cubicBezTo>
                  <a:pt x="487816" y="45991"/>
                  <a:pt x="500989" y="51480"/>
                  <a:pt x="511209" y="62457"/>
                </a:cubicBezTo>
                <a:cubicBezTo>
                  <a:pt x="521429" y="73435"/>
                  <a:pt x="526540" y="88879"/>
                  <a:pt x="526540" y="108789"/>
                </a:cubicBezTo>
                <a:cubicBezTo>
                  <a:pt x="526540" y="110000"/>
                  <a:pt x="526502" y="111817"/>
                  <a:pt x="526426" y="114240"/>
                </a:cubicBezTo>
                <a:lnTo>
                  <a:pt x="436488" y="114240"/>
                </a:lnTo>
                <a:cubicBezTo>
                  <a:pt x="437245" y="127488"/>
                  <a:pt x="440992" y="137633"/>
                  <a:pt x="447730" y="144674"/>
                </a:cubicBezTo>
                <a:cubicBezTo>
                  <a:pt x="454468" y="151714"/>
                  <a:pt x="462871" y="155235"/>
                  <a:pt x="472940" y="155235"/>
                </a:cubicBezTo>
                <a:cubicBezTo>
                  <a:pt x="480435" y="155235"/>
                  <a:pt x="486832" y="153266"/>
                  <a:pt x="492131" y="149330"/>
                </a:cubicBezTo>
                <a:cubicBezTo>
                  <a:pt x="497431" y="145393"/>
                  <a:pt x="501632" y="139109"/>
                  <a:pt x="504736" y="130479"/>
                </a:cubicBezTo>
                <a:moveTo>
                  <a:pt x="437623" y="97433"/>
                </a:moveTo>
                <a:lnTo>
                  <a:pt x="504963" y="97433"/>
                </a:lnTo>
                <a:cubicBezTo>
                  <a:pt x="504055" y="87289"/>
                  <a:pt x="501481" y="79680"/>
                  <a:pt x="497241" y="74608"/>
                </a:cubicBezTo>
                <a:cubicBezTo>
                  <a:pt x="490731" y="66735"/>
                  <a:pt x="482290" y="62798"/>
                  <a:pt x="471918" y="62798"/>
                </a:cubicBezTo>
                <a:cubicBezTo>
                  <a:pt x="462530" y="62798"/>
                  <a:pt x="454638" y="65940"/>
                  <a:pt x="448241" y="72223"/>
                </a:cubicBezTo>
                <a:cubicBezTo>
                  <a:pt x="441844" y="78507"/>
                  <a:pt x="438305" y="86910"/>
                  <a:pt x="437623" y="97433"/>
                </a:cubicBezTo>
                <a:close/>
                <a:moveTo>
                  <a:pt x="548982" y="169316"/>
                </a:moveTo>
                <a:lnTo>
                  <a:pt x="548982" y="48717"/>
                </a:lnTo>
                <a:lnTo>
                  <a:pt x="567378" y="48717"/>
                </a:lnTo>
                <a:lnTo>
                  <a:pt x="567378" y="67000"/>
                </a:lnTo>
                <a:cubicBezTo>
                  <a:pt x="572072" y="58445"/>
                  <a:pt x="576406" y="52805"/>
                  <a:pt x="580380" y="50079"/>
                </a:cubicBezTo>
                <a:cubicBezTo>
                  <a:pt x="584355" y="47354"/>
                  <a:pt x="588727" y="45991"/>
                  <a:pt x="593497" y="45991"/>
                </a:cubicBezTo>
                <a:cubicBezTo>
                  <a:pt x="600386" y="45991"/>
                  <a:pt x="607389" y="48187"/>
                  <a:pt x="614505" y="52578"/>
                </a:cubicBezTo>
                <a:lnTo>
                  <a:pt x="607464" y="71542"/>
                </a:lnTo>
                <a:cubicBezTo>
                  <a:pt x="602468" y="68589"/>
                  <a:pt x="597471" y="67113"/>
                  <a:pt x="592474" y="67113"/>
                </a:cubicBezTo>
                <a:cubicBezTo>
                  <a:pt x="588008" y="67113"/>
                  <a:pt x="583995" y="68457"/>
                  <a:pt x="580437" y="71144"/>
                </a:cubicBezTo>
                <a:cubicBezTo>
                  <a:pt x="576879" y="73832"/>
                  <a:pt x="574343" y="77561"/>
                  <a:pt x="572829" y="82330"/>
                </a:cubicBezTo>
                <a:cubicBezTo>
                  <a:pt x="570558" y="89598"/>
                  <a:pt x="569422" y="97547"/>
                  <a:pt x="569422" y="106177"/>
                </a:cubicBezTo>
                <a:lnTo>
                  <a:pt x="569422" y="169316"/>
                </a:lnTo>
                <a:lnTo>
                  <a:pt x="548982" y="169316"/>
                </a:lnTo>
                <a:close/>
                <a:moveTo>
                  <a:pt x="625769" y="169316"/>
                </a:moveTo>
                <a:lnTo>
                  <a:pt x="625769" y="48717"/>
                </a:lnTo>
                <a:lnTo>
                  <a:pt x="644165" y="48717"/>
                </a:lnTo>
                <a:lnTo>
                  <a:pt x="644165" y="65864"/>
                </a:lnTo>
                <a:cubicBezTo>
                  <a:pt x="653023" y="52616"/>
                  <a:pt x="665817" y="45991"/>
                  <a:pt x="682548" y="45991"/>
                </a:cubicBezTo>
                <a:cubicBezTo>
                  <a:pt x="689816" y="45991"/>
                  <a:pt x="696497" y="47297"/>
                  <a:pt x="702591" y="49909"/>
                </a:cubicBezTo>
                <a:cubicBezTo>
                  <a:pt x="708686" y="52521"/>
                  <a:pt x="713247" y="55947"/>
                  <a:pt x="716275" y="60186"/>
                </a:cubicBezTo>
                <a:cubicBezTo>
                  <a:pt x="719303" y="64426"/>
                  <a:pt x="721423" y="69460"/>
                  <a:pt x="722634" y="75289"/>
                </a:cubicBezTo>
                <a:cubicBezTo>
                  <a:pt x="723392" y="79075"/>
                  <a:pt x="723770" y="85699"/>
                  <a:pt x="723770" y="95162"/>
                </a:cubicBezTo>
                <a:lnTo>
                  <a:pt x="723770" y="169316"/>
                </a:lnTo>
                <a:lnTo>
                  <a:pt x="703329" y="169316"/>
                </a:lnTo>
                <a:lnTo>
                  <a:pt x="703329" y="95957"/>
                </a:lnTo>
                <a:cubicBezTo>
                  <a:pt x="703329" y="87629"/>
                  <a:pt x="702535" y="81403"/>
                  <a:pt x="700945" y="77277"/>
                </a:cubicBezTo>
                <a:cubicBezTo>
                  <a:pt x="699355" y="73151"/>
                  <a:pt x="696535" y="69857"/>
                  <a:pt x="692485" y="67397"/>
                </a:cubicBezTo>
                <a:cubicBezTo>
                  <a:pt x="688434" y="64937"/>
                  <a:pt x="683684" y="63706"/>
                  <a:pt x="678233" y="63706"/>
                </a:cubicBezTo>
                <a:cubicBezTo>
                  <a:pt x="669527" y="63706"/>
                  <a:pt x="662013" y="66470"/>
                  <a:pt x="655692" y="71996"/>
                </a:cubicBezTo>
                <a:cubicBezTo>
                  <a:pt x="649370" y="77523"/>
                  <a:pt x="646209" y="88008"/>
                  <a:pt x="646209" y="103452"/>
                </a:cubicBezTo>
                <a:lnTo>
                  <a:pt x="646209" y="169316"/>
                </a:lnTo>
                <a:lnTo>
                  <a:pt x="625769" y="169316"/>
                </a:lnTo>
                <a:close/>
                <a:moveTo>
                  <a:pt x="752799" y="169316"/>
                </a:moveTo>
                <a:lnTo>
                  <a:pt x="752799" y="48717"/>
                </a:lnTo>
                <a:lnTo>
                  <a:pt x="771082" y="48717"/>
                </a:lnTo>
                <a:lnTo>
                  <a:pt x="771082" y="65637"/>
                </a:lnTo>
                <a:cubicBezTo>
                  <a:pt x="774867" y="59732"/>
                  <a:pt x="779901" y="54981"/>
                  <a:pt x="786185" y="51385"/>
                </a:cubicBezTo>
                <a:cubicBezTo>
                  <a:pt x="792469" y="47789"/>
                  <a:pt x="799623" y="45991"/>
                  <a:pt x="807648" y="45991"/>
                </a:cubicBezTo>
                <a:cubicBezTo>
                  <a:pt x="816581" y="45991"/>
                  <a:pt x="823905" y="47846"/>
                  <a:pt x="829621" y="51556"/>
                </a:cubicBezTo>
                <a:cubicBezTo>
                  <a:pt x="835337" y="55265"/>
                  <a:pt x="839368" y="60451"/>
                  <a:pt x="841715" y="67113"/>
                </a:cubicBezTo>
                <a:cubicBezTo>
                  <a:pt x="851254" y="53032"/>
                  <a:pt x="863670" y="45991"/>
                  <a:pt x="878962" y="45991"/>
                </a:cubicBezTo>
                <a:cubicBezTo>
                  <a:pt x="890924" y="45991"/>
                  <a:pt x="900122" y="49303"/>
                  <a:pt x="906557" y="55928"/>
                </a:cubicBezTo>
                <a:cubicBezTo>
                  <a:pt x="912992" y="62552"/>
                  <a:pt x="916210" y="72753"/>
                  <a:pt x="916210" y="86532"/>
                </a:cubicBezTo>
                <a:lnTo>
                  <a:pt x="916210" y="169316"/>
                </a:lnTo>
                <a:lnTo>
                  <a:pt x="895883" y="169316"/>
                </a:lnTo>
                <a:lnTo>
                  <a:pt x="895883" y="93345"/>
                </a:lnTo>
                <a:cubicBezTo>
                  <a:pt x="895883" y="85169"/>
                  <a:pt x="895220" y="79283"/>
                  <a:pt x="893895" y="75687"/>
                </a:cubicBezTo>
                <a:cubicBezTo>
                  <a:pt x="892570" y="72091"/>
                  <a:pt x="890167" y="69195"/>
                  <a:pt x="886684" y="67000"/>
                </a:cubicBezTo>
                <a:cubicBezTo>
                  <a:pt x="883202" y="64804"/>
                  <a:pt x="879114" y="63706"/>
                  <a:pt x="874420" y="63706"/>
                </a:cubicBezTo>
                <a:cubicBezTo>
                  <a:pt x="865941" y="63706"/>
                  <a:pt x="858900" y="66526"/>
                  <a:pt x="853298" y="72167"/>
                </a:cubicBezTo>
                <a:cubicBezTo>
                  <a:pt x="847696" y="77807"/>
                  <a:pt x="844895" y="86835"/>
                  <a:pt x="844895" y="99250"/>
                </a:cubicBezTo>
                <a:lnTo>
                  <a:pt x="844895" y="169316"/>
                </a:lnTo>
                <a:lnTo>
                  <a:pt x="824454" y="169316"/>
                </a:lnTo>
                <a:lnTo>
                  <a:pt x="824454" y="90960"/>
                </a:lnTo>
                <a:cubicBezTo>
                  <a:pt x="824454" y="81876"/>
                  <a:pt x="822789" y="75062"/>
                  <a:pt x="819458" y="70520"/>
                </a:cubicBezTo>
                <a:cubicBezTo>
                  <a:pt x="816127" y="65978"/>
                  <a:pt x="810676" y="63706"/>
                  <a:pt x="803105" y="63706"/>
                </a:cubicBezTo>
                <a:cubicBezTo>
                  <a:pt x="797352" y="63706"/>
                  <a:pt x="792033" y="65221"/>
                  <a:pt x="787150" y="68249"/>
                </a:cubicBezTo>
                <a:cubicBezTo>
                  <a:pt x="782267" y="71277"/>
                  <a:pt x="778728" y="75706"/>
                  <a:pt x="776532" y="81535"/>
                </a:cubicBezTo>
                <a:cubicBezTo>
                  <a:pt x="774337" y="87364"/>
                  <a:pt x="773239" y="95768"/>
                  <a:pt x="773239" y="106745"/>
                </a:cubicBezTo>
                <a:lnTo>
                  <a:pt x="773239" y="169316"/>
                </a:lnTo>
                <a:lnTo>
                  <a:pt x="752799" y="169316"/>
                </a:lnTo>
                <a:close/>
                <a:moveTo>
                  <a:pt x="1025178" y="130479"/>
                </a:moveTo>
                <a:lnTo>
                  <a:pt x="1046300" y="133091"/>
                </a:lnTo>
                <a:cubicBezTo>
                  <a:pt x="1042969" y="145431"/>
                  <a:pt x="1036799" y="155008"/>
                  <a:pt x="1027790" y="161821"/>
                </a:cubicBezTo>
                <a:cubicBezTo>
                  <a:pt x="1018781" y="168635"/>
                  <a:pt x="1007273" y="172041"/>
                  <a:pt x="993268" y="172041"/>
                </a:cubicBezTo>
                <a:cubicBezTo>
                  <a:pt x="975628" y="172041"/>
                  <a:pt x="961642" y="166609"/>
                  <a:pt x="951308" y="155746"/>
                </a:cubicBezTo>
                <a:cubicBezTo>
                  <a:pt x="940974" y="144882"/>
                  <a:pt x="935807" y="129646"/>
                  <a:pt x="935807" y="110038"/>
                </a:cubicBezTo>
                <a:cubicBezTo>
                  <a:pt x="935807" y="89749"/>
                  <a:pt x="941031" y="74002"/>
                  <a:pt x="951478" y="62798"/>
                </a:cubicBezTo>
                <a:cubicBezTo>
                  <a:pt x="961926" y="51593"/>
                  <a:pt x="975477" y="45991"/>
                  <a:pt x="992132" y="45991"/>
                </a:cubicBezTo>
                <a:cubicBezTo>
                  <a:pt x="1008258" y="45991"/>
                  <a:pt x="1021430" y="51480"/>
                  <a:pt x="1031651" y="62457"/>
                </a:cubicBezTo>
                <a:cubicBezTo>
                  <a:pt x="1041871" y="73435"/>
                  <a:pt x="1046981" y="88879"/>
                  <a:pt x="1046981" y="108789"/>
                </a:cubicBezTo>
                <a:cubicBezTo>
                  <a:pt x="1046981" y="110000"/>
                  <a:pt x="1046943" y="111817"/>
                  <a:pt x="1046868" y="114240"/>
                </a:cubicBezTo>
                <a:lnTo>
                  <a:pt x="956929" y="114240"/>
                </a:lnTo>
                <a:cubicBezTo>
                  <a:pt x="957686" y="127488"/>
                  <a:pt x="961434" y="137633"/>
                  <a:pt x="968171" y="144674"/>
                </a:cubicBezTo>
                <a:cubicBezTo>
                  <a:pt x="974909" y="151714"/>
                  <a:pt x="983313" y="155235"/>
                  <a:pt x="993381" y="155235"/>
                </a:cubicBezTo>
                <a:cubicBezTo>
                  <a:pt x="1000876" y="155235"/>
                  <a:pt x="1007273" y="153266"/>
                  <a:pt x="1012573" y="149330"/>
                </a:cubicBezTo>
                <a:cubicBezTo>
                  <a:pt x="1017872" y="145393"/>
                  <a:pt x="1022074" y="139109"/>
                  <a:pt x="1025178" y="130479"/>
                </a:cubicBezTo>
                <a:moveTo>
                  <a:pt x="958065" y="97433"/>
                </a:moveTo>
                <a:lnTo>
                  <a:pt x="1025405" y="97433"/>
                </a:lnTo>
                <a:cubicBezTo>
                  <a:pt x="1024496" y="87289"/>
                  <a:pt x="1021922" y="79680"/>
                  <a:pt x="1017683" y="74608"/>
                </a:cubicBezTo>
                <a:cubicBezTo>
                  <a:pt x="1011172" y="66735"/>
                  <a:pt x="1002731" y="62798"/>
                  <a:pt x="992359" y="62798"/>
                </a:cubicBezTo>
                <a:cubicBezTo>
                  <a:pt x="982972" y="62798"/>
                  <a:pt x="975080" y="65940"/>
                  <a:pt x="968682" y="72223"/>
                </a:cubicBezTo>
                <a:cubicBezTo>
                  <a:pt x="962285" y="78507"/>
                  <a:pt x="958746" y="86910"/>
                  <a:pt x="958065" y="97433"/>
                </a:cubicBezTo>
                <a:close/>
                <a:moveTo>
                  <a:pt x="1069649" y="169316"/>
                </a:moveTo>
                <a:lnTo>
                  <a:pt x="1069649" y="48717"/>
                </a:lnTo>
                <a:lnTo>
                  <a:pt x="1088046" y="48717"/>
                </a:lnTo>
                <a:lnTo>
                  <a:pt x="1088046" y="65864"/>
                </a:lnTo>
                <a:cubicBezTo>
                  <a:pt x="1096903" y="52616"/>
                  <a:pt x="1109697" y="45991"/>
                  <a:pt x="1126428" y="45991"/>
                </a:cubicBezTo>
                <a:cubicBezTo>
                  <a:pt x="1133696" y="45991"/>
                  <a:pt x="1140377" y="47297"/>
                  <a:pt x="1146471" y="49909"/>
                </a:cubicBezTo>
                <a:cubicBezTo>
                  <a:pt x="1152566" y="52521"/>
                  <a:pt x="1157127" y="55947"/>
                  <a:pt x="1160155" y="60186"/>
                </a:cubicBezTo>
                <a:cubicBezTo>
                  <a:pt x="1163184" y="64426"/>
                  <a:pt x="1165303" y="69460"/>
                  <a:pt x="1166515" y="75289"/>
                </a:cubicBezTo>
                <a:cubicBezTo>
                  <a:pt x="1167272" y="79075"/>
                  <a:pt x="1167650" y="85699"/>
                  <a:pt x="1167650" y="95162"/>
                </a:cubicBezTo>
                <a:lnTo>
                  <a:pt x="1167650" y="169316"/>
                </a:lnTo>
                <a:lnTo>
                  <a:pt x="1147210" y="169316"/>
                </a:lnTo>
                <a:lnTo>
                  <a:pt x="1147210" y="95957"/>
                </a:lnTo>
                <a:cubicBezTo>
                  <a:pt x="1147210" y="87629"/>
                  <a:pt x="1146415" y="81403"/>
                  <a:pt x="1144825" y="77277"/>
                </a:cubicBezTo>
                <a:cubicBezTo>
                  <a:pt x="1143235" y="73151"/>
                  <a:pt x="1140415" y="69857"/>
                  <a:pt x="1136365" y="67397"/>
                </a:cubicBezTo>
                <a:cubicBezTo>
                  <a:pt x="1132314" y="64937"/>
                  <a:pt x="1127564" y="63706"/>
                  <a:pt x="1122113" y="63706"/>
                </a:cubicBezTo>
                <a:cubicBezTo>
                  <a:pt x="1113407" y="63706"/>
                  <a:pt x="1105893" y="66470"/>
                  <a:pt x="1099572" y="71996"/>
                </a:cubicBezTo>
                <a:cubicBezTo>
                  <a:pt x="1093250" y="77523"/>
                  <a:pt x="1090090" y="88008"/>
                  <a:pt x="1090090" y="103452"/>
                </a:cubicBezTo>
                <a:lnTo>
                  <a:pt x="1090090" y="169316"/>
                </a:lnTo>
                <a:lnTo>
                  <a:pt x="1069649" y="169316"/>
                </a:lnTo>
                <a:close/>
                <a:moveTo>
                  <a:pt x="1241307" y="151033"/>
                </a:moveTo>
                <a:lnTo>
                  <a:pt x="1244259" y="169089"/>
                </a:lnTo>
                <a:cubicBezTo>
                  <a:pt x="1238506" y="170300"/>
                  <a:pt x="1233358" y="170906"/>
                  <a:pt x="1228815" y="170906"/>
                </a:cubicBezTo>
                <a:cubicBezTo>
                  <a:pt x="1221396" y="170906"/>
                  <a:pt x="1215642" y="169732"/>
                  <a:pt x="1211554" y="167385"/>
                </a:cubicBezTo>
                <a:cubicBezTo>
                  <a:pt x="1207466" y="165039"/>
                  <a:pt x="1204589" y="161954"/>
                  <a:pt x="1202924" y="158130"/>
                </a:cubicBezTo>
                <a:cubicBezTo>
                  <a:pt x="1201258" y="154307"/>
                  <a:pt x="1200426" y="146264"/>
                  <a:pt x="1200426" y="133999"/>
                </a:cubicBezTo>
                <a:lnTo>
                  <a:pt x="1200426" y="64615"/>
                </a:lnTo>
                <a:lnTo>
                  <a:pt x="1185436" y="64615"/>
                </a:lnTo>
                <a:lnTo>
                  <a:pt x="1185436" y="48717"/>
                </a:lnTo>
                <a:lnTo>
                  <a:pt x="1200426" y="48717"/>
                </a:lnTo>
                <a:lnTo>
                  <a:pt x="1200426" y="18851"/>
                </a:lnTo>
                <a:lnTo>
                  <a:pt x="1220753" y="6586"/>
                </a:lnTo>
                <a:lnTo>
                  <a:pt x="1220753" y="48717"/>
                </a:lnTo>
                <a:lnTo>
                  <a:pt x="1241307" y="48717"/>
                </a:lnTo>
                <a:lnTo>
                  <a:pt x="1241307" y="64615"/>
                </a:lnTo>
                <a:lnTo>
                  <a:pt x="1220753" y="64615"/>
                </a:lnTo>
                <a:lnTo>
                  <a:pt x="1220753" y="135135"/>
                </a:lnTo>
                <a:cubicBezTo>
                  <a:pt x="1220753" y="140964"/>
                  <a:pt x="1221112" y="144712"/>
                  <a:pt x="1221831" y="146377"/>
                </a:cubicBezTo>
                <a:cubicBezTo>
                  <a:pt x="1222551" y="148043"/>
                  <a:pt x="1223724" y="149367"/>
                  <a:pt x="1225352" y="150352"/>
                </a:cubicBezTo>
                <a:cubicBezTo>
                  <a:pt x="1226979" y="151336"/>
                  <a:pt x="1229307" y="151828"/>
                  <a:pt x="1232336" y="151828"/>
                </a:cubicBezTo>
                <a:cubicBezTo>
                  <a:pt x="1234607" y="151828"/>
                  <a:pt x="1237597" y="151563"/>
                  <a:pt x="1241307" y="151033"/>
                </a:cubicBez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0a4d08dfe4b47"/>
          <a:stretch xmlns:a="http://schemas.openxmlformats.org/drawingml/2006/main"/>
        </p:blipFill>
        <p:spPr>
          <a:xfrm xmlns:a="http://schemas.openxmlformats.org/drawingml/2006/main">
            <a:off x="8557133" y="1819389"/>
            <a:ext cx="1642176" cy="895999"/>
          </a:xfrm>
          <a:prstGeom xmlns:a="http://schemas.openxmlformats.org/drawingml/2006/main" prst="rect">
            <a:avLst/>
          </a:prstGeom>
        </p:spPr>
      </p:pic>
      <p:sp>
        <p:nvSpPr>
          <p:cNvPr id="27" name="Text Bank">
            <a:extLst xmlns:a="http://schemas.openxmlformats.org/drawingml/2006/main">
              <a:ext uri="{FF2B5EF4-FFF2-40B4-BE49-F238E27FC236}">
                <a16:creationId xmlns:a16="http://schemas.microsoft.com/office/drawing/2014/main" id="{72DAC681-0083-475F-9026-2E15FEEA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200" y="1978997"/>
            <a:ext cx="505266" cy="169202"/>
          </a:xfrm>
          <a:custGeom xmlns:a="http://schemas.openxmlformats.org/drawingml/2006/main">
            <a:pathLst>
              <a:path w="505266" h="169202">
                <a:moveTo>
                  <a:pt x="0" y="166477"/>
                </a:moveTo>
                <a:lnTo>
                  <a:pt x="0" y="0"/>
                </a:lnTo>
                <a:lnTo>
                  <a:pt x="62457" y="0"/>
                </a:lnTo>
                <a:cubicBezTo>
                  <a:pt x="75176" y="0"/>
                  <a:pt x="85377" y="1684"/>
                  <a:pt x="93061" y="5053"/>
                </a:cubicBezTo>
                <a:cubicBezTo>
                  <a:pt x="100745" y="8422"/>
                  <a:pt x="106764" y="13608"/>
                  <a:pt x="111117" y="20611"/>
                </a:cubicBezTo>
                <a:cubicBezTo>
                  <a:pt x="115470" y="27614"/>
                  <a:pt x="117647" y="34938"/>
                  <a:pt x="117647" y="42584"/>
                </a:cubicBezTo>
                <a:cubicBezTo>
                  <a:pt x="117647" y="49701"/>
                  <a:pt x="115716" y="56401"/>
                  <a:pt x="111855" y="62684"/>
                </a:cubicBezTo>
                <a:cubicBezTo>
                  <a:pt x="107994" y="68968"/>
                  <a:pt x="102165" y="74040"/>
                  <a:pt x="94367" y="77901"/>
                </a:cubicBezTo>
                <a:cubicBezTo>
                  <a:pt x="104436" y="80854"/>
                  <a:pt x="112177" y="85888"/>
                  <a:pt x="117590" y="93005"/>
                </a:cubicBezTo>
                <a:cubicBezTo>
                  <a:pt x="123003" y="100121"/>
                  <a:pt x="125709" y="108524"/>
                  <a:pt x="125709" y="118215"/>
                </a:cubicBezTo>
                <a:cubicBezTo>
                  <a:pt x="125709" y="126012"/>
                  <a:pt x="124063" y="133261"/>
                  <a:pt x="120770" y="139961"/>
                </a:cubicBezTo>
                <a:cubicBezTo>
                  <a:pt x="117476" y="146661"/>
                  <a:pt x="113407" y="151828"/>
                  <a:pt x="108562" y="155462"/>
                </a:cubicBezTo>
                <a:cubicBezTo>
                  <a:pt x="103717" y="159096"/>
                  <a:pt x="97641" y="161840"/>
                  <a:pt x="90336" y="163695"/>
                </a:cubicBezTo>
                <a:cubicBezTo>
                  <a:pt x="83030" y="165550"/>
                  <a:pt x="74078" y="166477"/>
                  <a:pt x="63479" y="166477"/>
                </a:cubicBezTo>
                <a:lnTo>
                  <a:pt x="0" y="166477"/>
                </a:lnTo>
                <a:moveTo>
                  <a:pt x="22030" y="69952"/>
                </a:moveTo>
                <a:lnTo>
                  <a:pt x="58028" y="69952"/>
                </a:lnTo>
                <a:cubicBezTo>
                  <a:pt x="67795" y="69952"/>
                  <a:pt x="74797" y="69309"/>
                  <a:pt x="79037" y="68022"/>
                </a:cubicBezTo>
                <a:cubicBezTo>
                  <a:pt x="84639" y="66356"/>
                  <a:pt x="88860" y="63593"/>
                  <a:pt x="91699" y="59732"/>
                </a:cubicBezTo>
                <a:cubicBezTo>
                  <a:pt x="94538" y="55871"/>
                  <a:pt x="95957" y="51026"/>
                  <a:pt x="95957" y="45196"/>
                </a:cubicBezTo>
                <a:cubicBezTo>
                  <a:pt x="95957" y="39670"/>
                  <a:pt x="94632" y="34806"/>
                  <a:pt x="91982" y="30604"/>
                </a:cubicBezTo>
                <a:cubicBezTo>
                  <a:pt x="89333" y="26402"/>
                  <a:pt x="85547" y="23526"/>
                  <a:pt x="80627" y="21974"/>
                </a:cubicBezTo>
                <a:cubicBezTo>
                  <a:pt x="75706" y="20422"/>
                  <a:pt x="67265" y="19646"/>
                  <a:pt x="55303" y="19646"/>
                </a:cubicBezTo>
                <a:lnTo>
                  <a:pt x="22030" y="19646"/>
                </a:lnTo>
                <a:lnTo>
                  <a:pt x="22030" y="69952"/>
                </a:lnTo>
                <a:moveTo>
                  <a:pt x="22030" y="146831"/>
                </a:moveTo>
                <a:lnTo>
                  <a:pt x="63479" y="146831"/>
                </a:lnTo>
                <a:cubicBezTo>
                  <a:pt x="70596" y="146831"/>
                  <a:pt x="75592" y="146566"/>
                  <a:pt x="78469" y="146036"/>
                </a:cubicBezTo>
                <a:cubicBezTo>
                  <a:pt x="83541" y="145128"/>
                  <a:pt x="87781" y="143614"/>
                  <a:pt x="91188" y="141494"/>
                </a:cubicBezTo>
                <a:cubicBezTo>
                  <a:pt x="94594" y="139374"/>
                  <a:pt x="97395" y="136289"/>
                  <a:pt x="99591" y="132239"/>
                </a:cubicBezTo>
                <a:cubicBezTo>
                  <a:pt x="101786" y="128189"/>
                  <a:pt x="102884" y="123514"/>
                  <a:pt x="102884" y="118215"/>
                </a:cubicBezTo>
                <a:cubicBezTo>
                  <a:pt x="102884" y="112007"/>
                  <a:pt x="101294" y="106613"/>
                  <a:pt x="98115" y="102032"/>
                </a:cubicBezTo>
                <a:cubicBezTo>
                  <a:pt x="94935" y="97452"/>
                  <a:pt x="90525" y="94235"/>
                  <a:pt x="84885" y="92380"/>
                </a:cubicBezTo>
                <a:cubicBezTo>
                  <a:pt x="79245" y="90525"/>
                  <a:pt x="71126" y="89598"/>
                  <a:pt x="60527" y="89598"/>
                </a:cubicBezTo>
                <a:lnTo>
                  <a:pt x="22030" y="89598"/>
                </a:lnTo>
                <a:lnTo>
                  <a:pt x="22030" y="146831"/>
                </a:lnTo>
                <a:close/>
                <a:moveTo>
                  <a:pt x="229999" y="151601"/>
                </a:moveTo>
                <a:cubicBezTo>
                  <a:pt x="222428" y="158036"/>
                  <a:pt x="215142" y="162578"/>
                  <a:pt x="208139" y="165228"/>
                </a:cubicBezTo>
                <a:cubicBezTo>
                  <a:pt x="201136" y="167878"/>
                  <a:pt x="193622" y="169202"/>
                  <a:pt x="185598" y="169202"/>
                </a:cubicBezTo>
                <a:cubicBezTo>
                  <a:pt x="172349" y="169202"/>
                  <a:pt x="162167" y="165966"/>
                  <a:pt x="155050" y="159493"/>
                </a:cubicBezTo>
                <a:cubicBezTo>
                  <a:pt x="147934" y="153020"/>
                  <a:pt x="144376" y="144749"/>
                  <a:pt x="144376" y="134681"/>
                </a:cubicBezTo>
                <a:cubicBezTo>
                  <a:pt x="144376" y="128775"/>
                  <a:pt x="145720" y="123381"/>
                  <a:pt x="148407" y="118498"/>
                </a:cubicBezTo>
                <a:cubicBezTo>
                  <a:pt x="151095" y="113615"/>
                  <a:pt x="154615" y="109698"/>
                  <a:pt x="158968" y="106745"/>
                </a:cubicBezTo>
                <a:cubicBezTo>
                  <a:pt x="163321" y="103793"/>
                  <a:pt x="168223" y="101559"/>
                  <a:pt x="173674" y="100045"/>
                </a:cubicBezTo>
                <a:cubicBezTo>
                  <a:pt x="177686" y="98985"/>
                  <a:pt x="183743" y="97963"/>
                  <a:pt x="191843" y="96979"/>
                </a:cubicBezTo>
                <a:cubicBezTo>
                  <a:pt x="208347" y="95011"/>
                  <a:pt x="220498" y="92664"/>
                  <a:pt x="228296" y="89938"/>
                </a:cubicBezTo>
                <a:cubicBezTo>
                  <a:pt x="228371" y="87137"/>
                  <a:pt x="228409" y="85358"/>
                  <a:pt x="228409" y="84601"/>
                </a:cubicBezTo>
                <a:cubicBezTo>
                  <a:pt x="228409" y="76274"/>
                  <a:pt x="226479" y="70406"/>
                  <a:pt x="222618" y="67000"/>
                </a:cubicBezTo>
                <a:cubicBezTo>
                  <a:pt x="217394" y="62382"/>
                  <a:pt x="209634" y="60073"/>
                  <a:pt x="199338" y="60073"/>
                </a:cubicBezTo>
                <a:cubicBezTo>
                  <a:pt x="189724" y="60073"/>
                  <a:pt x="182626" y="61757"/>
                  <a:pt x="178046" y="65126"/>
                </a:cubicBezTo>
                <a:cubicBezTo>
                  <a:pt x="173466" y="68495"/>
                  <a:pt x="170078" y="74457"/>
                  <a:pt x="167882" y="83011"/>
                </a:cubicBezTo>
                <a:lnTo>
                  <a:pt x="147896" y="80286"/>
                </a:lnTo>
                <a:cubicBezTo>
                  <a:pt x="149713" y="71731"/>
                  <a:pt x="152703" y="64823"/>
                  <a:pt x="156867" y="59561"/>
                </a:cubicBezTo>
                <a:cubicBezTo>
                  <a:pt x="161031" y="54300"/>
                  <a:pt x="167050" y="50250"/>
                  <a:pt x="174923" y="47411"/>
                </a:cubicBezTo>
                <a:cubicBezTo>
                  <a:pt x="182796" y="44572"/>
                  <a:pt x="191919" y="43152"/>
                  <a:pt x="202291" y="43152"/>
                </a:cubicBezTo>
                <a:cubicBezTo>
                  <a:pt x="212587" y="43152"/>
                  <a:pt x="220952" y="44364"/>
                  <a:pt x="227387" y="46786"/>
                </a:cubicBezTo>
                <a:cubicBezTo>
                  <a:pt x="233822" y="49209"/>
                  <a:pt x="238554" y="52256"/>
                  <a:pt x="241582" y="55928"/>
                </a:cubicBezTo>
                <a:cubicBezTo>
                  <a:pt x="244610" y="59599"/>
                  <a:pt x="246730" y="64236"/>
                  <a:pt x="247941" y="69839"/>
                </a:cubicBezTo>
                <a:cubicBezTo>
                  <a:pt x="248623" y="73321"/>
                  <a:pt x="248963" y="79605"/>
                  <a:pt x="248963" y="88689"/>
                </a:cubicBezTo>
                <a:lnTo>
                  <a:pt x="248963" y="115943"/>
                </a:lnTo>
                <a:cubicBezTo>
                  <a:pt x="248963" y="134946"/>
                  <a:pt x="249399" y="146964"/>
                  <a:pt x="250269" y="151998"/>
                </a:cubicBezTo>
                <a:cubicBezTo>
                  <a:pt x="251140" y="157033"/>
                  <a:pt x="252862" y="161859"/>
                  <a:pt x="255436" y="166477"/>
                </a:cubicBezTo>
                <a:lnTo>
                  <a:pt x="234087" y="166477"/>
                </a:lnTo>
                <a:cubicBezTo>
                  <a:pt x="231967" y="162237"/>
                  <a:pt x="230605" y="157279"/>
                  <a:pt x="229999" y="151601"/>
                </a:cubicBezTo>
                <a:moveTo>
                  <a:pt x="228296" y="105950"/>
                </a:moveTo>
                <a:cubicBezTo>
                  <a:pt x="220876" y="108978"/>
                  <a:pt x="209748" y="111552"/>
                  <a:pt x="194909" y="113672"/>
                </a:cubicBezTo>
                <a:cubicBezTo>
                  <a:pt x="186506" y="114883"/>
                  <a:pt x="180563" y="116246"/>
                  <a:pt x="177081" y="117760"/>
                </a:cubicBezTo>
                <a:cubicBezTo>
                  <a:pt x="173598" y="119274"/>
                  <a:pt x="170911" y="121489"/>
                  <a:pt x="169018" y="124403"/>
                </a:cubicBezTo>
                <a:cubicBezTo>
                  <a:pt x="167125" y="127318"/>
                  <a:pt x="166179" y="130555"/>
                  <a:pt x="166179" y="134113"/>
                </a:cubicBezTo>
                <a:cubicBezTo>
                  <a:pt x="166179" y="139564"/>
                  <a:pt x="168242" y="144106"/>
                  <a:pt x="172368" y="147740"/>
                </a:cubicBezTo>
                <a:cubicBezTo>
                  <a:pt x="176494" y="151374"/>
                  <a:pt x="182532" y="153191"/>
                  <a:pt x="190481" y="153191"/>
                </a:cubicBezTo>
                <a:cubicBezTo>
                  <a:pt x="198354" y="153191"/>
                  <a:pt x="205357" y="151468"/>
                  <a:pt x="211489" y="148024"/>
                </a:cubicBezTo>
                <a:cubicBezTo>
                  <a:pt x="217621" y="144579"/>
                  <a:pt x="222126" y="139866"/>
                  <a:pt x="225002" y="133886"/>
                </a:cubicBezTo>
                <a:cubicBezTo>
                  <a:pt x="227198" y="129268"/>
                  <a:pt x="228296" y="122454"/>
                  <a:pt x="228296" y="113445"/>
                </a:cubicBezTo>
                <a:lnTo>
                  <a:pt x="228296" y="105950"/>
                </a:lnTo>
                <a:close/>
                <a:moveTo>
                  <a:pt x="278262" y="166477"/>
                </a:moveTo>
                <a:lnTo>
                  <a:pt x="278262" y="45878"/>
                </a:lnTo>
                <a:lnTo>
                  <a:pt x="296659" y="45878"/>
                </a:lnTo>
                <a:lnTo>
                  <a:pt x="296659" y="63025"/>
                </a:lnTo>
                <a:cubicBezTo>
                  <a:pt x="305516" y="49777"/>
                  <a:pt x="318311" y="43152"/>
                  <a:pt x="335042" y="43152"/>
                </a:cubicBezTo>
                <a:cubicBezTo>
                  <a:pt x="342309" y="43152"/>
                  <a:pt x="348990" y="44458"/>
                  <a:pt x="355085" y="47070"/>
                </a:cubicBezTo>
                <a:cubicBezTo>
                  <a:pt x="361179" y="49682"/>
                  <a:pt x="365740" y="53108"/>
                  <a:pt x="368769" y="57347"/>
                </a:cubicBezTo>
                <a:cubicBezTo>
                  <a:pt x="371797" y="61587"/>
                  <a:pt x="373917" y="66621"/>
                  <a:pt x="375128" y="72450"/>
                </a:cubicBezTo>
                <a:cubicBezTo>
                  <a:pt x="375885" y="76236"/>
                  <a:pt x="376263" y="82860"/>
                  <a:pt x="376263" y="92323"/>
                </a:cubicBezTo>
                <a:lnTo>
                  <a:pt x="376263" y="166477"/>
                </a:lnTo>
                <a:lnTo>
                  <a:pt x="355823" y="166477"/>
                </a:lnTo>
                <a:lnTo>
                  <a:pt x="355823" y="93118"/>
                </a:lnTo>
                <a:cubicBezTo>
                  <a:pt x="355823" y="84790"/>
                  <a:pt x="355028" y="78564"/>
                  <a:pt x="353438" y="74438"/>
                </a:cubicBezTo>
                <a:cubicBezTo>
                  <a:pt x="351848" y="70312"/>
                  <a:pt x="349028" y="67019"/>
                  <a:pt x="344978" y="64558"/>
                </a:cubicBezTo>
                <a:cubicBezTo>
                  <a:pt x="340928" y="62098"/>
                  <a:pt x="336177" y="60867"/>
                  <a:pt x="330726" y="60867"/>
                </a:cubicBezTo>
                <a:cubicBezTo>
                  <a:pt x="322020" y="60867"/>
                  <a:pt x="314506" y="63631"/>
                  <a:pt x="308185" y="69157"/>
                </a:cubicBezTo>
                <a:cubicBezTo>
                  <a:pt x="301864" y="74684"/>
                  <a:pt x="298703" y="85169"/>
                  <a:pt x="298703" y="100613"/>
                </a:cubicBezTo>
                <a:lnTo>
                  <a:pt x="298703" y="166477"/>
                </a:lnTo>
                <a:lnTo>
                  <a:pt x="278262" y="166477"/>
                </a:lnTo>
                <a:close/>
                <a:moveTo>
                  <a:pt x="405335" y="166477"/>
                </a:moveTo>
                <a:lnTo>
                  <a:pt x="405335" y="0"/>
                </a:lnTo>
                <a:lnTo>
                  <a:pt x="425775" y="0"/>
                </a:lnTo>
                <a:lnTo>
                  <a:pt x="425775" y="94935"/>
                </a:lnTo>
                <a:lnTo>
                  <a:pt x="474151" y="45878"/>
                </a:lnTo>
                <a:lnTo>
                  <a:pt x="500610" y="45878"/>
                </a:lnTo>
                <a:lnTo>
                  <a:pt x="454505" y="90620"/>
                </a:lnTo>
                <a:lnTo>
                  <a:pt x="505266" y="166477"/>
                </a:lnTo>
                <a:lnTo>
                  <a:pt x="480056" y="166477"/>
                </a:lnTo>
                <a:lnTo>
                  <a:pt x="440197" y="104815"/>
                </a:lnTo>
                <a:lnTo>
                  <a:pt x="425775" y="118669"/>
                </a:lnTo>
                <a:lnTo>
                  <a:pt x="425775" y="166477"/>
                </a:lnTo>
                <a:lnTo>
                  <a:pt x="405335" y="166477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IncomeT">
            <a:extLst xmlns:a="http://schemas.openxmlformats.org/drawingml/2006/main">
              <a:ext uri="{FF2B5EF4-FFF2-40B4-BE49-F238E27FC236}">
                <a16:creationId xmlns:a16="http://schemas.microsoft.com/office/drawing/2014/main" id="{22A69268-4F40-4784-8CB6-7794325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568" y="963583"/>
            <a:ext cx="724004" cy="126229"/>
          </a:xfrm>
          <a:custGeom xmlns:a="http://schemas.openxmlformats.org/drawingml/2006/main">
            <a:pathLst>
              <a:path w="724004" h="126229">
                <a:moveTo>
                  <a:pt x="16576" y="121926"/>
                </a:moveTo>
                <a:cubicBezTo>
                  <a:pt x="16512" y="122372"/>
                  <a:pt x="16305" y="122787"/>
                  <a:pt x="15954" y="123169"/>
                </a:cubicBezTo>
                <a:cubicBezTo>
                  <a:pt x="15603" y="123552"/>
                  <a:pt x="15077" y="123855"/>
                  <a:pt x="14376" y="124078"/>
                </a:cubicBezTo>
                <a:cubicBezTo>
                  <a:pt x="13675" y="124301"/>
                  <a:pt x="12782" y="124492"/>
                  <a:pt x="11699" y="124652"/>
                </a:cubicBezTo>
                <a:cubicBezTo>
                  <a:pt x="10615" y="124811"/>
                  <a:pt x="9308" y="124891"/>
                  <a:pt x="7778" y="124891"/>
                </a:cubicBezTo>
                <a:cubicBezTo>
                  <a:pt x="6120" y="124891"/>
                  <a:pt x="4781" y="124811"/>
                  <a:pt x="3761" y="124652"/>
                </a:cubicBezTo>
                <a:cubicBezTo>
                  <a:pt x="2741" y="124492"/>
                  <a:pt x="1944" y="124301"/>
                  <a:pt x="1371" y="124078"/>
                </a:cubicBezTo>
                <a:cubicBezTo>
                  <a:pt x="797" y="123855"/>
                  <a:pt x="414" y="123552"/>
                  <a:pt x="223" y="123169"/>
                </a:cubicBezTo>
                <a:cubicBezTo>
                  <a:pt x="32" y="122787"/>
                  <a:pt x="0" y="122372"/>
                  <a:pt x="128" y="121926"/>
                </a:cubicBezTo>
                <a:lnTo>
                  <a:pt x="23843" y="2964"/>
                </a:lnTo>
                <a:cubicBezTo>
                  <a:pt x="23907" y="2518"/>
                  <a:pt x="24146" y="2104"/>
                  <a:pt x="24561" y="1721"/>
                </a:cubicBezTo>
                <a:cubicBezTo>
                  <a:pt x="24975" y="1339"/>
                  <a:pt x="25533" y="1036"/>
                  <a:pt x="26234" y="813"/>
                </a:cubicBezTo>
                <a:cubicBezTo>
                  <a:pt x="26935" y="590"/>
                  <a:pt x="27812" y="398"/>
                  <a:pt x="28864" y="239"/>
                </a:cubicBezTo>
                <a:cubicBezTo>
                  <a:pt x="29916" y="80"/>
                  <a:pt x="31207" y="0"/>
                  <a:pt x="32737" y="0"/>
                </a:cubicBezTo>
                <a:cubicBezTo>
                  <a:pt x="34267" y="0"/>
                  <a:pt x="35542" y="80"/>
                  <a:pt x="36562" y="239"/>
                </a:cubicBezTo>
                <a:cubicBezTo>
                  <a:pt x="37582" y="398"/>
                  <a:pt x="38395" y="590"/>
                  <a:pt x="39000" y="813"/>
                </a:cubicBezTo>
                <a:cubicBezTo>
                  <a:pt x="39606" y="1036"/>
                  <a:pt x="40005" y="1339"/>
                  <a:pt x="40196" y="1721"/>
                </a:cubicBezTo>
                <a:cubicBezTo>
                  <a:pt x="40387" y="2104"/>
                  <a:pt x="40419" y="2518"/>
                  <a:pt x="40291" y="2964"/>
                </a:cubicBezTo>
                <a:lnTo>
                  <a:pt x="16576" y="121926"/>
                </a:lnTo>
                <a:close/>
                <a:moveTo>
                  <a:pt x="131330" y="54891"/>
                </a:moveTo>
                <a:cubicBezTo>
                  <a:pt x="131330" y="57122"/>
                  <a:pt x="131202" y="59321"/>
                  <a:pt x="130947" y="61489"/>
                </a:cubicBezTo>
                <a:cubicBezTo>
                  <a:pt x="130692" y="63657"/>
                  <a:pt x="130342" y="65888"/>
                  <a:pt x="129895" y="68183"/>
                </a:cubicBezTo>
                <a:lnTo>
                  <a:pt x="119089" y="121926"/>
                </a:lnTo>
                <a:cubicBezTo>
                  <a:pt x="118962" y="122436"/>
                  <a:pt x="118755" y="122866"/>
                  <a:pt x="118468" y="123217"/>
                </a:cubicBezTo>
                <a:cubicBezTo>
                  <a:pt x="118181" y="123568"/>
                  <a:pt x="117703" y="123871"/>
                  <a:pt x="117033" y="124126"/>
                </a:cubicBezTo>
                <a:cubicBezTo>
                  <a:pt x="116364" y="124381"/>
                  <a:pt x="115519" y="124572"/>
                  <a:pt x="114499" y="124699"/>
                </a:cubicBezTo>
                <a:cubicBezTo>
                  <a:pt x="113479" y="124827"/>
                  <a:pt x="112172" y="124891"/>
                  <a:pt x="110578" y="124891"/>
                </a:cubicBezTo>
                <a:cubicBezTo>
                  <a:pt x="109048" y="124891"/>
                  <a:pt x="107789" y="124827"/>
                  <a:pt x="106801" y="124699"/>
                </a:cubicBezTo>
                <a:cubicBezTo>
                  <a:pt x="105813" y="124572"/>
                  <a:pt x="105048" y="124381"/>
                  <a:pt x="104506" y="124126"/>
                </a:cubicBezTo>
                <a:cubicBezTo>
                  <a:pt x="103964" y="123871"/>
                  <a:pt x="103613" y="123568"/>
                  <a:pt x="103454" y="123217"/>
                </a:cubicBezTo>
                <a:cubicBezTo>
                  <a:pt x="103295" y="122866"/>
                  <a:pt x="103247" y="122436"/>
                  <a:pt x="103311" y="121926"/>
                </a:cubicBezTo>
                <a:lnTo>
                  <a:pt x="113925" y="68757"/>
                </a:lnTo>
                <a:cubicBezTo>
                  <a:pt x="114372" y="66780"/>
                  <a:pt x="114674" y="64868"/>
                  <a:pt x="114834" y="63019"/>
                </a:cubicBezTo>
                <a:cubicBezTo>
                  <a:pt x="114993" y="61170"/>
                  <a:pt x="115073" y="59545"/>
                  <a:pt x="115073" y="58142"/>
                </a:cubicBezTo>
                <a:cubicBezTo>
                  <a:pt x="115073" y="54253"/>
                  <a:pt x="114244" y="51113"/>
                  <a:pt x="112587" y="48723"/>
                </a:cubicBezTo>
                <a:cubicBezTo>
                  <a:pt x="110929" y="46332"/>
                  <a:pt x="108156" y="45137"/>
                  <a:pt x="104267" y="45137"/>
                </a:cubicBezTo>
                <a:cubicBezTo>
                  <a:pt x="100888" y="45137"/>
                  <a:pt x="97429" y="46109"/>
                  <a:pt x="93891" y="48053"/>
                </a:cubicBezTo>
                <a:cubicBezTo>
                  <a:pt x="90353" y="49998"/>
                  <a:pt x="87070" y="52675"/>
                  <a:pt x="84041" y="56086"/>
                </a:cubicBezTo>
                <a:cubicBezTo>
                  <a:pt x="81013" y="59497"/>
                  <a:pt x="78304" y="63545"/>
                  <a:pt x="75913" y="68231"/>
                </a:cubicBezTo>
                <a:cubicBezTo>
                  <a:pt x="73522" y="72917"/>
                  <a:pt x="71785" y="78001"/>
                  <a:pt x="70701" y="83484"/>
                </a:cubicBezTo>
                <a:lnTo>
                  <a:pt x="63051" y="121926"/>
                </a:lnTo>
                <a:cubicBezTo>
                  <a:pt x="62924" y="122436"/>
                  <a:pt x="62700" y="122866"/>
                  <a:pt x="62382" y="123217"/>
                </a:cubicBezTo>
                <a:cubicBezTo>
                  <a:pt x="62063" y="123568"/>
                  <a:pt x="61585" y="123871"/>
                  <a:pt x="60947" y="124126"/>
                </a:cubicBezTo>
                <a:cubicBezTo>
                  <a:pt x="60310" y="124381"/>
                  <a:pt x="59465" y="124572"/>
                  <a:pt x="58413" y="124699"/>
                </a:cubicBezTo>
                <a:cubicBezTo>
                  <a:pt x="57361" y="124827"/>
                  <a:pt x="56070" y="124891"/>
                  <a:pt x="54540" y="124891"/>
                </a:cubicBezTo>
                <a:cubicBezTo>
                  <a:pt x="52946" y="124891"/>
                  <a:pt x="51655" y="124827"/>
                  <a:pt x="50667" y="124699"/>
                </a:cubicBezTo>
                <a:cubicBezTo>
                  <a:pt x="49679" y="124572"/>
                  <a:pt x="48914" y="124381"/>
                  <a:pt x="48372" y="124126"/>
                </a:cubicBezTo>
                <a:cubicBezTo>
                  <a:pt x="47830" y="123871"/>
                  <a:pt x="47480" y="123568"/>
                  <a:pt x="47320" y="123217"/>
                </a:cubicBezTo>
                <a:cubicBezTo>
                  <a:pt x="47161" y="122866"/>
                  <a:pt x="47145" y="122436"/>
                  <a:pt x="47272" y="121926"/>
                </a:cubicBezTo>
                <a:lnTo>
                  <a:pt x="64581" y="35765"/>
                </a:lnTo>
                <a:cubicBezTo>
                  <a:pt x="64645" y="35319"/>
                  <a:pt x="64820" y="34904"/>
                  <a:pt x="65107" y="34522"/>
                </a:cubicBezTo>
                <a:cubicBezTo>
                  <a:pt x="65394" y="34139"/>
                  <a:pt x="65840" y="33821"/>
                  <a:pt x="66446" y="33566"/>
                </a:cubicBezTo>
                <a:cubicBezTo>
                  <a:pt x="67052" y="33311"/>
                  <a:pt x="67817" y="33135"/>
                  <a:pt x="68741" y="33040"/>
                </a:cubicBezTo>
                <a:cubicBezTo>
                  <a:pt x="69665" y="32944"/>
                  <a:pt x="70765" y="32896"/>
                  <a:pt x="72040" y="32896"/>
                </a:cubicBezTo>
                <a:cubicBezTo>
                  <a:pt x="73379" y="32896"/>
                  <a:pt x="74479" y="32944"/>
                  <a:pt x="75339" y="33040"/>
                </a:cubicBezTo>
                <a:cubicBezTo>
                  <a:pt x="76200" y="33135"/>
                  <a:pt x="76869" y="33311"/>
                  <a:pt x="77348" y="33566"/>
                </a:cubicBezTo>
                <a:cubicBezTo>
                  <a:pt x="77826" y="33821"/>
                  <a:pt x="78128" y="34139"/>
                  <a:pt x="78256" y="34522"/>
                </a:cubicBezTo>
                <a:cubicBezTo>
                  <a:pt x="78383" y="34904"/>
                  <a:pt x="78415" y="35319"/>
                  <a:pt x="78352" y="35765"/>
                </a:cubicBezTo>
                <a:lnTo>
                  <a:pt x="75100" y="52213"/>
                </a:lnTo>
                <a:cubicBezTo>
                  <a:pt x="76057" y="50045"/>
                  <a:pt x="77618" y="47750"/>
                  <a:pt x="79786" y="45328"/>
                </a:cubicBezTo>
                <a:cubicBezTo>
                  <a:pt x="81954" y="42905"/>
                  <a:pt x="84536" y="40674"/>
                  <a:pt x="87532" y="38634"/>
                </a:cubicBezTo>
                <a:cubicBezTo>
                  <a:pt x="90528" y="36594"/>
                  <a:pt x="93827" y="34904"/>
                  <a:pt x="97429" y="33566"/>
                </a:cubicBezTo>
                <a:cubicBezTo>
                  <a:pt x="101031" y="32227"/>
                  <a:pt x="104777" y="31557"/>
                  <a:pt x="108666" y="31557"/>
                </a:cubicBezTo>
                <a:cubicBezTo>
                  <a:pt x="112937" y="31557"/>
                  <a:pt x="116507" y="32211"/>
                  <a:pt x="119376" y="33518"/>
                </a:cubicBezTo>
                <a:cubicBezTo>
                  <a:pt x="122245" y="34825"/>
                  <a:pt x="124572" y="36546"/>
                  <a:pt x="126357" y="38682"/>
                </a:cubicBezTo>
                <a:cubicBezTo>
                  <a:pt x="128142" y="40817"/>
                  <a:pt x="129417" y="43288"/>
                  <a:pt x="130182" y="46093"/>
                </a:cubicBezTo>
                <a:cubicBezTo>
                  <a:pt x="130947" y="48898"/>
                  <a:pt x="131330" y="51831"/>
                  <a:pt x="131330" y="54891"/>
                </a:cubicBezTo>
                <a:close/>
                <a:moveTo>
                  <a:pt x="223780" y="43415"/>
                </a:moveTo>
                <a:cubicBezTo>
                  <a:pt x="223780" y="44563"/>
                  <a:pt x="223668" y="45742"/>
                  <a:pt x="223445" y="46953"/>
                </a:cubicBezTo>
                <a:cubicBezTo>
                  <a:pt x="223222" y="48165"/>
                  <a:pt x="222888" y="49296"/>
                  <a:pt x="222441" y="50348"/>
                </a:cubicBezTo>
                <a:cubicBezTo>
                  <a:pt x="221995" y="51400"/>
                  <a:pt x="221469" y="52277"/>
                  <a:pt x="220863" y="52978"/>
                </a:cubicBezTo>
                <a:cubicBezTo>
                  <a:pt x="220258" y="53679"/>
                  <a:pt x="219572" y="54030"/>
                  <a:pt x="218807" y="54030"/>
                </a:cubicBezTo>
                <a:cubicBezTo>
                  <a:pt x="217915" y="54030"/>
                  <a:pt x="216990" y="53563"/>
                  <a:pt x="216034" y="52628"/>
                </a:cubicBezTo>
                <a:cubicBezTo>
                  <a:pt x="215078" y="51694"/>
                  <a:pt x="213819" y="50647"/>
                  <a:pt x="212257" y="49488"/>
                </a:cubicBezTo>
                <a:cubicBezTo>
                  <a:pt x="210695" y="48328"/>
                  <a:pt x="208719" y="47265"/>
                  <a:pt x="206328" y="46299"/>
                </a:cubicBezTo>
                <a:cubicBezTo>
                  <a:pt x="203937" y="45333"/>
                  <a:pt x="200893" y="44850"/>
                  <a:pt x="197195" y="44850"/>
                </a:cubicBezTo>
                <a:cubicBezTo>
                  <a:pt x="193115" y="44850"/>
                  <a:pt x="189497" y="45697"/>
                  <a:pt x="186342" y="47393"/>
                </a:cubicBezTo>
                <a:cubicBezTo>
                  <a:pt x="183186" y="49086"/>
                  <a:pt x="180444" y="51292"/>
                  <a:pt x="178118" y="54009"/>
                </a:cubicBezTo>
                <a:cubicBezTo>
                  <a:pt x="175791" y="56727"/>
                  <a:pt x="173862" y="59812"/>
                  <a:pt x="172332" y="63264"/>
                </a:cubicBezTo>
                <a:cubicBezTo>
                  <a:pt x="170802" y="66715"/>
                  <a:pt x="169559" y="70198"/>
                  <a:pt x="168603" y="73714"/>
                </a:cubicBezTo>
                <a:cubicBezTo>
                  <a:pt x="167646" y="77231"/>
                  <a:pt x="166961" y="80636"/>
                  <a:pt x="166547" y="83929"/>
                </a:cubicBezTo>
                <a:cubicBezTo>
                  <a:pt x="166132" y="87222"/>
                  <a:pt x="165925" y="90083"/>
                  <a:pt x="165925" y="92511"/>
                </a:cubicBezTo>
                <a:cubicBezTo>
                  <a:pt x="165925" y="99096"/>
                  <a:pt x="167359" y="104082"/>
                  <a:pt x="170228" y="107471"/>
                </a:cubicBezTo>
                <a:cubicBezTo>
                  <a:pt x="173097" y="110860"/>
                  <a:pt x="177368" y="112555"/>
                  <a:pt x="183042" y="112555"/>
                </a:cubicBezTo>
                <a:cubicBezTo>
                  <a:pt x="187186" y="112555"/>
                  <a:pt x="190740" y="112040"/>
                  <a:pt x="193705" y="111010"/>
                </a:cubicBezTo>
                <a:cubicBezTo>
                  <a:pt x="196669" y="109980"/>
                  <a:pt x="199188" y="108805"/>
                  <a:pt x="201260" y="107486"/>
                </a:cubicBezTo>
                <a:cubicBezTo>
                  <a:pt x="203332" y="106167"/>
                  <a:pt x="205037" y="104993"/>
                  <a:pt x="206376" y="103963"/>
                </a:cubicBezTo>
                <a:cubicBezTo>
                  <a:pt x="207715" y="102933"/>
                  <a:pt x="208894" y="102418"/>
                  <a:pt x="209914" y="102418"/>
                </a:cubicBezTo>
                <a:cubicBezTo>
                  <a:pt x="210424" y="102418"/>
                  <a:pt x="210822" y="102657"/>
                  <a:pt x="211109" y="103135"/>
                </a:cubicBezTo>
                <a:cubicBezTo>
                  <a:pt x="211396" y="103613"/>
                  <a:pt x="211540" y="104299"/>
                  <a:pt x="211540" y="105191"/>
                </a:cubicBezTo>
                <a:cubicBezTo>
                  <a:pt x="211540" y="105956"/>
                  <a:pt x="211476" y="106865"/>
                  <a:pt x="211348" y="107917"/>
                </a:cubicBezTo>
                <a:cubicBezTo>
                  <a:pt x="211221" y="108968"/>
                  <a:pt x="211014" y="110052"/>
                  <a:pt x="210727" y="111168"/>
                </a:cubicBezTo>
                <a:cubicBezTo>
                  <a:pt x="210440" y="112284"/>
                  <a:pt x="210089" y="113320"/>
                  <a:pt x="209675" y="114276"/>
                </a:cubicBezTo>
                <a:cubicBezTo>
                  <a:pt x="209260" y="115232"/>
                  <a:pt x="208671" y="116113"/>
                  <a:pt x="207906" y="116918"/>
                </a:cubicBezTo>
                <a:cubicBezTo>
                  <a:pt x="207141" y="117720"/>
                  <a:pt x="205802" y="118702"/>
                  <a:pt x="203889" y="119861"/>
                </a:cubicBezTo>
                <a:cubicBezTo>
                  <a:pt x="201977" y="121019"/>
                  <a:pt x="199761" y="122064"/>
                  <a:pt x="197243" y="122996"/>
                </a:cubicBezTo>
                <a:cubicBezTo>
                  <a:pt x="194725" y="123928"/>
                  <a:pt x="192000" y="124700"/>
                  <a:pt x="189067" y="125312"/>
                </a:cubicBezTo>
                <a:cubicBezTo>
                  <a:pt x="186134" y="125924"/>
                  <a:pt x="183106" y="126229"/>
                  <a:pt x="179982" y="126229"/>
                </a:cubicBezTo>
                <a:cubicBezTo>
                  <a:pt x="169718" y="126229"/>
                  <a:pt x="162052" y="123611"/>
                  <a:pt x="156984" y="118373"/>
                </a:cubicBezTo>
                <a:cubicBezTo>
                  <a:pt x="151915" y="113133"/>
                  <a:pt x="149381" y="105340"/>
                  <a:pt x="149381" y="94992"/>
                </a:cubicBezTo>
                <a:cubicBezTo>
                  <a:pt x="149381" y="91095"/>
                  <a:pt x="149716" y="86832"/>
                  <a:pt x="150385" y="82202"/>
                </a:cubicBezTo>
                <a:cubicBezTo>
                  <a:pt x="151055" y="77570"/>
                  <a:pt x="152186" y="72906"/>
                  <a:pt x="153780" y="68210"/>
                </a:cubicBezTo>
                <a:cubicBezTo>
                  <a:pt x="155374" y="63514"/>
                  <a:pt x="157414" y="58963"/>
                  <a:pt x="159900" y="54556"/>
                </a:cubicBezTo>
                <a:cubicBezTo>
                  <a:pt x="162387" y="50147"/>
                  <a:pt x="165447" y="46234"/>
                  <a:pt x="169081" y="42818"/>
                </a:cubicBezTo>
                <a:cubicBezTo>
                  <a:pt x="172715" y="39399"/>
                  <a:pt x="176922" y="36667"/>
                  <a:pt x="181704" y="34623"/>
                </a:cubicBezTo>
                <a:cubicBezTo>
                  <a:pt x="186485" y="32579"/>
                  <a:pt x="191968" y="31557"/>
                  <a:pt x="198152" y="31557"/>
                </a:cubicBezTo>
                <a:cubicBezTo>
                  <a:pt x="200702" y="31557"/>
                  <a:pt x="203156" y="31767"/>
                  <a:pt x="205515" y="32185"/>
                </a:cubicBezTo>
                <a:cubicBezTo>
                  <a:pt x="207874" y="32603"/>
                  <a:pt x="210089" y="33167"/>
                  <a:pt x="212161" y="33876"/>
                </a:cubicBezTo>
                <a:cubicBezTo>
                  <a:pt x="214233" y="34586"/>
                  <a:pt x="216114" y="35472"/>
                  <a:pt x="217803" y="36536"/>
                </a:cubicBezTo>
                <a:cubicBezTo>
                  <a:pt x="219493" y="37598"/>
                  <a:pt x="220800" y="38548"/>
                  <a:pt x="221724" y="39387"/>
                </a:cubicBezTo>
                <a:cubicBezTo>
                  <a:pt x="222648" y="40224"/>
                  <a:pt x="223222" y="40929"/>
                  <a:pt x="223445" y="41503"/>
                </a:cubicBezTo>
                <a:cubicBezTo>
                  <a:pt x="223668" y="42076"/>
                  <a:pt x="223780" y="42714"/>
                  <a:pt x="223780" y="43415"/>
                </a:cubicBezTo>
                <a:close/>
                <a:moveTo>
                  <a:pt x="315057" y="64391"/>
                </a:moveTo>
                <a:cubicBezTo>
                  <a:pt x="315057" y="69112"/>
                  <a:pt x="314610" y="73931"/>
                  <a:pt x="313718" y="78846"/>
                </a:cubicBezTo>
                <a:cubicBezTo>
                  <a:pt x="312825" y="83758"/>
                  <a:pt x="311471" y="88497"/>
                  <a:pt x="309654" y="93061"/>
                </a:cubicBezTo>
                <a:cubicBezTo>
                  <a:pt x="307837" y="97624"/>
                  <a:pt x="305526" y="101915"/>
                  <a:pt x="302721" y="105935"/>
                </a:cubicBezTo>
                <a:cubicBezTo>
                  <a:pt x="299915" y="109956"/>
                  <a:pt x="296616" y="113466"/>
                  <a:pt x="292823" y="116466"/>
                </a:cubicBezTo>
                <a:cubicBezTo>
                  <a:pt x="289030" y="119465"/>
                  <a:pt x="284726" y="121841"/>
                  <a:pt x="279913" y="123597"/>
                </a:cubicBezTo>
                <a:cubicBezTo>
                  <a:pt x="275100" y="125352"/>
                  <a:pt x="269729" y="126229"/>
                  <a:pt x="263800" y="126229"/>
                </a:cubicBezTo>
                <a:cubicBezTo>
                  <a:pt x="257680" y="126229"/>
                  <a:pt x="252436" y="125496"/>
                  <a:pt x="248069" y="124030"/>
                </a:cubicBezTo>
                <a:cubicBezTo>
                  <a:pt x="243702" y="122562"/>
                  <a:pt x="240116" y="120424"/>
                  <a:pt x="237311" y="117617"/>
                </a:cubicBezTo>
                <a:cubicBezTo>
                  <a:pt x="234506" y="114808"/>
                  <a:pt x="232434" y="111361"/>
                  <a:pt x="231095" y="107277"/>
                </a:cubicBezTo>
                <a:cubicBezTo>
                  <a:pt x="229756" y="103193"/>
                  <a:pt x="229087" y="98566"/>
                  <a:pt x="229087" y="93396"/>
                </a:cubicBezTo>
                <a:cubicBezTo>
                  <a:pt x="229087" y="88674"/>
                  <a:pt x="229517" y="83857"/>
                  <a:pt x="230378" y="78944"/>
                </a:cubicBezTo>
                <a:cubicBezTo>
                  <a:pt x="231238" y="74029"/>
                  <a:pt x="232593" y="69307"/>
                  <a:pt x="234442" y="64776"/>
                </a:cubicBezTo>
                <a:cubicBezTo>
                  <a:pt x="236291" y="60244"/>
                  <a:pt x="238602" y="55952"/>
                  <a:pt x="241375" y="51899"/>
                </a:cubicBezTo>
                <a:cubicBezTo>
                  <a:pt x="244148" y="47847"/>
                  <a:pt x="247431" y="44322"/>
                  <a:pt x="251225" y="41323"/>
                </a:cubicBezTo>
                <a:cubicBezTo>
                  <a:pt x="255018" y="38323"/>
                  <a:pt x="259321" y="35945"/>
                  <a:pt x="264134" y="34190"/>
                </a:cubicBezTo>
                <a:cubicBezTo>
                  <a:pt x="268948" y="32435"/>
                  <a:pt x="274319" y="31557"/>
                  <a:pt x="280248" y="31557"/>
                </a:cubicBezTo>
                <a:cubicBezTo>
                  <a:pt x="286368" y="31557"/>
                  <a:pt x="291612" y="32307"/>
                  <a:pt x="295979" y="33808"/>
                </a:cubicBezTo>
                <a:cubicBezTo>
                  <a:pt x="300346" y="35308"/>
                  <a:pt x="303948" y="37461"/>
                  <a:pt x="306785" y="40268"/>
                </a:cubicBezTo>
                <a:cubicBezTo>
                  <a:pt x="309622" y="43076"/>
                  <a:pt x="311710" y="46522"/>
                  <a:pt x="313048" y="50608"/>
                </a:cubicBezTo>
                <a:cubicBezTo>
                  <a:pt x="314387" y="54692"/>
                  <a:pt x="315057" y="59287"/>
                  <a:pt x="315057" y="64391"/>
                </a:cubicBezTo>
                <a:moveTo>
                  <a:pt x="298417" y="65344"/>
                </a:moveTo>
                <a:cubicBezTo>
                  <a:pt x="298417" y="62150"/>
                  <a:pt x="298083" y="59278"/>
                  <a:pt x="297413" y="56726"/>
                </a:cubicBezTo>
                <a:cubicBezTo>
                  <a:pt x="296744" y="54171"/>
                  <a:pt x="295628" y="52017"/>
                  <a:pt x="294066" y="50262"/>
                </a:cubicBezTo>
                <a:cubicBezTo>
                  <a:pt x="292504" y="48504"/>
                  <a:pt x="290464" y="47148"/>
                  <a:pt x="287946" y="46191"/>
                </a:cubicBezTo>
                <a:cubicBezTo>
                  <a:pt x="285428" y="45233"/>
                  <a:pt x="282384" y="44754"/>
                  <a:pt x="278813" y="44754"/>
                </a:cubicBezTo>
                <a:cubicBezTo>
                  <a:pt x="274988" y="44754"/>
                  <a:pt x="271514" y="45440"/>
                  <a:pt x="268390" y="46813"/>
                </a:cubicBezTo>
                <a:cubicBezTo>
                  <a:pt x="265266" y="48186"/>
                  <a:pt x="262477" y="50038"/>
                  <a:pt x="260022" y="52368"/>
                </a:cubicBezTo>
                <a:cubicBezTo>
                  <a:pt x="257568" y="54697"/>
                  <a:pt x="255432" y="57427"/>
                  <a:pt x="253615" y="60557"/>
                </a:cubicBezTo>
                <a:cubicBezTo>
                  <a:pt x="251798" y="63684"/>
                  <a:pt x="250300" y="67021"/>
                  <a:pt x="249121" y="70565"/>
                </a:cubicBezTo>
                <a:cubicBezTo>
                  <a:pt x="247941" y="74107"/>
                  <a:pt x="247065" y="77746"/>
                  <a:pt x="246491" y="81481"/>
                </a:cubicBezTo>
                <a:cubicBezTo>
                  <a:pt x="245917" y="85215"/>
                  <a:pt x="245630" y="88869"/>
                  <a:pt x="245630" y="92443"/>
                </a:cubicBezTo>
                <a:cubicBezTo>
                  <a:pt x="245630" y="95636"/>
                  <a:pt x="245981" y="98510"/>
                  <a:pt x="246682" y="101064"/>
                </a:cubicBezTo>
                <a:cubicBezTo>
                  <a:pt x="247384" y="103616"/>
                  <a:pt x="248515" y="105787"/>
                  <a:pt x="250077" y="107576"/>
                </a:cubicBezTo>
                <a:cubicBezTo>
                  <a:pt x="251639" y="109363"/>
                  <a:pt x="253663" y="110736"/>
                  <a:pt x="256150" y="111694"/>
                </a:cubicBezTo>
                <a:cubicBezTo>
                  <a:pt x="258636" y="112650"/>
                  <a:pt x="261664" y="113128"/>
                  <a:pt x="265234" y="113128"/>
                </a:cubicBezTo>
                <a:cubicBezTo>
                  <a:pt x="269123" y="113128"/>
                  <a:pt x="272614" y="112442"/>
                  <a:pt x="275706" y="111069"/>
                </a:cubicBezTo>
                <a:cubicBezTo>
                  <a:pt x="278797" y="109697"/>
                  <a:pt x="281571" y="107830"/>
                  <a:pt x="284025" y="105469"/>
                </a:cubicBezTo>
                <a:cubicBezTo>
                  <a:pt x="286480" y="103106"/>
                  <a:pt x="288615" y="100361"/>
                  <a:pt x="290432" y="97233"/>
                </a:cubicBezTo>
                <a:cubicBezTo>
                  <a:pt x="292249" y="94103"/>
                  <a:pt x="293747" y="90751"/>
                  <a:pt x="294927" y="87177"/>
                </a:cubicBezTo>
                <a:cubicBezTo>
                  <a:pt x="296106" y="83601"/>
                  <a:pt x="296983" y="79962"/>
                  <a:pt x="297557" y="76261"/>
                </a:cubicBezTo>
                <a:cubicBezTo>
                  <a:pt x="298130" y="72557"/>
                  <a:pt x="298417" y="68918"/>
                  <a:pt x="298417" y="65344"/>
                </a:cubicBezTo>
                <a:close/>
                <a:moveTo>
                  <a:pt x="454939" y="121926"/>
                </a:moveTo>
                <a:cubicBezTo>
                  <a:pt x="454875" y="122436"/>
                  <a:pt x="454684" y="122866"/>
                  <a:pt x="454365" y="123217"/>
                </a:cubicBezTo>
                <a:cubicBezTo>
                  <a:pt x="454046" y="123568"/>
                  <a:pt x="453552" y="123871"/>
                  <a:pt x="452883" y="124126"/>
                </a:cubicBezTo>
                <a:cubicBezTo>
                  <a:pt x="452214" y="124381"/>
                  <a:pt x="451353" y="124572"/>
                  <a:pt x="450301" y="124699"/>
                </a:cubicBezTo>
                <a:cubicBezTo>
                  <a:pt x="449249" y="124827"/>
                  <a:pt x="447958" y="124891"/>
                  <a:pt x="446428" y="124891"/>
                </a:cubicBezTo>
                <a:cubicBezTo>
                  <a:pt x="444898" y="124891"/>
                  <a:pt x="443639" y="124827"/>
                  <a:pt x="442651" y="124699"/>
                </a:cubicBezTo>
                <a:cubicBezTo>
                  <a:pt x="441663" y="124572"/>
                  <a:pt x="440898" y="124381"/>
                  <a:pt x="440356" y="124126"/>
                </a:cubicBezTo>
                <a:cubicBezTo>
                  <a:pt x="439814" y="123871"/>
                  <a:pt x="439447" y="123568"/>
                  <a:pt x="439256" y="123217"/>
                </a:cubicBezTo>
                <a:cubicBezTo>
                  <a:pt x="439065" y="122866"/>
                  <a:pt x="439033" y="122436"/>
                  <a:pt x="439160" y="121926"/>
                </a:cubicBezTo>
                <a:lnTo>
                  <a:pt x="449775" y="68757"/>
                </a:lnTo>
                <a:cubicBezTo>
                  <a:pt x="450094" y="66908"/>
                  <a:pt x="450365" y="65155"/>
                  <a:pt x="450588" y="63497"/>
                </a:cubicBezTo>
                <a:cubicBezTo>
                  <a:pt x="450811" y="61840"/>
                  <a:pt x="450923" y="60182"/>
                  <a:pt x="450923" y="58525"/>
                </a:cubicBezTo>
                <a:cubicBezTo>
                  <a:pt x="450923" y="54444"/>
                  <a:pt x="450142" y="51193"/>
                  <a:pt x="448580" y="48770"/>
                </a:cubicBezTo>
                <a:cubicBezTo>
                  <a:pt x="447018" y="46348"/>
                  <a:pt x="444292" y="45137"/>
                  <a:pt x="440403" y="45137"/>
                </a:cubicBezTo>
                <a:cubicBezTo>
                  <a:pt x="437216" y="45137"/>
                  <a:pt x="433917" y="46109"/>
                  <a:pt x="430506" y="48053"/>
                </a:cubicBezTo>
                <a:cubicBezTo>
                  <a:pt x="427095" y="49998"/>
                  <a:pt x="423860" y="52675"/>
                  <a:pt x="420800" y="56086"/>
                </a:cubicBezTo>
                <a:cubicBezTo>
                  <a:pt x="417740" y="59497"/>
                  <a:pt x="415030" y="63545"/>
                  <a:pt x="412671" y="68231"/>
                </a:cubicBezTo>
                <a:cubicBezTo>
                  <a:pt x="410312" y="72917"/>
                  <a:pt x="408591" y="78001"/>
                  <a:pt x="407507" y="83484"/>
                </a:cubicBezTo>
                <a:lnTo>
                  <a:pt x="399857" y="121926"/>
                </a:lnTo>
                <a:cubicBezTo>
                  <a:pt x="399730" y="122436"/>
                  <a:pt x="399506" y="122866"/>
                  <a:pt x="399188" y="123217"/>
                </a:cubicBezTo>
                <a:cubicBezTo>
                  <a:pt x="398869" y="123568"/>
                  <a:pt x="398375" y="123871"/>
                  <a:pt x="397705" y="124126"/>
                </a:cubicBezTo>
                <a:cubicBezTo>
                  <a:pt x="397036" y="124381"/>
                  <a:pt x="396175" y="124572"/>
                  <a:pt x="395123" y="124699"/>
                </a:cubicBezTo>
                <a:cubicBezTo>
                  <a:pt x="394072" y="124827"/>
                  <a:pt x="392781" y="124891"/>
                  <a:pt x="391250" y="124891"/>
                </a:cubicBezTo>
                <a:cubicBezTo>
                  <a:pt x="389720" y="124891"/>
                  <a:pt x="388461" y="124827"/>
                  <a:pt x="387473" y="124699"/>
                </a:cubicBezTo>
                <a:cubicBezTo>
                  <a:pt x="386485" y="124572"/>
                  <a:pt x="385736" y="124381"/>
                  <a:pt x="385226" y="124126"/>
                </a:cubicBezTo>
                <a:cubicBezTo>
                  <a:pt x="384716" y="123871"/>
                  <a:pt x="384365" y="123568"/>
                  <a:pt x="384174" y="123217"/>
                </a:cubicBezTo>
                <a:cubicBezTo>
                  <a:pt x="383983" y="122866"/>
                  <a:pt x="383919" y="122436"/>
                  <a:pt x="383983" y="121926"/>
                </a:cubicBezTo>
                <a:lnTo>
                  <a:pt x="394597" y="68757"/>
                </a:lnTo>
                <a:cubicBezTo>
                  <a:pt x="395044" y="66844"/>
                  <a:pt x="395347" y="64963"/>
                  <a:pt x="395506" y="63115"/>
                </a:cubicBezTo>
                <a:cubicBezTo>
                  <a:pt x="395665" y="61266"/>
                  <a:pt x="395745" y="59545"/>
                  <a:pt x="395745" y="57951"/>
                </a:cubicBezTo>
                <a:cubicBezTo>
                  <a:pt x="395745" y="54062"/>
                  <a:pt x="394948" y="50954"/>
                  <a:pt x="393354" y="48627"/>
                </a:cubicBezTo>
                <a:cubicBezTo>
                  <a:pt x="391760" y="46300"/>
                  <a:pt x="389051" y="45137"/>
                  <a:pt x="385226" y="45137"/>
                </a:cubicBezTo>
                <a:cubicBezTo>
                  <a:pt x="381975" y="45137"/>
                  <a:pt x="378659" y="46109"/>
                  <a:pt x="375281" y="48053"/>
                </a:cubicBezTo>
                <a:cubicBezTo>
                  <a:pt x="371902" y="49998"/>
                  <a:pt x="368682" y="52675"/>
                  <a:pt x="365622" y="56086"/>
                </a:cubicBezTo>
                <a:cubicBezTo>
                  <a:pt x="362562" y="59497"/>
                  <a:pt x="359853" y="63545"/>
                  <a:pt x="357494" y="68231"/>
                </a:cubicBezTo>
                <a:cubicBezTo>
                  <a:pt x="355135" y="72917"/>
                  <a:pt x="353414" y="78001"/>
                  <a:pt x="352330" y="83484"/>
                </a:cubicBezTo>
                <a:lnTo>
                  <a:pt x="344679" y="121926"/>
                </a:lnTo>
                <a:cubicBezTo>
                  <a:pt x="344552" y="122436"/>
                  <a:pt x="344329" y="122866"/>
                  <a:pt x="344010" y="123217"/>
                </a:cubicBezTo>
                <a:cubicBezTo>
                  <a:pt x="343691" y="123568"/>
                  <a:pt x="343213" y="123871"/>
                  <a:pt x="342576" y="124126"/>
                </a:cubicBezTo>
                <a:cubicBezTo>
                  <a:pt x="341938" y="124381"/>
                  <a:pt x="341093" y="124572"/>
                  <a:pt x="340042" y="124699"/>
                </a:cubicBezTo>
                <a:cubicBezTo>
                  <a:pt x="338990" y="124827"/>
                  <a:pt x="337699" y="124891"/>
                  <a:pt x="336169" y="124891"/>
                </a:cubicBezTo>
                <a:cubicBezTo>
                  <a:pt x="334575" y="124891"/>
                  <a:pt x="333284" y="124827"/>
                  <a:pt x="332296" y="124699"/>
                </a:cubicBezTo>
                <a:cubicBezTo>
                  <a:pt x="331307" y="124572"/>
                  <a:pt x="330542" y="124381"/>
                  <a:pt x="330001" y="124126"/>
                </a:cubicBezTo>
                <a:cubicBezTo>
                  <a:pt x="329459" y="123871"/>
                  <a:pt x="329108" y="123568"/>
                  <a:pt x="328949" y="123217"/>
                </a:cubicBezTo>
                <a:cubicBezTo>
                  <a:pt x="328789" y="122866"/>
                  <a:pt x="328773" y="122436"/>
                  <a:pt x="328901" y="121926"/>
                </a:cubicBezTo>
                <a:lnTo>
                  <a:pt x="346210" y="35765"/>
                </a:lnTo>
                <a:cubicBezTo>
                  <a:pt x="346273" y="35319"/>
                  <a:pt x="346449" y="34904"/>
                  <a:pt x="346735" y="34522"/>
                </a:cubicBezTo>
                <a:cubicBezTo>
                  <a:pt x="347022" y="34139"/>
                  <a:pt x="347469" y="33821"/>
                  <a:pt x="348074" y="33566"/>
                </a:cubicBezTo>
                <a:cubicBezTo>
                  <a:pt x="348680" y="33311"/>
                  <a:pt x="349445" y="33135"/>
                  <a:pt x="350369" y="33040"/>
                </a:cubicBezTo>
                <a:cubicBezTo>
                  <a:pt x="351294" y="32944"/>
                  <a:pt x="352394" y="32896"/>
                  <a:pt x="353669" y="32896"/>
                </a:cubicBezTo>
                <a:cubicBezTo>
                  <a:pt x="355007" y="32896"/>
                  <a:pt x="356107" y="32944"/>
                  <a:pt x="356968" y="33040"/>
                </a:cubicBezTo>
                <a:cubicBezTo>
                  <a:pt x="357828" y="33135"/>
                  <a:pt x="358498" y="33311"/>
                  <a:pt x="358976" y="33566"/>
                </a:cubicBezTo>
                <a:cubicBezTo>
                  <a:pt x="359454" y="33821"/>
                  <a:pt x="359757" y="34139"/>
                  <a:pt x="359884" y="34522"/>
                </a:cubicBezTo>
                <a:cubicBezTo>
                  <a:pt x="360012" y="34904"/>
                  <a:pt x="360044" y="35319"/>
                  <a:pt x="359980" y="35765"/>
                </a:cubicBezTo>
                <a:lnTo>
                  <a:pt x="356729" y="52213"/>
                </a:lnTo>
                <a:cubicBezTo>
                  <a:pt x="357685" y="50045"/>
                  <a:pt x="359263" y="47750"/>
                  <a:pt x="361462" y="45328"/>
                </a:cubicBezTo>
                <a:cubicBezTo>
                  <a:pt x="363662" y="42905"/>
                  <a:pt x="366228" y="40674"/>
                  <a:pt x="369160" y="38634"/>
                </a:cubicBezTo>
                <a:cubicBezTo>
                  <a:pt x="372093" y="36594"/>
                  <a:pt x="375296" y="34904"/>
                  <a:pt x="378771" y="33566"/>
                </a:cubicBezTo>
                <a:cubicBezTo>
                  <a:pt x="382245" y="32227"/>
                  <a:pt x="385800" y="31557"/>
                  <a:pt x="389434" y="31557"/>
                </a:cubicBezTo>
                <a:cubicBezTo>
                  <a:pt x="393259" y="31557"/>
                  <a:pt x="396542" y="32083"/>
                  <a:pt x="399283" y="33135"/>
                </a:cubicBezTo>
                <a:cubicBezTo>
                  <a:pt x="402025" y="34187"/>
                  <a:pt x="404272" y="35622"/>
                  <a:pt x="406025" y="37438"/>
                </a:cubicBezTo>
                <a:cubicBezTo>
                  <a:pt x="407778" y="39255"/>
                  <a:pt x="409069" y="41423"/>
                  <a:pt x="409898" y="43941"/>
                </a:cubicBezTo>
                <a:cubicBezTo>
                  <a:pt x="410727" y="46459"/>
                  <a:pt x="411237" y="49217"/>
                  <a:pt x="411428" y="52213"/>
                </a:cubicBezTo>
                <a:cubicBezTo>
                  <a:pt x="412703" y="49982"/>
                  <a:pt x="414456" y="47655"/>
                  <a:pt x="416688" y="45232"/>
                </a:cubicBezTo>
                <a:cubicBezTo>
                  <a:pt x="418919" y="42810"/>
                  <a:pt x="421501" y="40594"/>
                  <a:pt x="424434" y="38586"/>
                </a:cubicBezTo>
                <a:cubicBezTo>
                  <a:pt x="427366" y="36578"/>
                  <a:pt x="430554" y="34904"/>
                  <a:pt x="433996" y="33566"/>
                </a:cubicBezTo>
                <a:cubicBezTo>
                  <a:pt x="437439" y="32227"/>
                  <a:pt x="440945" y="31557"/>
                  <a:pt x="444515" y="31557"/>
                </a:cubicBezTo>
                <a:cubicBezTo>
                  <a:pt x="448787" y="31557"/>
                  <a:pt x="452357" y="32163"/>
                  <a:pt x="455226" y="33374"/>
                </a:cubicBezTo>
                <a:cubicBezTo>
                  <a:pt x="458095" y="34586"/>
                  <a:pt x="460422" y="36243"/>
                  <a:pt x="462207" y="38347"/>
                </a:cubicBezTo>
                <a:cubicBezTo>
                  <a:pt x="463992" y="40451"/>
                  <a:pt x="465267" y="42905"/>
                  <a:pt x="466032" y="45710"/>
                </a:cubicBezTo>
                <a:cubicBezTo>
                  <a:pt x="466797" y="48515"/>
                  <a:pt x="467179" y="51576"/>
                  <a:pt x="467179" y="54891"/>
                </a:cubicBezTo>
                <a:cubicBezTo>
                  <a:pt x="467179" y="57122"/>
                  <a:pt x="467052" y="59321"/>
                  <a:pt x="466797" y="61489"/>
                </a:cubicBezTo>
                <a:cubicBezTo>
                  <a:pt x="466542" y="63657"/>
                  <a:pt x="466191" y="65888"/>
                  <a:pt x="465745" y="68183"/>
                </a:cubicBezTo>
                <a:lnTo>
                  <a:pt x="454939" y="121926"/>
                </a:lnTo>
                <a:close/>
                <a:moveTo>
                  <a:pt x="565664" y="53456"/>
                </a:moveTo>
                <a:cubicBezTo>
                  <a:pt x="565664" y="57855"/>
                  <a:pt x="564644" y="61808"/>
                  <a:pt x="562604" y="65314"/>
                </a:cubicBezTo>
                <a:cubicBezTo>
                  <a:pt x="560564" y="68821"/>
                  <a:pt x="557376" y="71817"/>
                  <a:pt x="553041" y="74303"/>
                </a:cubicBezTo>
                <a:cubicBezTo>
                  <a:pt x="548706" y="76790"/>
                  <a:pt x="543160" y="78702"/>
                  <a:pt x="536402" y="80041"/>
                </a:cubicBezTo>
                <a:cubicBezTo>
                  <a:pt x="529644" y="81380"/>
                  <a:pt x="521548" y="82049"/>
                  <a:pt x="512112" y="82049"/>
                </a:cubicBezTo>
                <a:lnTo>
                  <a:pt x="501976" y="82049"/>
                </a:lnTo>
                <a:cubicBezTo>
                  <a:pt x="501529" y="84159"/>
                  <a:pt x="501227" y="86205"/>
                  <a:pt x="501067" y="88187"/>
                </a:cubicBezTo>
                <a:cubicBezTo>
                  <a:pt x="500908" y="90170"/>
                  <a:pt x="500828" y="92024"/>
                  <a:pt x="500828" y="93752"/>
                </a:cubicBezTo>
                <a:cubicBezTo>
                  <a:pt x="500828" y="100147"/>
                  <a:pt x="502406" y="105039"/>
                  <a:pt x="505562" y="108428"/>
                </a:cubicBezTo>
                <a:cubicBezTo>
                  <a:pt x="508717" y="111816"/>
                  <a:pt x="513834" y="113511"/>
                  <a:pt x="520910" y="113511"/>
                </a:cubicBezTo>
                <a:cubicBezTo>
                  <a:pt x="524990" y="113511"/>
                  <a:pt x="528656" y="113203"/>
                  <a:pt x="531907" y="112587"/>
                </a:cubicBezTo>
                <a:cubicBezTo>
                  <a:pt x="535159" y="111972"/>
                  <a:pt x="537980" y="111307"/>
                  <a:pt x="540370" y="110594"/>
                </a:cubicBezTo>
                <a:cubicBezTo>
                  <a:pt x="542761" y="109881"/>
                  <a:pt x="544721" y="109217"/>
                  <a:pt x="546252" y="108601"/>
                </a:cubicBezTo>
                <a:cubicBezTo>
                  <a:pt x="547782" y="107985"/>
                  <a:pt x="548833" y="107677"/>
                  <a:pt x="549407" y="107677"/>
                </a:cubicBezTo>
                <a:cubicBezTo>
                  <a:pt x="549981" y="107677"/>
                  <a:pt x="550411" y="107886"/>
                  <a:pt x="550698" y="108302"/>
                </a:cubicBezTo>
                <a:cubicBezTo>
                  <a:pt x="550985" y="108718"/>
                  <a:pt x="551129" y="109311"/>
                  <a:pt x="551129" y="110080"/>
                </a:cubicBezTo>
                <a:cubicBezTo>
                  <a:pt x="551129" y="110722"/>
                  <a:pt x="551065" y="111491"/>
                  <a:pt x="550937" y="112387"/>
                </a:cubicBezTo>
                <a:cubicBezTo>
                  <a:pt x="550810" y="113284"/>
                  <a:pt x="550619" y="114197"/>
                  <a:pt x="550364" y="115128"/>
                </a:cubicBezTo>
                <a:cubicBezTo>
                  <a:pt x="550109" y="116056"/>
                  <a:pt x="549774" y="116937"/>
                  <a:pt x="549359" y="117772"/>
                </a:cubicBezTo>
                <a:cubicBezTo>
                  <a:pt x="548945" y="118605"/>
                  <a:pt x="548483" y="119309"/>
                  <a:pt x="547973" y="119885"/>
                </a:cubicBezTo>
                <a:cubicBezTo>
                  <a:pt x="547208" y="120654"/>
                  <a:pt x="545853" y="121407"/>
                  <a:pt x="543909" y="122144"/>
                </a:cubicBezTo>
                <a:cubicBezTo>
                  <a:pt x="541964" y="122881"/>
                  <a:pt x="539653" y="123555"/>
                  <a:pt x="536976" y="124164"/>
                </a:cubicBezTo>
                <a:cubicBezTo>
                  <a:pt x="534298" y="124772"/>
                  <a:pt x="531365" y="125268"/>
                  <a:pt x="528178" y="125653"/>
                </a:cubicBezTo>
                <a:cubicBezTo>
                  <a:pt x="524990" y="126037"/>
                  <a:pt x="521803" y="126229"/>
                  <a:pt x="518615" y="126229"/>
                </a:cubicBezTo>
                <a:cubicBezTo>
                  <a:pt x="512941" y="126229"/>
                  <a:pt x="507968" y="125592"/>
                  <a:pt x="503697" y="124317"/>
                </a:cubicBezTo>
                <a:cubicBezTo>
                  <a:pt x="499426" y="123040"/>
                  <a:pt x="495871" y="121077"/>
                  <a:pt x="493034" y="118430"/>
                </a:cubicBezTo>
                <a:cubicBezTo>
                  <a:pt x="490197" y="115780"/>
                  <a:pt x="488078" y="112477"/>
                  <a:pt x="486675" y="108520"/>
                </a:cubicBezTo>
                <a:cubicBezTo>
                  <a:pt x="485273" y="104564"/>
                  <a:pt x="484571" y="99905"/>
                  <a:pt x="484571" y="94544"/>
                </a:cubicBezTo>
                <a:cubicBezTo>
                  <a:pt x="484571" y="90396"/>
                  <a:pt x="484970" y="85945"/>
                  <a:pt x="485767" y="81191"/>
                </a:cubicBezTo>
                <a:cubicBezTo>
                  <a:pt x="486563" y="76436"/>
                  <a:pt x="487823" y="71729"/>
                  <a:pt x="489544" y="67071"/>
                </a:cubicBezTo>
                <a:cubicBezTo>
                  <a:pt x="491265" y="62413"/>
                  <a:pt x="493497" y="57947"/>
                  <a:pt x="496238" y="53671"/>
                </a:cubicBezTo>
                <a:cubicBezTo>
                  <a:pt x="498979" y="49394"/>
                  <a:pt x="502247" y="45629"/>
                  <a:pt x="506040" y="42375"/>
                </a:cubicBezTo>
                <a:cubicBezTo>
                  <a:pt x="509833" y="39120"/>
                  <a:pt x="514216" y="36503"/>
                  <a:pt x="519189" y="34525"/>
                </a:cubicBezTo>
                <a:cubicBezTo>
                  <a:pt x="524161" y="32546"/>
                  <a:pt x="529772" y="31557"/>
                  <a:pt x="536019" y="31557"/>
                </a:cubicBezTo>
                <a:cubicBezTo>
                  <a:pt x="541374" y="31557"/>
                  <a:pt x="545917" y="32227"/>
                  <a:pt x="549646" y="33566"/>
                </a:cubicBezTo>
                <a:cubicBezTo>
                  <a:pt x="553376" y="34904"/>
                  <a:pt x="556436" y="36626"/>
                  <a:pt x="558827" y="38729"/>
                </a:cubicBezTo>
                <a:cubicBezTo>
                  <a:pt x="561217" y="40833"/>
                  <a:pt x="562955" y="43176"/>
                  <a:pt x="564038" y="45758"/>
                </a:cubicBezTo>
                <a:cubicBezTo>
                  <a:pt x="565122" y="48340"/>
                  <a:pt x="565664" y="50906"/>
                  <a:pt x="565664" y="53456"/>
                </a:cubicBezTo>
                <a:moveTo>
                  <a:pt x="549503" y="54891"/>
                </a:moveTo>
                <a:cubicBezTo>
                  <a:pt x="549503" y="51639"/>
                  <a:pt x="548228" y="49010"/>
                  <a:pt x="545678" y="47001"/>
                </a:cubicBezTo>
                <a:cubicBezTo>
                  <a:pt x="543128" y="44993"/>
                  <a:pt x="539494" y="43989"/>
                  <a:pt x="534776" y="43989"/>
                </a:cubicBezTo>
                <a:cubicBezTo>
                  <a:pt x="530632" y="43989"/>
                  <a:pt x="526966" y="44706"/>
                  <a:pt x="523779" y="46141"/>
                </a:cubicBezTo>
                <a:cubicBezTo>
                  <a:pt x="520591" y="47575"/>
                  <a:pt x="517770" y="49504"/>
                  <a:pt x="515316" y="51926"/>
                </a:cubicBezTo>
                <a:cubicBezTo>
                  <a:pt x="512861" y="54349"/>
                  <a:pt x="510757" y="57170"/>
                  <a:pt x="509004" y="60389"/>
                </a:cubicBezTo>
                <a:cubicBezTo>
                  <a:pt x="507251" y="63609"/>
                  <a:pt x="505833" y="67004"/>
                  <a:pt x="504749" y="70574"/>
                </a:cubicBezTo>
                <a:lnTo>
                  <a:pt x="514503" y="70574"/>
                </a:lnTo>
                <a:cubicBezTo>
                  <a:pt x="521197" y="70574"/>
                  <a:pt x="526791" y="70159"/>
                  <a:pt x="531286" y="69331"/>
                </a:cubicBezTo>
                <a:cubicBezTo>
                  <a:pt x="535780" y="68502"/>
                  <a:pt x="539382" y="67370"/>
                  <a:pt x="542092" y="65936"/>
                </a:cubicBezTo>
                <a:cubicBezTo>
                  <a:pt x="544801" y="64501"/>
                  <a:pt x="546714" y="62828"/>
                  <a:pt x="547829" y="60915"/>
                </a:cubicBezTo>
                <a:cubicBezTo>
                  <a:pt x="548945" y="59003"/>
                  <a:pt x="549503" y="56994"/>
                  <a:pt x="549503" y="54891"/>
                </a:cubicBezTo>
                <a:close/>
                <a:moveTo>
                  <a:pt x="724004" y="3921"/>
                </a:moveTo>
                <a:cubicBezTo>
                  <a:pt x="724004" y="4303"/>
                  <a:pt x="723988" y="4829"/>
                  <a:pt x="723956" y="5499"/>
                </a:cubicBezTo>
                <a:cubicBezTo>
                  <a:pt x="723924" y="6168"/>
                  <a:pt x="723829" y="6885"/>
                  <a:pt x="723669" y="7650"/>
                </a:cubicBezTo>
                <a:cubicBezTo>
                  <a:pt x="723510" y="8415"/>
                  <a:pt x="723303" y="9228"/>
                  <a:pt x="723048" y="10089"/>
                </a:cubicBezTo>
                <a:cubicBezTo>
                  <a:pt x="722793" y="10949"/>
                  <a:pt x="722474" y="11699"/>
                  <a:pt x="722091" y="12336"/>
                </a:cubicBezTo>
                <a:cubicBezTo>
                  <a:pt x="721709" y="12974"/>
                  <a:pt x="721247" y="13500"/>
                  <a:pt x="720705" y="13914"/>
                </a:cubicBezTo>
                <a:cubicBezTo>
                  <a:pt x="720163" y="14328"/>
                  <a:pt x="719573" y="14535"/>
                  <a:pt x="718936" y="14535"/>
                </a:cubicBezTo>
                <a:lnTo>
                  <a:pt x="684127" y="14535"/>
                </a:lnTo>
                <a:lnTo>
                  <a:pt x="662611" y="121830"/>
                </a:lnTo>
                <a:cubicBezTo>
                  <a:pt x="662483" y="122340"/>
                  <a:pt x="662244" y="122787"/>
                  <a:pt x="661893" y="123169"/>
                </a:cubicBezTo>
                <a:cubicBezTo>
                  <a:pt x="661543" y="123552"/>
                  <a:pt x="661033" y="123855"/>
                  <a:pt x="660363" y="124078"/>
                </a:cubicBezTo>
                <a:cubicBezTo>
                  <a:pt x="659694" y="124301"/>
                  <a:pt x="658817" y="124492"/>
                  <a:pt x="657734" y="124652"/>
                </a:cubicBezTo>
                <a:cubicBezTo>
                  <a:pt x="656650" y="124811"/>
                  <a:pt x="655311" y="124891"/>
                  <a:pt x="653717" y="124891"/>
                </a:cubicBezTo>
                <a:cubicBezTo>
                  <a:pt x="652123" y="124891"/>
                  <a:pt x="650816" y="124811"/>
                  <a:pt x="649796" y="124652"/>
                </a:cubicBezTo>
                <a:cubicBezTo>
                  <a:pt x="648776" y="124492"/>
                  <a:pt x="647979" y="124301"/>
                  <a:pt x="647406" y="124078"/>
                </a:cubicBezTo>
                <a:cubicBezTo>
                  <a:pt x="646832" y="123855"/>
                  <a:pt x="646449" y="123552"/>
                  <a:pt x="646258" y="123169"/>
                </a:cubicBezTo>
                <a:cubicBezTo>
                  <a:pt x="646067" y="122787"/>
                  <a:pt x="646035" y="122340"/>
                  <a:pt x="646163" y="121830"/>
                </a:cubicBezTo>
                <a:lnTo>
                  <a:pt x="667583" y="14535"/>
                </a:lnTo>
                <a:lnTo>
                  <a:pt x="632966" y="14535"/>
                </a:lnTo>
                <a:cubicBezTo>
                  <a:pt x="632073" y="14535"/>
                  <a:pt x="631468" y="14249"/>
                  <a:pt x="631149" y="13675"/>
                </a:cubicBezTo>
                <a:cubicBezTo>
                  <a:pt x="630830" y="13101"/>
                  <a:pt x="630671" y="12304"/>
                  <a:pt x="630671" y="11284"/>
                </a:cubicBezTo>
                <a:cubicBezTo>
                  <a:pt x="630671" y="10838"/>
                  <a:pt x="630719" y="10280"/>
                  <a:pt x="630814" y="9611"/>
                </a:cubicBezTo>
                <a:cubicBezTo>
                  <a:pt x="630910" y="8941"/>
                  <a:pt x="631037" y="8192"/>
                  <a:pt x="631197" y="7363"/>
                </a:cubicBezTo>
                <a:cubicBezTo>
                  <a:pt x="631356" y="6535"/>
                  <a:pt x="631563" y="5738"/>
                  <a:pt x="631818" y="4973"/>
                </a:cubicBezTo>
                <a:cubicBezTo>
                  <a:pt x="632073" y="4208"/>
                  <a:pt x="632392" y="3490"/>
                  <a:pt x="632775" y="2821"/>
                </a:cubicBezTo>
                <a:cubicBezTo>
                  <a:pt x="633157" y="2152"/>
                  <a:pt x="633587" y="1610"/>
                  <a:pt x="634066" y="1195"/>
                </a:cubicBezTo>
                <a:cubicBezTo>
                  <a:pt x="634544" y="781"/>
                  <a:pt x="635101" y="574"/>
                  <a:pt x="635739" y="574"/>
                </a:cubicBezTo>
                <a:lnTo>
                  <a:pt x="721805" y="574"/>
                </a:lnTo>
                <a:cubicBezTo>
                  <a:pt x="722633" y="574"/>
                  <a:pt x="723207" y="877"/>
                  <a:pt x="723526" y="1482"/>
                </a:cubicBezTo>
                <a:cubicBezTo>
                  <a:pt x="723845" y="2088"/>
                  <a:pt x="724004" y="2901"/>
                  <a:pt x="724004" y="3921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ax">
            <a:extLst xmlns:a="http://schemas.openxmlformats.org/drawingml/2006/main">
              <a:ext uri="{FF2B5EF4-FFF2-40B4-BE49-F238E27FC236}">
                <a16:creationId xmlns:a16="http://schemas.microsoft.com/office/drawing/2014/main" id="{0D65979A-ECB8-4A30-8195-B0E4496B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541" y="995141"/>
            <a:ext cx="181623" cy="94672"/>
          </a:xfrm>
          <a:custGeom xmlns:a="http://schemas.openxmlformats.org/drawingml/2006/main">
            <a:pathLst>
              <a:path w="181623" h="94672">
                <a:moveTo>
                  <a:pt x="69904" y="90369"/>
                </a:moveTo>
                <a:cubicBezTo>
                  <a:pt x="69649" y="91453"/>
                  <a:pt x="68948" y="92218"/>
                  <a:pt x="67800" y="92664"/>
                </a:cubicBezTo>
                <a:cubicBezTo>
                  <a:pt x="66653" y="93110"/>
                  <a:pt x="64740" y="93333"/>
                  <a:pt x="62063" y="93333"/>
                </a:cubicBezTo>
                <a:cubicBezTo>
                  <a:pt x="60788" y="93333"/>
                  <a:pt x="59736" y="93269"/>
                  <a:pt x="58907" y="93142"/>
                </a:cubicBezTo>
                <a:cubicBezTo>
                  <a:pt x="58078" y="93014"/>
                  <a:pt x="57409" y="92839"/>
                  <a:pt x="56899" y="92616"/>
                </a:cubicBezTo>
                <a:cubicBezTo>
                  <a:pt x="56389" y="92393"/>
                  <a:pt x="56038" y="92106"/>
                  <a:pt x="55847" y="91755"/>
                </a:cubicBezTo>
                <a:cubicBezTo>
                  <a:pt x="55656" y="91405"/>
                  <a:pt x="55656" y="90943"/>
                  <a:pt x="55847" y="90369"/>
                </a:cubicBezTo>
                <a:lnTo>
                  <a:pt x="59003" y="74112"/>
                </a:lnTo>
                <a:cubicBezTo>
                  <a:pt x="58174" y="76162"/>
                  <a:pt x="56676" y="78404"/>
                  <a:pt x="54508" y="80839"/>
                </a:cubicBezTo>
                <a:cubicBezTo>
                  <a:pt x="52341" y="83271"/>
                  <a:pt x="49775" y="85513"/>
                  <a:pt x="46810" y="87563"/>
                </a:cubicBezTo>
                <a:cubicBezTo>
                  <a:pt x="43846" y="89613"/>
                  <a:pt x="40546" y="91310"/>
                  <a:pt x="36913" y="92655"/>
                </a:cubicBezTo>
                <a:cubicBezTo>
                  <a:pt x="33279" y="94000"/>
                  <a:pt x="29581" y="94672"/>
                  <a:pt x="25820" y="94672"/>
                </a:cubicBezTo>
                <a:cubicBezTo>
                  <a:pt x="20719" y="94672"/>
                  <a:pt x="16496" y="93779"/>
                  <a:pt x="13149" y="91991"/>
                </a:cubicBezTo>
                <a:cubicBezTo>
                  <a:pt x="9802" y="90204"/>
                  <a:pt x="7140" y="87844"/>
                  <a:pt x="5164" y="84909"/>
                </a:cubicBezTo>
                <a:cubicBezTo>
                  <a:pt x="3188" y="81972"/>
                  <a:pt x="1833" y="78653"/>
                  <a:pt x="1100" y="74952"/>
                </a:cubicBezTo>
                <a:cubicBezTo>
                  <a:pt x="367" y="71250"/>
                  <a:pt x="0" y="67453"/>
                  <a:pt x="0" y="63560"/>
                </a:cubicBezTo>
                <a:cubicBezTo>
                  <a:pt x="0" y="59988"/>
                  <a:pt x="335" y="55937"/>
                  <a:pt x="1004" y="51406"/>
                </a:cubicBezTo>
                <a:cubicBezTo>
                  <a:pt x="1673" y="46874"/>
                  <a:pt x="2757" y="42247"/>
                  <a:pt x="4255" y="37525"/>
                </a:cubicBezTo>
                <a:cubicBezTo>
                  <a:pt x="5754" y="32802"/>
                  <a:pt x="7698" y="28206"/>
                  <a:pt x="10089" y="23740"/>
                </a:cubicBezTo>
                <a:cubicBezTo>
                  <a:pt x="12479" y="19273"/>
                  <a:pt x="15364" y="15269"/>
                  <a:pt x="18743" y="11726"/>
                </a:cubicBezTo>
                <a:cubicBezTo>
                  <a:pt x="22122" y="8184"/>
                  <a:pt x="26043" y="5344"/>
                  <a:pt x="30505" y="3207"/>
                </a:cubicBezTo>
                <a:cubicBezTo>
                  <a:pt x="34968" y="1069"/>
                  <a:pt x="40036" y="0"/>
                  <a:pt x="45710" y="0"/>
                </a:cubicBezTo>
                <a:cubicBezTo>
                  <a:pt x="51384" y="0"/>
                  <a:pt x="56245" y="1148"/>
                  <a:pt x="60294" y="3443"/>
                </a:cubicBezTo>
                <a:cubicBezTo>
                  <a:pt x="64342" y="5738"/>
                  <a:pt x="67960" y="8893"/>
                  <a:pt x="71147" y="12910"/>
                </a:cubicBezTo>
                <a:lnTo>
                  <a:pt x="72964" y="4208"/>
                </a:lnTo>
                <a:cubicBezTo>
                  <a:pt x="73219" y="3188"/>
                  <a:pt x="73953" y="2454"/>
                  <a:pt x="75164" y="2008"/>
                </a:cubicBezTo>
                <a:cubicBezTo>
                  <a:pt x="76375" y="1562"/>
                  <a:pt x="78256" y="1339"/>
                  <a:pt x="80806" y="1339"/>
                </a:cubicBezTo>
                <a:cubicBezTo>
                  <a:pt x="82081" y="1339"/>
                  <a:pt x="83149" y="1387"/>
                  <a:pt x="84009" y="1482"/>
                </a:cubicBezTo>
                <a:cubicBezTo>
                  <a:pt x="84870" y="1578"/>
                  <a:pt x="85555" y="1753"/>
                  <a:pt x="86065" y="2008"/>
                </a:cubicBezTo>
                <a:cubicBezTo>
                  <a:pt x="86576" y="2263"/>
                  <a:pt x="86894" y="2582"/>
                  <a:pt x="87022" y="2964"/>
                </a:cubicBezTo>
                <a:cubicBezTo>
                  <a:pt x="87149" y="3347"/>
                  <a:pt x="87181" y="3761"/>
                  <a:pt x="87117" y="4208"/>
                </a:cubicBezTo>
                <a:lnTo>
                  <a:pt x="69904" y="90369"/>
                </a:lnTo>
                <a:moveTo>
                  <a:pt x="66940" y="26776"/>
                </a:moveTo>
                <a:cubicBezTo>
                  <a:pt x="63943" y="22377"/>
                  <a:pt x="60708" y="19078"/>
                  <a:pt x="57234" y="16878"/>
                </a:cubicBezTo>
                <a:cubicBezTo>
                  <a:pt x="53759" y="14679"/>
                  <a:pt x="49854" y="13579"/>
                  <a:pt x="45519" y="13579"/>
                </a:cubicBezTo>
                <a:cubicBezTo>
                  <a:pt x="42076" y="13579"/>
                  <a:pt x="38969" y="14393"/>
                  <a:pt x="36195" y="16021"/>
                </a:cubicBezTo>
                <a:cubicBezTo>
                  <a:pt x="33422" y="17648"/>
                  <a:pt x="30968" y="19803"/>
                  <a:pt x="28832" y="22485"/>
                </a:cubicBezTo>
                <a:cubicBezTo>
                  <a:pt x="26696" y="25166"/>
                  <a:pt x="24847" y="28215"/>
                  <a:pt x="23285" y="31632"/>
                </a:cubicBezTo>
                <a:cubicBezTo>
                  <a:pt x="21724" y="35047"/>
                  <a:pt x="20449" y="38574"/>
                  <a:pt x="19460" y="42214"/>
                </a:cubicBezTo>
                <a:cubicBezTo>
                  <a:pt x="18472" y="45852"/>
                  <a:pt x="17739" y="49427"/>
                  <a:pt x="17261" y="52939"/>
                </a:cubicBezTo>
                <a:cubicBezTo>
                  <a:pt x="16783" y="56450"/>
                  <a:pt x="16544" y="59609"/>
                  <a:pt x="16544" y="62418"/>
                </a:cubicBezTo>
                <a:cubicBezTo>
                  <a:pt x="16544" y="64654"/>
                  <a:pt x="16719" y="66873"/>
                  <a:pt x="17070" y="69077"/>
                </a:cubicBezTo>
                <a:cubicBezTo>
                  <a:pt x="17420" y="71278"/>
                  <a:pt x="18090" y="73288"/>
                  <a:pt x="19078" y="75107"/>
                </a:cubicBezTo>
                <a:cubicBezTo>
                  <a:pt x="20066" y="76926"/>
                  <a:pt x="21421" y="78394"/>
                  <a:pt x="23142" y="79512"/>
                </a:cubicBezTo>
                <a:cubicBezTo>
                  <a:pt x="24863" y="80630"/>
                  <a:pt x="27095" y="81188"/>
                  <a:pt x="29836" y="81188"/>
                </a:cubicBezTo>
                <a:cubicBezTo>
                  <a:pt x="33342" y="81188"/>
                  <a:pt x="36865" y="80214"/>
                  <a:pt x="40403" y="78266"/>
                </a:cubicBezTo>
                <a:cubicBezTo>
                  <a:pt x="43941" y="76315"/>
                  <a:pt x="47240" y="73615"/>
                  <a:pt x="50300" y="70164"/>
                </a:cubicBezTo>
                <a:cubicBezTo>
                  <a:pt x="53361" y="66714"/>
                  <a:pt x="56070" y="62655"/>
                  <a:pt x="58429" y="57990"/>
                </a:cubicBezTo>
                <a:cubicBezTo>
                  <a:pt x="60788" y="53324"/>
                  <a:pt x="62541" y="48179"/>
                  <a:pt x="63688" y="42555"/>
                </a:cubicBezTo>
                <a:lnTo>
                  <a:pt x="66940" y="26776"/>
                </a:lnTo>
                <a:close/>
                <a:moveTo>
                  <a:pt x="146575" y="46475"/>
                </a:moveTo>
                <a:lnTo>
                  <a:pt x="165318" y="88552"/>
                </a:lnTo>
                <a:cubicBezTo>
                  <a:pt x="165701" y="89444"/>
                  <a:pt x="165844" y="90193"/>
                  <a:pt x="165749" y="90799"/>
                </a:cubicBezTo>
                <a:cubicBezTo>
                  <a:pt x="165653" y="91405"/>
                  <a:pt x="165255" y="91899"/>
                  <a:pt x="164553" y="92281"/>
                </a:cubicBezTo>
                <a:cubicBezTo>
                  <a:pt x="163852" y="92664"/>
                  <a:pt x="162880" y="92935"/>
                  <a:pt x="161637" y="93094"/>
                </a:cubicBezTo>
                <a:cubicBezTo>
                  <a:pt x="160394" y="93254"/>
                  <a:pt x="158784" y="93333"/>
                  <a:pt x="156808" y="93333"/>
                </a:cubicBezTo>
                <a:cubicBezTo>
                  <a:pt x="155022" y="93333"/>
                  <a:pt x="153620" y="93285"/>
                  <a:pt x="152600" y="93190"/>
                </a:cubicBezTo>
                <a:cubicBezTo>
                  <a:pt x="151580" y="93094"/>
                  <a:pt x="150783" y="92935"/>
                  <a:pt x="150209" y="92712"/>
                </a:cubicBezTo>
                <a:cubicBezTo>
                  <a:pt x="149635" y="92489"/>
                  <a:pt x="149253" y="92202"/>
                  <a:pt x="149062" y="91851"/>
                </a:cubicBezTo>
                <a:cubicBezTo>
                  <a:pt x="148870" y="91500"/>
                  <a:pt x="148679" y="91102"/>
                  <a:pt x="148488" y="90656"/>
                </a:cubicBezTo>
                <a:lnTo>
                  <a:pt x="134144" y="56708"/>
                </a:lnTo>
                <a:lnTo>
                  <a:pt x="107081" y="90656"/>
                </a:lnTo>
                <a:cubicBezTo>
                  <a:pt x="106698" y="91102"/>
                  <a:pt x="106300" y="91500"/>
                  <a:pt x="105885" y="91851"/>
                </a:cubicBezTo>
                <a:cubicBezTo>
                  <a:pt x="105471" y="92202"/>
                  <a:pt x="104881" y="92473"/>
                  <a:pt x="104116" y="92664"/>
                </a:cubicBezTo>
                <a:cubicBezTo>
                  <a:pt x="103351" y="92855"/>
                  <a:pt x="102379" y="93014"/>
                  <a:pt x="101200" y="93142"/>
                </a:cubicBezTo>
                <a:cubicBezTo>
                  <a:pt x="100020" y="93269"/>
                  <a:pt x="98474" y="93333"/>
                  <a:pt x="96562" y="93333"/>
                </a:cubicBezTo>
                <a:cubicBezTo>
                  <a:pt x="94713" y="93333"/>
                  <a:pt x="93215" y="93254"/>
                  <a:pt x="92067" y="93094"/>
                </a:cubicBezTo>
                <a:cubicBezTo>
                  <a:pt x="90920" y="92935"/>
                  <a:pt x="90075" y="92664"/>
                  <a:pt x="89533" y="92281"/>
                </a:cubicBezTo>
                <a:cubicBezTo>
                  <a:pt x="88991" y="91899"/>
                  <a:pt x="88768" y="91421"/>
                  <a:pt x="88864" y="90847"/>
                </a:cubicBezTo>
                <a:cubicBezTo>
                  <a:pt x="88959" y="90273"/>
                  <a:pt x="89326" y="89540"/>
                  <a:pt x="89963" y="88647"/>
                </a:cubicBezTo>
                <a:lnTo>
                  <a:pt x="125728" y="46188"/>
                </a:lnTo>
                <a:lnTo>
                  <a:pt x="108037" y="6025"/>
                </a:lnTo>
                <a:cubicBezTo>
                  <a:pt x="107655" y="5132"/>
                  <a:pt x="107495" y="4383"/>
                  <a:pt x="107559" y="3777"/>
                </a:cubicBezTo>
                <a:cubicBezTo>
                  <a:pt x="107623" y="3172"/>
                  <a:pt x="107957" y="2678"/>
                  <a:pt x="108563" y="2295"/>
                </a:cubicBezTo>
                <a:cubicBezTo>
                  <a:pt x="109169" y="1913"/>
                  <a:pt x="110077" y="1658"/>
                  <a:pt x="111288" y="1530"/>
                </a:cubicBezTo>
                <a:cubicBezTo>
                  <a:pt x="112500" y="1403"/>
                  <a:pt x="114094" y="1339"/>
                  <a:pt x="116070" y="1339"/>
                </a:cubicBezTo>
                <a:cubicBezTo>
                  <a:pt x="117855" y="1339"/>
                  <a:pt x="119257" y="1387"/>
                  <a:pt x="120277" y="1482"/>
                </a:cubicBezTo>
                <a:cubicBezTo>
                  <a:pt x="121298" y="1578"/>
                  <a:pt x="122078" y="1721"/>
                  <a:pt x="122620" y="1913"/>
                </a:cubicBezTo>
                <a:cubicBezTo>
                  <a:pt x="123162" y="2104"/>
                  <a:pt x="123545" y="2359"/>
                  <a:pt x="123768" y="2678"/>
                </a:cubicBezTo>
                <a:cubicBezTo>
                  <a:pt x="123991" y="2996"/>
                  <a:pt x="124198" y="3379"/>
                  <a:pt x="124390" y="3825"/>
                </a:cubicBezTo>
                <a:lnTo>
                  <a:pt x="138064" y="35956"/>
                </a:lnTo>
                <a:lnTo>
                  <a:pt x="163884" y="3825"/>
                </a:lnTo>
                <a:cubicBezTo>
                  <a:pt x="164267" y="3443"/>
                  <a:pt x="164649" y="3092"/>
                  <a:pt x="165032" y="2773"/>
                </a:cubicBezTo>
                <a:cubicBezTo>
                  <a:pt x="165414" y="2454"/>
                  <a:pt x="165956" y="2184"/>
                  <a:pt x="166657" y="1960"/>
                </a:cubicBezTo>
                <a:cubicBezTo>
                  <a:pt x="167359" y="1737"/>
                  <a:pt x="168235" y="1578"/>
                  <a:pt x="169287" y="1482"/>
                </a:cubicBezTo>
                <a:cubicBezTo>
                  <a:pt x="170339" y="1387"/>
                  <a:pt x="171726" y="1339"/>
                  <a:pt x="173447" y="1339"/>
                </a:cubicBezTo>
                <a:cubicBezTo>
                  <a:pt x="175359" y="1339"/>
                  <a:pt x="176921" y="1403"/>
                  <a:pt x="178133" y="1530"/>
                </a:cubicBezTo>
                <a:cubicBezTo>
                  <a:pt x="179344" y="1658"/>
                  <a:pt x="180236" y="1881"/>
                  <a:pt x="180810" y="2199"/>
                </a:cubicBezTo>
                <a:cubicBezTo>
                  <a:pt x="181384" y="2518"/>
                  <a:pt x="181623" y="2980"/>
                  <a:pt x="181527" y="3586"/>
                </a:cubicBezTo>
                <a:cubicBezTo>
                  <a:pt x="181432" y="4192"/>
                  <a:pt x="180970" y="4941"/>
                  <a:pt x="180141" y="5833"/>
                </a:cubicBezTo>
                <a:lnTo>
                  <a:pt x="146575" y="46475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Redistribution">
            <a:extLst xmlns:a="http://schemas.openxmlformats.org/drawingml/2006/main">
              <a:ext uri="{FF2B5EF4-FFF2-40B4-BE49-F238E27FC236}">
                <a16:creationId xmlns:a16="http://schemas.microsoft.com/office/drawing/2014/main" id="{C7A544FE-0793-4A9C-933D-386CCE0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731" y="1348247"/>
            <a:ext cx="1089452" cy="135218"/>
          </a:xfrm>
          <a:custGeom xmlns:a="http://schemas.openxmlformats.org/drawingml/2006/main">
            <a:pathLst>
              <a:path w="1089452" h="135218">
                <a:moveTo>
                  <a:pt x="93652" y="35439"/>
                </a:moveTo>
                <a:cubicBezTo>
                  <a:pt x="93652" y="39832"/>
                  <a:pt x="93030" y="44002"/>
                  <a:pt x="91787" y="47949"/>
                </a:cubicBezTo>
                <a:cubicBezTo>
                  <a:pt x="90544" y="51895"/>
                  <a:pt x="88663" y="55524"/>
                  <a:pt x="86145" y="58835"/>
                </a:cubicBezTo>
                <a:cubicBezTo>
                  <a:pt x="83627" y="62144"/>
                  <a:pt x="80471" y="65088"/>
                  <a:pt x="76678" y="67666"/>
                </a:cubicBezTo>
                <a:cubicBezTo>
                  <a:pt x="72885" y="70244"/>
                  <a:pt x="68470" y="72329"/>
                  <a:pt x="63433" y="73921"/>
                </a:cubicBezTo>
                <a:cubicBezTo>
                  <a:pt x="66812" y="75134"/>
                  <a:pt x="69554" y="77688"/>
                  <a:pt x="71657" y="81583"/>
                </a:cubicBezTo>
                <a:cubicBezTo>
                  <a:pt x="73761" y="85476"/>
                  <a:pt x="75387" y="90615"/>
                  <a:pt x="76535" y="97000"/>
                </a:cubicBezTo>
                <a:lnTo>
                  <a:pt x="81603" y="124398"/>
                </a:lnTo>
                <a:cubicBezTo>
                  <a:pt x="81794" y="125611"/>
                  <a:pt x="81969" y="126744"/>
                  <a:pt x="82129" y="127798"/>
                </a:cubicBezTo>
                <a:cubicBezTo>
                  <a:pt x="82288" y="128850"/>
                  <a:pt x="82368" y="129792"/>
                  <a:pt x="82368" y="130622"/>
                </a:cubicBezTo>
                <a:cubicBezTo>
                  <a:pt x="82368" y="131198"/>
                  <a:pt x="82208" y="131693"/>
                  <a:pt x="81890" y="132108"/>
                </a:cubicBezTo>
                <a:cubicBezTo>
                  <a:pt x="81571" y="132522"/>
                  <a:pt x="81061" y="132858"/>
                  <a:pt x="80360" y="133115"/>
                </a:cubicBezTo>
                <a:cubicBezTo>
                  <a:pt x="79658" y="133370"/>
                  <a:pt x="78686" y="133561"/>
                  <a:pt x="77443" y="133688"/>
                </a:cubicBezTo>
                <a:cubicBezTo>
                  <a:pt x="76200" y="133816"/>
                  <a:pt x="74686" y="133880"/>
                  <a:pt x="72901" y="133880"/>
                </a:cubicBezTo>
                <a:cubicBezTo>
                  <a:pt x="71243" y="133880"/>
                  <a:pt x="69904" y="133816"/>
                  <a:pt x="68884" y="133688"/>
                </a:cubicBezTo>
                <a:cubicBezTo>
                  <a:pt x="67864" y="133561"/>
                  <a:pt x="67083" y="133338"/>
                  <a:pt x="66541" y="133019"/>
                </a:cubicBezTo>
                <a:cubicBezTo>
                  <a:pt x="65999" y="132698"/>
                  <a:pt x="65617" y="132299"/>
                  <a:pt x="65394" y="131821"/>
                </a:cubicBezTo>
                <a:cubicBezTo>
                  <a:pt x="65171" y="131343"/>
                  <a:pt x="64995" y="130688"/>
                  <a:pt x="64868" y="129857"/>
                </a:cubicBezTo>
                <a:lnTo>
                  <a:pt x="59991" y="100735"/>
                </a:lnTo>
                <a:cubicBezTo>
                  <a:pt x="59481" y="97351"/>
                  <a:pt x="58764" y="94286"/>
                  <a:pt x="57839" y="91540"/>
                </a:cubicBezTo>
                <a:cubicBezTo>
                  <a:pt x="56915" y="88793"/>
                  <a:pt x="55624" y="86414"/>
                  <a:pt x="53966" y="84404"/>
                </a:cubicBezTo>
                <a:cubicBezTo>
                  <a:pt x="52309" y="82392"/>
                  <a:pt x="50189" y="80827"/>
                  <a:pt x="47607" y="79709"/>
                </a:cubicBezTo>
                <a:cubicBezTo>
                  <a:pt x="45025" y="78592"/>
                  <a:pt x="41885" y="78033"/>
                  <a:pt x="38188" y="78033"/>
                </a:cubicBezTo>
                <a:lnTo>
                  <a:pt x="27190" y="78033"/>
                </a:lnTo>
                <a:lnTo>
                  <a:pt x="16576" y="130909"/>
                </a:lnTo>
                <a:cubicBezTo>
                  <a:pt x="16448" y="131355"/>
                  <a:pt x="16225" y="131771"/>
                  <a:pt x="15906" y="132155"/>
                </a:cubicBezTo>
                <a:cubicBezTo>
                  <a:pt x="15587" y="132538"/>
                  <a:pt x="15077" y="132842"/>
                  <a:pt x="14376" y="133067"/>
                </a:cubicBezTo>
                <a:cubicBezTo>
                  <a:pt x="13675" y="133290"/>
                  <a:pt x="12782" y="133481"/>
                  <a:pt x="11699" y="133641"/>
                </a:cubicBezTo>
                <a:cubicBezTo>
                  <a:pt x="10615" y="133800"/>
                  <a:pt x="9276" y="133880"/>
                  <a:pt x="7682" y="133880"/>
                </a:cubicBezTo>
                <a:cubicBezTo>
                  <a:pt x="6216" y="133880"/>
                  <a:pt x="4957" y="133816"/>
                  <a:pt x="3905" y="133688"/>
                </a:cubicBezTo>
                <a:cubicBezTo>
                  <a:pt x="2853" y="133561"/>
                  <a:pt x="2040" y="133386"/>
                  <a:pt x="1466" y="133162"/>
                </a:cubicBezTo>
                <a:cubicBezTo>
                  <a:pt x="893" y="132937"/>
                  <a:pt x="494" y="132633"/>
                  <a:pt x="271" y="132251"/>
                </a:cubicBezTo>
                <a:cubicBezTo>
                  <a:pt x="48" y="131868"/>
                  <a:pt x="0" y="131421"/>
                  <a:pt x="128" y="130909"/>
                </a:cubicBezTo>
                <a:lnTo>
                  <a:pt x="23078" y="16248"/>
                </a:lnTo>
                <a:cubicBezTo>
                  <a:pt x="23588" y="13766"/>
                  <a:pt x="24608" y="12031"/>
                  <a:pt x="26138" y="11045"/>
                </a:cubicBezTo>
                <a:cubicBezTo>
                  <a:pt x="27668" y="10057"/>
                  <a:pt x="29358" y="9563"/>
                  <a:pt x="31207" y="9563"/>
                </a:cubicBezTo>
                <a:lnTo>
                  <a:pt x="58078" y="9563"/>
                </a:lnTo>
                <a:cubicBezTo>
                  <a:pt x="63943" y="9563"/>
                  <a:pt x="69091" y="10136"/>
                  <a:pt x="73522" y="11281"/>
                </a:cubicBezTo>
                <a:cubicBezTo>
                  <a:pt x="77953" y="12427"/>
                  <a:pt x="81667" y="14098"/>
                  <a:pt x="84663" y="16296"/>
                </a:cubicBezTo>
                <a:cubicBezTo>
                  <a:pt x="87659" y="18491"/>
                  <a:pt x="89907" y="21197"/>
                  <a:pt x="91405" y="24412"/>
                </a:cubicBezTo>
                <a:cubicBezTo>
                  <a:pt x="92903" y="27626"/>
                  <a:pt x="93652" y="31301"/>
                  <a:pt x="93652" y="35439"/>
                </a:cubicBezTo>
                <a:moveTo>
                  <a:pt x="75865" y="38027"/>
                </a:moveTo>
                <a:cubicBezTo>
                  <a:pt x="75865" y="35864"/>
                  <a:pt x="75483" y="33859"/>
                  <a:pt x="74718" y="32015"/>
                </a:cubicBezTo>
                <a:cubicBezTo>
                  <a:pt x="73953" y="30170"/>
                  <a:pt x="72757" y="28580"/>
                  <a:pt x="71132" y="27245"/>
                </a:cubicBezTo>
                <a:cubicBezTo>
                  <a:pt x="69506" y="25908"/>
                  <a:pt x="67370" y="24890"/>
                  <a:pt x="64724" y="24191"/>
                </a:cubicBezTo>
                <a:cubicBezTo>
                  <a:pt x="62079" y="23492"/>
                  <a:pt x="58939" y="23142"/>
                  <a:pt x="55305" y="23142"/>
                </a:cubicBezTo>
                <a:lnTo>
                  <a:pt x="38188" y="23142"/>
                </a:lnTo>
                <a:lnTo>
                  <a:pt x="29772" y="64740"/>
                </a:lnTo>
                <a:lnTo>
                  <a:pt x="44308" y="64740"/>
                </a:lnTo>
                <a:cubicBezTo>
                  <a:pt x="49982" y="64740"/>
                  <a:pt x="54811" y="63977"/>
                  <a:pt x="58795" y="62451"/>
                </a:cubicBezTo>
                <a:cubicBezTo>
                  <a:pt x="62780" y="60925"/>
                  <a:pt x="66031" y="58906"/>
                  <a:pt x="68550" y="56394"/>
                </a:cubicBezTo>
                <a:cubicBezTo>
                  <a:pt x="71068" y="53880"/>
                  <a:pt x="72917" y="51033"/>
                  <a:pt x="74096" y="47853"/>
                </a:cubicBezTo>
                <a:cubicBezTo>
                  <a:pt x="75275" y="44673"/>
                  <a:pt x="75865" y="41398"/>
                  <a:pt x="75865" y="38027"/>
                </a:cubicBezTo>
                <a:close/>
                <a:moveTo>
                  <a:pt x="184232" y="62445"/>
                </a:moveTo>
                <a:cubicBezTo>
                  <a:pt x="184232" y="66844"/>
                  <a:pt x="183212" y="70797"/>
                  <a:pt x="181172" y="74303"/>
                </a:cubicBezTo>
                <a:cubicBezTo>
                  <a:pt x="179132" y="77810"/>
                  <a:pt x="175944" y="80806"/>
                  <a:pt x="171609" y="83292"/>
                </a:cubicBezTo>
                <a:cubicBezTo>
                  <a:pt x="167274" y="85779"/>
                  <a:pt x="161728" y="87691"/>
                  <a:pt x="154970" y="89030"/>
                </a:cubicBezTo>
                <a:cubicBezTo>
                  <a:pt x="148212" y="90369"/>
                  <a:pt x="140116" y="91038"/>
                  <a:pt x="130680" y="91038"/>
                </a:cubicBezTo>
                <a:lnTo>
                  <a:pt x="120544" y="91038"/>
                </a:lnTo>
                <a:cubicBezTo>
                  <a:pt x="120097" y="93148"/>
                  <a:pt x="119795" y="95194"/>
                  <a:pt x="119635" y="97176"/>
                </a:cubicBezTo>
                <a:cubicBezTo>
                  <a:pt x="119476" y="99159"/>
                  <a:pt x="119396" y="101013"/>
                  <a:pt x="119396" y="102741"/>
                </a:cubicBezTo>
                <a:cubicBezTo>
                  <a:pt x="119396" y="109136"/>
                  <a:pt x="120974" y="114028"/>
                  <a:pt x="124130" y="117417"/>
                </a:cubicBezTo>
                <a:cubicBezTo>
                  <a:pt x="127285" y="120805"/>
                  <a:pt x="132402" y="122500"/>
                  <a:pt x="139478" y="122500"/>
                </a:cubicBezTo>
                <a:cubicBezTo>
                  <a:pt x="143558" y="122500"/>
                  <a:pt x="147224" y="122192"/>
                  <a:pt x="150475" y="121576"/>
                </a:cubicBezTo>
                <a:cubicBezTo>
                  <a:pt x="153727" y="120961"/>
                  <a:pt x="156548" y="120296"/>
                  <a:pt x="158938" y="119583"/>
                </a:cubicBezTo>
                <a:cubicBezTo>
                  <a:pt x="161329" y="118870"/>
                  <a:pt x="163289" y="118206"/>
                  <a:pt x="164820" y="117590"/>
                </a:cubicBezTo>
                <a:cubicBezTo>
                  <a:pt x="166350" y="116974"/>
                  <a:pt x="167402" y="116667"/>
                  <a:pt x="167975" y="116667"/>
                </a:cubicBezTo>
                <a:cubicBezTo>
                  <a:pt x="168549" y="116667"/>
                  <a:pt x="168979" y="116875"/>
                  <a:pt x="169266" y="117291"/>
                </a:cubicBezTo>
                <a:cubicBezTo>
                  <a:pt x="169553" y="117708"/>
                  <a:pt x="169697" y="118300"/>
                  <a:pt x="169697" y="119069"/>
                </a:cubicBezTo>
                <a:cubicBezTo>
                  <a:pt x="169697" y="119711"/>
                  <a:pt x="169633" y="120480"/>
                  <a:pt x="169505" y="121376"/>
                </a:cubicBezTo>
                <a:cubicBezTo>
                  <a:pt x="169378" y="122273"/>
                  <a:pt x="169187" y="123186"/>
                  <a:pt x="168932" y="124117"/>
                </a:cubicBezTo>
                <a:cubicBezTo>
                  <a:pt x="168677" y="125045"/>
                  <a:pt x="168342" y="125927"/>
                  <a:pt x="167927" y="126761"/>
                </a:cubicBezTo>
                <a:cubicBezTo>
                  <a:pt x="167513" y="127594"/>
                  <a:pt x="167051" y="128298"/>
                  <a:pt x="166541" y="128874"/>
                </a:cubicBezTo>
                <a:cubicBezTo>
                  <a:pt x="165776" y="129643"/>
                  <a:pt x="164421" y="130396"/>
                  <a:pt x="162477" y="131133"/>
                </a:cubicBezTo>
                <a:cubicBezTo>
                  <a:pt x="160532" y="131870"/>
                  <a:pt x="158221" y="132544"/>
                  <a:pt x="155544" y="133153"/>
                </a:cubicBezTo>
                <a:cubicBezTo>
                  <a:pt x="152866" y="133761"/>
                  <a:pt x="149933" y="134257"/>
                  <a:pt x="146746" y="134642"/>
                </a:cubicBezTo>
                <a:cubicBezTo>
                  <a:pt x="143558" y="135026"/>
                  <a:pt x="140371" y="135218"/>
                  <a:pt x="137183" y="135218"/>
                </a:cubicBezTo>
                <a:cubicBezTo>
                  <a:pt x="131509" y="135218"/>
                  <a:pt x="126536" y="134581"/>
                  <a:pt x="122265" y="133306"/>
                </a:cubicBezTo>
                <a:cubicBezTo>
                  <a:pt x="117994" y="132029"/>
                  <a:pt x="114439" y="130066"/>
                  <a:pt x="111602" y="127419"/>
                </a:cubicBezTo>
                <a:cubicBezTo>
                  <a:pt x="108765" y="124769"/>
                  <a:pt x="106646" y="121466"/>
                  <a:pt x="105243" y="117509"/>
                </a:cubicBezTo>
                <a:cubicBezTo>
                  <a:pt x="103841" y="113553"/>
                  <a:pt x="103139" y="108894"/>
                  <a:pt x="103139" y="103533"/>
                </a:cubicBezTo>
                <a:cubicBezTo>
                  <a:pt x="103139" y="99385"/>
                  <a:pt x="103538" y="94934"/>
                  <a:pt x="104335" y="90180"/>
                </a:cubicBezTo>
                <a:cubicBezTo>
                  <a:pt x="105132" y="85425"/>
                  <a:pt x="106391" y="80718"/>
                  <a:pt x="108112" y="76060"/>
                </a:cubicBezTo>
                <a:cubicBezTo>
                  <a:pt x="109833" y="71402"/>
                  <a:pt x="112065" y="66936"/>
                  <a:pt x="114806" y="62660"/>
                </a:cubicBezTo>
                <a:cubicBezTo>
                  <a:pt x="117547" y="58383"/>
                  <a:pt x="120815" y="54618"/>
                  <a:pt x="124608" y="51364"/>
                </a:cubicBezTo>
                <a:cubicBezTo>
                  <a:pt x="128401" y="48109"/>
                  <a:pt x="132784" y="45492"/>
                  <a:pt x="137757" y="43514"/>
                </a:cubicBezTo>
                <a:cubicBezTo>
                  <a:pt x="142729" y="41536"/>
                  <a:pt x="148340" y="40546"/>
                  <a:pt x="154587" y="40546"/>
                </a:cubicBezTo>
                <a:cubicBezTo>
                  <a:pt x="159943" y="40546"/>
                  <a:pt x="164485" y="41216"/>
                  <a:pt x="168214" y="42555"/>
                </a:cubicBezTo>
                <a:cubicBezTo>
                  <a:pt x="171944" y="43893"/>
                  <a:pt x="175004" y="45615"/>
                  <a:pt x="177395" y="47719"/>
                </a:cubicBezTo>
                <a:cubicBezTo>
                  <a:pt x="179785" y="49822"/>
                  <a:pt x="181523" y="52165"/>
                  <a:pt x="182606" y="54747"/>
                </a:cubicBezTo>
                <a:cubicBezTo>
                  <a:pt x="183690" y="57329"/>
                  <a:pt x="184232" y="59895"/>
                  <a:pt x="184232" y="62445"/>
                </a:cubicBezTo>
                <a:moveTo>
                  <a:pt x="168071" y="63880"/>
                </a:moveTo>
                <a:cubicBezTo>
                  <a:pt x="168071" y="60628"/>
                  <a:pt x="166796" y="57999"/>
                  <a:pt x="164246" y="55990"/>
                </a:cubicBezTo>
                <a:cubicBezTo>
                  <a:pt x="161696" y="53982"/>
                  <a:pt x="158062" y="52978"/>
                  <a:pt x="153344" y="52978"/>
                </a:cubicBezTo>
                <a:cubicBezTo>
                  <a:pt x="149200" y="52978"/>
                  <a:pt x="145534" y="53695"/>
                  <a:pt x="142347" y="55130"/>
                </a:cubicBezTo>
                <a:cubicBezTo>
                  <a:pt x="139159" y="56564"/>
                  <a:pt x="136338" y="58493"/>
                  <a:pt x="133884" y="60915"/>
                </a:cubicBezTo>
                <a:cubicBezTo>
                  <a:pt x="131429" y="63338"/>
                  <a:pt x="129326" y="66159"/>
                  <a:pt x="127572" y="69378"/>
                </a:cubicBezTo>
                <a:cubicBezTo>
                  <a:pt x="125819" y="72598"/>
                  <a:pt x="124401" y="75993"/>
                  <a:pt x="123317" y="79563"/>
                </a:cubicBezTo>
                <a:lnTo>
                  <a:pt x="133071" y="79563"/>
                </a:lnTo>
                <a:cubicBezTo>
                  <a:pt x="139765" y="79563"/>
                  <a:pt x="145359" y="79148"/>
                  <a:pt x="149854" y="78320"/>
                </a:cubicBezTo>
                <a:cubicBezTo>
                  <a:pt x="154348" y="77491"/>
                  <a:pt x="157950" y="76359"/>
                  <a:pt x="160660" y="74925"/>
                </a:cubicBezTo>
                <a:cubicBezTo>
                  <a:pt x="163369" y="73490"/>
                  <a:pt x="165282" y="71817"/>
                  <a:pt x="166397" y="69904"/>
                </a:cubicBezTo>
                <a:cubicBezTo>
                  <a:pt x="167513" y="67992"/>
                  <a:pt x="168071" y="65984"/>
                  <a:pt x="168071" y="63880"/>
                </a:cubicBezTo>
                <a:close/>
                <a:moveTo>
                  <a:pt x="266823" y="131008"/>
                </a:moveTo>
                <a:cubicBezTo>
                  <a:pt x="266632" y="132058"/>
                  <a:pt x="265963" y="132799"/>
                  <a:pt x="264815" y="133231"/>
                </a:cubicBezTo>
                <a:cubicBezTo>
                  <a:pt x="263668" y="133663"/>
                  <a:pt x="261755" y="133880"/>
                  <a:pt x="259077" y="133880"/>
                </a:cubicBezTo>
                <a:cubicBezTo>
                  <a:pt x="257739" y="133880"/>
                  <a:pt x="256655" y="133818"/>
                  <a:pt x="255826" y="133694"/>
                </a:cubicBezTo>
                <a:cubicBezTo>
                  <a:pt x="254997" y="133571"/>
                  <a:pt x="254328" y="133402"/>
                  <a:pt x="253818" y="133186"/>
                </a:cubicBezTo>
                <a:cubicBezTo>
                  <a:pt x="253308" y="132969"/>
                  <a:pt x="252973" y="132691"/>
                  <a:pt x="252814" y="132353"/>
                </a:cubicBezTo>
                <a:cubicBezTo>
                  <a:pt x="252654" y="132012"/>
                  <a:pt x="252639" y="131564"/>
                  <a:pt x="252766" y="131008"/>
                </a:cubicBezTo>
                <a:lnTo>
                  <a:pt x="255826" y="114924"/>
                </a:lnTo>
                <a:cubicBezTo>
                  <a:pt x="254997" y="117030"/>
                  <a:pt x="253499" y="119280"/>
                  <a:pt x="251332" y="121675"/>
                </a:cubicBezTo>
                <a:cubicBezTo>
                  <a:pt x="249164" y="124068"/>
                  <a:pt x="246598" y="126269"/>
                  <a:pt x="243634" y="128279"/>
                </a:cubicBezTo>
                <a:cubicBezTo>
                  <a:pt x="240669" y="130290"/>
                  <a:pt x="237370" y="131949"/>
                  <a:pt x="233736" y="133258"/>
                </a:cubicBezTo>
                <a:cubicBezTo>
                  <a:pt x="230102" y="134565"/>
                  <a:pt x="226404" y="135218"/>
                  <a:pt x="222643" y="135218"/>
                </a:cubicBezTo>
                <a:cubicBezTo>
                  <a:pt x="218882" y="135218"/>
                  <a:pt x="215614" y="134723"/>
                  <a:pt x="212841" y="133733"/>
                </a:cubicBezTo>
                <a:cubicBezTo>
                  <a:pt x="210068" y="132745"/>
                  <a:pt x="207741" y="131421"/>
                  <a:pt x="205860" y="129762"/>
                </a:cubicBezTo>
                <a:cubicBezTo>
                  <a:pt x="203980" y="128102"/>
                  <a:pt x="202450" y="126172"/>
                  <a:pt x="201270" y="123970"/>
                </a:cubicBezTo>
                <a:cubicBezTo>
                  <a:pt x="200091" y="121769"/>
                  <a:pt x="199166" y="119504"/>
                  <a:pt x="198497" y="117175"/>
                </a:cubicBezTo>
                <a:cubicBezTo>
                  <a:pt x="197828" y="114846"/>
                  <a:pt x="197381" y="112501"/>
                  <a:pt x="197158" y="110140"/>
                </a:cubicBezTo>
                <a:cubicBezTo>
                  <a:pt x="196935" y="107777"/>
                  <a:pt x="196823" y="105607"/>
                  <a:pt x="196823" y="103628"/>
                </a:cubicBezTo>
                <a:cubicBezTo>
                  <a:pt x="196823" y="99927"/>
                  <a:pt x="197174" y="95779"/>
                  <a:pt x="197875" y="91185"/>
                </a:cubicBezTo>
                <a:cubicBezTo>
                  <a:pt x="198577" y="86590"/>
                  <a:pt x="199692" y="81980"/>
                  <a:pt x="201222" y="77354"/>
                </a:cubicBezTo>
                <a:cubicBezTo>
                  <a:pt x="202752" y="72726"/>
                  <a:pt x="204713" y="68195"/>
                  <a:pt x="207103" y="63760"/>
                </a:cubicBezTo>
                <a:cubicBezTo>
                  <a:pt x="209494" y="59325"/>
                  <a:pt x="212379" y="55401"/>
                  <a:pt x="215758" y="51986"/>
                </a:cubicBezTo>
                <a:cubicBezTo>
                  <a:pt x="219137" y="48571"/>
                  <a:pt x="223042" y="45811"/>
                  <a:pt x="227472" y="43705"/>
                </a:cubicBezTo>
                <a:cubicBezTo>
                  <a:pt x="231903" y="41599"/>
                  <a:pt x="236924" y="40546"/>
                  <a:pt x="242534" y="40546"/>
                </a:cubicBezTo>
                <a:cubicBezTo>
                  <a:pt x="245275" y="40546"/>
                  <a:pt x="247857" y="40850"/>
                  <a:pt x="250280" y="41458"/>
                </a:cubicBezTo>
                <a:cubicBezTo>
                  <a:pt x="252702" y="42064"/>
                  <a:pt x="254902" y="42893"/>
                  <a:pt x="256878" y="43947"/>
                </a:cubicBezTo>
                <a:cubicBezTo>
                  <a:pt x="258854" y="44999"/>
                  <a:pt x="260671" y="46259"/>
                  <a:pt x="262329" y="47728"/>
                </a:cubicBezTo>
                <a:cubicBezTo>
                  <a:pt x="263986" y="49194"/>
                  <a:pt x="265485" y="50725"/>
                  <a:pt x="266823" y="52321"/>
                </a:cubicBezTo>
                <a:lnTo>
                  <a:pt x="276577" y="3446"/>
                </a:lnTo>
                <a:cubicBezTo>
                  <a:pt x="276641" y="2999"/>
                  <a:pt x="276832" y="2569"/>
                  <a:pt x="277151" y="2155"/>
                </a:cubicBezTo>
                <a:cubicBezTo>
                  <a:pt x="277470" y="1738"/>
                  <a:pt x="277948" y="1418"/>
                  <a:pt x="278586" y="1195"/>
                </a:cubicBezTo>
                <a:cubicBezTo>
                  <a:pt x="279223" y="972"/>
                  <a:pt x="280052" y="781"/>
                  <a:pt x="281072" y="622"/>
                </a:cubicBezTo>
                <a:cubicBezTo>
                  <a:pt x="282092" y="462"/>
                  <a:pt x="283399" y="383"/>
                  <a:pt x="284993" y="383"/>
                </a:cubicBezTo>
                <a:cubicBezTo>
                  <a:pt x="286523" y="383"/>
                  <a:pt x="287782" y="462"/>
                  <a:pt x="288770" y="622"/>
                </a:cubicBezTo>
                <a:cubicBezTo>
                  <a:pt x="289758" y="781"/>
                  <a:pt x="290539" y="972"/>
                  <a:pt x="291113" y="1195"/>
                </a:cubicBezTo>
                <a:cubicBezTo>
                  <a:pt x="291687" y="1418"/>
                  <a:pt x="292053" y="1738"/>
                  <a:pt x="292213" y="2155"/>
                </a:cubicBezTo>
                <a:cubicBezTo>
                  <a:pt x="292372" y="2569"/>
                  <a:pt x="292388" y="2999"/>
                  <a:pt x="292261" y="3446"/>
                </a:cubicBezTo>
                <a:lnTo>
                  <a:pt x="266823" y="131008"/>
                </a:lnTo>
                <a:moveTo>
                  <a:pt x="263763" y="67636"/>
                </a:moveTo>
                <a:cubicBezTo>
                  <a:pt x="260767" y="63229"/>
                  <a:pt x="257531" y="59876"/>
                  <a:pt x="254057" y="57577"/>
                </a:cubicBezTo>
                <a:cubicBezTo>
                  <a:pt x="250583" y="55276"/>
                  <a:pt x="246678" y="54126"/>
                  <a:pt x="242343" y="54126"/>
                </a:cubicBezTo>
                <a:cubicBezTo>
                  <a:pt x="238964" y="54126"/>
                  <a:pt x="235919" y="54908"/>
                  <a:pt x="233210" y="56472"/>
                </a:cubicBezTo>
                <a:cubicBezTo>
                  <a:pt x="230501" y="58035"/>
                  <a:pt x="228062" y="60126"/>
                  <a:pt x="225894" y="62744"/>
                </a:cubicBezTo>
                <a:cubicBezTo>
                  <a:pt x="223727" y="65362"/>
                  <a:pt x="221862" y="68363"/>
                  <a:pt x="220300" y="71748"/>
                </a:cubicBezTo>
                <a:cubicBezTo>
                  <a:pt x="218738" y="75131"/>
                  <a:pt x="217447" y="78626"/>
                  <a:pt x="216427" y="82234"/>
                </a:cubicBezTo>
                <a:cubicBezTo>
                  <a:pt x="215407" y="85840"/>
                  <a:pt x="214642" y="89400"/>
                  <a:pt x="214132" y="92912"/>
                </a:cubicBezTo>
                <a:cubicBezTo>
                  <a:pt x="213622" y="96422"/>
                  <a:pt x="213367" y="99646"/>
                  <a:pt x="213367" y="102582"/>
                </a:cubicBezTo>
                <a:cubicBezTo>
                  <a:pt x="213367" y="108774"/>
                  <a:pt x="214419" y="113515"/>
                  <a:pt x="216523" y="116804"/>
                </a:cubicBezTo>
                <a:cubicBezTo>
                  <a:pt x="218627" y="120091"/>
                  <a:pt x="222006" y="121735"/>
                  <a:pt x="226659" y="121735"/>
                </a:cubicBezTo>
                <a:cubicBezTo>
                  <a:pt x="230166" y="121735"/>
                  <a:pt x="233688" y="120778"/>
                  <a:pt x="237226" y="118863"/>
                </a:cubicBezTo>
                <a:cubicBezTo>
                  <a:pt x="240765" y="116946"/>
                  <a:pt x="244064" y="114297"/>
                  <a:pt x="247124" y="110914"/>
                </a:cubicBezTo>
                <a:cubicBezTo>
                  <a:pt x="250184" y="107531"/>
                  <a:pt x="252894" y="103510"/>
                  <a:pt x="255252" y="98850"/>
                </a:cubicBezTo>
                <a:cubicBezTo>
                  <a:pt x="257611" y="94190"/>
                  <a:pt x="259364" y="89083"/>
                  <a:pt x="260512" y="83528"/>
                </a:cubicBezTo>
                <a:lnTo>
                  <a:pt x="263763" y="67636"/>
                </a:lnTo>
                <a:close/>
                <a:moveTo>
                  <a:pt x="336780" y="15779"/>
                </a:moveTo>
                <a:cubicBezTo>
                  <a:pt x="336461" y="17564"/>
                  <a:pt x="336030" y="19062"/>
                  <a:pt x="335489" y="20273"/>
                </a:cubicBezTo>
                <a:cubicBezTo>
                  <a:pt x="334947" y="21484"/>
                  <a:pt x="334229" y="22457"/>
                  <a:pt x="333337" y="23190"/>
                </a:cubicBezTo>
                <a:cubicBezTo>
                  <a:pt x="332444" y="23923"/>
                  <a:pt x="331329" y="24449"/>
                  <a:pt x="329990" y="24768"/>
                </a:cubicBezTo>
                <a:cubicBezTo>
                  <a:pt x="328651" y="25087"/>
                  <a:pt x="327025" y="25246"/>
                  <a:pt x="325113" y="25246"/>
                </a:cubicBezTo>
                <a:cubicBezTo>
                  <a:pt x="323264" y="25246"/>
                  <a:pt x="321734" y="25087"/>
                  <a:pt x="320523" y="24768"/>
                </a:cubicBezTo>
                <a:cubicBezTo>
                  <a:pt x="319311" y="24449"/>
                  <a:pt x="318419" y="23923"/>
                  <a:pt x="317845" y="23190"/>
                </a:cubicBezTo>
                <a:cubicBezTo>
                  <a:pt x="317271" y="22457"/>
                  <a:pt x="316953" y="21484"/>
                  <a:pt x="316889" y="20273"/>
                </a:cubicBezTo>
                <a:cubicBezTo>
                  <a:pt x="316825" y="19062"/>
                  <a:pt x="316953" y="17564"/>
                  <a:pt x="317271" y="15779"/>
                </a:cubicBezTo>
                <a:cubicBezTo>
                  <a:pt x="317654" y="13994"/>
                  <a:pt x="318132" y="12511"/>
                  <a:pt x="318706" y="11332"/>
                </a:cubicBezTo>
                <a:cubicBezTo>
                  <a:pt x="319280" y="10153"/>
                  <a:pt x="319997" y="9164"/>
                  <a:pt x="320857" y="8367"/>
                </a:cubicBezTo>
                <a:cubicBezTo>
                  <a:pt x="321718" y="7571"/>
                  <a:pt x="322818" y="7029"/>
                  <a:pt x="324157" y="6742"/>
                </a:cubicBezTo>
                <a:cubicBezTo>
                  <a:pt x="325495" y="6455"/>
                  <a:pt x="327121" y="6311"/>
                  <a:pt x="329034" y="6311"/>
                </a:cubicBezTo>
                <a:cubicBezTo>
                  <a:pt x="330882" y="6311"/>
                  <a:pt x="332397" y="6455"/>
                  <a:pt x="333576" y="6742"/>
                </a:cubicBezTo>
                <a:cubicBezTo>
                  <a:pt x="334755" y="7029"/>
                  <a:pt x="335648" y="7571"/>
                  <a:pt x="336254" y="8367"/>
                </a:cubicBezTo>
                <a:cubicBezTo>
                  <a:pt x="336859" y="9164"/>
                  <a:pt x="337194" y="10153"/>
                  <a:pt x="337258" y="11332"/>
                </a:cubicBezTo>
                <a:cubicBezTo>
                  <a:pt x="337321" y="12511"/>
                  <a:pt x="337162" y="13994"/>
                  <a:pt x="336780" y="15779"/>
                </a:cubicBezTo>
                <a:moveTo>
                  <a:pt x="312012" y="130915"/>
                </a:moveTo>
                <a:cubicBezTo>
                  <a:pt x="311884" y="131425"/>
                  <a:pt x="311661" y="131856"/>
                  <a:pt x="311342" y="132206"/>
                </a:cubicBezTo>
                <a:cubicBezTo>
                  <a:pt x="311024" y="132557"/>
                  <a:pt x="310546" y="132860"/>
                  <a:pt x="309908" y="133115"/>
                </a:cubicBezTo>
                <a:cubicBezTo>
                  <a:pt x="309270" y="133370"/>
                  <a:pt x="308426" y="133561"/>
                  <a:pt x="307374" y="133688"/>
                </a:cubicBezTo>
                <a:cubicBezTo>
                  <a:pt x="306322" y="133816"/>
                  <a:pt x="305031" y="133880"/>
                  <a:pt x="303501" y="133880"/>
                </a:cubicBezTo>
                <a:cubicBezTo>
                  <a:pt x="301907" y="133880"/>
                  <a:pt x="300616" y="133816"/>
                  <a:pt x="299628" y="133688"/>
                </a:cubicBezTo>
                <a:cubicBezTo>
                  <a:pt x="298640" y="133561"/>
                  <a:pt x="297875" y="133370"/>
                  <a:pt x="297333" y="133115"/>
                </a:cubicBezTo>
                <a:cubicBezTo>
                  <a:pt x="296791" y="132860"/>
                  <a:pt x="296440" y="132557"/>
                  <a:pt x="296281" y="132206"/>
                </a:cubicBezTo>
                <a:cubicBezTo>
                  <a:pt x="296122" y="131856"/>
                  <a:pt x="296106" y="131425"/>
                  <a:pt x="296233" y="130915"/>
                </a:cubicBezTo>
                <a:lnTo>
                  <a:pt x="313351" y="44850"/>
                </a:lnTo>
                <a:cubicBezTo>
                  <a:pt x="313414" y="44403"/>
                  <a:pt x="313606" y="43989"/>
                  <a:pt x="313924" y="43607"/>
                </a:cubicBezTo>
                <a:cubicBezTo>
                  <a:pt x="314243" y="43224"/>
                  <a:pt x="314721" y="42905"/>
                  <a:pt x="315359" y="42650"/>
                </a:cubicBezTo>
                <a:cubicBezTo>
                  <a:pt x="315996" y="42395"/>
                  <a:pt x="316841" y="42204"/>
                  <a:pt x="317893" y="42076"/>
                </a:cubicBezTo>
                <a:cubicBezTo>
                  <a:pt x="318945" y="41949"/>
                  <a:pt x="320268" y="41885"/>
                  <a:pt x="321862" y="41885"/>
                </a:cubicBezTo>
                <a:cubicBezTo>
                  <a:pt x="323392" y="41885"/>
                  <a:pt x="324651" y="41949"/>
                  <a:pt x="325639" y="42076"/>
                </a:cubicBezTo>
                <a:cubicBezTo>
                  <a:pt x="326627" y="42204"/>
                  <a:pt x="327392" y="42395"/>
                  <a:pt x="327934" y="42650"/>
                </a:cubicBezTo>
                <a:cubicBezTo>
                  <a:pt x="328476" y="42905"/>
                  <a:pt x="328826" y="43224"/>
                  <a:pt x="328986" y="43607"/>
                </a:cubicBezTo>
                <a:cubicBezTo>
                  <a:pt x="329145" y="43989"/>
                  <a:pt x="329193" y="44403"/>
                  <a:pt x="329129" y="44850"/>
                </a:cubicBezTo>
                <a:lnTo>
                  <a:pt x="312012" y="130915"/>
                </a:lnTo>
                <a:close/>
                <a:moveTo>
                  <a:pt x="405791" y="49631"/>
                </a:moveTo>
                <a:cubicBezTo>
                  <a:pt x="405791" y="50269"/>
                  <a:pt x="405695" y="51113"/>
                  <a:pt x="405504" y="52165"/>
                </a:cubicBezTo>
                <a:cubicBezTo>
                  <a:pt x="405313" y="53217"/>
                  <a:pt x="405042" y="54253"/>
                  <a:pt x="404691" y="55273"/>
                </a:cubicBezTo>
                <a:cubicBezTo>
                  <a:pt x="404340" y="56293"/>
                  <a:pt x="403926" y="57154"/>
                  <a:pt x="403448" y="57855"/>
                </a:cubicBezTo>
                <a:cubicBezTo>
                  <a:pt x="402970" y="58556"/>
                  <a:pt x="402444" y="58907"/>
                  <a:pt x="401870" y="58907"/>
                </a:cubicBezTo>
                <a:cubicBezTo>
                  <a:pt x="401105" y="58907"/>
                  <a:pt x="400197" y="58599"/>
                  <a:pt x="399145" y="57984"/>
                </a:cubicBezTo>
                <a:cubicBezTo>
                  <a:pt x="398093" y="57368"/>
                  <a:pt x="396802" y="56672"/>
                  <a:pt x="395272" y="55895"/>
                </a:cubicBezTo>
                <a:cubicBezTo>
                  <a:pt x="393742" y="55118"/>
                  <a:pt x="391909" y="54406"/>
                  <a:pt x="389773" y="53758"/>
                </a:cubicBezTo>
                <a:cubicBezTo>
                  <a:pt x="387637" y="53111"/>
                  <a:pt x="385103" y="52787"/>
                  <a:pt x="382171" y="52787"/>
                </a:cubicBezTo>
                <a:cubicBezTo>
                  <a:pt x="379365" y="52787"/>
                  <a:pt x="376879" y="53186"/>
                  <a:pt x="374712" y="53985"/>
                </a:cubicBezTo>
                <a:cubicBezTo>
                  <a:pt x="372544" y="54782"/>
                  <a:pt x="370727" y="55868"/>
                  <a:pt x="369261" y="57243"/>
                </a:cubicBezTo>
                <a:cubicBezTo>
                  <a:pt x="367794" y="58615"/>
                  <a:pt x="366679" y="60180"/>
                  <a:pt x="365914" y="61937"/>
                </a:cubicBezTo>
                <a:cubicBezTo>
                  <a:pt x="365149" y="63692"/>
                  <a:pt x="364766" y="65528"/>
                  <a:pt x="364766" y="67445"/>
                </a:cubicBezTo>
                <a:cubicBezTo>
                  <a:pt x="364766" y="69997"/>
                  <a:pt x="365611" y="72119"/>
                  <a:pt x="367300" y="73810"/>
                </a:cubicBezTo>
                <a:cubicBezTo>
                  <a:pt x="368990" y="75502"/>
                  <a:pt x="371110" y="77018"/>
                  <a:pt x="373660" y="78358"/>
                </a:cubicBezTo>
                <a:cubicBezTo>
                  <a:pt x="376210" y="79697"/>
                  <a:pt x="378967" y="81021"/>
                  <a:pt x="381932" y="82330"/>
                </a:cubicBezTo>
                <a:cubicBezTo>
                  <a:pt x="384896" y="83639"/>
                  <a:pt x="387637" y="85235"/>
                  <a:pt x="390156" y="87117"/>
                </a:cubicBezTo>
                <a:cubicBezTo>
                  <a:pt x="392674" y="89000"/>
                  <a:pt x="394778" y="91265"/>
                  <a:pt x="396467" y="93913"/>
                </a:cubicBezTo>
                <a:cubicBezTo>
                  <a:pt x="398156" y="96561"/>
                  <a:pt x="399001" y="99895"/>
                  <a:pt x="399001" y="103915"/>
                </a:cubicBezTo>
                <a:cubicBezTo>
                  <a:pt x="399001" y="108384"/>
                  <a:pt x="398125" y="112549"/>
                  <a:pt x="396371" y="116410"/>
                </a:cubicBezTo>
                <a:cubicBezTo>
                  <a:pt x="394618" y="120271"/>
                  <a:pt x="392100" y="123589"/>
                  <a:pt x="388817" y="126364"/>
                </a:cubicBezTo>
                <a:cubicBezTo>
                  <a:pt x="385534" y="129139"/>
                  <a:pt x="381565" y="131309"/>
                  <a:pt x="376911" y="132873"/>
                </a:cubicBezTo>
                <a:cubicBezTo>
                  <a:pt x="372257" y="134436"/>
                  <a:pt x="367061" y="135218"/>
                  <a:pt x="361324" y="135218"/>
                </a:cubicBezTo>
                <a:cubicBezTo>
                  <a:pt x="358327" y="135218"/>
                  <a:pt x="355506" y="134992"/>
                  <a:pt x="352861" y="134540"/>
                </a:cubicBezTo>
                <a:cubicBezTo>
                  <a:pt x="350215" y="134088"/>
                  <a:pt x="347824" y="133507"/>
                  <a:pt x="345688" y="132798"/>
                </a:cubicBezTo>
                <a:cubicBezTo>
                  <a:pt x="343553" y="132087"/>
                  <a:pt x="341720" y="131295"/>
                  <a:pt x="340190" y="130422"/>
                </a:cubicBezTo>
                <a:cubicBezTo>
                  <a:pt x="338660" y="129549"/>
                  <a:pt x="337480" y="128726"/>
                  <a:pt x="336652" y="127951"/>
                </a:cubicBezTo>
                <a:cubicBezTo>
                  <a:pt x="336141" y="127441"/>
                  <a:pt x="335775" y="126915"/>
                  <a:pt x="335552" y="126373"/>
                </a:cubicBezTo>
                <a:cubicBezTo>
                  <a:pt x="335329" y="125831"/>
                  <a:pt x="335217" y="125177"/>
                  <a:pt x="335217" y="124412"/>
                </a:cubicBezTo>
                <a:cubicBezTo>
                  <a:pt x="335217" y="123902"/>
                  <a:pt x="335249" y="123297"/>
                  <a:pt x="335313" y="122596"/>
                </a:cubicBezTo>
                <a:cubicBezTo>
                  <a:pt x="335376" y="121894"/>
                  <a:pt x="335504" y="121161"/>
                  <a:pt x="335695" y="120396"/>
                </a:cubicBezTo>
                <a:cubicBezTo>
                  <a:pt x="335886" y="119631"/>
                  <a:pt x="336094" y="118898"/>
                  <a:pt x="336317" y="118197"/>
                </a:cubicBezTo>
                <a:cubicBezTo>
                  <a:pt x="336540" y="117495"/>
                  <a:pt x="336811" y="116858"/>
                  <a:pt x="337130" y="116284"/>
                </a:cubicBezTo>
                <a:cubicBezTo>
                  <a:pt x="337448" y="115710"/>
                  <a:pt x="337767" y="115248"/>
                  <a:pt x="338086" y="114897"/>
                </a:cubicBezTo>
                <a:cubicBezTo>
                  <a:pt x="338405" y="114547"/>
                  <a:pt x="338787" y="114371"/>
                  <a:pt x="339233" y="114371"/>
                </a:cubicBezTo>
                <a:cubicBezTo>
                  <a:pt x="339999" y="114371"/>
                  <a:pt x="340923" y="114807"/>
                  <a:pt x="342007" y="115677"/>
                </a:cubicBezTo>
                <a:cubicBezTo>
                  <a:pt x="343090" y="116548"/>
                  <a:pt x="344509" y="117483"/>
                  <a:pt x="346262" y="118483"/>
                </a:cubicBezTo>
                <a:cubicBezTo>
                  <a:pt x="348015" y="119484"/>
                  <a:pt x="350199" y="120419"/>
                  <a:pt x="352813" y="121290"/>
                </a:cubicBezTo>
                <a:cubicBezTo>
                  <a:pt x="355427" y="122160"/>
                  <a:pt x="358678" y="122596"/>
                  <a:pt x="362567" y="122596"/>
                </a:cubicBezTo>
                <a:cubicBezTo>
                  <a:pt x="366073" y="122596"/>
                  <a:pt x="369085" y="122164"/>
                  <a:pt x="371604" y="121302"/>
                </a:cubicBezTo>
                <a:cubicBezTo>
                  <a:pt x="374122" y="120439"/>
                  <a:pt x="376210" y="119289"/>
                  <a:pt x="377867" y="117853"/>
                </a:cubicBezTo>
                <a:cubicBezTo>
                  <a:pt x="379525" y="116417"/>
                  <a:pt x="380752" y="114740"/>
                  <a:pt x="381549" y="112823"/>
                </a:cubicBezTo>
                <a:cubicBezTo>
                  <a:pt x="382346" y="110907"/>
                  <a:pt x="382744" y="108895"/>
                  <a:pt x="382744" y="106787"/>
                </a:cubicBezTo>
                <a:cubicBezTo>
                  <a:pt x="382744" y="104107"/>
                  <a:pt x="381916" y="101922"/>
                  <a:pt x="380258" y="100230"/>
                </a:cubicBezTo>
                <a:cubicBezTo>
                  <a:pt x="378600" y="98539"/>
                  <a:pt x="376513" y="97008"/>
                  <a:pt x="373994" y="95637"/>
                </a:cubicBezTo>
                <a:cubicBezTo>
                  <a:pt x="371476" y="94265"/>
                  <a:pt x="368751" y="92908"/>
                  <a:pt x="365818" y="91567"/>
                </a:cubicBezTo>
                <a:cubicBezTo>
                  <a:pt x="362886" y="90226"/>
                  <a:pt x="360160" y="88646"/>
                  <a:pt x="357642" y="86828"/>
                </a:cubicBezTo>
                <a:cubicBezTo>
                  <a:pt x="355124" y="85009"/>
                  <a:pt x="353020" y="82775"/>
                  <a:pt x="351330" y="80128"/>
                </a:cubicBezTo>
                <a:cubicBezTo>
                  <a:pt x="349641" y="77480"/>
                  <a:pt x="348796" y="74114"/>
                  <a:pt x="348796" y="70030"/>
                </a:cubicBezTo>
                <a:cubicBezTo>
                  <a:pt x="348796" y="65818"/>
                  <a:pt x="349625" y="61909"/>
                  <a:pt x="351283" y="58303"/>
                </a:cubicBezTo>
                <a:cubicBezTo>
                  <a:pt x="352940" y="54697"/>
                  <a:pt x="355283" y="51571"/>
                  <a:pt x="358311" y="48923"/>
                </a:cubicBezTo>
                <a:cubicBezTo>
                  <a:pt x="361340" y="46273"/>
                  <a:pt x="364973" y="44215"/>
                  <a:pt x="369213" y="42749"/>
                </a:cubicBezTo>
                <a:cubicBezTo>
                  <a:pt x="373452" y="41281"/>
                  <a:pt x="378154" y="40546"/>
                  <a:pt x="383318" y="40546"/>
                </a:cubicBezTo>
                <a:cubicBezTo>
                  <a:pt x="385741" y="40546"/>
                  <a:pt x="388084" y="40741"/>
                  <a:pt x="390347" y="41129"/>
                </a:cubicBezTo>
                <a:cubicBezTo>
                  <a:pt x="392610" y="41518"/>
                  <a:pt x="394698" y="42004"/>
                  <a:pt x="396610" y="42587"/>
                </a:cubicBezTo>
                <a:cubicBezTo>
                  <a:pt x="398523" y="43169"/>
                  <a:pt x="400181" y="43817"/>
                  <a:pt x="401583" y="44530"/>
                </a:cubicBezTo>
                <a:cubicBezTo>
                  <a:pt x="402986" y="45241"/>
                  <a:pt x="404038" y="45953"/>
                  <a:pt x="404739" y="46667"/>
                </a:cubicBezTo>
                <a:cubicBezTo>
                  <a:pt x="405440" y="47304"/>
                  <a:pt x="405791" y="48292"/>
                  <a:pt x="405791" y="49631"/>
                </a:cubicBezTo>
                <a:close/>
                <a:moveTo>
                  <a:pt x="476462" y="45710"/>
                </a:moveTo>
                <a:cubicBezTo>
                  <a:pt x="476462" y="46284"/>
                  <a:pt x="476430" y="46906"/>
                  <a:pt x="476366" y="47575"/>
                </a:cubicBezTo>
                <a:cubicBezTo>
                  <a:pt x="476302" y="48244"/>
                  <a:pt x="476175" y="48930"/>
                  <a:pt x="475983" y="49631"/>
                </a:cubicBezTo>
                <a:cubicBezTo>
                  <a:pt x="475792" y="50332"/>
                  <a:pt x="475537" y="51034"/>
                  <a:pt x="475218" y="51735"/>
                </a:cubicBezTo>
                <a:cubicBezTo>
                  <a:pt x="474900" y="52436"/>
                  <a:pt x="474565" y="53058"/>
                  <a:pt x="474214" y="53600"/>
                </a:cubicBezTo>
                <a:cubicBezTo>
                  <a:pt x="473864" y="54142"/>
                  <a:pt x="473465" y="54572"/>
                  <a:pt x="473019" y="54891"/>
                </a:cubicBezTo>
                <a:cubicBezTo>
                  <a:pt x="472573" y="55209"/>
                  <a:pt x="472063" y="55369"/>
                  <a:pt x="471489" y="55369"/>
                </a:cubicBezTo>
                <a:lnTo>
                  <a:pt x="449494" y="55369"/>
                </a:lnTo>
                <a:lnTo>
                  <a:pt x="439836" y="103500"/>
                </a:lnTo>
                <a:cubicBezTo>
                  <a:pt x="439581" y="104843"/>
                  <a:pt x="439358" y="106347"/>
                  <a:pt x="439167" y="108012"/>
                </a:cubicBezTo>
                <a:cubicBezTo>
                  <a:pt x="438975" y="109676"/>
                  <a:pt x="438880" y="111051"/>
                  <a:pt x="438880" y="112139"/>
                </a:cubicBezTo>
                <a:cubicBezTo>
                  <a:pt x="438880" y="115402"/>
                  <a:pt x="439565" y="117786"/>
                  <a:pt x="440936" y="119290"/>
                </a:cubicBezTo>
                <a:cubicBezTo>
                  <a:pt x="442306" y="120793"/>
                  <a:pt x="444522" y="121544"/>
                  <a:pt x="447582" y="121544"/>
                </a:cubicBezTo>
                <a:cubicBezTo>
                  <a:pt x="449303" y="121544"/>
                  <a:pt x="450801" y="121400"/>
                  <a:pt x="452076" y="121113"/>
                </a:cubicBezTo>
                <a:cubicBezTo>
                  <a:pt x="453351" y="120826"/>
                  <a:pt x="454451" y="120524"/>
                  <a:pt x="455376" y="120205"/>
                </a:cubicBezTo>
                <a:cubicBezTo>
                  <a:pt x="456300" y="119886"/>
                  <a:pt x="457113" y="119583"/>
                  <a:pt x="457814" y="119296"/>
                </a:cubicBezTo>
                <a:cubicBezTo>
                  <a:pt x="458515" y="119009"/>
                  <a:pt x="459121" y="118866"/>
                  <a:pt x="459631" y="118866"/>
                </a:cubicBezTo>
                <a:cubicBezTo>
                  <a:pt x="460141" y="118866"/>
                  <a:pt x="460539" y="119041"/>
                  <a:pt x="460826" y="119392"/>
                </a:cubicBezTo>
                <a:cubicBezTo>
                  <a:pt x="461113" y="119743"/>
                  <a:pt x="461257" y="120396"/>
                  <a:pt x="461257" y="121352"/>
                </a:cubicBezTo>
                <a:cubicBezTo>
                  <a:pt x="461257" y="122181"/>
                  <a:pt x="461177" y="123090"/>
                  <a:pt x="461018" y="124078"/>
                </a:cubicBezTo>
                <a:cubicBezTo>
                  <a:pt x="460858" y="125066"/>
                  <a:pt x="460651" y="126038"/>
                  <a:pt x="460396" y="126994"/>
                </a:cubicBezTo>
                <a:cubicBezTo>
                  <a:pt x="460141" y="127951"/>
                  <a:pt x="459822" y="128811"/>
                  <a:pt x="459440" y="129576"/>
                </a:cubicBezTo>
                <a:cubicBezTo>
                  <a:pt x="459057" y="130341"/>
                  <a:pt x="458643" y="130947"/>
                  <a:pt x="458197" y="131393"/>
                </a:cubicBezTo>
                <a:cubicBezTo>
                  <a:pt x="457687" y="131840"/>
                  <a:pt x="456922" y="132286"/>
                  <a:pt x="455901" y="132732"/>
                </a:cubicBezTo>
                <a:cubicBezTo>
                  <a:pt x="454881" y="133178"/>
                  <a:pt x="453702" y="133577"/>
                  <a:pt x="452363" y="133927"/>
                </a:cubicBezTo>
                <a:cubicBezTo>
                  <a:pt x="451024" y="134278"/>
                  <a:pt x="449606" y="134549"/>
                  <a:pt x="448108" y="134740"/>
                </a:cubicBezTo>
                <a:cubicBezTo>
                  <a:pt x="446610" y="134932"/>
                  <a:pt x="445127" y="135027"/>
                  <a:pt x="443661" y="135027"/>
                </a:cubicBezTo>
                <a:cubicBezTo>
                  <a:pt x="440091" y="135027"/>
                  <a:pt x="436999" y="134644"/>
                  <a:pt x="434385" y="133877"/>
                </a:cubicBezTo>
                <a:cubicBezTo>
                  <a:pt x="431771" y="133110"/>
                  <a:pt x="429572" y="131912"/>
                  <a:pt x="427787" y="130285"/>
                </a:cubicBezTo>
                <a:cubicBezTo>
                  <a:pt x="426002" y="128655"/>
                  <a:pt x="424679" y="126611"/>
                  <a:pt x="423818" y="124152"/>
                </a:cubicBezTo>
                <a:cubicBezTo>
                  <a:pt x="422958" y="121692"/>
                  <a:pt x="422527" y="118738"/>
                  <a:pt x="422527" y="115289"/>
                </a:cubicBezTo>
                <a:cubicBezTo>
                  <a:pt x="422527" y="114522"/>
                  <a:pt x="422559" y="113675"/>
                  <a:pt x="422623" y="112749"/>
                </a:cubicBezTo>
                <a:cubicBezTo>
                  <a:pt x="422687" y="111822"/>
                  <a:pt x="422798" y="110848"/>
                  <a:pt x="422958" y="109826"/>
                </a:cubicBezTo>
                <a:cubicBezTo>
                  <a:pt x="423117" y="108804"/>
                  <a:pt x="423276" y="107782"/>
                  <a:pt x="423436" y="106760"/>
                </a:cubicBezTo>
                <a:cubicBezTo>
                  <a:pt x="423595" y="105738"/>
                  <a:pt x="423770" y="104780"/>
                  <a:pt x="423962" y="103885"/>
                </a:cubicBezTo>
                <a:lnTo>
                  <a:pt x="433620" y="55369"/>
                </a:lnTo>
                <a:lnTo>
                  <a:pt x="421667" y="55369"/>
                </a:lnTo>
                <a:cubicBezTo>
                  <a:pt x="420965" y="55369"/>
                  <a:pt x="420423" y="55162"/>
                  <a:pt x="420041" y="54747"/>
                </a:cubicBezTo>
                <a:cubicBezTo>
                  <a:pt x="419658" y="54333"/>
                  <a:pt x="419467" y="53520"/>
                  <a:pt x="419467" y="52309"/>
                </a:cubicBezTo>
                <a:cubicBezTo>
                  <a:pt x="419467" y="51416"/>
                  <a:pt x="419563" y="50380"/>
                  <a:pt x="419754" y="49201"/>
                </a:cubicBezTo>
                <a:cubicBezTo>
                  <a:pt x="419945" y="48021"/>
                  <a:pt x="420232" y="46922"/>
                  <a:pt x="420615" y="45902"/>
                </a:cubicBezTo>
                <a:cubicBezTo>
                  <a:pt x="420997" y="44882"/>
                  <a:pt x="421491" y="44021"/>
                  <a:pt x="422097" y="43320"/>
                </a:cubicBezTo>
                <a:cubicBezTo>
                  <a:pt x="422702" y="42618"/>
                  <a:pt x="423420" y="42268"/>
                  <a:pt x="424248" y="42268"/>
                </a:cubicBezTo>
                <a:lnTo>
                  <a:pt x="436298" y="42268"/>
                </a:lnTo>
                <a:lnTo>
                  <a:pt x="440410" y="21803"/>
                </a:lnTo>
                <a:cubicBezTo>
                  <a:pt x="440473" y="21357"/>
                  <a:pt x="440681" y="20943"/>
                  <a:pt x="441031" y="20560"/>
                </a:cubicBezTo>
                <a:cubicBezTo>
                  <a:pt x="441382" y="20178"/>
                  <a:pt x="441876" y="19843"/>
                  <a:pt x="442514" y="19556"/>
                </a:cubicBezTo>
                <a:cubicBezTo>
                  <a:pt x="443151" y="19269"/>
                  <a:pt x="443996" y="19062"/>
                  <a:pt x="445048" y="18934"/>
                </a:cubicBezTo>
                <a:cubicBezTo>
                  <a:pt x="446100" y="18807"/>
                  <a:pt x="447391" y="18743"/>
                  <a:pt x="448921" y="18743"/>
                </a:cubicBezTo>
                <a:cubicBezTo>
                  <a:pt x="450451" y="18743"/>
                  <a:pt x="451710" y="18807"/>
                  <a:pt x="452698" y="18934"/>
                </a:cubicBezTo>
                <a:cubicBezTo>
                  <a:pt x="453686" y="19062"/>
                  <a:pt x="454451" y="19269"/>
                  <a:pt x="454993" y="19556"/>
                </a:cubicBezTo>
                <a:cubicBezTo>
                  <a:pt x="455535" y="19843"/>
                  <a:pt x="455886" y="20178"/>
                  <a:pt x="456045" y="20560"/>
                </a:cubicBezTo>
                <a:cubicBezTo>
                  <a:pt x="456204" y="20943"/>
                  <a:pt x="456252" y="21357"/>
                  <a:pt x="456188" y="21803"/>
                </a:cubicBezTo>
                <a:lnTo>
                  <a:pt x="452076" y="42268"/>
                </a:lnTo>
                <a:lnTo>
                  <a:pt x="474071" y="42268"/>
                </a:lnTo>
                <a:cubicBezTo>
                  <a:pt x="475027" y="42268"/>
                  <a:pt x="475665" y="42618"/>
                  <a:pt x="475983" y="43320"/>
                </a:cubicBezTo>
                <a:cubicBezTo>
                  <a:pt x="476302" y="44021"/>
                  <a:pt x="476462" y="44818"/>
                  <a:pt x="476462" y="45710"/>
                </a:cubicBezTo>
                <a:close/>
                <a:moveTo>
                  <a:pt x="546647" y="44945"/>
                </a:moveTo>
                <a:cubicBezTo>
                  <a:pt x="546647" y="45200"/>
                  <a:pt x="546600" y="45694"/>
                  <a:pt x="546504" y="46428"/>
                </a:cubicBezTo>
                <a:cubicBezTo>
                  <a:pt x="546408" y="47161"/>
                  <a:pt x="546297" y="48005"/>
                  <a:pt x="546169" y="48962"/>
                </a:cubicBezTo>
                <a:cubicBezTo>
                  <a:pt x="546042" y="49918"/>
                  <a:pt x="545850" y="50906"/>
                  <a:pt x="545595" y="51926"/>
                </a:cubicBezTo>
                <a:cubicBezTo>
                  <a:pt x="545340" y="52946"/>
                  <a:pt x="545022" y="53887"/>
                  <a:pt x="544639" y="54747"/>
                </a:cubicBezTo>
                <a:cubicBezTo>
                  <a:pt x="544257" y="55608"/>
                  <a:pt x="543858" y="56325"/>
                  <a:pt x="543444" y="56899"/>
                </a:cubicBezTo>
                <a:cubicBezTo>
                  <a:pt x="543029" y="57473"/>
                  <a:pt x="542567" y="57760"/>
                  <a:pt x="542057" y="57760"/>
                </a:cubicBezTo>
                <a:cubicBezTo>
                  <a:pt x="541547" y="57760"/>
                  <a:pt x="540989" y="57648"/>
                  <a:pt x="540384" y="57425"/>
                </a:cubicBezTo>
                <a:cubicBezTo>
                  <a:pt x="539778" y="57202"/>
                  <a:pt x="539109" y="56931"/>
                  <a:pt x="538376" y="56612"/>
                </a:cubicBezTo>
                <a:cubicBezTo>
                  <a:pt x="537642" y="56293"/>
                  <a:pt x="536798" y="56022"/>
                  <a:pt x="535841" y="55799"/>
                </a:cubicBezTo>
                <a:cubicBezTo>
                  <a:pt x="534885" y="55576"/>
                  <a:pt x="533769" y="55464"/>
                  <a:pt x="532494" y="55464"/>
                </a:cubicBezTo>
                <a:cubicBezTo>
                  <a:pt x="530327" y="55464"/>
                  <a:pt x="527825" y="56405"/>
                  <a:pt x="524988" y="58285"/>
                </a:cubicBezTo>
                <a:cubicBezTo>
                  <a:pt x="522151" y="60166"/>
                  <a:pt x="519361" y="62764"/>
                  <a:pt x="516620" y="66079"/>
                </a:cubicBezTo>
                <a:cubicBezTo>
                  <a:pt x="513879" y="69394"/>
                  <a:pt x="511376" y="73315"/>
                  <a:pt x="509113" y="77841"/>
                </a:cubicBezTo>
                <a:cubicBezTo>
                  <a:pt x="506850" y="82368"/>
                  <a:pt x="505177" y="87277"/>
                  <a:pt x="504093" y="92568"/>
                </a:cubicBezTo>
                <a:lnTo>
                  <a:pt x="496538" y="130915"/>
                </a:lnTo>
                <a:cubicBezTo>
                  <a:pt x="496411" y="131425"/>
                  <a:pt x="496187" y="131856"/>
                  <a:pt x="495869" y="132206"/>
                </a:cubicBezTo>
                <a:cubicBezTo>
                  <a:pt x="495550" y="132557"/>
                  <a:pt x="495072" y="132860"/>
                  <a:pt x="494434" y="133115"/>
                </a:cubicBezTo>
                <a:cubicBezTo>
                  <a:pt x="493797" y="133370"/>
                  <a:pt x="492952" y="133561"/>
                  <a:pt x="491900" y="133688"/>
                </a:cubicBezTo>
                <a:cubicBezTo>
                  <a:pt x="490848" y="133816"/>
                  <a:pt x="489557" y="133880"/>
                  <a:pt x="488027" y="133880"/>
                </a:cubicBezTo>
                <a:cubicBezTo>
                  <a:pt x="486433" y="133880"/>
                  <a:pt x="485142" y="133816"/>
                  <a:pt x="484154" y="133688"/>
                </a:cubicBezTo>
                <a:cubicBezTo>
                  <a:pt x="483166" y="133561"/>
                  <a:pt x="482401" y="133370"/>
                  <a:pt x="481859" y="133115"/>
                </a:cubicBezTo>
                <a:cubicBezTo>
                  <a:pt x="481317" y="132860"/>
                  <a:pt x="480967" y="132557"/>
                  <a:pt x="480807" y="132206"/>
                </a:cubicBezTo>
                <a:cubicBezTo>
                  <a:pt x="480648" y="131856"/>
                  <a:pt x="480632" y="131425"/>
                  <a:pt x="480759" y="130915"/>
                </a:cubicBezTo>
                <a:lnTo>
                  <a:pt x="497877" y="44754"/>
                </a:lnTo>
                <a:cubicBezTo>
                  <a:pt x="497941" y="44308"/>
                  <a:pt x="498132" y="43893"/>
                  <a:pt x="498451" y="43511"/>
                </a:cubicBezTo>
                <a:cubicBezTo>
                  <a:pt x="498769" y="43128"/>
                  <a:pt x="499248" y="42810"/>
                  <a:pt x="499885" y="42555"/>
                </a:cubicBezTo>
                <a:cubicBezTo>
                  <a:pt x="500523" y="42300"/>
                  <a:pt x="501304" y="42124"/>
                  <a:pt x="502228" y="42029"/>
                </a:cubicBezTo>
                <a:cubicBezTo>
                  <a:pt x="503152" y="41933"/>
                  <a:pt x="504252" y="41885"/>
                  <a:pt x="505527" y="41885"/>
                </a:cubicBezTo>
                <a:cubicBezTo>
                  <a:pt x="506866" y="41885"/>
                  <a:pt x="507966" y="41933"/>
                  <a:pt x="508826" y="42029"/>
                </a:cubicBezTo>
                <a:cubicBezTo>
                  <a:pt x="509687" y="42124"/>
                  <a:pt x="510356" y="42300"/>
                  <a:pt x="510835" y="42555"/>
                </a:cubicBezTo>
                <a:cubicBezTo>
                  <a:pt x="511313" y="42810"/>
                  <a:pt x="511616" y="43128"/>
                  <a:pt x="511743" y="43511"/>
                </a:cubicBezTo>
                <a:cubicBezTo>
                  <a:pt x="511871" y="43893"/>
                  <a:pt x="511902" y="44308"/>
                  <a:pt x="511839" y="44754"/>
                </a:cubicBezTo>
                <a:lnTo>
                  <a:pt x="508683" y="60437"/>
                </a:lnTo>
                <a:cubicBezTo>
                  <a:pt x="510149" y="57823"/>
                  <a:pt x="511886" y="55305"/>
                  <a:pt x="513895" y="52882"/>
                </a:cubicBezTo>
                <a:cubicBezTo>
                  <a:pt x="515903" y="50460"/>
                  <a:pt x="518086" y="48340"/>
                  <a:pt x="520445" y="46523"/>
                </a:cubicBezTo>
                <a:cubicBezTo>
                  <a:pt x="522804" y="44706"/>
                  <a:pt x="525274" y="43256"/>
                  <a:pt x="527856" y="42172"/>
                </a:cubicBezTo>
                <a:cubicBezTo>
                  <a:pt x="530438" y="41088"/>
                  <a:pt x="532973" y="40546"/>
                  <a:pt x="535459" y="40546"/>
                </a:cubicBezTo>
                <a:cubicBezTo>
                  <a:pt x="536543" y="40546"/>
                  <a:pt x="537642" y="40626"/>
                  <a:pt x="538758" y="40785"/>
                </a:cubicBezTo>
                <a:cubicBezTo>
                  <a:pt x="539874" y="40945"/>
                  <a:pt x="540910" y="41136"/>
                  <a:pt x="541866" y="41359"/>
                </a:cubicBezTo>
                <a:cubicBezTo>
                  <a:pt x="542822" y="41582"/>
                  <a:pt x="543667" y="41837"/>
                  <a:pt x="544400" y="42124"/>
                </a:cubicBezTo>
                <a:cubicBezTo>
                  <a:pt x="545133" y="42411"/>
                  <a:pt x="545691" y="42746"/>
                  <a:pt x="546074" y="43128"/>
                </a:cubicBezTo>
                <a:cubicBezTo>
                  <a:pt x="546456" y="43511"/>
                  <a:pt x="546647" y="44117"/>
                  <a:pt x="546647" y="44945"/>
                </a:cubicBezTo>
                <a:close/>
                <a:moveTo>
                  <a:pt x="588560" y="15779"/>
                </a:moveTo>
                <a:cubicBezTo>
                  <a:pt x="588242" y="17564"/>
                  <a:pt x="587811" y="19062"/>
                  <a:pt x="587269" y="20273"/>
                </a:cubicBezTo>
                <a:cubicBezTo>
                  <a:pt x="586727" y="21484"/>
                  <a:pt x="586010" y="22457"/>
                  <a:pt x="585118" y="23190"/>
                </a:cubicBezTo>
                <a:cubicBezTo>
                  <a:pt x="584225" y="23923"/>
                  <a:pt x="583110" y="24449"/>
                  <a:pt x="581771" y="24768"/>
                </a:cubicBezTo>
                <a:cubicBezTo>
                  <a:pt x="580432" y="25087"/>
                  <a:pt x="578806" y="25246"/>
                  <a:pt x="576894" y="25246"/>
                </a:cubicBezTo>
                <a:cubicBezTo>
                  <a:pt x="575045" y="25246"/>
                  <a:pt x="573515" y="25087"/>
                  <a:pt x="572304" y="24768"/>
                </a:cubicBezTo>
                <a:cubicBezTo>
                  <a:pt x="571092" y="24449"/>
                  <a:pt x="570200" y="23923"/>
                  <a:pt x="569626" y="23190"/>
                </a:cubicBezTo>
                <a:cubicBezTo>
                  <a:pt x="569052" y="22457"/>
                  <a:pt x="568733" y="21484"/>
                  <a:pt x="568670" y="20273"/>
                </a:cubicBezTo>
                <a:cubicBezTo>
                  <a:pt x="568606" y="19062"/>
                  <a:pt x="568733" y="17564"/>
                  <a:pt x="569052" y="15779"/>
                </a:cubicBezTo>
                <a:cubicBezTo>
                  <a:pt x="569435" y="13994"/>
                  <a:pt x="569913" y="12511"/>
                  <a:pt x="570487" y="11332"/>
                </a:cubicBezTo>
                <a:cubicBezTo>
                  <a:pt x="571060" y="10153"/>
                  <a:pt x="571778" y="9164"/>
                  <a:pt x="572638" y="8367"/>
                </a:cubicBezTo>
                <a:cubicBezTo>
                  <a:pt x="573499" y="7571"/>
                  <a:pt x="574599" y="7029"/>
                  <a:pt x="575937" y="6742"/>
                </a:cubicBezTo>
                <a:cubicBezTo>
                  <a:pt x="577276" y="6455"/>
                  <a:pt x="578902" y="6311"/>
                  <a:pt x="580814" y="6311"/>
                </a:cubicBezTo>
                <a:cubicBezTo>
                  <a:pt x="582663" y="6311"/>
                  <a:pt x="584177" y="6455"/>
                  <a:pt x="585357" y="6742"/>
                </a:cubicBezTo>
                <a:cubicBezTo>
                  <a:pt x="586536" y="7029"/>
                  <a:pt x="587429" y="7571"/>
                  <a:pt x="588034" y="8367"/>
                </a:cubicBezTo>
                <a:cubicBezTo>
                  <a:pt x="588640" y="9164"/>
                  <a:pt x="588975" y="10153"/>
                  <a:pt x="589038" y="11332"/>
                </a:cubicBezTo>
                <a:cubicBezTo>
                  <a:pt x="589102" y="12511"/>
                  <a:pt x="588943" y="13994"/>
                  <a:pt x="588560" y="15779"/>
                </a:cubicBezTo>
                <a:moveTo>
                  <a:pt x="563793" y="130915"/>
                </a:moveTo>
                <a:cubicBezTo>
                  <a:pt x="563665" y="131425"/>
                  <a:pt x="563442" y="131856"/>
                  <a:pt x="563123" y="132206"/>
                </a:cubicBezTo>
                <a:cubicBezTo>
                  <a:pt x="562804" y="132557"/>
                  <a:pt x="562326" y="132860"/>
                  <a:pt x="561689" y="133115"/>
                </a:cubicBezTo>
                <a:cubicBezTo>
                  <a:pt x="561051" y="133370"/>
                  <a:pt x="560207" y="133561"/>
                  <a:pt x="559155" y="133688"/>
                </a:cubicBezTo>
                <a:cubicBezTo>
                  <a:pt x="558103" y="133816"/>
                  <a:pt x="556812" y="133880"/>
                  <a:pt x="555282" y="133880"/>
                </a:cubicBezTo>
                <a:cubicBezTo>
                  <a:pt x="553688" y="133880"/>
                  <a:pt x="552397" y="133816"/>
                  <a:pt x="551409" y="133688"/>
                </a:cubicBezTo>
                <a:cubicBezTo>
                  <a:pt x="550421" y="133561"/>
                  <a:pt x="549656" y="133370"/>
                  <a:pt x="549114" y="133115"/>
                </a:cubicBezTo>
                <a:cubicBezTo>
                  <a:pt x="548572" y="132860"/>
                  <a:pt x="548221" y="132557"/>
                  <a:pt x="548062" y="132206"/>
                </a:cubicBezTo>
                <a:cubicBezTo>
                  <a:pt x="547902" y="131856"/>
                  <a:pt x="547886" y="131425"/>
                  <a:pt x="548014" y="130915"/>
                </a:cubicBezTo>
                <a:lnTo>
                  <a:pt x="565131" y="44850"/>
                </a:lnTo>
                <a:cubicBezTo>
                  <a:pt x="565195" y="44403"/>
                  <a:pt x="565386" y="43989"/>
                  <a:pt x="565705" y="43607"/>
                </a:cubicBezTo>
                <a:cubicBezTo>
                  <a:pt x="566024" y="43224"/>
                  <a:pt x="566502" y="42905"/>
                  <a:pt x="567140" y="42650"/>
                </a:cubicBezTo>
                <a:cubicBezTo>
                  <a:pt x="567777" y="42395"/>
                  <a:pt x="568622" y="42204"/>
                  <a:pt x="569674" y="42076"/>
                </a:cubicBezTo>
                <a:cubicBezTo>
                  <a:pt x="570726" y="41949"/>
                  <a:pt x="572048" y="41885"/>
                  <a:pt x="573642" y="41885"/>
                </a:cubicBezTo>
                <a:cubicBezTo>
                  <a:pt x="575172" y="41885"/>
                  <a:pt x="576431" y="41949"/>
                  <a:pt x="577420" y="42076"/>
                </a:cubicBezTo>
                <a:cubicBezTo>
                  <a:pt x="578408" y="42204"/>
                  <a:pt x="579173" y="42395"/>
                  <a:pt x="579715" y="42650"/>
                </a:cubicBezTo>
                <a:cubicBezTo>
                  <a:pt x="580257" y="42905"/>
                  <a:pt x="580607" y="43224"/>
                  <a:pt x="580767" y="43607"/>
                </a:cubicBezTo>
                <a:cubicBezTo>
                  <a:pt x="580926" y="43989"/>
                  <a:pt x="580974" y="44403"/>
                  <a:pt x="580910" y="44850"/>
                </a:cubicBezTo>
                <a:lnTo>
                  <a:pt x="563793" y="130915"/>
                </a:lnTo>
                <a:close/>
                <a:moveTo>
                  <a:pt x="679471" y="71754"/>
                </a:moveTo>
                <a:cubicBezTo>
                  <a:pt x="679471" y="75581"/>
                  <a:pt x="679120" y="79809"/>
                  <a:pt x="678419" y="84437"/>
                </a:cubicBezTo>
                <a:cubicBezTo>
                  <a:pt x="677718" y="89063"/>
                  <a:pt x="676586" y="93722"/>
                  <a:pt x="675024" y="98414"/>
                </a:cubicBezTo>
                <a:cubicBezTo>
                  <a:pt x="673462" y="103103"/>
                  <a:pt x="671502" y="107666"/>
                  <a:pt x="669143" y="112100"/>
                </a:cubicBezTo>
                <a:cubicBezTo>
                  <a:pt x="666784" y="116535"/>
                  <a:pt x="663899" y="120460"/>
                  <a:pt x="660489" y="123875"/>
                </a:cubicBezTo>
                <a:cubicBezTo>
                  <a:pt x="657078" y="127289"/>
                  <a:pt x="653157" y="130034"/>
                  <a:pt x="648726" y="132108"/>
                </a:cubicBezTo>
                <a:cubicBezTo>
                  <a:pt x="644296" y="134181"/>
                  <a:pt x="639307" y="135218"/>
                  <a:pt x="633760" y="135218"/>
                </a:cubicBezTo>
                <a:cubicBezTo>
                  <a:pt x="628023" y="135218"/>
                  <a:pt x="623114" y="134134"/>
                  <a:pt x="619034" y="131964"/>
                </a:cubicBezTo>
                <a:cubicBezTo>
                  <a:pt x="614954" y="129795"/>
                  <a:pt x="611320" y="126668"/>
                  <a:pt x="608132" y="122584"/>
                </a:cubicBezTo>
                <a:lnTo>
                  <a:pt x="606411" y="130912"/>
                </a:lnTo>
                <a:cubicBezTo>
                  <a:pt x="606283" y="131998"/>
                  <a:pt x="605598" y="132764"/>
                  <a:pt x="604355" y="133210"/>
                </a:cubicBezTo>
                <a:cubicBezTo>
                  <a:pt x="603112" y="133657"/>
                  <a:pt x="601215" y="133880"/>
                  <a:pt x="598665" y="133880"/>
                </a:cubicBezTo>
                <a:cubicBezTo>
                  <a:pt x="595987" y="133880"/>
                  <a:pt x="594202" y="133625"/>
                  <a:pt x="593310" y="133115"/>
                </a:cubicBezTo>
                <a:cubicBezTo>
                  <a:pt x="592417" y="132603"/>
                  <a:pt x="592098" y="131868"/>
                  <a:pt x="592353" y="130912"/>
                </a:cubicBezTo>
                <a:lnTo>
                  <a:pt x="617791" y="3063"/>
                </a:lnTo>
                <a:cubicBezTo>
                  <a:pt x="617918" y="2553"/>
                  <a:pt x="618125" y="2107"/>
                  <a:pt x="618412" y="1724"/>
                </a:cubicBezTo>
                <a:cubicBezTo>
                  <a:pt x="618699" y="1340"/>
                  <a:pt x="619177" y="1020"/>
                  <a:pt x="619847" y="765"/>
                </a:cubicBezTo>
                <a:cubicBezTo>
                  <a:pt x="620516" y="510"/>
                  <a:pt x="621377" y="319"/>
                  <a:pt x="622428" y="191"/>
                </a:cubicBezTo>
                <a:cubicBezTo>
                  <a:pt x="623480" y="64"/>
                  <a:pt x="624803" y="0"/>
                  <a:pt x="626397" y="0"/>
                </a:cubicBezTo>
                <a:cubicBezTo>
                  <a:pt x="627927" y="0"/>
                  <a:pt x="629170" y="64"/>
                  <a:pt x="630127" y="191"/>
                </a:cubicBezTo>
                <a:cubicBezTo>
                  <a:pt x="631083" y="319"/>
                  <a:pt x="631848" y="510"/>
                  <a:pt x="632422" y="765"/>
                </a:cubicBezTo>
                <a:cubicBezTo>
                  <a:pt x="632995" y="1020"/>
                  <a:pt x="633346" y="1340"/>
                  <a:pt x="633474" y="1724"/>
                </a:cubicBezTo>
                <a:cubicBezTo>
                  <a:pt x="633601" y="2107"/>
                  <a:pt x="633633" y="2553"/>
                  <a:pt x="633569" y="3063"/>
                </a:cubicBezTo>
                <a:lnTo>
                  <a:pt x="625919" y="41580"/>
                </a:lnTo>
                <a:cubicBezTo>
                  <a:pt x="625600" y="43242"/>
                  <a:pt x="625218" y="44967"/>
                  <a:pt x="624771" y="46756"/>
                </a:cubicBezTo>
                <a:cubicBezTo>
                  <a:pt x="624325" y="48543"/>
                  <a:pt x="623863" y="50315"/>
                  <a:pt x="623385" y="52073"/>
                </a:cubicBezTo>
                <a:cubicBezTo>
                  <a:pt x="622907" y="53830"/>
                  <a:pt x="622428" y="55491"/>
                  <a:pt x="621950" y="57057"/>
                </a:cubicBezTo>
                <a:cubicBezTo>
                  <a:pt x="621472" y="58621"/>
                  <a:pt x="621042" y="59978"/>
                  <a:pt x="620659" y="61127"/>
                </a:cubicBezTo>
                <a:cubicBezTo>
                  <a:pt x="621679" y="58894"/>
                  <a:pt x="623289" y="56581"/>
                  <a:pt x="625489" y="54188"/>
                </a:cubicBezTo>
                <a:cubicBezTo>
                  <a:pt x="627688" y="51794"/>
                  <a:pt x="630270" y="49591"/>
                  <a:pt x="633234" y="47581"/>
                </a:cubicBezTo>
                <a:cubicBezTo>
                  <a:pt x="636199" y="45571"/>
                  <a:pt x="639434" y="43896"/>
                  <a:pt x="642941" y="42558"/>
                </a:cubicBezTo>
                <a:cubicBezTo>
                  <a:pt x="646447" y="41217"/>
                  <a:pt x="649985" y="40546"/>
                  <a:pt x="653556" y="40546"/>
                </a:cubicBezTo>
                <a:cubicBezTo>
                  <a:pt x="657381" y="40546"/>
                  <a:pt x="660664" y="41057"/>
                  <a:pt x="663405" y="42079"/>
                </a:cubicBezTo>
                <a:cubicBezTo>
                  <a:pt x="666147" y="43099"/>
                  <a:pt x="668474" y="44455"/>
                  <a:pt x="670386" y="46147"/>
                </a:cubicBezTo>
                <a:cubicBezTo>
                  <a:pt x="672299" y="47838"/>
                  <a:pt x="673845" y="49769"/>
                  <a:pt x="675024" y="51938"/>
                </a:cubicBezTo>
                <a:cubicBezTo>
                  <a:pt x="676203" y="54108"/>
                  <a:pt x="677112" y="56341"/>
                  <a:pt x="677749" y="58638"/>
                </a:cubicBezTo>
                <a:cubicBezTo>
                  <a:pt x="678387" y="60935"/>
                  <a:pt x="678833" y="63217"/>
                  <a:pt x="679088" y="65484"/>
                </a:cubicBezTo>
                <a:cubicBezTo>
                  <a:pt x="679343" y="67750"/>
                  <a:pt x="679471" y="69840"/>
                  <a:pt x="679471" y="71754"/>
                </a:cubicBezTo>
                <a:moveTo>
                  <a:pt x="662927" y="73087"/>
                </a:moveTo>
                <a:cubicBezTo>
                  <a:pt x="662927" y="71364"/>
                  <a:pt x="662768" y="69385"/>
                  <a:pt x="662449" y="67152"/>
                </a:cubicBezTo>
                <a:cubicBezTo>
                  <a:pt x="662130" y="64917"/>
                  <a:pt x="661509" y="62842"/>
                  <a:pt x="660584" y="60927"/>
                </a:cubicBezTo>
                <a:cubicBezTo>
                  <a:pt x="659660" y="59011"/>
                  <a:pt x="658321" y="57398"/>
                  <a:pt x="656568" y="56089"/>
                </a:cubicBezTo>
                <a:cubicBezTo>
                  <a:pt x="654815" y="54780"/>
                  <a:pt x="652472" y="54126"/>
                  <a:pt x="649539" y="54126"/>
                </a:cubicBezTo>
                <a:cubicBezTo>
                  <a:pt x="646097" y="54126"/>
                  <a:pt x="642590" y="55116"/>
                  <a:pt x="639020" y="57096"/>
                </a:cubicBezTo>
                <a:cubicBezTo>
                  <a:pt x="635450" y="59074"/>
                  <a:pt x="632135" y="61804"/>
                  <a:pt x="629075" y="65284"/>
                </a:cubicBezTo>
                <a:cubicBezTo>
                  <a:pt x="626015" y="68763"/>
                  <a:pt x="623289" y="72848"/>
                  <a:pt x="620898" y="77540"/>
                </a:cubicBezTo>
                <a:cubicBezTo>
                  <a:pt x="618508" y="82231"/>
                  <a:pt x="616770" y="87354"/>
                  <a:pt x="615687" y="92909"/>
                </a:cubicBezTo>
                <a:lnTo>
                  <a:pt x="612531" y="108798"/>
                </a:lnTo>
                <a:cubicBezTo>
                  <a:pt x="615527" y="113207"/>
                  <a:pt x="618747" y="116465"/>
                  <a:pt x="622189" y="118573"/>
                </a:cubicBezTo>
                <a:cubicBezTo>
                  <a:pt x="625632" y="120681"/>
                  <a:pt x="629521" y="121735"/>
                  <a:pt x="633856" y="121735"/>
                </a:cubicBezTo>
                <a:cubicBezTo>
                  <a:pt x="637171" y="121735"/>
                  <a:pt x="640168" y="120969"/>
                  <a:pt x="642845" y="119437"/>
                </a:cubicBezTo>
                <a:cubicBezTo>
                  <a:pt x="645523" y="117905"/>
                  <a:pt x="647945" y="115862"/>
                  <a:pt x="650113" y="113308"/>
                </a:cubicBezTo>
                <a:cubicBezTo>
                  <a:pt x="652280" y="110754"/>
                  <a:pt x="654161" y="107833"/>
                  <a:pt x="655755" y="104546"/>
                </a:cubicBezTo>
                <a:cubicBezTo>
                  <a:pt x="657349" y="101258"/>
                  <a:pt x="658672" y="97811"/>
                  <a:pt x="659724" y="94203"/>
                </a:cubicBezTo>
                <a:cubicBezTo>
                  <a:pt x="660775" y="90595"/>
                  <a:pt x="661572" y="86972"/>
                  <a:pt x="662114" y="83334"/>
                </a:cubicBezTo>
                <a:cubicBezTo>
                  <a:pt x="662656" y="79694"/>
                  <a:pt x="662927" y="76279"/>
                  <a:pt x="662927" y="73087"/>
                </a:cubicBezTo>
                <a:close/>
                <a:moveTo>
                  <a:pt x="764727" y="130915"/>
                </a:moveTo>
                <a:cubicBezTo>
                  <a:pt x="764664" y="131425"/>
                  <a:pt x="764472" y="131871"/>
                  <a:pt x="764154" y="132254"/>
                </a:cubicBezTo>
                <a:cubicBezTo>
                  <a:pt x="763835" y="132636"/>
                  <a:pt x="763389" y="132939"/>
                  <a:pt x="762815" y="133162"/>
                </a:cubicBezTo>
                <a:cubicBezTo>
                  <a:pt x="762241" y="133386"/>
                  <a:pt x="761492" y="133561"/>
                  <a:pt x="760568" y="133688"/>
                </a:cubicBezTo>
                <a:cubicBezTo>
                  <a:pt x="759643" y="133816"/>
                  <a:pt x="758512" y="133880"/>
                  <a:pt x="757173" y="133880"/>
                </a:cubicBezTo>
                <a:cubicBezTo>
                  <a:pt x="755898" y="133880"/>
                  <a:pt x="754830" y="133816"/>
                  <a:pt x="753969" y="133688"/>
                </a:cubicBezTo>
                <a:cubicBezTo>
                  <a:pt x="753109" y="133561"/>
                  <a:pt x="752439" y="133386"/>
                  <a:pt x="751961" y="133162"/>
                </a:cubicBezTo>
                <a:cubicBezTo>
                  <a:pt x="751483" y="132939"/>
                  <a:pt x="751164" y="132636"/>
                  <a:pt x="751005" y="132254"/>
                </a:cubicBezTo>
                <a:cubicBezTo>
                  <a:pt x="750845" y="131871"/>
                  <a:pt x="750830" y="131425"/>
                  <a:pt x="750957" y="130915"/>
                </a:cubicBezTo>
                <a:lnTo>
                  <a:pt x="754113" y="114754"/>
                </a:lnTo>
                <a:cubicBezTo>
                  <a:pt x="753093" y="116932"/>
                  <a:pt x="751483" y="119222"/>
                  <a:pt x="749284" y="121624"/>
                </a:cubicBezTo>
                <a:cubicBezTo>
                  <a:pt x="747084" y="124025"/>
                  <a:pt x="744502" y="126250"/>
                  <a:pt x="741538" y="128300"/>
                </a:cubicBezTo>
                <a:cubicBezTo>
                  <a:pt x="738573" y="130350"/>
                  <a:pt x="735322" y="132016"/>
                  <a:pt x="731784" y="133297"/>
                </a:cubicBezTo>
                <a:cubicBezTo>
                  <a:pt x="728245" y="134578"/>
                  <a:pt x="724659" y="135218"/>
                  <a:pt x="721025" y="135218"/>
                </a:cubicBezTo>
                <a:cubicBezTo>
                  <a:pt x="716690" y="135218"/>
                  <a:pt x="713040" y="134627"/>
                  <a:pt x="710076" y="133443"/>
                </a:cubicBezTo>
                <a:cubicBezTo>
                  <a:pt x="707111" y="132262"/>
                  <a:pt x="704721" y="130632"/>
                  <a:pt x="702904" y="128554"/>
                </a:cubicBezTo>
                <a:cubicBezTo>
                  <a:pt x="701087" y="126476"/>
                  <a:pt x="699780" y="124016"/>
                  <a:pt x="698983" y="121173"/>
                </a:cubicBezTo>
                <a:cubicBezTo>
                  <a:pt x="698186" y="118328"/>
                  <a:pt x="697788" y="115212"/>
                  <a:pt x="697788" y="111825"/>
                </a:cubicBezTo>
                <a:cubicBezTo>
                  <a:pt x="697788" y="109716"/>
                  <a:pt x="697931" y="107558"/>
                  <a:pt x="698218" y="105353"/>
                </a:cubicBezTo>
                <a:cubicBezTo>
                  <a:pt x="698505" y="103147"/>
                  <a:pt x="698871" y="100926"/>
                  <a:pt x="699318" y="98688"/>
                </a:cubicBezTo>
                <a:lnTo>
                  <a:pt x="709932" y="44754"/>
                </a:lnTo>
                <a:cubicBezTo>
                  <a:pt x="710060" y="44308"/>
                  <a:pt x="710283" y="43893"/>
                  <a:pt x="710602" y="43511"/>
                </a:cubicBezTo>
                <a:cubicBezTo>
                  <a:pt x="710921" y="43128"/>
                  <a:pt x="711415" y="42810"/>
                  <a:pt x="712084" y="42555"/>
                </a:cubicBezTo>
                <a:cubicBezTo>
                  <a:pt x="712754" y="42300"/>
                  <a:pt x="713614" y="42124"/>
                  <a:pt x="714666" y="42029"/>
                </a:cubicBezTo>
                <a:cubicBezTo>
                  <a:pt x="715718" y="41933"/>
                  <a:pt x="717009" y="41885"/>
                  <a:pt x="718539" y="41885"/>
                </a:cubicBezTo>
                <a:cubicBezTo>
                  <a:pt x="720069" y="41885"/>
                  <a:pt x="721328" y="41933"/>
                  <a:pt x="722316" y="42029"/>
                </a:cubicBezTo>
                <a:cubicBezTo>
                  <a:pt x="723304" y="42124"/>
                  <a:pt x="724070" y="42300"/>
                  <a:pt x="724611" y="42555"/>
                </a:cubicBezTo>
                <a:cubicBezTo>
                  <a:pt x="725153" y="42810"/>
                  <a:pt x="725504" y="43128"/>
                  <a:pt x="725663" y="43511"/>
                </a:cubicBezTo>
                <a:cubicBezTo>
                  <a:pt x="725823" y="43893"/>
                  <a:pt x="725871" y="44308"/>
                  <a:pt x="725807" y="44754"/>
                </a:cubicBezTo>
                <a:lnTo>
                  <a:pt x="715288" y="98115"/>
                </a:lnTo>
                <a:cubicBezTo>
                  <a:pt x="714905" y="99778"/>
                  <a:pt x="714618" y="101506"/>
                  <a:pt x="714427" y="103300"/>
                </a:cubicBezTo>
                <a:cubicBezTo>
                  <a:pt x="714236" y="105093"/>
                  <a:pt x="714140" y="106916"/>
                  <a:pt x="714140" y="108771"/>
                </a:cubicBezTo>
                <a:cubicBezTo>
                  <a:pt x="714140" y="110692"/>
                  <a:pt x="714315" y="112437"/>
                  <a:pt x="714666" y="114007"/>
                </a:cubicBezTo>
                <a:cubicBezTo>
                  <a:pt x="715017" y="115575"/>
                  <a:pt x="715622" y="116935"/>
                  <a:pt x="716483" y="118086"/>
                </a:cubicBezTo>
                <a:cubicBezTo>
                  <a:pt x="717344" y="119238"/>
                  <a:pt x="718459" y="120134"/>
                  <a:pt x="719830" y="120776"/>
                </a:cubicBezTo>
                <a:cubicBezTo>
                  <a:pt x="721201" y="121415"/>
                  <a:pt x="722874" y="121735"/>
                  <a:pt x="724850" y="121735"/>
                </a:cubicBezTo>
                <a:cubicBezTo>
                  <a:pt x="728229" y="121735"/>
                  <a:pt x="731688" y="120761"/>
                  <a:pt x="735226" y="118812"/>
                </a:cubicBezTo>
                <a:cubicBezTo>
                  <a:pt x="738764" y="116862"/>
                  <a:pt x="742064" y="114161"/>
                  <a:pt x="745124" y="110711"/>
                </a:cubicBezTo>
                <a:cubicBezTo>
                  <a:pt x="748184" y="107260"/>
                  <a:pt x="750909" y="103154"/>
                  <a:pt x="753300" y="98393"/>
                </a:cubicBezTo>
                <a:cubicBezTo>
                  <a:pt x="755691" y="93631"/>
                  <a:pt x="757460" y="88438"/>
                  <a:pt x="758607" y="82814"/>
                </a:cubicBezTo>
                <a:lnTo>
                  <a:pt x="766162" y="44754"/>
                </a:lnTo>
                <a:cubicBezTo>
                  <a:pt x="766226" y="44308"/>
                  <a:pt x="766433" y="43893"/>
                  <a:pt x="766784" y="43511"/>
                </a:cubicBezTo>
                <a:cubicBezTo>
                  <a:pt x="767134" y="43128"/>
                  <a:pt x="767644" y="42810"/>
                  <a:pt x="768314" y="42555"/>
                </a:cubicBezTo>
                <a:cubicBezTo>
                  <a:pt x="768983" y="42300"/>
                  <a:pt x="769844" y="42124"/>
                  <a:pt x="770896" y="42029"/>
                </a:cubicBezTo>
                <a:cubicBezTo>
                  <a:pt x="771947" y="41933"/>
                  <a:pt x="773238" y="41885"/>
                  <a:pt x="774768" y="41885"/>
                </a:cubicBezTo>
                <a:cubicBezTo>
                  <a:pt x="776299" y="41885"/>
                  <a:pt x="777558" y="41933"/>
                  <a:pt x="778546" y="42029"/>
                </a:cubicBezTo>
                <a:cubicBezTo>
                  <a:pt x="779534" y="42124"/>
                  <a:pt x="780299" y="42300"/>
                  <a:pt x="780841" y="42555"/>
                </a:cubicBezTo>
                <a:cubicBezTo>
                  <a:pt x="781383" y="42810"/>
                  <a:pt x="781733" y="43128"/>
                  <a:pt x="781893" y="43511"/>
                </a:cubicBezTo>
                <a:cubicBezTo>
                  <a:pt x="782052" y="43893"/>
                  <a:pt x="782100" y="44308"/>
                  <a:pt x="782036" y="44754"/>
                </a:cubicBezTo>
                <a:lnTo>
                  <a:pt x="764727" y="130915"/>
                </a:lnTo>
                <a:close/>
                <a:moveTo>
                  <a:pt x="855817" y="45710"/>
                </a:moveTo>
                <a:cubicBezTo>
                  <a:pt x="855817" y="46284"/>
                  <a:pt x="855785" y="46906"/>
                  <a:pt x="855722" y="47575"/>
                </a:cubicBezTo>
                <a:cubicBezTo>
                  <a:pt x="855658" y="48244"/>
                  <a:pt x="855530" y="48930"/>
                  <a:pt x="855339" y="49631"/>
                </a:cubicBezTo>
                <a:cubicBezTo>
                  <a:pt x="855148" y="50332"/>
                  <a:pt x="854893" y="51034"/>
                  <a:pt x="854574" y="51735"/>
                </a:cubicBezTo>
                <a:cubicBezTo>
                  <a:pt x="854255" y="52436"/>
                  <a:pt x="853921" y="53058"/>
                  <a:pt x="853570" y="53600"/>
                </a:cubicBezTo>
                <a:cubicBezTo>
                  <a:pt x="853219" y="54142"/>
                  <a:pt x="852821" y="54572"/>
                  <a:pt x="852375" y="54891"/>
                </a:cubicBezTo>
                <a:cubicBezTo>
                  <a:pt x="851928" y="55209"/>
                  <a:pt x="851418" y="55369"/>
                  <a:pt x="850845" y="55369"/>
                </a:cubicBezTo>
                <a:lnTo>
                  <a:pt x="828850" y="55369"/>
                </a:lnTo>
                <a:lnTo>
                  <a:pt x="819192" y="103500"/>
                </a:lnTo>
                <a:cubicBezTo>
                  <a:pt x="818937" y="104843"/>
                  <a:pt x="818713" y="106347"/>
                  <a:pt x="818522" y="108012"/>
                </a:cubicBezTo>
                <a:cubicBezTo>
                  <a:pt x="818331" y="109676"/>
                  <a:pt x="818235" y="111051"/>
                  <a:pt x="818235" y="112139"/>
                </a:cubicBezTo>
                <a:cubicBezTo>
                  <a:pt x="818235" y="115402"/>
                  <a:pt x="818921" y="117786"/>
                  <a:pt x="820291" y="119290"/>
                </a:cubicBezTo>
                <a:cubicBezTo>
                  <a:pt x="821662" y="120793"/>
                  <a:pt x="823877" y="121544"/>
                  <a:pt x="826937" y="121544"/>
                </a:cubicBezTo>
                <a:cubicBezTo>
                  <a:pt x="828659" y="121544"/>
                  <a:pt x="830157" y="121400"/>
                  <a:pt x="831432" y="121113"/>
                </a:cubicBezTo>
                <a:cubicBezTo>
                  <a:pt x="832707" y="120826"/>
                  <a:pt x="833807" y="120524"/>
                  <a:pt x="834731" y="120205"/>
                </a:cubicBezTo>
                <a:cubicBezTo>
                  <a:pt x="835656" y="119886"/>
                  <a:pt x="836468" y="119583"/>
                  <a:pt x="837170" y="119296"/>
                </a:cubicBezTo>
                <a:cubicBezTo>
                  <a:pt x="837871" y="119009"/>
                  <a:pt x="838477" y="118866"/>
                  <a:pt x="838987" y="118866"/>
                </a:cubicBezTo>
                <a:cubicBezTo>
                  <a:pt x="839497" y="118866"/>
                  <a:pt x="839895" y="119041"/>
                  <a:pt x="840182" y="119392"/>
                </a:cubicBezTo>
                <a:cubicBezTo>
                  <a:pt x="840469" y="119743"/>
                  <a:pt x="840612" y="120396"/>
                  <a:pt x="840612" y="121352"/>
                </a:cubicBezTo>
                <a:cubicBezTo>
                  <a:pt x="840612" y="122181"/>
                  <a:pt x="840533" y="123090"/>
                  <a:pt x="840373" y="124078"/>
                </a:cubicBezTo>
                <a:cubicBezTo>
                  <a:pt x="840214" y="125066"/>
                  <a:pt x="840007" y="126038"/>
                  <a:pt x="839752" y="126994"/>
                </a:cubicBezTo>
                <a:cubicBezTo>
                  <a:pt x="839497" y="127951"/>
                  <a:pt x="839178" y="128811"/>
                  <a:pt x="838795" y="129576"/>
                </a:cubicBezTo>
                <a:cubicBezTo>
                  <a:pt x="838413" y="130341"/>
                  <a:pt x="837998" y="130947"/>
                  <a:pt x="837552" y="131393"/>
                </a:cubicBezTo>
                <a:cubicBezTo>
                  <a:pt x="837042" y="131840"/>
                  <a:pt x="836277" y="132286"/>
                  <a:pt x="835257" y="132732"/>
                </a:cubicBezTo>
                <a:cubicBezTo>
                  <a:pt x="834237" y="133178"/>
                  <a:pt x="833058" y="133577"/>
                  <a:pt x="831719" y="133927"/>
                </a:cubicBezTo>
                <a:cubicBezTo>
                  <a:pt x="830380" y="134278"/>
                  <a:pt x="828962" y="134549"/>
                  <a:pt x="827463" y="134740"/>
                </a:cubicBezTo>
                <a:cubicBezTo>
                  <a:pt x="825965" y="134932"/>
                  <a:pt x="824483" y="135027"/>
                  <a:pt x="823017" y="135027"/>
                </a:cubicBezTo>
                <a:cubicBezTo>
                  <a:pt x="819447" y="135027"/>
                  <a:pt x="816355" y="134644"/>
                  <a:pt x="813741" y="133877"/>
                </a:cubicBezTo>
                <a:cubicBezTo>
                  <a:pt x="811127" y="133110"/>
                  <a:pt x="808927" y="131912"/>
                  <a:pt x="807142" y="130285"/>
                </a:cubicBezTo>
                <a:cubicBezTo>
                  <a:pt x="805357" y="128655"/>
                  <a:pt x="804034" y="126611"/>
                  <a:pt x="803174" y="124152"/>
                </a:cubicBezTo>
                <a:cubicBezTo>
                  <a:pt x="802313" y="121692"/>
                  <a:pt x="801883" y="118738"/>
                  <a:pt x="801883" y="115289"/>
                </a:cubicBezTo>
                <a:cubicBezTo>
                  <a:pt x="801883" y="114522"/>
                  <a:pt x="801915" y="113675"/>
                  <a:pt x="801978" y="112749"/>
                </a:cubicBezTo>
                <a:cubicBezTo>
                  <a:pt x="802042" y="111822"/>
                  <a:pt x="802154" y="110848"/>
                  <a:pt x="802313" y="109826"/>
                </a:cubicBezTo>
                <a:cubicBezTo>
                  <a:pt x="802473" y="108804"/>
                  <a:pt x="802632" y="107782"/>
                  <a:pt x="802791" y="106760"/>
                </a:cubicBezTo>
                <a:cubicBezTo>
                  <a:pt x="802951" y="105738"/>
                  <a:pt x="803126" y="104780"/>
                  <a:pt x="803317" y="103885"/>
                </a:cubicBezTo>
                <a:lnTo>
                  <a:pt x="812976" y="55369"/>
                </a:lnTo>
                <a:lnTo>
                  <a:pt x="801022" y="55369"/>
                </a:lnTo>
                <a:cubicBezTo>
                  <a:pt x="800321" y="55369"/>
                  <a:pt x="799779" y="55162"/>
                  <a:pt x="799396" y="54747"/>
                </a:cubicBezTo>
                <a:cubicBezTo>
                  <a:pt x="799014" y="54333"/>
                  <a:pt x="798823" y="53520"/>
                  <a:pt x="798823" y="52309"/>
                </a:cubicBezTo>
                <a:cubicBezTo>
                  <a:pt x="798823" y="51416"/>
                  <a:pt x="798918" y="50380"/>
                  <a:pt x="799110" y="49201"/>
                </a:cubicBezTo>
                <a:cubicBezTo>
                  <a:pt x="799301" y="48021"/>
                  <a:pt x="799588" y="46922"/>
                  <a:pt x="799970" y="45902"/>
                </a:cubicBezTo>
                <a:cubicBezTo>
                  <a:pt x="800353" y="44882"/>
                  <a:pt x="800847" y="44021"/>
                  <a:pt x="801452" y="43320"/>
                </a:cubicBezTo>
                <a:cubicBezTo>
                  <a:pt x="802058" y="42618"/>
                  <a:pt x="802775" y="42268"/>
                  <a:pt x="803604" y="42268"/>
                </a:cubicBezTo>
                <a:lnTo>
                  <a:pt x="815653" y="42268"/>
                </a:lnTo>
                <a:lnTo>
                  <a:pt x="819765" y="21803"/>
                </a:lnTo>
                <a:cubicBezTo>
                  <a:pt x="819829" y="21357"/>
                  <a:pt x="820036" y="20943"/>
                  <a:pt x="820387" y="20560"/>
                </a:cubicBezTo>
                <a:cubicBezTo>
                  <a:pt x="820738" y="20178"/>
                  <a:pt x="821232" y="19843"/>
                  <a:pt x="821869" y="19556"/>
                </a:cubicBezTo>
                <a:cubicBezTo>
                  <a:pt x="822507" y="19269"/>
                  <a:pt x="823351" y="19062"/>
                  <a:pt x="824403" y="18934"/>
                </a:cubicBezTo>
                <a:cubicBezTo>
                  <a:pt x="825455" y="18807"/>
                  <a:pt x="826746" y="18743"/>
                  <a:pt x="828276" y="18743"/>
                </a:cubicBezTo>
                <a:cubicBezTo>
                  <a:pt x="829806" y="18743"/>
                  <a:pt x="831065" y="18807"/>
                  <a:pt x="832054" y="18934"/>
                </a:cubicBezTo>
                <a:cubicBezTo>
                  <a:pt x="833042" y="19062"/>
                  <a:pt x="833807" y="19269"/>
                  <a:pt x="834349" y="19556"/>
                </a:cubicBezTo>
                <a:cubicBezTo>
                  <a:pt x="834891" y="19843"/>
                  <a:pt x="835241" y="20178"/>
                  <a:pt x="835401" y="20560"/>
                </a:cubicBezTo>
                <a:cubicBezTo>
                  <a:pt x="835560" y="20943"/>
                  <a:pt x="835608" y="21357"/>
                  <a:pt x="835544" y="21803"/>
                </a:cubicBezTo>
                <a:lnTo>
                  <a:pt x="831432" y="42268"/>
                </a:lnTo>
                <a:lnTo>
                  <a:pt x="853426" y="42268"/>
                </a:lnTo>
                <a:cubicBezTo>
                  <a:pt x="854383" y="42268"/>
                  <a:pt x="855020" y="42618"/>
                  <a:pt x="855339" y="43320"/>
                </a:cubicBezTo>
                <a:cubicBezTo>
                  <a:pt x="855658" y="44021"/>
                  <a:pt x="855817" y="44818"/>
                  <a:pt x="855817" y="45710"/>
                </a:cubicBezTo>
                <a:close/>
                <a:moveTo>
                  <a:pt x="900661" y="15779"/>
                </a:moveTo>
                <a:cubicBezTo>
                  <a:pt x="900343" y="17564"/>
                  <a:pt x="899912" y="19062"/>
                  <a:pt x="899370" y="20273"/>
                </a:cubicBezTo>
                <a:cubicBezTo>
                  <a:pt x="898829" y="21484"/>
                  <a:pt x="898111" y="22457"/>
                  <a:pt x="897219" y="23190"/>
                </a:cubicBezTo>
                <a:cubicBezTo>
                  <a:pt x="896326" y="23923"/>
                  <a:pt x="895211" y="24449"/>
                  <a:pt x="893872" y="24768"/>
                </a:cubicBezTo>
                <a:cubicBezTo>
                  <a:pt x="892533" y="25087"/>
                  <a:pt x="890907" y="25246"/>
                  <a:pt x="888995" y="25246"/>
                </a:cubicBezTo>
                <a:cubicBezTo>
                  <a:pt x="887146" y="25246"/>
                  <a:pt x="885616" y="25087"/>
                  <a:pt x="884405" y="24768"/>
                </a:cubicBezTo>
                <a:cubicBezTo>
                  <a:pt x="883193" y="24449"/>
                  <a:pt x="882301" y="23923"/>
                  <a:pt x="881727" y="23190"/>
                </a:cubicBezTo>
                <a:cubicBezTo>
                  <a:pt x="881153" y="22457"/>
                  <a:pt x="880835" y="21484"/>
                  <a:pt x="880771" y="20273"/>
                </a:cubicBezTo>
                <a:cubicBezTo>
                  <a:pt x="880707" y="19062"/>
                  <a:pt x="880835" y="17564"/>
                  <a:pt x="881153" y="15779"/>
                </a:cubicBezTo>
                <a:cubicBezTo>
                  <a:pt x="881536" y="13994"/>
                  <a:pt x="882014" y="12511"/>
                  <a:pt x="882588" y="11332"/>
                </a:cubicBezTo>
                <a:cubicBezTo>
                  <a:pt x="883161" y="10153"/>
                  <a:pt x="883879" y="9164"/>
                  <a:pt x="884739" y="8367"/>
                </a:cubicBezTo>
                <a:cubicBezTo>
                  <a:pt x="885600" y="7571"/>
                  <a:pt x="886700" y="7029"/>
                  <a:pt x="888039" y="6742"/>
                </a:cubicBezTo>
                <a:cubicBezTo>
                  <a:pt x="889377" y="6455"/>
                  <a:pt x="891003" y="6311"/>
                  <a:pt x="892916" y="6311"/>
                </a:cubicBezTo>
                <a:cubicBezTo>
                  <a:pt x="894764" y="6311"/>
                  <a:pt x="896279" y="6455"/>
                  <a:pt x="897458" y="6742"/>
                </a:cubicBezTo>
                <a:cubicBezTo>
                  <a:pt x="898637" y="7029"/>
                  <a:pt x="899530" y="7571"/>
                  <a:pt x="900136" y="8367"/>
                </a:cubicBezTo>
                <a:cubicBezTo>
                  <a:pt x="900741" y="9164"/>
                  <a:pt x="901076" y="10153"/>
                  <a:pt x="901140" y="11332"/>
                </a:cubicBezTo>
                <a:cubicBezTo>
                  <a:pt x="901203" y="12511"/>
                  <a:pt x="901044" y="13994"/>
                  <a:pt x="900661" y="15779"/>
                </a:cubicBezTo>
                <a:moveTo>
                  <a:pt x="875894" y="130915"/>
                </a:moveTo>
                <a:cubicBezTo>
                  <a:pt x="875766" y="131425"/>
                  <a:pt x="875543" y="131856"/>
                  <a:pt x="875224" y="132206"/>
                </a:cubicBezTo>
                <a:cubicBezTo>
                  <a:pt x="874906" y="132557"/>
                  <a:pt x="874427" y="132860"/>
                  <a:pt x="873790" y="133115"/>
                </a:cubicBezTo>
                <a:cubicBezTo>
                  <a:pt x="873152" y="133370"/>
                  <a:pt x="872308" y="133561"/>
                  <a:pt x="871256" y="133688"/>
                </a:cubicBezTo>
                <a:cubicBezTo>
                  <a:pt x="870204" y="133816"/>
                  <a:pt x="868913" y="133880"/>
                  <a:pt x="867383" y="133880"/>
                </a:cubicBezTo>
                <a:cubicBezTo>
                  <a:pt x="865789" y="133880"/>
                  <a:pt x="864498" y="133816"/>
                  <a:pt x="863510" y="133688"/>
                </a:cubicBezTo>
                <a:cubicBezTo>
                  <a:pt x="862522" y="133561"/>
                  <a:pt x="861757" y="133370"/>
                  <a:pt x="861215" y="133115"/>
                </a:cubicBezTo>
                <a:cubicBezTo>
                  <a:pt x="860673" y="132860"/>
                  <a:pt x="860322" y="132557"/>
                  <a:pt x="860163" y="132206"/>
                </a:cubicBezTo>
                <a:cubicBezTo>
                  <a:pt x="860003" y="131856"/>
                  <a:pt x="859988" y="131425"/>
                  <a:pt x="860115" y="130915"/>
                </a:cubicBezTo>
                <a:lnTo>
                  <a:pt x="877233" y="44850"/>
                </a:lnTo>
                <a:cubicBezTo>
                  <a:pt x="877296" y="44403"/>
                  <a:pt x="877488" y="43989"/>
                  <a:pt x="877806" y="43607"/>
                </a:cubicBezTo>
                <a:cubicBezTo>
                  <a:pt x="878125" y="43224"/>
                  <a:pt x="878603" y="42905"/>
                  <a:pt x="879241" y="42650"/>
                </a:cubicBezTo>
                <a:cubicBezTo>
                  <a:pt x="879878" y="42395"/>
                  <a:pt x="880723" y="42204"/>
                  <a:pt x="881775" y="42076"/>
                </a:cubicBezTo>
                <a:cubicBezTo>
                  <a:pt x="882827" y="41949"/>
                  <a:pt x="884150" y="41885"/>
                  <a:pt x="885743" y="41885"/>
                </a:cubicBezTo>
                <a:cubicBezTo>
                  <a:pt x="887274" y="41885"/>
                  <a:pt x="888533" y="41949"/>
                  <a:pt x="889521" y="42076"/>
                </a:cubicBezTo>
                <a:cubicBezTo>
                  <a:pt x="890509" y="42204"/>
                  <a:pt x="891274" y="42395"/>
                  <a:pt x="891816" y="42650"/>
                </a:cubicBezTo>
                <a:cubicBezTo>
                  <a:pt x="892358" y="42905"/>
                  <a:pt x="892708" y="43224"/>
                  <a:pt x="892868" y="43607"/>
                </a:cubicBezTo>
                <a:cubicBezTo>
                  <a:pt x="893027" y="43989"/>
                  <a:pt x="893075" y="44403"/>
                  <a:pt x="893011" y="44850"/>
                </a:cubicBezTo>
                <a:lnTo>
                  <a:pt x="875894" y="130915"/>
                </a:lnTo>
                <a:close/>
                <a:moveTo>
                  <a:pt x="991668" y="73380"/>
                </a:moveTo>
                <a:cubicBezTo>
                  <a:pt x="991668" y="78101"/>
                  <a:pt x="991222" y="82920"/>
                  <a:pt x="990329" y="87835"/>
                </a:cubicBezTo>
                <a:cubicBezTo>
                  <a:pt x="989437" y="92748"/>
                  <a:pt x="988082" y="97486"/>
                  <a:pt x="986265" y="102050"/>
                </a:cubicBezTo>
                <a:cubicBezTo>
                  <a:pt x="984448" y="106613"/>
                  <a:pt x="982137" y="110904"/>
                  <a:pt x="979332" y="114924"/>
                </a:cubicBezTo>
                <a:cubicBezTo>
                  <a:pt x="976527" y="118945"/>
                  <a:pt x="973228" y="122455"/>
                  <a:pt x="969434" y="125455"/>
                </a:cubicBezTo>
                <a:cubicBezTo>
                  <a:pt x="965641" y="128454"/>
                  <a:pt x="961338" y="130831"/>
                  <a:pt x="956525" y="132586"/>
                </a:cubicBezTo>
                <a:cubicBezTo>
                  <a:pt x="951711" y="134341"/>
                  <a:pt x="946340" y="135218"/>
                  <a:pt x="940411" y="135218"/>
                </a:cubicBezTo>
                <a:cubicBezTo>
                  <a:pt x="934291" y="135218"/>
                  <a:pt x="929047" y="134485"/>
                  <a:pt x="924680" y="133019"/>
                </a:cubicBezTo>
                <a:cubicBezTo>
                  <a:pt x="920313" y="131551"/>
                  <a:pt x="916727" y="129413"/>
                  <a:pt x="913922" y="126606"/>
                </a:cubicBezTo>
                <a:cubicBezTo>
                  <a:pt x="911117" y="123797"/>
                  <a:pt x="909045" y="120350"/>
                  <a:pt x="907706" y="116266"/>
                </a:cubicBezTo>
                <a:cubicBezTo>
                  <a:pt x="906367" y="112182"/>
                  <a:pt x="905698" y="107555"/>
                  <a:pt x="905698" y="102385"/>
                </a:cubicBezTo>
                <a:cubicBezTo>
                  <a:pt x="905698" y="97663"/>
                  <a:pt x="906128" y="92846"/>
                  <a:pt x="906989" y="87933"/>
                </a:cubicBezTo>
                <a:cubicBezTo>
                  <a:pt x="907850" y="83018"/>
                  <a:pt x="909204" y="78296"/>
                  <a:pt x="911053" y="73765"/>
                </a:cubicBezTo>
                <a:cubicBezTo>
                  <a:pt x="912902" y="69233"/>
                  <a:pt x="915213" y="64941"/>
                  <a:pt x="917986" y="60888"/>
                </a:cubicBezTo>
                <a:cubicBezTo>
                  <a:pt x="920760" y="56836"/>
                  <a:pt x="924043" y="53311"/>
                  <a:pt x="927836" y="50312"/>
                </a:cubicBezTo>
                <a:cubicBezTo>
                  <a:pt x="931629" y="47312"/>
                  <a:pt x="935933" y="44934"/>
                  <a:pt x="940746" y="43179"/>
                </a:cubicBezTo>
                <a:cubicBezTo>
                  <a:pt x="945559" y="41424"/>
                  <a:pt x="950930" y="40546"/>
                  <a:pt x="956859" y="40546"/>
                </a:cubicBezTo>
                <a:cubicBezTo>
                  <a:pt x="962979" y="40546"/>
                  <a:pt x="968223" y="41296"/>
                  <a:pt x="972590" y="42797"/>
                </a:cubicBezTo>
                <a:cubicBezTo>
                  <a:pt x="976957" y="44297"/>
                  <a:pt x="980559" y="46450"/>
                  <a:pt x="983396" y="49258"/>
                </a:cubicBezTo>
                <a:cubicBezTo>
                  <a:pt x="986233" y="52065"/>
                  <a:pt x="988321" y="55511"/>
                  <a:pt x="989660" y="59597"/>
                </a:cubicBezTo>
                <a:cubicBezTo>
                  <a:pt x="990999" y="63681"/>
                  <a:pt x="991668" y="68276"/>
                  <a:pt x="991668" y="73380"/>
                </a:cubicBezTo>
                <a:moveTo>
                  <a:pt x="975029" y="74333"/>
                </a:moveTo>
                <a:cubicBezTo>
                  <a:pt x="975029" y="71140"/>
                  <a:pt x="974694" y="68267"/>
                  <a:pt x="974024" y="65715"/>
                </a:cubicBezTo>
                <a:cubicBezTo>
                  <a:pt x="973355" y="63161"/>
                  <a:pt x="972239" y="61006"/>
                  <a:pt x="970678" y="59251"/>
                </a:cubicBezTo>
                <a:cubicBezTo>
                  <a:pt x="969116" y="57494"/>
                  <a:pt x="967075" y="56137"/>
                  <a:pt x="964557" y="55181"/>
                </a:cubicBezTo>
                <a:cubicBezTo>
                  <a:pt x="962039" y="54222"/>
                  <a:pt x="958995" y="53743"/>
                  <a:pt x="955425" y="53743"/>
                </a:cubicBezTo>
                <a:cubicBezTo>
                  <a:pt x="951600" y="53743"/>
                  <a:pt x="948125" y="54429"/>
                  <a:pt x="945001" y="55802"/>
                </a:cubicBezTo>
                <a:cubicBezTo>
                  <a:pt x="941877" y="57175"/>
                  <a:pt x="939088" y="59027"/>
                  <a:pt x="936634" y="61358"/>
                </a:cubicBezTo>
                <a:cubicBezTo>
                  <a:pt x="934179" y="63686"/>
                  <a:pt x="932044" y="66416"/>
                  <a:pt x="930227" y="69546"/>
                </a:cubicBezTo>
                <a:cubicBezTo>
                  <a:pt x="928410" y="72674"/>
                  <a:pt x="926912" y="76010"/>
                  <a:pt x="925732" y="79554"/>
                </a:cubicBezTo>
                <a:cubicBezTo>
                  <a:pt x="924553" y="83096"/>
                  <a:pt x="923676" y="86735"/>
                  <a:pt x="923102" y="90470"/>
                </a:cubicBezTo>
                <a:cubicBezTo>
                  <a:pt x="922529" y="94204"/>
                  <a:pt x="922242" y="97858"/>
                  <a:pt x="922242" y="101432"/>
                </a:cubicBezTo>
                <a:cubicBezTo>
                  <a:pt x="922242" y="104625"/>
                  <a:pt x="922592" y="107499"/>
                  <a:pt x="923294" y="110053"/>
                </a:cubicBezTo>
                <a:cubicBezTo>
                  <a:pt x="923995" y="112605"/>
                  <a:pt x="925127" y="114776"/>
                  <a:pt x="926688" y="116565"/>
                </a:cubicBezTo>
                <a:cubicBezTo>
                  <a:pt x="928250" y="118352"/>
                  <a:pt x="930275" y="119725"/>
                  <a:pt x="932761" y="120683"/>
                </a:cubicBezTo>
                <a:cubicBezTo>
                  <a:pt x="935247" y="121639"/>
                  <a:pt x="938275" y="122117"/>
                  <a:pt x="941846" y="122117"/>
                </a:cubicBezTo>
                <a:cubicBezTo>
                  <a:pt x="945734" y="122117"/>
                  <a:pt x="949225" y="121431"/>
                  <a:pt x="952317" y="120058"/>
                </a:cubicBezTo>
                <a:cubicBezTo>
                  <a:pt x="955409" y="118686"/>
                  <a:pt x="958182" y="116819"/>
                  <a:pt x="960637" y="114458"/>
                </a:cubicBezTo>
                <a:cubicBezTo>
                  <a:pt x="963091" y="112095"/>
                  <a:pt x="965227" y="109350"/>
                  <a:pt x="967044" y="106222"/>
                </a:cubicBezTo>
                <a:cubicBezTo>
                  <a:pt x="968861" y="103092"/>
                  <a:pt x="970359" y="99740"/>
                  <a:pt x="971538" y="96166"/>
                </a:cubicBezTo>
                <a:cubicBezTo>
                  <a:pt x="972718" y="92590"/>
                  <a:pt x="973594" y="88951"/>
                  <a:pt x="974168" y="85250"/>
                </a:cubicBezTo>
                <a:cubicBezTo>
                  <a:pt x="974742" y="81546"/>
                  <a:pt x="975029" y="77907"/>
                  <a:pt x="975029" y="74333"/>
                </a:cubicBezTo>
                <a:close/>
                <a:moveTo>
                  <a:pt x="1089452" y="63880"/>
                </a:moveTo>
                <a:cubicBezTo>
                  <a:pt x="1089452" y="66111"/>
                  <a:pt x="1089324" y="68310"/>
                  <a:pt x="1089069" y="70478"/>
                </a:cubicBezTo>
                <a:cubicBezTo>
                  <a:pt x="1088814" y="72646"/>
                  <a:pt x="1088463" y="74877"/>
                  <a:pt x="1088017" y="77172"/>
                </a:cubicBezTo>
                <a:lnTo>
                  <a:pt x="1077211" y="130915"/>
                </a:lnTo>
                <a:cubicBezTo>
                  <a:pt x="1077084" y="131425"/>
                  <a:pt x="1076876" y="131856"/>
                  <a:pt x="1076590" y="132206"/>
                </a:cubicBezTo>
                <a:cubicBezTo>
                  <a:pt x="1076303" y="132557"/>
                  <a:pt x="1075825" y="132860"/>
                  <a:pt x="1075155" y="133115"/>
                </a:cubicBezTo>
                <a:cubicBezTo>
                  <a:pt x="1074486" y="133370"/>
                  <a:pt x="1073641" y="133561"/>
                  <a:pt x="1072621" y="133688"/>
                </a:cubicBezTo>
                <a:cubicBezTo>
                  <a:pt x="1071601" y="133816"/>
                  <a:pt x="1070294" y="133880"/>
                  <a:pt x="1068700" y="133880"/>
                </a:cubicBezTo>
                <a:cubicBezTo>
                  <a:pt x="1067170" y="133880"/>
                  <a:pt x="1065911" y="133816"/>
                  <a:pt x="1064923" y="133688"/>
                </a:cubicBezTo>
                <a:cubicBezTo>
                  <a:pt x="1063935" y="133561"/>
                  <a:pt x="1063170" y="133370"/>
                  <a:pt x="1062628" y="133115"/>
                </a:cubicBezTo>
                <a:cubicBezTo>
                  <a:pt x="1062086" y="132860"/>
                  <a:pt x="1061735" y="132557"/>
                  <a:pt x="1061576" y="132206"/>
                </a:cubicBezTo>
                <a:cubicBezTo>
                  <a:pt x="1061417" y="131856"/>
                  <a:pt x="1061369" y="131425"/>
                  <a:pt x="1061432" y="130915"/>
                </a:cubicBezTo>
                <a:lnTo>
                  <a:pt x="1072047" y="77746"/>
                </a:lnTo>
                <a:cubicBezTo>
                  <a:pt x="1072494" y="75770"/>
                  <a:pt x="1072796" y="73857"/>
                  <a:pt x="1072956" y="72008"/>
                </a:cubicBezTo>
                <a:cubicBezTo>
                  <a:pt x="1073115" y="70159"/>
                  <a:pt x="1073195" y="68534"/>
                  <a:pt x="1073195" y="67131"/>
                </a:cubicBezTo>
                <a:cubicBezTo>
                  <a:pt x="1073195" y="63242"/>
                  <a:pt x="1072366" y="60102"/>
                  <a:pt x="1070708" y="57712"/>
                </a:cubicBezTo>
                <a:cubicBezTo>
                  <a:pt x="1069051" y="55321"/>
                  <a:pt x="1066278" y="54126"/>
                  <a:pt x="1062389" y="54126"/>
                </a:cubicBezTo>
                <a:cubicBezTo>
                  <a:pt x="1059010" y="54126"/>
                  <a:pt x="1055551" y="55098"/>
                  <a:pt x="1052013" y="57042"/>
                </a:cubicBezTo>
                <a:cubicBezTo>
                  <a:pt x="1048475" y="58987"/>
                  <a:pt x="1045192" y="61664"/>
                  <a:pt x="1042163" y="65075"/>
                </a:cubicBezTo>
                <a:cubicBezTo>
                  <a:pt x="1039135" y="68486"/>
                  <a:pt x="1036426" y="72534"/>
                  <a:pt x="1034035" y="77220"/>
                </a:cubicBezTo>
                <a:cubicBezTo>
                  <a:pt x="1031644" y="81906"/>
                  <a:pt x="1029907" y="86990"/>
                  <a:pt x="1028823" y="92473"/>
                </a:cubicBezTo>
                <a:lnTo>
                  <a:pt x="1021173" y="130915"/>
                </a:lnTo>
                <a:cubicBezTo>
                  <a:pt x="1021045" y="131425"/>
                  <a:pt x="1020822" y="131856"/>
                  <a:pt x="1020504" y="132206"/>
                </a:cubicBezTo>
                <a:cubicBezTo>
                  <a:pt x="1020185" y="132557"/>
                  <a:pt x="1019707" y="132860"/>
                  <a:pt x="1019069" y="133115"/>
                </a:cubicBezTo>
                <a:cubicBezTo>
                  <a:pt x="1018432" y="133370"/>
                  <a:pt x="1017587" y="133561"/>
                  <a:pt x="1016535" y="133688"/>
                </a:cubicBezTo>
                <a:cubicBezTo>
                  <a:pt x="1015483" y="133816"/>
                  <a:pt x="1014192" y="133880"/>
                  <a:pt x="1012662" y="133880"/>
                </a:cubicBezTo>
                <a:cubicBezTo>
                  <a:pt x="1011068" y="133880"/>
                  <a:pt x="1009777" y="133816"/>
                  <a:pt x="1008789" y="133688"/>
                </a:cubicBezTo>
                <a:cubicBezTo>
                  <a:pt x="1007801" y="133561"/>
                  <a:pt x="1007036" y="133370"/>
                  <a:pt x="1006494" y="133115"/>
                </a:cubicBezTo>
                <a:cubicBezTo>
                  <a:pt x="1005952" y="132860"/>
                  <a:pt x="1005601" y="132557"/>
                  <a:pt x="1005442" y="132206"/>
                </a:cubicBezTo>
                <a:cubicBezTo>
                  <a:pt x="1005283" y="131856"/>
                  <a:pt x="1005267" y="131425"/>
                  <a:pt x="1005394" y="130915"/>
                </a:cubicBezTo>
                <a:lnTo>
                  <a:pt x="1022703" y="44754"/>
                </a:lnTo>
                <a:cubicBezTo>
                  <a:pt x="1022767" y="44308"/>
                  <a:pt x="1022942" y="43893"/>
                  <a:pt x="1023229" y="43511"/>
                </a:cubicBezTo>
                <a:cubicBezTo>
                  <a:pt x="1023516" y="43128"/>
                  <a:pt x="1023962" y="42810"/>
                  <a:pt x="1024568" y="42555"/>
                </a:cubicBezTo>
                <a:cubicBezTo>
                  <a:pt x="1025173" y="42300"/>
                  <a:pt x="1025938" y="42124"/>
                  <a:pt x="1026863" y="42029"/>
                </a:cubicBezTo>
                <a:cubicBezTo>
                  <a:pt x="1027787" y="41933"/>
                  <a:pt x="1028887" y="41885"/>
                  <a:pt x="1030162" y="41885"/>
                </a:cubicBezTo>
                <a:cubicBezTo>
                  <a:pt x="1031501" y="41885"/>
                  <a:pt x="1032601" y="41933"/>
                  <a:pt x="1033461" y="42029"/>
                </a:cubicBezTo>
                <a:cubicBezTo>
                  <a:pt x="1034322" y="42124"/>
                  <a:pt x="1034991" y="42300"/>
                  <a:pt x="1035469" y="42555"/>
                </a:cubicBezTo>
                <a:cubicBezTo>
                  <a:pt x="1035948" y="42810"/>
                  <a:pt x="1036250" y="43128"/>
                  <a:pt x="1036378" y="43511"/>
                </a:cubicBezTo>
                <a:cubicBezTo>
                  <a:pt x="1036505" y="43893"/>
                  <a:pt x="1036537" y="44308"/>
                  <a:pt x="1036473" y="44754"/>
                </a:cubicBezTo>
                <a:lnTo>
                  <a:pt x="1033222" y="61202"/>
                </a:lnTo>
                <a:cubicBezTo>
                  <a:pt x="1034178" y="59035"/>
                  <a:pt x="1035740" y="56739"/>
                  <a:pt x="1037908" y="54317"/>
                </a:cubicBezTo>
                <a:cubicBezTo>
                  <a:pt x="1040075" y="51894"/>
                  <a:pt x="1042657" y="49663"/>
                  <a:pt x="1045654" y="47623"/>
                </a:cubicBezTo>
                <a:cubicBezTo>
                  <a:pt x="1048650" y="45583"/>
                  <a:pt x="1051949" y="43893"/>
                  <a:pt x="1055551" y="42555"/>
                </a:cubicBezTo>
                <a:cubicBezTo>
                  <a:pt x="1059153" y="41216"/>
                  <a:pt x="1062899" y="40546"/>
                  <a:pt x="1066788" y="40546"/>
                </a:cubicBezTo>
                <a:cubicBezTo>
                  <a:pt x="1071059" y="40546"/>
                  <a:pt x="1074629" y="41200"/>
                  <a:pt x="1077498" y="42507"/>
                </a:cubicBezTo>
                <a:cubicBezTo>
                  <a:pt x="1080367" y="43814"/>
                  <a:pt x="1082694" y="45535"/>
                  <a:pt x="1084479" y="47671"/>
                </a:cubicBezTo>
                <a:cubicBezTo>
                  <a:pt x="1086264" y="49806"/>
                  <a:pt x="1087539" y="52277"/>
                  <a:pt x="1088304" y="55082"/>
                </a:cubicBezTo>
                <a:cubicBezTo>
                  <a:pt x="1089069" y="57887"/>
                  <a:pt x="1089452" y="60820"/>
                  <a:pt x="1089452" y="6388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D">
            <a:extLst xmlns:a="http://schemas.openxmlformats.org/drawingml/2006/main">
              <a:ext uri="{FF2B5EF4-FFF2-40B4-BE49-F238E27FC236}">
                <a16:creationId xmlns:a16="http://schemas.microsoft.com/office/drawing/2014/main" id="{88E7C050-1177-4432-854F-55C140D7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851" y="2360671"/>
            <a:ext cx="123743" cy="108251"/>
          </a:xfrm>
          <a:custGeom xmlns:a="http://schemas.openxmlformats.org/drawingml/2006/main">
            <a:pathLst>
              <a:path w="123743" h="108251">
                <a:moveTo>
                  <a:pt x="44563" y="0"/>
                </a:moveTo>
                <a:cubicBezTo>
                  <a:pt x="48707" y="0"/>
                  <a:pt x="53026" y="287"/>
                  <a:pt x="57520" y="861"/>
                </a:cubicBezTo>
                <a:cubicBezTo>
                  <a:pt x="62015" y="1434"/>
                  <a:pt x="66509" y="2343"/>
                  <a:pt x="71004" y="3586"/>
                </a:cubicBezTo>
                <a:cubicBezTo>
                  <a:pt x="75499" y="4829"/>
                  <a:pt x="79913" y="6439"/>
                  <a:pt x="84249" y="8415"/>
                </a:cubicBezTo>
                <a:cubicBezTo>
                  <a:pt x="88584" y="10392"/>
                  <a:pt x="92712" y="12798"/>
                  <a:pt x="96632" y="15635"/>
                </a:cubicBezTo>
                <a:cubicBezTo>
                  <a:pt x="100553" y="18472"/>
                  <a:pt x="104171" y="21755"/>
                  <a:pt x="107486" y="25485"/>
                </a:cubicBezTo>
                <a:cubicBezTo>
                  <a:pt x="110801" y="29214"/>
                  <a:pt x="113670" y="33470"/>
                  <a:pt x="116093" y="38251"/>
                </a:cubicBezTo>
                <a:cubicBezTo>
                  <a:pt x="118515" y="43033"/>
                  <a:pt x="120396" y="48356"/>
                  <a:pt x="121735" y="54221"/>
                </a:cubicBezTo>
                <a:cubicBezTo>
                  <a:pt x="123074" y="60086"/>
                  <a:pt x="123743" y="67131"/>
                  <a:pt x="123743" y="75355"/>
                </a:cubicBezTo>
                <a:lnTo>
                  <a:pt x="123743" y="102800"/>
                </a:lnTo>
                <a:cubicBezTo>
                  <a:pt x="123743" y="103629"/>
                  <a:pt x="123631" y="104410"/>
                  <a:pt x="123408" y="105143"/>
                </a:cubicBezTo>
                <a:cubicBezTo>
                  <a:pt x="123185" y="105876"/>
                  <a:pt x="122819" y="106498"/>
                  <a:pt x="122309" y="107008"/>
                </a:cubicBezTo>
                <a:cubicBezTo>
                  <a:pt x="121799" y="107518"/>
                  <a:pt x="121113" y="107869"/>
                  <a:pt x="120253" y="108060"/>
                </a:cubicBezTo>
                <a:cubicBezTo>
                  <a:pt x="119392" y="108251"/>
                  <a:pt x="118324" y="108188"/>
                  <a:pt x="117049" y="107869"/>
                </a:cubicBezTo>
                <a:lnTo>
                  <a:pt x="6694" y="85874"/>
                </a:lnTo>
                <a:cubicBezTo>
                  <a:pt x="4208" y="85428"/>
                  <a:pt x="2470" y="84456"/>
                  <a:pt x="1482" y="82958"/>
                </a:cubicBezTo>
                <a:cubicBezTo>
                  <a:pt x="494" y="81459"/>
                  <a:pt x="0" y="79754"/>
                  <a:pt x="0" y="77841"/>
                </a:cubicBezTo>
                <a:lnTo>
                  <a:pt x="0" y="51735"/>
                </a:lnTo>
                <a:cubicBezTo>
                  <a:pt x="0" y="42236"/>
                  <a:pt x="1004" y="34362"/>
                  <a:pt x="3012" y="28115"/>
                </a:cubicBezTo>
                <a:cubicBezTo>
                  <a:pt x="5020" y="21867"/>
                  <a:pt x="7937" y="16655"/>
                  <a:pt x="11762" y="12479"/>
                </a:cubicBezTo>
                <a:cubicBezTo>
                  <a:pt x="15587" y="8304"/>
                  <a:pt x="20257" y="5180"/>
                  <a:pt x="25772" y="3108"/>
                </a:cubicBezTo>
                <a:cubicBezTo>
                  <a:pt x="31286" y="1036"/>
                  <a:pt x="37550" y="0"/>
                  <a:pt x="44563" y="0"/>
                </a:cubicBezTo>
                <a:moveTo>
                  <a:pt x="45997" y="17404"/>
                </a:moveTo>
                <a:cubicBezTo>
                  <a:pt x="41280" y="17404"/>
                  <a:pt x="36944" y="18058"/>
                  <a:pt x="32992" y="19365"/>
                </a:cubicBezTo>
                <a:cubicBezTo>
                  <a:pt x="29039" y="20672"/>
                  <a:pt x="25644" y="22728"/>
                  <a:pt x="22807" y="25533"/>
                </a:cubicBezTo>
                <a:cubicBezTo>
                  <a:pt x="19970" y="28338"/>
                  <a:pt x="17739" y="31924"/>
                  <a:pt x="16113" y="36291"/>
                </a:cubicBezTo>
                <a:cubicBezTo>
                  <a:pt x="14488" y="40658"/>
                  <a:pt x="13675" y="46443"/>
                  <a:pt x="13675" y="53647"/>
                </a:cubicBezTo>
                <a:lnTo>
                  <a:pt x="13675" y="70861"/>
                </a:lnTo>
                <a:lnTo>
                  <a:pt x="109973" y="90082"/>
                </a:lnTo>
                <a:lnTo>
                  <a:pt x="109973" y="73060"/>
                </a:lnTo>
                <a:cubicBezTo>
                  <a:pt x="109973" y="65282"/>
                  <a:pt x="109032" y="58780"/>
                  <a:pt x="107152" y="53552"/>
                </a:cubicBezTo>
                <a:cubicBezTo>
                  <a:pt x="105271" y="48324"/>
                  <a:pt x="102721" y="43702"/>
                  <a:pt x="99501" y="39686"/>
                </a:cubicBezTo>
                <a:cubicBezTo>
                  <a:pt x="96282" y="35669"/>
                  <a:pt x="92536" y="32259"/>
                  <a:pt x="88265" y="29454"/>
                </a:cubicBezTo>
                <a:cubicBezTo>
                  <a:pt x="83994" y="26648"/>
                  <a:pt x="79499" y="24353"/>
                  <a:pt x="74781" y="22568"/>
                </a:cubicBezTo>
                <a:cubicBezTo>
                  <a:pt x="70064" y="20783"/>
                  <a:pt x="65234" y="19476"/>
                  <a:pt x="60294" y="18648"/>
                </a:cubicBezTo>
                <a:cubicBezTo>
                  <a:pt x="55353" y="17819"/>
                  <a:pt x="50587" y="17404"/>
                  <a:pt x="45997" y="17404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e">
            <a:extLst xmlns:a="http://schemas.openxmlformats.org/drawingml/2006/main">
              <a:ext uri="{FF2B5EF4-FFF2-40B4-BE49-F238E27FC236}">
                <a16:creationId xmlns:a16="http://schemas.microsoft.com/office/drawing/2014/main" id="{306F32D4-21E0-4D48-8CAA-572D77A5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835" y="2268101"/>
            <a:ext cx="94672" cy="81093"/>
          </a:xfrm>
          <a:custGeom xmlns:a="http://schemas.openxmlformats.org/drawingml/2006/main">
            <a:pathLst>
              <a:path w="94672" h="81093">
                <a:moveTo>
                  <a:pt x="21899" y="0"/>
                </a:moveTo>
                <a:cubicBezTo>
                  <a:pt x="26298" y="0"/>
                  <a:pt x="30250" y="1020"/>
                  <a:pt x="33757" y="3060"/>
                </a:cubicBezTo>
                <a:cubicBezTo>
                  <a:pt x="37263" y="5100"/>
                  <a:pt x="40260" y="8288"/>
                  <a:pt x="42746" y="12623"/>
                </a:cubicBezTo>
                <a:cubicBezTo>
                  <a:pt x="45232" y="16958"/>
                  <a:pt x="47145" y="22505"/>
                  <a:pt x="48484" y="29262"/>
                </a:cubicBezTo>
                <a:cubicBezTo>
                  <a:pt x="49822" y="36020"/>
                  <a:pt x="50492" y="44117"/>
                  <a:pt x="50492" y="53552"/>
                </a:cubicBezTo>
                <a:lnTo>
                  <a:pt x="50492" y="63688"/>
                </a:lnTo>
                <a:cubicBezTo>
                  <a:pt x="52602" y="64135"/>
                  <a:pt x="54648" y="64438"/>
                  <a:pt x="56630" y="64597"/>
                </a:cubicBezTo>
                <a:cubicBezTo>
                  <a:pt x="58612" y="64756"/>
                  <a:pt x="60467" y="64836"/>
                  <a:pt x="62194" y="64836"/>
                </a:cubicBezTo>
                <a:cubicBezTo>
                  <a:pt x="68589" y="64836"/>
                  <a:pt x="73481" y="63258"/>
                  <a:pt x="76870" y="60102"/>
                </a:cubicBezTo>
                <a:cubicBezTo>
                  <a:pt x="80259" y="56947"/>
                  <a:pt x="81953" y="51831"/>
                  <a:pt x="81953" y="44754"/>
                </a:cubicBezTo>
                <a:cubicBezTo>
                  <a:pt x="81953" y="40674"/>
                  <a:pt x="81646" y="37008"/>
                  <a:pt x="81030" y="33757"/>
                </a:cubicBezTo>
                <a:cubicBezTo>
                  <a:pt x="80414" y="30505"/>
                  <a:pt x="79750" y="27684"/>
                  <a:pt x="79037" y="25294"/>
                </a:cubicBezTo>
                <a:cubicBezTo>
                  <a:pt x="78324" y="22903"/>
                  <a:pt x="77659" y="20943"/>
                  <a:pt x="77044" y="19413"/>
                </a:cubicBezTo>
                <a:cubicBezTo>
                  <a:pt x="76428" y="17882"/>
                  <a:pt x="76120" y="16831"/>
                  <a:pt x="76120" y="16257"/>
                </a:cubicBezTo>
                <a:cubicBezTo>
                  <a:pt x="76120" y="15683"/>
                  <a:pt x="76328" y="15253"/>
                  <a:pt x="76745" y="14966"/>
                </a:cubicBezTo>
                <a:cubicBezTo>
                  <a:pt x="77161" y="14679"/>
                  <a:pt x="77754" y="14536"/>
                  <a:pt x="78523" y="14536"/>
                </a:cubicBezTo>
                <a:cubicBezTo>
                  <a:pt x="79164" y="14536"/>
                  <a:pt x="79933" y="14599"/>
                  <a:pt x="80830" y="14727"/>
                </a:cubicBezTo>
                <a:cubicBezTo>
                  <a:pt x="81726" y="14854"/>
                  <a:pt x="82640" y="15046"/>
                  <a:pt x="83570" y="15301"/>
                </a:cubicBezTo>
                <a:cubicBezTo>
                  <a:pt x="84499" y="15556"/>
                  <a:pt x="85380" y="15890"/>
                  <a:pt x="86215" y="16305"/>
                </a:cubicBezTo>
                <a:cubicBezTo>
                  <a:pt x="87048" y="16719"/>
                  <a:pt x="87752" y="17181"/>
                  <a:pt x="88328" y="17691"/>
                </a:cubicBezTo>
                <a:cubicBezTo>
                  <a:pt x="89097" y="18456"/>
                  <a:pt x="89850" y="19811"/>
                  <a:pt x="90587" y="21755"/>
                </a:cubicBezTo>
                <a:cubicBezTo>
                  <a:pt x="91324" y="23700"/>
                  <a:pt x="91997" y="26011"/>
                  <a:pt x="92607" y="28688"/>
                </a:cubicBezTo>
                <a:cubicBezTo>
                  <a:pt x="93215" y="31366"/>
                  <a:pt x="93711" y="34299"/>
                  <a:pt x="94095" y="37486"/>
                </a:cubicBezTo>
                <a:cubicBezTo>
                  <a:pt x="94480" y="40674"/>
                  <a:pt x="94672" y="43862"/>
                  <a:pt x="94672" y="47049"/>
                </a:cubicBezTo>
                <a:cubicBezTo>
                  <a:pt x="94672" y="52723"/>
                  <a:pt x="94035" y="57696"/>
                  <a:pt x="92759" y="61967"/>
                </a:cubicBezTo>
                <a:cubicBezTo>
                  <a:pt x="91482" y="66239"/>
                  <a:pt x="89520" y="69793"/>
                  <a:pt x="86872" y="72630"/>
                </a:cubicBezTo>
                <a:cubicBezTo>
                  <a:pt x="84223" y="75467"/>
                  <a:pt x="80919" y="77586"/>
                  <a:pt x="76963" y="78989"/>
                </a:cubicBezTo>
                <a:cubicBezTo>
                  <a:pt x="73006" y="80392"/>
                  <a:pt x="68347" y="81093"/>
                  <a:pt x="62986" y="81093"/>
                </a:cubicBezTo>
                <a:cubicBezTo>
                  <a:pt x="58838" y="81093"/>
                  <a:pt x="54388" y="80694"/>
                  <a:pt x="49634" y="79897"/>
                </a:cubicBezTo>
                <a:cubicBezTo>
                  <a:pt x="44879" y="79101"/>
                  <a:pt x="40172" y="77841"/>
                  <a:pt x="35514" y="76120"/>
                </a:cubicBezTo>
                <a:cubicBezTo>
                  <a:pt x="30856" y="74399"/>
                  <a:pt x="26389" y="72168"/>
                  <a:pt x="22114" y="69426"/>
                </a:cubicBezTo>
                <a:cubicBezTo>
                  <a:pt x="17837" y="66685"/>
                  <a:pt x="14071" y="63418"/>
                  <a:pt x="10818" y="59624"/>
                </a:cubicBezTo>
                <a:cubicBezTo>
                  <a:pt x="7563" y="55831"/>
                  <a:pt x="4946" y="51448"/>
                  <a:pt x="2967" y="46475"/>
                </a:cubicBezTo>
                <a:cubicBezTo>
                  <a:pt x="989" y="41503"/>
                  <a:pt x="0" y="35892"/>
                  <a:pt x="0" y="29645"/>
                </a:cubicBezTo>
                <a:cubicBezTo>
                  <a:pt x="0" y="24290"/>
                  <a:pt x="669" y="19747"/>
                  <a:pt x="2008" y="16018"/>
                </a:cubicBezTo>
                <a:cubicBezTo>
                  <a:pt x="3347" y="12288"/>
                  <a:pt x="5068" y="9228"/>
                  <a:pt x="7172" y="6837"/>
                </a:cubicBezTo>
                <a:cubicBezTo>
                  <a:pt x="9276" y="4447"/>
                  <a:pt x="11619" y="2709"/>
                  <a:pt x="14201" y="1626"/>
                </a:cubicBezTo>
                <a:cubicBezTo>
                  <a:pt x="16783" y="542"/>
                  <a:pt x="19349" y="0"/>
                  <a:pt x="21899" y="0"/>
                </a:cubicBezTo>
                <a:moveTo>
                  <a:pt x="23333" y="16161"/>
                </a:moveTo>
                <a:cubicBezTo>
                  <a:pt x="20082" y="16161"/>
                  <a:pt x="17452" y="17436"/>
                  <a:pt x="15444" y="19986"/>
                </a:cubicBezTo>
                <a:cubicBezTo>
                  <a:pt x="13436" y="22536"/>
                  <a:pt x="12432" y="26170"/>
                  <a:pt x="12432" y="30888"/>
                </a:cubicBezTo>
                <a:cubicBezTo>
                  <a:pt x="12432" y="35032"/>
                  <a:pt x="13149" y="38698"/>
                  <a:pt x="14583" y="41885"/>
                </a:cubicBezTo>
                <a:cubicBezTo>
                  <a:pt x="16018" y="45073"/>
                  <a:pt x="17946" y="47894"/>
                  <a:pt x="20369" y="50348"/>
                </a:cubicBezTo>
                <a:cubicBezTo>
                  <a:pt x="22791" y="52803"/>
                  <a:pt x="25612" y="54907"/>
                  <a:pt x="28832" y="56660"/>
                </a:cubicBezTo>
                <a:cubicBezTo>
                  <a:pt x="32051" y="58413"/>
                  <a:pt x="35446" y="59831"/>
                  <a:pt x="39016" y="60915"/>
                </a:cubicBezTo>
                <a:lnTo>
                  <a:pt x="39016" y="51161"/>
                </a:lnTo>
                <a:cubicBezTo>
                  <a:pt x="39016" y="44467"/>
                  <a:pt x="38602" y="38873"/>
                  <a:pt x="37773" y="34378"/>
                </a:cubicBezTo>
                <a:cubicBezTo>
                  <a:pt x="36944" y="29884"/>
                  <a:pt x="35813" y="26282"/>
                  <a:pt x="34378" y="23572"/>
                </a:cubicBezTo>
                <a:cubicBezTo>
                  <a:pt x="32944" y="20863"/>
                  <a:pt x="31270" y="18950"/>
                  <a:pt x="29358" y="17835"/>
                </a:cubicBezTo>
                <a:cubicBezTo>
                  <a:pt x="27445" y="16719"/>
                  <a:pt x="25437" y="16161"/>
                  <a:pt x="23333" y="16161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m">
            <a:extLst xmlns:a="http://schemas.openxmlformats.org/drawingml/2006/main">
              <a:ext uri="{FF2B5EF4-FFF2-40B4-BE49-F238E27FC236}">
                <a16:creationId xmlns:a16="http://schemas.microsoft.com/office/drawing/2014/main" id="{9E0EF0E3-6505-4A47-89A2-E491C0A6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835" y="2118800"/>
            <a:ext cx="93333" cy="138406"/>
          </a:xfrm>
          <a:custGeom xmlns:a="http://schemas.openxmlformats.org/drawingml/2006/main">
            <a:pathLst>
              <a:path w="93333" h="138406">
                <a:moveTo>
                  <a:pt x="90369" y="12240"/>
                </a:moveTo>
                <a:cubicBezTo>
                  <a:pt x="90879" y="12304"/>
                  <a:pt x="91309" y="12495"/>
                  <a:pt x="91660" y="12814"/>
                </a:cubicBezTo>
                <a:cubicBezTo>
                  <a:pt x="92010" y="13133"/>
                  <a:pt x="92313" y="13627"/>
                  <a:pt x="92568" y="14296"/>
                </a:cubicBezTo>
                <a:cubicBezTo>
                  <a:pt x="92823" y="14966"/>
                  <a:pt x="93014" y="15826"/>
                  <a:pt x="93142" y="16878"/>
                </a:cubicBezTo>
                <a:cubicBezTo>
                  <a:pt x="93269" y="17930"/>
                  <a:pt x="93333" y="19221"/>
                  <a:pt x="93333" y="20751"/>
                </a:cubicBezTo>
                <a:cubicBezTo>
                  <a:pt x="93333" y="22281"/>
                  <a:pt x="93269" y="23541"/>
                  <a:pt x="93142" y="24529"/>
                </a:cubicBezTo>
                <a:cubicBezTo>
                  <a:pt x="93014" y="25517"/>
                  <a:pt x="92823" y="26282"/>
                  <a:pt x="92568" y="26824"/>
                </a:cubicBezTo>
                <a:cubicBezTo>
                  <a:pt x="92313" y="27366"/>
                  <a:pt x="92010" y="27732"/>
                  <a:pt x="91660" y="27923"/>
                </a:cubicBezTo>
                <a:cubicBezTo>
                  <a:pt x="91309" y="28115"/>
                  <a:pt x="90879" y="28147"/>
                  <a:pt x="90369" y="28019"/>
                </a:cubicBezTo>
                <a:lnTo>
                  <a:pt x="37199" y="17404"/>
                </a:lnTo>
                <a:cubicBezTo>
                  <a:pt x="35351" y="17086"/>
                  <a:pt x="33597" y="16815"/>
                  <a:pt x="31940" y="16592"/>
                </a:cubicBezTo>
                <a:cubicBezTo>
                  <a:pt x="30282" y="16368"/>
                  <a:pt x="28625" y="16257"/>
                  <a:pt x="26967" y="16257"/>
                </a:cubicBezTo>
                <a:cubicBezTo>
                  <a:pt x="22887" y="16257"/>
                  <a:pt x="19636" y="17038"/>
                  <a:pt x="17213" y="18600"/>
                </a:cubicBezTo>
                <a:cubicBezTo>
                  <a:pt x="14791" y="20162"/>
                  <a:pt x="13579" y="22887"/>
                  <a:pt x="13579" y="26776"/>
                </a:cubicBezTo>
                <a:cubicBezTo>
                  <a:pt x="13579" y="29964"/>
                  <a:pt x="14551" y="33263"/>
                  <a:pt x="16496" y="36673"/>
                </a:cubicBezTo>
                <a:cubicBezTo>
                  <a:pt x="18440" y="40084"/>
                  <a:pt x="21118" y="43320"/>
                  <a:pt x="24529" y="46380"/>
                </a:cubicBezTo>
                <a:cubicBezTo>
                  <a:pt x="27939" y="49440"/>
                  <a:pt x="31988" y="52149"/>
                  <a:pt x="36673" y="54508"/>
                </a:cubicBezTo>
                <a:cubicBezTo>
                  <a:pt x="41359" y="56867"/>
                  <a:pt x="46443" y="58588"/>
                  <a:pt x="51926" y="59672"/>
                </a:cubicBezTo>
                <a:lnTo>
                  <a:pt x="90369" y="67322"/>
                </a:lnTo>
                <a:cubicBezTo>
                  <a:pt x="90879" y="67450"/>
                  <a:pt x="91309" y="67673"/>
                  <a:pt x="91660" y="67992"/>
                </a:cubicBezTo>
                <a:cubicBezTo>
                  <a:pt x="92010" y="68310"/>
                  <a:pt x="92313" y="68805"/>
                  <a:pt x="92568" y="69474"/>
                </a:cubicBezTo>
                <a:cubicBezTo>
                  <a:pt x="92823" y="70143"/>
                  <a:pt x="93014" y="71004"/>
                  <a:pt x="93142" y="72056"/>
                </a:cubicBezTo>
                <a:cubicBezTo>
                  <a:pt x="93269" y="73108"/>
                  <a:pt x="93333" y="74399"/>
                  <a:pt x="93333" y="75929"/>
                </a:cubicBezTo>
                <a:cubicBezTo>
                  <a:pt x="93333" y="77459"/>
                  <a:pt x="93269" y="78718"/>
                  <a:pt x="93142" y="79706"/>
                </a:cubicBezTo>
                <a:cubicBezTo>
                  <a:pt x="93014" y="80694"/>
                  <a:pt x="92823" y="81443"/>
                  <a:pt x="92568" y="81953"/>
                </a:cubicBezTo>
                <a:cubicBezTo>
                  <a:pt x="92313" y="82463"/>
                  <a:pt x="92010" y="82814"/>
                  <a:pt x="91660" y="83005"/>
                </a:cubicBezTo>
                <a:cubicBezTo>
                  <a:pt x="91309" y="83197"/>
                  <a:pt x="90879" y="83260"/>
                  <a:pt x="90369" y="83197"/>
                </a:cubicBezTo>
                <a:lnTo>
                  <a:pt x="37199" y="72582"/>
                </a:lnTo>
                <a:cubicBezTo>
                  <a:pt x="35287" y="72136"/>
                  <a:pt x="33406" y="71833"/>
                  <a:pt x="31557" y="71673"/>
                </a:cubicBezTo>
                <a:cubicBezTo>
                  <a:pt x="29709" y="71514"/>
                  <a:pt x="27987" y="71434"/>
                  <a:pt x="26393" y="71434"/>
                </a:cubicBezTo>
                <a:cubicBezTo>
                  <a:pt x="22505" y="71434"/>
                  <a:pt x="19397" y="72231"/>
                  <a:pt x="17070" y="73825"/>
                </a:cubicBezTo>
                <a:cubicBezTo>
                  <a:pt x="14743" y="75419"/>
                  <a:pt x="13579" y="78128"/>
                  <a:pt x="13579" y="81953"/>
                </a:cubicBezTo>
                <a:cubicBezTo>
                  <a:pt x="13579" y="85205"/>
                  <a:pt x="14551" y="88520"/>
                  <a:pt x="16496" y="91899"/>
                </a:cubicBezTo>
                <a:cubicBezTo>
                  <a:pt x="18440" y="95278"/>
                  <a:pt x="21118" y="98497"/>
                  <a:pt x="24529" y="101557"/>
                </a:cubicBezTo>
                <a:cubicBezTo>
                  <a:pt x="27939" y="104617"/>
                  <a:pt x="31988" y="107327"/>
                  <a:pt x="36673" y="109686"/>
                </a:cubicBezTo>
                <a:cubicBezTo>
                  <a:pt x="41359" y="112045"/>
                  <a:pt x="46443" y="113766"/>
                  <a:pt x="51926" y="114850"/>
                </a:cubicBezTo>
                <a:lnTo>
                  <a:pt x="90369" y="122500"/>
                </a:lnTo>
                <a:cubicBezTo>
                  <a:pt x="90879" y="122627"/>
                  <a:pt x="91309" y="122851"/>
                  <a:pt x="91660" y="123169"/>
                </a:cubicBezTo>
                <a:cubicBezTo>
                  <a:pt x="92010" y="123488"/>
                  <a:pt x="92313" y="123966"/>
                  <a:pt x="92568" y="124604"/>
                </a:cubicBezTo>
                <a:cubicBezTo>
                  <a:pt x="92823" y="125241"/>
                  <a:pt x="93014" y="126086"/>
                  <a:pt x="93142" y="127138"/>
                </a:cubicBezTo>
                <a:cubicBezTo>
                  <a:pt x="93269" y="128190"/>
                  <a:pt x="93333" y="129481"/>
                  <a:pt x="93333" y="131011"/>
                </a:cubicBezTo>
                <a:cubicBezTo>
                  <a:pt x="93333" y="132605"/>
                  <a:pt x="93269" y="133896"/>
                  <a:pt x="93142" y="134884"/>
                </a:cubicBezTo>
                <a:cubicBezTo>
                  <a:pt x="93014" y="135872"/>
                  <a:pt x="92823" y="136637"/>
                  <a:pt x="92568" y="137179"/>
                </a:cubicBezTo>
                <a:cubicBezTo>
                  <a:pt x="92313" y="137721"/>
                  <a:pt x="92010" y="138071"/>
                  <a:pt x="91660" y="138231"/>
                </a:cubicBezTo>
                <a:cubicBezTo>
                  <a:pt x="91309" y="138390"/>
                  <a:pt x="90879" y="138406"/>
                  <a:pt x="90369" y="138279"/>
                </a:cubicBezTo>
                <a:lnTo>
                  <a:pt x="4208" y="120970"/>
                </a:lnTo>
                <a:cubicBezTo>
                  <a:pt x="3761" y="120906"/>
                  <a:pt x="3347" y="120731"/>
                  <a:pt x="2964" y="120444"/>
                </a:cubicBezTo>
                <a:cubicBezTo>
                  <a:pt x="2582" y="120157"/>
                  <a:pt x="2263" y="119711"/>
                  <a:pt x="2008" y="119105"/>
                </a:cubicBezTo>
                <a:cubicBezTo>
                  <a:pt x="1753" y="118499"/>
                  <a:pt x="1578" y="117734"/>
                  <a:pt x="1482" y="116810"/>
                </a:cubicBezTo>
                <a:cubicBezTo>
                  <a:pt x="1387" y="115886"/>
                  <a:pt x="1339" y="114786"/>
                  <a:pt x="1339" y="113511"/>
                </a:cubicBezTo>
                <a:cubicBezTo>
                  <a:pt x="1339" y="112172"/>
                  <a:pt x="1387" y="111072"/>
                  <a:pt x="1482" y="110212"/>
                </a:cubicBezTo>
                <a:cubicBezTo>
                  <a:pt x="1578" y="109351"/>
                  <a:pt x="1753" y="108682"/>
                  <a:pt x="2008" y="108203"/>
                </a:cubicBezTo>
                <a:cubicBezTo>
                  <a:pt x="2263" y="107725"/>
                  <a:pt x="2582" y="107422"/>
                  <a:pt x="2964" y="107295"/>
                </a:cubicBezTo>
                <a:cubicBezTo>
                  <a:pt x="3347" y="107167"/>
                  <a:pt x="3761" y="107136"/>
                  <a:pt x="4208" y="107199"/>
                </a:cubicBezTo>
                <a:lnTo>
                  <a:pt x="20656" y="110451"/>
                </a:lnTo>
                <a:cubicBezTo>
                  <a:pt x="18488" y="109494"/>
                  <a:pt x="16193" y="107917"/>
                  <a:pt x="13770" y="105717"/>
                </a:cubicBezTo>
                <a:cubicBezTo>
                  <a:pt x="11348" y="103518"/>
                  <a:pt x="9117" y="100952"/>
                  <a:pt x="7076" y="98019"/>
                </a:cubicBezTo>
                <a:cubicBezTo>
                  <a:pt x="5036" y="95086"/>
                  <a:pt x="3347" y="91883"/>
                  <a:pt x="2008" y="88408"/>
                </a:cubicBezTo>
                <a:cubicBezTo>
                  <a:pt x="669" y="84934"/>
                  <a:pt x="0" y="81380"/>
                  <a:pt x="0" y="77746"/>
                </a:cubicBezTo>
                <a:cubicBezTo>
                  <a:pt x="0" y="73921"/>
                  <a:pt x="526" y="70637"/>
                  <a:pt x="1578" y="67896"/>
                </a:cubicBezTo>
                <a:cubicBezTo>
                  <a:pt x="2630" y="65155"/>
                  <a:pt x="4064" y="62907"/>
                  <a:pt x="5881" y="61154"/>
                </a:cubicBezTo>
                <a:cubicBezTo>
                  <a:pt x="7698" y="59401"/>
                  <a:pt x="9866" y="58110"/>
                  <a:pt x="12384" y="57281"/>
                </a:cubicBezTo>
                <a:cubicBezTo>
                  <a:pt x="14902" y="56453"/>
                  <a:pt x="17659" y="55943"/>
                  <a:pt x="20656" y="55751"/>
                </a:cubicBezTo>
                <a:cubicBezTo>
                  <a:pt x="18424" y="54476"/>
                  <a:pt x="16097" y="52723"/>
                  <a:pt x="13675" y="50492"/>
                </a:cubicBezTo>
                <a:cubicBezTo>
                  <a:pt x="11252" y="48260"/>
                  <a:pt x="9037" y="45678"/>
                  <a:pt x="7029" y="42746"/>
                </a:cubicBezTo>
                <a:cubicBezTo>
                  <a:pt x="5020" y="39813"/>
                  <a:pt x="3347" y="36626"/>
                  <a:pt x="2008" y="33183"/>
                </a:cubicBezTo>
                <a:cubicBezTo>
                  <a:pt x="669" y="29740"/>
                  <a:pt x="0" y="26234"/>
                  <a:pt x="0" y="22664"/>
                </a:cubicBezTo>
                <a:cubicBezTo>
                  <a:pt x="0" y="18393"/>
                  <a:pt x="606" y="14822"/>
                  <a:pt x="1817" y="11954"/>
                </a:cubicBezTo>
                <a:cubicBezTo>
                  <a:pt x="3028" y="9085"/>
                  <a:pt x="4686" y="6758"/>
                  <a:pt x="6790" y="4973"/>
                </a:cubicBezTo>
                <a:cubicBezTo>
                  <a:pt x="8893" y="3188"/>
                  <a:pt x="11348" y="1913"/>
                  <a:pt x="14153" y="1148"/>
                </a:cubicBezTo>
                <a:cubicBezTo>
                  <a:pt x="16958" y="383"/>
                  <a:pt x="20018" y="0"/>
                  <a:pt x="23333" y="0"/>
                </a:cubicBezTo>
                <a:cubicBezTo>
                  <a:pt x="25565" y="0"/>
                  <a:pt x="27764" y="128"/>
                  <a:pt x="29932" y="383"/>
                </a:cubicBezTo>
                <a:cubicBezTo>
                  <a:pt x="32099" y="638"/>
                  <a:pt x="34331" y="988"/>
                  <a:pt x="36626" y="1434"/>
                </a:cubicBezTo>
                <a:lnTo>
                  <a:pt x="90369" y="12240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a">
            <a:extLst xmlns:a="http://schemas.openxmlformats.org/drawingml/2006/main">
              <a:ext uri="{FF2B5EF4-FFF2-40B4-BE49-F238E27FC236}">
                <a16:creationId xmlns:a16="http://schemas.microsoft.com/office/drawing/2014/main" id="{2CDB0977-7ADF-4663-9C70-812E70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835" y="2013805"/>
            <a:ext cx="94672" cy="87181"/>
          </a:xfrm>
          <a:custGeom xmlns:a="http://schemas.openxmlformats.org/drawingml/2006/main">
            <a:pathLst>
              <a:path w="94672" h="87181">
                <a:moveTo>
                  <a:pt x="90369" y="17277"/>
                </a:moveTo>
                <a:cubicBezTo>
                  <a:pt x="91453" y="17532"/>
                  <a:pt x="92218" y="18233"/>
                  <a:pt x="92664" y="19381"/>
                </a:cubicBezTo>
                <a:cubicBezTo>
                  <a:pt x="93110" y="20528"/>
                  <a:pt x="93333" y="22441"/>
                  <a:pt x="93333" y="25118"/>
                </a:cubicBezTo>
                <a:cubicBezTo>
                  <a:pt x="93333" y="26393"/>
                  <a:pt x="93269" y="27445"/>
                  <a:pt x="93142" y="28274"/>
                </a:cubicBezTo>
                <a:cubicBezTo>
                  <a:pt x="93014" y="29103"/>
                  <a:pt x="92839" y="29772"/>
                  <a:pt x="92616" y="30282"/>
                </a:cubicBezTo>
                <a:cubicBezTo>
                  <a:pt x="92393" y="30792"/>
                  <a:pt x="92106" y="31143"/>
                  <a:pt x="91755" y="31334"/>
                </a:cubicBezTo>
                <a:cubicBezTo>
                  <a:pt x="91405" y="31525"/>
                  <a:pt x="90943" y="31525"/>
                  <a:pt x="90369" y="31334"/>
                </a:cubicBezTo>
                <a:lnTo>
                  <a:pt x="74112" y="28178"/>
                </a:lnTo>
                <a:cubicBezTo>
                  <a:pt x="76162" y="29007"/>
                  <a:pt x="78404" y="30505"/>
                  <a:pt x="80839" y="32673"/>
                </a:cubicBezTo>
                <a:cubicBezTo>
                  <a:pt x="83271" y="34841"/>
                  <a:pt x="85513" y="37407"/>
                  <a:pt x="87563" y="40371"/>
                </a:cubicBezTo>
                <a:cubicBezTo>
                  <a:pt x="89613" y="43336"/>
                  <a:pt x="91310" y="46635"/>
                  <a:pt x="92655" y="50269"/>
                </a:cubicBezTo>
                <a:cubicBezTo>
                  <a:pt x="94000" y="53902"/>
                  <a:pt x="94672" y="57600"/>
                  <a:pt x="94672" y="61362"/>
                </a:cubicBezTo>
                <a:cubicBezTo>
                  <a:pt x="94672" y="66462"/>
                  <a:pt x="93779" y="70685"/>
                  <a:pt x="91991" y="74032"/>
                </a:cubicBezTo>
                <a:cubicBezTo>
                  <a:pt x="90204" y="77379"/>
                  <a:pt x="87844" y="80041"/>
                  <a:pt x="84909" y="82017"/>
                </a:cubicBezTo>
                <a:cubicBezTo>
                  <a:pt x="81972" y="83994"/>
                  <a:pt x="78653" y="85348"/>
                  <a:pt x="74952" y="86081"/>
                </a:cubicBezTo>
                <a:cubicBezTo>
                  <a:pt x="71250" y="86815"/>
                  <a:pt x="67453" y="87181"/>
                  <a:pt x="63560" y="87181"/>
                </a:cubicBezTo>
                <a:cubicBezTo>
                  <a:pt x="59988" y="87181"/>
                  <a:pt x="55937" y="86846"/>
                  <a:pt x="51406" y="86177"/>
                </a:cubicBezTo>
                <a:cubicBezTo>
                  <a:pt x="46874" y="85508"/>
                  <a:pt x="42247" y="84424"/>
                  <a:pt x="37525" y="82926"/>
                </a:cubicBezTo>
                <a:cubicBezTo>
                  <a:pt x="32802" y="81428"/>
                  <a:pt x="28206" y="79483"/>
                  <a:pt x="23740" y="77092"/>
                </a:cubicBezTo>
                <a:cubicBezTo>
                  <a:pt x="19273" y="74702"/>
                  <a:pt x="15269" y="71817"/>
                  <a:pt x="11726" y="68438"/>
                </a:cubicBezTo>
                <a:cubicBezTo>
                  <a:pt x="8184" y="65059"/>
                  <a:pt x="5344" y="61138"/>
                  <a:pt x="3207" y="56676"/>
                </a:cubicBezTo>
                <a:cubicBezTo>
                  <a:pt x="1069" y="52213"/>
                  <a:pt x="0" y="47145"/>
                  <a:pt x="0" y="41471"/>
                </a:cubicBezTo>
                <a:cubicBezTo>
                  <a:pt x="0" y="35797"/>
                  <a:pt x="1148" y="30936"/>
                  <a:pt x="3443" y="26888"/>
                </a:cubicBezTo>
                <a:cubicBezTo>
                  <a:pt x="5738" y="22839"/>
                  <a:pt x="8893" y="19221"/>
                  <a:pt x="12910" y="16034"/>
                </a:cubicBezTo>
                <a:lnTo>
                  <a:pt x="4208" y="14217"/>
                </a:lnTo>
                <a:cubicBezTo>
                  <a:pt x="3188" y="13962"/>
                  <a:pt x="2454" y="13229"/>
                  <a:pt x="2008" y="12017"/>
                </a:cubicBezTo>
                <a:cubicBezTo>
                  <a:pt x="1562" y="10806"/>
                  <a:pt x="1339" y="8925"/>
                  <a:pt x="1339" y="6375"/>
                </a:cubicBezTo>
                <a:cubicBezTo>
                  <a:pt x="1339" y="5100"/>
                  <a:pt x="1387" y="4032"/>
                  <a:pt x="1482" y="3172"/>
                </a:cubicBezTo>
                <a:cubicBezTo>
                  <a:pt x="1578" y="2311"/>
                  <a:pt x="1753" y="1626"/>
                  <a:pt x="2008" y="1116"/>
                </a:cubicBezTo>
                <a:cubicBezTo>
                  <a:pt x="2263" y="606"/>
                  <a:pt x="2582" y="287"/>
                  <a:pt x="2964" y="159"/>
                </a:cubicBezTo>
                <a:cubicBezTo>
                  <a:pt x="3347" y="32"/>
                  <a:pt x="3761" y="0"/>
                  <a:pt x="4208" y="64"/>
                </a:cubicBezTo>
                <a:lnTo>
                  <a:pt x="90369" y="17277"/>
                </a:lnTo>
                <a:moveTo>
                  <a:pt x="26776" y="20241"/>
                </a:moveTo>
                <a:cubicBezTo>
                  <a:pt x="22377" y="23238"/>
                  <a:pt x="19078" y="26473"/>
                  <a:pt x="16878" y="29948"/>
                </a:cubicBezTo>
                <a:cubicBezTo>
                  <a:pt x="14679" y="33422"/>
                  <a:pt x="13579" y="37327"/>
                  <a:pt x="13579" y="41662"/>
                </a:cubicBezTo>
                <a:cubicBezTo>
                  <a:pt x="13579" y="45105"/>
                  <a:pt x="14393" y="48213"/>
                  <a:pt x="16021" y="50986"/>
                </a:cubicBezTo>
                <a:cubicBezTo>
                  <a:pt x="17648" y="53759"/>
                  <a:pt x="19803" y="56214"/>
                  <a:pt x="22485" y="58349"/>
                </a:cubicBezTo>
                <a:cubicBezTo>
                  <a:pt x="25166" y="60485"/>
                  <a:pt x="28215" y="62334"/>
                  <a:pt x="31632" y="63896"/>
                </a:cubicBezTo>
                <a:cubicBezTo>
                  <a:pt x="35047" y="65458"/>
                  <a:pt x="38574" y="66733"/>
                  <a:pt x="42214" y="67721"/>
                </a:cubicBezTo>
                <a:cubicBezTo>
                  <a:pt x="45852" y="68709"/>
                  <a:pt x="49427" y="69442"/>
                  <a:pt x="52939" y="69920"/>
                </a:cubicBezTo>
                <a:cubicBezTo>
                  <a:pt x="56450" y="70398"/>
                  <a:pt x="59609" y="70637"/>
                  <a:pt x="62418" y="70637"/>
                </a:cubicBezTo>
                <a:cubicBezTo>
                  <a:pt x="64654" y="70637"/>
                  <a:pt x="66873" y="70462"/>
                  <a:pt x="69077" y="70111"/>
                </a:cubicBezTo>
                <a:cubicBezTo>
                  <a:pt x="71278" y="69761"/>
                  <a:pt x="73288" y="69091"/>
                  <a:pt x="75107" y="68103"/>
                </a:cubicBezTo>
                <a:cubicBezTo>
                  <a:pt x="76926" y="67115"/>
                  <a:pt x="78394" y="65760"/>
                  <a:pt x="79512" y="64039"/>
                </a:cubicBezTo>
                <a:cubicBezTo>
                  <a:pt x="80630" y="62318"/>
                  <a:pt x="81188" y="60086"/>
                  <a:pt x="81188" y="57345"/>
                </a:cubicBezTo>
                <a:cubicBezTo>
                  <a:pt x="81188" y="53839"/>
                  <a:pt x="80214" y="50316"/>
                  <a:pt x="78266" y="46778"/>
                </a:cubicBezTo>
                <a:cubicBezTo>
                  <a:pt x="76315" y="43240"/>
                  <a:pt x="73615" y="39941"/>
                  <a:pt x="70164" y="36881"/>
                </a:cubicBezTo>
                <a:cubicBezTo>
                  <a:pt x="66714" y="33821"/>
                  <a:pt x="62655" y="31111"/>
                  <a:pt x="57990" y="28752"/>
                </a:cubicBezTo>
                <a:cubicBezTo>
                  <a:pt x="53324" y="26393"/>
                  <a:pt x="48179" y="24640"/>
                  <a:pt x="42555" y="23493"/>
                </a:cubicBezTo>
                <a:lnTo>
                  <a:pt x="26776" y="20241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n">
            <a:extLst xmlns:a="http://schemas.openxmlformats.org/drawingml/2006/main">
              <a:ext uri="{FF2B5EF4-FFF2-40B4-BE49-F238E27FC236}">
                <a16:creationId xmlns:a16="http://schemas.microsoft.com/office/drawing/2014/main" id="{E75D150E-0521-4CC0-94C1-61CEF467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835" y="1917559"/>
            <a:ext cx="93333" cy="84185"/>
          </a:xfrm>
          <a:custGeom xmlns:a="http://schemas.openxmlformats.org/drawingml/2006/main">
            <a:pathLst>
              <a:path w="93333" h="84185">
                <a:moveTo>
                  <a:pt x="23333" y="0"/>
                </a:moveTo>
                <a:cubicBezTo>
                  <a:pt x="25565" y="0"/>
                  <a:pt x="27764" y="128"/>
                  <a:pt x="29932" y="383"/>
                </a:cubicBezTo>
                <a:cubicBezTo>
                  <a:pt x="32099" y="638"/>
                  <a:pt x="34331" y="988"/>
                  <a:pt x="36626" y="1434"/>
                </a:cubicBezTo>
                <a:lnTo>
                  <a:pt x="90369" y="12240"/>
                </a:lnTo>
                <a:cubicBezTo>
                  <a:pt x="90879" y="12368"/>
                  <a:pt x="91309" y="12575"/>
                  <a:pt x="91660" y="12862"/>
                </a:cubicBezTo>
                <a:cubicBezTo>
                  <a:pt x="92010" y="13149"/>
                  <a:pt x="92313" y="13627"/>
                  <a:pt x="92568" y="14296"/>
                </a:cubicBezTo>
                <a:cubicBezTo>
                  <a:pt x="92823" y="14966"/>
                  <a:pt x="93014" y="15811"/>
                  <a:pt x="93142" y="16831"/>
                </a:cubicBezTo>
                <a:cubicBezTo>
                  <a:pt x="93269" y="17851"/>
                  <a:pt x="93333" y="19158"/>
                  <a:pt x="93333" y="20751"/>
                </a:cubicBezTo>
                <a:cubicBezTo>
                  <a:pt x="93333" y="22281"/>
                  <a:pt x="93269" y="23541"/>
                  <a:pt x="93142" y="24529"/>
                </a:cubicBezTo>
                <a:cubicBezTo>
                  <a:pt x="93014" y="25517"/>
                  <a:pt x="92823" y="26282"/>
                  <a:pt x="92568" y="26824"/>
                </a:cubicBezTo>
                <a:cubicBezTo>
                  <a:pt x="92313" y="27366"/>
                  <a:pt x="92010" y="27716"/>
                  <a:pt x="91660" y="27876"/>
                </a:cubicBezTo>
                <a:cubicBezTo>
                  <a:pt x="91309" y="28035"/>
                  <a:pt x="90879" y="28083"/>
                  <a:pt x="90369" y="28019"/>
                </a:cubicBezTo>
                <a:lnTo>
                  <a:pt x="37199" y="17404"/>
                </a:lnTo>
                <a:cubicBezTo>
                  <a:pt x="35223" y="16958"/>
                  <a:pt x="33311" y="16655"/>
                  <a:pt x="31462" y="16496"/>
                </a:cubicBezTo>
                <a:cubicBezTo>
                  <a:pt x="29613" y="16337"/>
                  <a:pt x="27987" y="16257"/>
                  <a:pt x="26585" y="16257"/>
                </a:cubicBezTo>
                <a:cubicBezTo>
                  <a:pt x="22696" y="16257"/>
                  <a:pt x="19556" y="17086"/>
                  <a:pt x="17165" y="18743"/>
                </a:cubicBezTo>
                <a:cubicBezTo>
                  <a:pt x="14775" y="20401"/>
                  <a:pt x="13579" y="23174"/>
                  <a:pt x="13579" y="27063"/>
                </a:cubicBezTo>
                <a:cubicBezTo>
                  <a:pt x="13579" y="30442"/>
                  <a:pt x="14551" y="33900"/>
                  <a:pt x="16496" y="37438"/>
                </a:cubicBezTo>
                <a:cubicBezTo>
                  <a:pt x="18440" y="40977"/>
                  <a:pt x="21118" y="44260"/>
                  <a:pt x="24529" y="47288"/>
                </a:cubicBezTo>
                <a:cubicBezTo>
                  <a:pt x="27939" y="50316"/>
                  <a:pt x="31988" y="53026"/>
                  <a:pt x="36673" y="55417"/>
                </a:cubicBezTo>
                <a:cubicBezTo>
                  <a:pt x="41359" y="57807"/>
                  <a:pt x="46443" y="59545"/>
                  <a:pt x="51926" y="60628"/>
                </a:cubicBezTo>
                <a:lnTo>
                  <a:pt x="90369" y="68279"/>
                </a:lnTo>
                <a:cubicBezTo>
                  <a:pt x="90879" y="68406"/>
                  <a:pt x="91309" y="68629"/>
                  <a:pt x="91660" y="68948"/>
                </a:cubicBezTo>
                <a:cubicBezTo>
                  <a:pt x="92010" y="69267"/>
                  <a:pt x="92313" y="69745"/>
                  <a:pt x="92568" y="70382"/>
                </a:cubicBezTo>
                <a:cubicBezTo>
                  <a:pt x="92823" y="71020"/>
                  <a:pt x="93014" y="71865"/>
                  <a:pt x="93142" y="72917"/>
                </a:cubicBezTo>
                <a:cubicBezTo>
                  <a:pt x="93269" y="73969"/>
                  <a:pt x="93333" y="75259"/>
                  <a:pt x="93333" y="76790"/>
                </a:cubicBezTo>
                <a:cubicBezTo>
                  <a:pt x="93333" y="78383"/>
                  <a:pt x="93269" y="79674"/>
                  <a:pt x="93142" y="80662"/>
                </a:cubicBezTo>
                <a:cubicBezTo>
                  <a:pt x="93014" y="81651"/>
                  <a:pt x="92823" y="82416"/>
                  <a:pt x="92568" y="82958"/>
                </a:cubicBezTo>
                <a:cubicBezTo>
                  <a:pt x="92313" y="83499"/>
                  <a:pt x="92010" y="83850"/>
                  <a:pt x="91660" y="84009"/>
                </a:cubicBezTo>
                <a:cubicBezTo>
                  <a:pt x="91309" y="84169"/>
                  <a:pt x="90879" y="84185"/>
                  <a:pt x="90369" y="84057"/>
                </a:cubicBezTo>
                <a:lnTo>
                  <a:pt x="4208" y="66749"/>
                </a:lnTo>
                <a:cubicBezTo>
                  <a:pt x="3761" y="66685"/>
                  <a:pt x="3347" y="66509"/>
                  <a:pt x="2964" y="66223"/>
                </a:cubicBezTo>
                <a:cubicBezTo>
                  <a:pt x="2582" y="65936"/>
                  <a:pt x="2263" y="65489"/>
                  <a:pt x="2008" y="64884"/>
                </a:cubicBezTo>
                <a:cubicBezTo>
                  <a:pt x="1753" y="64278"/>
                  <a:pt x="1578" y="63513"/>
                  <a:pt x="1482" y="62589"/>
                </a:cubicBezTo>
                <a:cubicBezTo>
                  <a:pt x="1387" y="61664"/>
                  <a:pt x="1339" y="60565"/>
                  <a:pt x="1339" y="59290"/>
                </a:cubicBezTo>
                <a:cubicBezTo>
                  <a:pt x="1339" y="57951"/>
                  <a:pt x="1387" y="56851"/>
                  <a:pt x="1482" y="55990"/>
                </a:cubicBezTo>
                <a:cubicBezTo>
                  <a:pt x="1578" y="55130"/>
                  <a:pt x="1753" y="54460"/>
                  <a:pt x="2008" y="53982"/>
                </a:cubicBezTo>
                <a:cubicBezTo>
                  <a:pt x="2263" y="53504"/>
                  <a:pt x="2582" y="53201"/>
                  <a:pt x="2964" y="53074"/>
                </a:cubicBezTo>
                <a:cubicBezTo>
                  <a:pt x="3347" y="52946"/>
                  <a:pt x="3761" y="52914"/>
                  <a:pt x="4208" y="52978"/>
                </a:cubicBezTo>
                <a:lnTo>
                  <a:pt x="20656" y="56229"/>
                </a:lnTo>
                <a:cubicBezTo>
                  <a:pt x="18488" y="55273"/>
                  <a:pt x="16193" y="53711"/>
                  <a:pt x="13770" y="51544"/>
                </a:cubicBezTo>
                <a:cubicBezTo>
                  <a:pt x="11348" y="49376"/>
                  <a:pt x="9117" y="46794"/>
                  <a:pt x="7076" y="43798"/>
                </a:cubicBezTo>
                <a:cubicBezTo>
                  <a:pt x="5036" y="40801"/>
                  <a:pt x="3347" y="37502"/>
                  <a:pt x="2008" y="33900"/>
                </a:cubicBezTo>
                <a:cubicBezTo>
                  <a:pt x="669" y="30298"/>
                  <a:pt x="0" y="26553"/>
                  <a:pt x="0" y="22664"/>
                </a:cubicBezTo>
                <a:cubicBezTo>
                  <a:pt x="0" y="18393"/>
                  <a:pt x="653" y="14822"/>
                  <a:pt x="1960" y="11954"/>
                </a:cubicBezTo>
                <a:cubicBezTo>
                  <a:pt x="3267" y="9085"/>
                  <a:pt x="4989" y="6758"/>
                  <a:pt x="7124" y="4973"/>
                </a:cubicBezTo>
                <a:cubicBezTo>
                  <a:pt x="9260" y="3188"/>
                  <a:pt x="11730" y="1913"/>
                  <a:pt x="14536" y="1148"/>
                </a:cubicBezTo>
                <a:cubicBezTo>
                  <a:pt x="17341" y="383"/>
                  <a:pt x="20273" y="0"/>
                  <a:pt x="23333" y="0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d">
            <a:extLst xmlns:a="http://schemas.openxmlformats.org/drawingml/2006/main">
              <a:ext uri="{FF2B5EF4-FFF2-40B4-BE49-F238E27FC236}">
                <a16:creationId xmlns:a16="http://schemas.microsoft.com/office/drawing/2014/main" id="{093C0FC2-9C55-4559-B5E7-2A03F255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671" y="1803621"/>
            <a:ext cx="134836" cy="95565"/>
          </a:xfrm>
          <a:custGeom xmlns:a="http://schemas.openxmlformats.org/drawingml/2006/main">
            <a:pathLst>
              <a:path w="134836" h="95565">
                <a:moveTo>
                  <a:pt x="130625" y="25565"/>
                </a:moveTo>
                <a:cubicBezTo>
                  <a:pt x="131675" y="25756"/>
                  <a:pt x="132416" y="26425"/>
                  <a:pt x="132849" y="27573"/>
                </a:cubicBezTo>
                <a:cubicBezTo>
                  <a:pt x="133281" y="28720"/>
                  <a:pt x="133497" y="30633"/>
                  <a:pt x="133497" y="33311"/>
                </a:cubicBezTo>
                <a:cubicBezTo>
                  <a:pt x="133497" y="34649"/>
                  <a:pt x="133435" y="35733"/>
                  <a:pt x="133312" y="36562"/>
                </a:cubicBezTo>
                <a:cubicBezTo>
                  <a:pt x="133188" y="37391"/>
                  <a:pt x="133019" y="38060"/>
                  <a:pt x="132804" y="38570"/>
                </a:cubicBezTo>
                <a:cubicBezTo>
                  <a:pt x="132587" y="39080"/>
                  <a:pt x="132309" y="39415"/>
                  <a:pt x="131970" y="39574"/>
                </a:cubicBezTo>
                <a:cubicBezTo>
                  <a:pt x="131629" y="39734"/>
                  <a:pt x="131181" y="39750"/>
                  <a:pt x="130625" y="39622"/>
                </a:cubicBezTo>
                <a:lnTo>
                  <a:pt x="114542" y="36562"/>
                </a:lnTo>
                <a:cubicBezTo>
                  <a:pt x="116648" y="37391"/>
                  <a:pt x="118898" y="38889"/>
                  <a:pt x="121293" y="41056"/>
                </a:cubicBezTo>
                <a:cubicBezTo>
                  <a:pt x="123685" y="43224"/>
                  <a:pt x="125887" y="45790"/>
                  <a:pt x="127897" y="48755"/>
                </a:cubicBezTo>
                <a:cubicBezTo>
                  <a:pt x="129907" y="51719"/>
                  <a:pt x="131567" y="55018"/>
                  <a:pt x="132876" y="58652"/>
                </a:cubicBezTo>
                <a:cubicBezTo>
                  <a:pt x="134182" y="62286"/>
                  <a:pt x="134836" y="65984"/>
                  <a:pt x="134836" y="69745"/>
                </a:cubicBezTo>
                <a:cubicBezTo>
                  <a:pt x="134836" y="73506"/>
                  <a:pt x="134341" y="76774"/>
                  <a:pt x="133351" y="79547"/>
                </a:cubicBezTo>
                <a:cubicBezTo>
                  <a:pt x="132363" y="82320"/>
                  <a:pt x="131039" y="84647"/>
                  <a:pt x="129379" y="86528"/>
                </a:cubicBezTo>
                <a:cubicBezTo>
                  <a:pt x="127720" y="88408"/>
                  <a:pt x="125789" y="89938"/>
                  <a:pt x="123588" y="91118"/>
                </a:cubicBezTo>
                <a:cubicBezTo>
                  <a:pt x="121386" y="92297"/>
                  <a:pt x="119121" y="93222"/>
                  <a:pt x="116792" y="93891"/>
                </a:cubicBezTo>
                <a:cubicBezTo>
                  <a:pt x="114463" y="94560"/>
                  <a:pt x="112118" y="95007"/>
                  <a:pt x="109757" y="95230"/>
                </a:cubicBezTo>
                <a:cubicBezTo>
                  <a:pt x="107395" y="95453"/>
                  <a:pt x="105224" y="95565"/>
                  <a:pt x="103246" y="95565"/>
                </a:cubicBezTo>
                <a:cubicBezTo>
                  <a:pt x="99544" y="95565"/>
                  <a:pt x="95396" y="95214"/>
                  <a:pt x="90802" y="94513"/>
                </a:cubicBezTo>
                <a:cubicBezTo>
                  <a:pt x="86208" y="93811"/>
                  <a:pt x="81598" y="92696"/>
                  <a:pt x="76972" y="91166"/>
                </a:cubicBezTo>
                <a:cubicBezTo>
                  <a:pt x="72344" y="89636"/>
                  <a:pt x="67812" y="87675"/>
                  <a:pt x="63378" y="85285"/>
                </a:cubicBezTo>
                <a:cubicBezTo>
                  <a:pt x="58943" y="82894"/>
                  <a:pt x="55018" y="80009"/>
                  <a:pt x="51603" y="76630"/>
                </a:cubicBezTo>
                <a:cubicBezTo>
                  <a:pt x="48189" y="73251"/>
                  <a:pt x="45428" y="69346"/>
                  <a:pt x="43323" y="64916"/>
                </a:cubicBezTo>
                <a:cubicBezTo>
                  <a:pt x="41217" y="60485"/>
                  <a:pt x="40164" y="55464"/>
                  <a:pt x="40164" y="49854"/>
                </a:cubicBezTo>
                <a:cubicBezTo>
                  <a:pt x="40164" y="47113"/>
                  <a:pt x="40468" y="44531"/>
                  <a:pt x="41075" y="42108"/>
                </a:cubicBezTo>
                <a:cubicBezTo>
                  <a:pt x="41681" y="39686"/>
                  <a:pt x="42511" y="37486"/>
                  <a:pt x="43565" y="35510"/>
                </a:cubicBezTo>
                <a:cubicBezTo>
                  <a:pt x="44617" y="33534"/>
                  <a:pt x="45877" y="31717"/>
                  <a:pt x="47345" y="30059"/>
                </a:cubicBezTo>
                <a:cubicBezTo>
                  <a:pt x="48811" y="28402"/>
                  <a:pt x="50342" y="26903"/>
                  <a:pt x="51938" y="25565"/>
                </a:cubicBezTo>
                <a:lnTo>
                  <a:pt x="3063" y="15811"/>
                </a:lnTo>
                <a:cubicBezTo>
                  <a:pt x="2617" y="15747"/>
                  <a:pt x="2187" y="15556"/>
                  <a:pt x="1772" y="15237"/>
                </a:cubicBezTo>
                <a:cubicBezTo>
                  <a:pt x="1356" y="14918"/>
                  <a:pt x="1036" y="14440"/>
                  <a:pt x="813" y="13802"/>
                </a:cubicBezTo>
                <a:cubicBezTo>
                  <a:pt x="590" y="13165"/>
                  <a:pt x="398" y="12336"/>
                  <a:pt x="239" y="11316"/>
                </a:cubicBezTo>
                <a:cubicBezTo>
                  <a:pt x="80" y="10296"/>
                  <a:pt x="0" y="8989"/>
                  <a:pt x="0" y="7395"/>
                </a:cubicBezTo>
                <a:cubicBezTo>
                  <a:pt x="0" y="5865"/>
                  <a:pt x="80" y="4606"/>
                  <a:pt x="239" y="3618"/>
                </a:cubicBezTo>
                <a:cubicBezTo>
                  <a:pt x="398" y="2630"/>
                  <a:pt x="590" y="1849"/>
                  <a:pt x="813" y="1275"/>
                </a:cubicBezTo>
                <a:cubicBezTo>
                  <a:pt x="1036" y="701"/>
                  <a:pt x="1356" y="335"/>
                  <a:pt x="1772" y="175"/>
                </a:cubicBezTo>
                <a:cubicBezTo>
                  <a:pt x="2187" y="16"/>
                  <a:pt x="2617" y="0"/>
                  <a:pt x="3063" y="128"/>
                </a:cubicBezTo>
                <a:lnTo>
                  <a:pt x="130625" y="25565"/>
                </a:lnTo>
                <a:moveTo>
                  <a:pt x="67254" y="28625"/>
                </a:moveTo>
                <a:cubicBezTo>
                  <a:pt x="62847" y="31621"/>
                  <a:pt x="59494" y="34857"/>
                  <a:pt x="57195" y="38331"/>
                </a:cubicBezTo>
                <a:cubicBezTo>
                  <a:pt x="54894" y="41806"/>
                  <a:pt x="53743" y="45710"/>
                  <a:pt x="53743" y="50045"/>
                </a:cubicBezTo>
                <a:cubicBezTo>
                  <a:pt x="53743" y="53424"/>
                  <a:pt x="54525" y="56469"/>
                  <a:pt x="56089" y="59178"/>
                </a:cubicBezTo>
                <a:cubicBezTo>
                  <a:pt x="57653" y="61887"/>
                  <a:pt x="59744" y="64326"/>
                  <a:pt x="62362" y="66494"/>
                </a:cubicBezTo>
                <a:cubicBezTo>
                  <a:pt x="64979" y="68661"/>
                  <a:pt x="67981" y="70526"/>
                  <a:pt x="71366" y="72088"/>
                </a:cubicBezTo>
                <a:cubicBezTo>
                  <a:pt x="74748" y="73650"/>
                  <a:pt x="78244" y="74941"/>
                  <a:pt x="81852" y="75961"/>
                </a:cubicBezTo>
                <a:cubicBezTo>
                  <a:pt x="85458" y="76981"/>
                  <a:pt x="89017" y="77746"/>
                  <a:pt x="92529" y="78256"/>
                </a:cubicBezTo>
                <a:cubicBezTo>
                  <a:pt x="96040" y="78766"/>
                  <a:pt x="99263" y="79021"/>
                  <a:pt x="102200" y="79021"/>
                </a:cubicBezTo>
                <a:cubicBezTo>
                  <a:pt x="108392" y="79021"/>
                  <a:pt x="113132" y="77969"/>
                  <a:pt x="116422" y="75865"/>
                </a:cubicBezTo>
                <a:cubicBezTo>
                  <a:pt x="119709" y="73761"/>
                  <a:pt x="121352" y="70382"/>
                  <a:pt x="121352" y="65729"/>
                </a:cubicBezTo>
                <a:cubicBezTo>
                  <a:pt x="121352" y="62222"/>
                  <a:pt x="120395" y="58700"/>
                  <a:pt x="118481" y="55162"/>
                </a:cubicBezTo>
                <a:cubicBezTo>
                  <a:pt x="116564" y="51623"/>
                  <a:pt x="113914" y="48324"/>
                  <a:pt x="110531" y="45264"/>
                </a:cubicBezTo>
                <a:cubicBezTo>
                  <a:pt x="107149" y="42204"/>
                  <a:pt x="103127" y="39495"/>
                  <a:pt x="98467" y="37136"/>
                </a:cubicBezTo>
                <a:cubicBezTo>
                  <a:pt x="93807" y="34777"/>
                  <a:pt x="88700" y="33024"/>
                  <a:pt x="83146" y="31876"/>
                </a:cubicBezTo>
                <a:lnTo>
                  <a:pt x="67254" y="28625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S">
            <a:extLst xmlns:a="http://schemas.openxmlformats.org/drawingml/2006/main">
              <a:ext uri="{FF2B5EF4-FFF2-40B4-BE49-F238E27FC236}">
                <a16:creationId xmlns:a16="http://schemas.microsoft.com/office/drawing/2014/main" id="{4745FECE-5B9A-4036-A75A-17158A89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507" y="2315918"/>
            <a:ext cx="127568" cy="87691"/>
          </a:xfrm>
          <a:custGeom xmlns:a="http://schemas.openxmlformats.org/drawingml/2006/main">
            <a:pathLst>
              <a:path w="127568" h="87691">
                <a:moveTo>
                  <a:pt x="11284" y="0"/>
                </a:moveTo>
                <a:cubicBezTo>
                  <a:pt x="11794" y="0"/>
                  <a:pt x="12384" y="32"/>
                  <a:pt x="13053" y="96"/>
                </a:cubicBezTo>
                <a:cubicBezTo>
                  <a:pt x="13723" y="159"/>
                  <a:pt x="14424" y="271"/>
                  <a:pt x="15157" y="430"/>
                </a:cubicBezTo>
                <a:cubicBezTo>
                  <a:pt x="15890" y="590"/>
                  <a:pt x="16655" y="781"/>
                  <a:pt x="17452" y="1004"/>
                </a:cubicBezTo>
                <a:cubicBezTo>
                  <a:pt x="18249" y="1227"/>
                  <a:pt x="18950" y="1498"/>
                  <a:pt x="19556" y="1817"/>
                </a:cubicBezTo>
                <a:cubicBezTo>
                  <a:pt x="20162" y="2136"/>
                  <a:pt x="20656" y="2502"/>
                  <a:pt x="21038" y="2917"/>
                </a:cubicBezTo>
                <a:cubicBezTo>
                  <a:pt x="21421" y="3331"/>
                  <a:pt x="21612" y="3793"/>
                  <a:pt x="21612" y="4303"/>
                </a:cubicBezTo>
                <a:cubicBezTo>
                  <a:pt x="21612" y="5005"/>
                  <a:pt x="21193" y="5977"/>
                  <a:pt x="20354" y="7220"/>
                </a:cubicBezTo>
                <a:cubicBezTo>
                  <a:pt x="19515" y="8463"/>
                  <a:pt x="18628" y="10057"/>
                  <a:pt x="17691" y="12001"/>
                </a:cubicBezTo>
                <a:cubicBezTo>
                  <a:pt x="16755" y="13946"/>
                  <a:pt x="15867" y="16257"/>
                  <a:pt x="15029" y="18934"/>
                </a:cubicBezTo>
                <a:cubicBezTo>
                  <a:pt x="14190" y="21612"/>
                  <a:pt x="13770" y="24704"/>
                  <a:pt x="13770" y="28210"/>
                </a:cubicBezTo>
                <a:cubicBezTo>
                  <a:pt x="13770" y="32099"/>
                  <a:pt x="14362" y="35510"/>
                  <a:pt x="15546" y="38443"/>
                </a:cubicBezTo>
                <a:cubicBezTo>
                  <a:pt x="16727" y="41375"/>
                  <a:pt x="18325" y="43830"/>
                  <a:pt x="20339" y="45806"/>
                </a:cubicBezTo>
                <a:cubicBezTo>
                  <a:pt x="22351" y="47782"/>
                  <a:pt x="24636" y="49265"/>
                  <a:pt x="27194" y="50253"/>
                </a:cubicBezTo>
                <a:cubicBezTo>
                  <a:pt x="29750" y="51241"/>
                  <a:pt x="32402" y="51735"/>
                  <a:pt x="35149" y="51735"/>
                </a:cubicBezTo>
                <a:cubicBezTo>
                  <a:pt x="37958" y="51735"/>
                  <a:pt x="40417" y="51113"/>
                  <a:pt x="42525" y="49870"/>
                </a:cubicBezTo>
                <a:cubicBezTo>
                  <a:pt x="44631" y="48627"/>
                  <a:pt x="46546" y="47001"/>
                  <a:pt x="48271" y="44993"/>
                </a:cubicBezTo>
                <a:cubicBezTo>
                  <a:pt x="49995" y="42985"/>
                  <a:pt x="51622" y="40690"/>
                  <a:pt x="53154" y="38108"/>
                </a:cubicBezTo>
                <a:cubicBezTo>
                  <a:pt x="54686" y="35526"/>
                  <a:pt x="56250" y="32896"/>
                  <a:pt x="57846" y="30219"/>
                </a:cubicBezTo>
                <a:cubicBezTo>
                  <a:pt x="59442" y="27541"/>
                  <a:pt x="61150" y="24895"/>
                  <a:pt x="62971" y="22281"/>
                </a:cubicBezTo>
                <a:cubicBezTo>
                  <a:pt x="64790" y="19668"/>
                  <a:pt x="66897" y="17357"/>
                  <a:pt x="69292" y="15348"/>
                </a:cubicBezTo>
                <a:cubicBezTo>
                  <a:pt x="71686" y="13340"/>
                  <a:pt x="74432" y="11714"/>
                  <a:pt x="77528" y="10471"/>
                </a:cubicBezTo>
                <a:cubicBezTo>
                  <a:pt x="80624" y="9228"/>
                  <a:pt x="84215" y="8607"/>
                  <a:pt x="88301" y="8607"/>
                </a:cubicBezTo>
                <a:cubicBezTo>
                  <a:pt x="93730" y="8607"/>
                  <a:pt x="98823" y="9722"/>
                  <a:pt x="103580" y="11954"/>
                </a:cubicBezTo>
                <a:cubicBezTo>
                  <a:pt x="108336" y="14185"/>
                  <a:pt x="112486" y="17357"/>
                  <a:pt x="116030" y="21469"/>
                </a:cubicBezTo>
                <a:cubicBezTo>
                  <a:pt x="119572" y="25581"/>
                  <a:pt x="122381" y="30537"/>
                  <a:pt x="124457" y="36339"/>
                </a:cubicBezTo>
                <a:cubicBezTo>
                  <a:pt x="126531" y="42140"/>
                  <a:pt x="127568" y="48611"/>
                  <a:pt x="127568" y="55751"/>
                </a:cubicBezTo>
                <a:cubicBezTo>
                  <a:pt x="127568" y="59640"/>
                  <a:pt x="127230" y="63258"/>
                  <a:pt x="126555" y="66605"/>
                </a:cubicBezTo>
                <a:cubicBezTo>
                  <a:pt x="125880" y="69952"/>
                  <a:pt x="125044" y="72964"/>
                  <a:pt x="124048" y="75642"/>
                </a:cubicBezTo>
                <a:cubicBezTo>
                  <a:pt x="123050" y="78320"/>
                  <a:pt x="122020" y="80583"/>
                  <a:pt x="120958" y="82432"/>
                </a:cubicBezTo>
                <a:cubicBezTo>
                  <a:pt x="119896" y="84280"/>
                  <a:pt x="118948" y="85619"/>
                  <a:pt x="118113" y="86448"/>
                </a:cubicBezTo>
                <a:cubicBezTo>
                  <a:pt x="117276" y="87277"/>
                  <a:pt x="116061" y="87691"/>
                  <a:pt x="114467" y="87691"/>
                </a:cubicBezTo>
                <a:cubicBezTo>
                  <a:pt x="114085" y="87691"/>
                  <a:pt x="113543" y="87643"/>
                  <a:pt x="112841" y="87548"/>
                </a:cubicBezTo>
                <a:cubicBezTo>
                  <a:pt x="112140" y="87452"/>
                  <a:pt x="111375" y="87309"/>
                  <a:pt x="110546" y="87117"/>
                </a:cubicBezTo>
                <a:cubicBezTo>
                  <a:pt x="109718" y="86926"/>
                  <a:pt x="108905" y="86719"/>
                  <a:pt x="108108" y="86496"/>
                </a:cubicBezTo>
                <a:cubicBezTo>
                  <a:pt x="107311" y="86273"/>
                  <a:pt x="106578" y="85986"/>
                  <a:pt x="105908" y="85635"/>
                </a:cubicBezTo>
                <a:cubicBezTo>
                  <a:pt x="105239" y="85285"/>
                  <a:pt x="104697" y="84902"/>
                  <a:pt x="104283" y="84488"/>
                </a:cubicBezTo>
                <a:cubicBezTo>
                  <a:pt x="103868" y="84073"/>
                  <a:pt x="103661" y="83579"/>
                  <a:pt x="103661" y="83005"/>
                </a:cubicBezTo>
                <a:cubicBezTo>
                  <a:pt x="103661" y="81985"/>
                  <a:pt x="104176" y="80710"/>
                  <a:pt x="105206" y="79180"/>
                </a:cubicBezTo>
                <a:cubicBezTo>
                  <a:pt x="106236" y="77650"/>
                  <a:pt x="107347" y="75754"/>
                  <a:pt x="108538" y="73490"/>
                </a:cubicBezTo>
                <a:cubicBezTo>
                  <a:pt x="109730" y="71227"/>
                  <a:pt x="110840" y="68534"/>
                  <a:pt x="111870" y="65410"/>
                </a:cubicBezTo>
                <a:cubicBezTo>
                  <a:pt x="112900" y="62286"/>
                  <a:pt x="113415" y="58620"/>
                  <a:pt x="113415" y="54413"/>
                </a:cubicBezTo>
                <a:cubicBezTo>
                  <a:pt x="113415" y="49950"/>
                  <a:pt x="112793" y="45965"/>
                  <a:pt x="111547" y="42459"/>
                </a:cubicBezTo>
                <a:cubicBezTo>
                  <a:pt x="110300" y="38953"/>
                  <a:pt x="108607" y="36004"/>
                  <a:pt x="106467" y="33613"/>
                </a:cubicBezTo>
                <a:cubicBezTo>
                  <a:pt x="104326" y="31223"/>
                  <a:pt x="101817" y="29390"/>
                  <a:pt x="98942" y="28115"/>
                </a:cubicBezTo>
                <a:cubicBezTo>
                  <a:pt x="96066" y="26840"/>
                  <a:pt x="92998" y="26202"/>
                  <a:pt x="89738" y="26202"/>
                </a:cubicBezTo>
                <a:cubicBezTo>
                  <a:pt x="86865" y="26202"/>
                  <a:pt x="84360" y="26808"/>
                  <a:pt x="82222" y="28019"/>
                </a:cubicBezTo>
                <a:cubicBezTo>
                  <a:pt x="80083" y="29230"/>
                  <a:pt x="78151" y="30824"/>
                  <a:pt x="76428" y="32801"/>
                </a:cubicBezTo>
                <a:cubicBezTo>
                  <a:pt x="74703" y="34777"/>
                  <a:pt x="73106" y="37056"/>
                  <a:pt x="71638" y="39638"/>
                </a:cubicBezTo>
                <a:cubicBezTo>
                  <a:pt x="70169" y="42220"/>
                  <a:pt x="68637" y="44834"/>
                  <a:pt x="67041" y="47479"/>
                </a:cubicBezTo>
                <a:cubicBezTo>
                  <a:pt x="65444" y="50125"/>
                  <a:pt x="63735" y="52723"/>
                  <a:pt x="61916" y="55273"/>
                </a:cubicBezTo>
                <a:cubicBezTo>
                  <a:pt x="60097" y="57823"/>
                  <a:pt x="57991" y="60086"/>
                  <a:pt x="55596" y="62063"/>
                </a:cubicBezTo>
                <a:cubicBezTo>
                  <a:pt x="53201" y="64039"/>
                  <a:pt x="50456" y="65649"/>
                  <a:pt x="47360" y="66892"/>
                </a:cubicBezTo>
                <a:cubicBezTo>
                  <a:pt x="44262" y="68135"/>
                  <a:pt x="40638" y="68757"/>
                  <a:pt x="36488" y="68757"/>
                </a:cubicBezTo>
                <a:cubicBezTo>
                  <a:pt x="31446" y="68757"/>
                  <a:pt x="26722" y="67769"/>
                  <a:pt x="22317" y="65792"/>
                </a:cubicBezTo>
                <a:cubicBezTo>
                  <a:pt x="17910" y="63816"/>
                  <a:pt x="14047" y="61011"/>
                  <a:pt x="10728" y="57377"/>
                </a:cubicBezTo>
                <a:cubicBezTo>
                  <a:pt x="7407" y="53743"/>
                  <a:pt x="4789" y="49344"/>
                  <a:pt x="2875" y="44180"/>
                </a:cubicBezTo>
                <a:cubicBezTo>
                  <a:pt x="958" y="39016"/>
                  <a:pt x="0" y="33247"/>
                  <a:pt x="0" y="26872"/>
                </a:cubicBezTo>
                <a:cubicBezTo>
                  <a:pt x="0" y="23811"/>
                  <a:pt x="258" y="20895"/>
                  <a:pt x="774" y="18122"/>
                </a:cubicBezTo>
                <a:cubicBezTo>
                  <a:pt x="1290" y="15348"/>
                  <a:pt x="1920" y="12846"/>
                  <a:pt x="2663" y="10615"/>
                </a:cubicBezTo>
                <a:cubicBezTo>
                  <a:pt x="3404" y="8383"/>
                  <a:pt x="4210" y="6471"/>
                  <a:pt x="5080" y="4877"/>
                </a:cubicBezTo>
                <a:cubicBezTo>
                  <a:pt x="5951" y="3283"/>
                  <a:pt x="6677" y="2199"/>
                  <a:pt x="7259" y="1626"/>
                </a:cubicBezTo>
                <a:cubicBezTo>
                  <a:pt x="7839" y="1052"/>
                  <a:pt x="8431" y="638"/>
                  <a:pt x="9037" y="383"/>
                </a:cubicBezTo>
                <a:cubicBezTo>
                  <a:pt x="9643" y="128"/>
                  <a:pt x="10392" y="0"/>
                  <a:pt x="11284" y="0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u">
            <a:extLst xmlns:a="http://schemas.openxmlformats.org/drawingml/2006/main">
              <a:ext uri="{FF2B5EF4-FFF2-40B4-BE49-F238E27FC236}">
                <a16:creationId xmlns:a16="http://schemas.microsoft.com/office/drawing/2014/main" id="{3575687D-42A2-4556-BA80-8F1A814E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741" y="2220231"/>
            <a:ext cx="93333" cy="84312"/>
          </a:xfrm>
          <a:custGeom xmlns:a="http://schemas.openxmlformats.org/drawingml/2006/main">
            <a:pathLst>
              <a:path w="93333" h="84312">
                <a:moveTo>
                  <a:pt x="89030" y="17372"/>
                </a:moveTo>
                <a:cubicBezTo>
                  <a:pt x="89540" y="17436"/>
                  <a:pt x="89986" y="17627"/>
                  <a:pt x="90369" y="17946"/>
                </a:cubicBezTo>
                <a:cubicBezTo>
                  <a:pt x="90751" y="18265"/>
                  <a:pt x="91054" y="18711"/>
                  <a:pt x="91277" y="19285"/>
                </a:cubicBezTo>
                <a:cubicBezTo>
                  <a:pt x="91500" y="19859"/>
                  <a:pt x="91676" y="20608"/>
                  <a:pt x="91803" y="21532"/>
                </a:cubicBezTo>
                <a:cubicBezTo>
                  <a:pt x="91931" y="22457"/>
                  <a:pt x="91994" y="23588"/>
                  <a:pt x="91994" y="24927"/>
                </a:cubicBezTo>
                <a:cubicBezTo>
                  <a:pt x="91994" y="26202"/>
                  <a:pt x="91931" y="27270"/>
                  <a:pt x="91803" y="28131"/>
                </a:cubicBezTo>
                <a:cubicBezTo>
                  <a:pt x="91676" y="28991"/>
                  <a:pt x="91500" y="29661"/>
                  <a:pt x="91277" y="30139"/>
                </a:cubicBezTo>
                <a:cubicBezTo>
                  <a:pt x="91054" y="30617"/>
                  <a:pt x="90751" y="30936"/>
                  <a:pt x="90369" y="31095"/>
                </a:cubicBezTo>
                <a:cubicBezTo>
                  <a:pt x="89986" y="31255"/>
                  <a:pt x="89540" y="31270"/>
                  <a:pt x="89030" y="31143"/>
                </a:cubicBezTo>
                <a:lnTo>
                  <a:pt x="72869" y="27987"/>
                </a:lnTo>
                <a:cubicBezTo>
                  <a:pt x="75046" y="29007"/>
                  <a:pt x="77336" y="30617"/>
                  <a:pt x="79739" y="32816"/>
                </a:cubicBezTo>
                <a:cubicBezTo>
                  <a:pt x="82140" y="35016"/>
                  <a:pt x="84365" y="37598"/>
                  <a:pt x="86415" y="40562"/>
                </a:cubicBezTo>
                <a:cubicBezTo>
                  <a:pt x="88465" y="43527"/>
                  <a:pt x="90131" y="46778"/>
                  <a:pt x="91412" y="50316"/>
                </a:cubicBezTo>
                <a:cubicBezTo>
                  <a:pt x="92693" y="53855"/>
                  <a:pt x="93333" y="57441"/>
                  <a:pt x="93333" y="61075"/>
                </a:cubicBezTo>
                <a:cubicBezTo>
                  <a:pt x="93333" y="65410"/>
                  <a:pt x="92742" y="69060"/>
                  <a:pt x="91558" y="72024"/>
                </a:cubicBezTo>
                <a:cubicBezTo>
                  <a:pt x="90377" y="74989"/>
                  <a:pt x="88747" y="77379"/>
                  <a:pt x="86669" y="79196"/>
                </a:cubicBezTo>
                <a:cubicBezTo>
                  <a:pt x="84591" y="81013"/>
                  <a:pt x="82131" y="82320"/>
                  <a:pt x="79288" y="83117"/>
                </a:cubicBezTo>
                <a:cubicBezTo>
                  <a:pt x="76443" y="83914"/>
                  <a:pt x="73327" y="84312"/>
                  <a:pt x="69940" y="84312"/>
                </a:cubicBezTo>
                <a:cubicBezTo>
                  <a:pt x="67830" y="84312"/>
                  <a:pt x="65673" y="84169"/>
                  <a:pt x="63467" y="83882"/>
                </a:cubicBezTo>
                <a:cubicBezTo>
                  <a:pt x="61262" y="83595"/>
                  <a:pt x="59041" y="83229"/>
                  <a:pt x="56803" y="82782"/>
                </a:cubicBezTo>
                <a:lnTo>
                  <a:pt x="2869" y="72168"/>
                </a:lnTo>
                <a:cubicBezTo>
                  <a:pt x="2423" y="72040"/>
                  <a:pt x="2008" y="71817"/>
                  <a:pt x="1626" y="71498"/>
                </a:cubicBezTo>
                <a:cubicBezTo>
                  <a:pt x="1243" y="71179"/>
                  <a:pt x="924" y="70685"/>
                  <a:pt x="669" y="70016"/>
                </a:cubicBezTo>
                <a:cubicBezTo>
                  <a:pt x="414" y="69346"/>
                  <a:pt x="239" y="68486"/>
                  <a:pt x="143" y="67434"/>
                </a:cubicBezTo>
                <a:cubicBezTo>
                  <a:pt x="48" y="66382"/>
                  <a:pt x="0" y="65091"/>
                  <a:pt x="0" y="63561"/>
                </a:cubicBezTo>
                <a:cubicBezTo>
                  <a:pt x="0" y="62031"/>
                  <a:pt x="48" y="60772"/>
                  <a:pt x="143" y="59784"/>
                </a:cubicBezTo>
                <a:cubicBezTo>
                  <a:pt x="239" y="58795"/>
                  <a:pt x="414" y="58030"/>
                  <a:pt x="669" y="57489"/>
                </a:cubicBezTo>
                <a:cubicBezTo>
                  <a:pt x="924" y="56947"/>
                  <a:pt x="1243" y="56596"/>
                  <a:pt x="1626" y="56437"/>
                </a:cubicBezTo>
                <a:cubicBezTo>
                  <a:pt x="2008" y="56277"/>
                  <a:pt x="2423" y="56229"/>
                  <a:pt x="2869" y="56293"/>
                </a:cubicBezTo>
                <a:lnTo>
                  <a:pt x="56229" y="66812"/>
                </a:lnTo>
                <a:cubicBezTo>
                  <a:pt x="57893" y="67195"/>
                  <a:pt x="59621" y="67482"/>
                  <a:pt x="61414" y="67673"/>
                </a:cubicBezTo>
                <a:cubicBezTo>
                  <a:pt x="63207" y="67864"/>
                  <a:pt x="65031" y="67960"/>
                  <a:pt x="66886" y="67960"/>
                </a:cubicBezTo>
                <a:cubicBezTo>
                  <a:pt x="68807" y="67960"/>
                  <a:pt x="70552" y="67785"/>
                  <a:pt x="72122" y="67434"/>
                </a:cubicBezTo>
                <a:cubicBezTo>
                  <a:pt x="73690" y="67083"/>
                  <a:pt x="75049" y="66478"/>
                  <a:pt x="76201" y="65617"/>
                </a:cubicBezTo>
                <a:cubicBezTo>
                  <a:pt x="77352" y="64756"/>
                  <a:pt x="78249" y="63641"/>
                  <a:pt x="78890" y="62270"/>
                </a:cubicBezTo>
                <a:cubicBezTo>
                  <a:pt x="79530" y="60899"/>
                  <a:pt x="79850" y="59226"/>
                  <a:pt x="79850" y="57249"/>
                </a:cubicBezTo>
                <a:cubicBezTo>
                  <a:pt x="79850" y="53871"/>
                  <a:pt x="78875" y="50412"/>
                  <a:pt x="76927" y="46874"/>
                </a:cubicBezTo>
                <a:cubicBezTo>
                  <a:pt x="74977" y="43336"/>
                  <a:pt x="72276" y="40036"/>
                  <a:pt x="68825" y="36976"/>
                </a:cubicBezTo>
                <a:cubicBezTo>
                  <a:pt x="65375" y="33916"/>
                  <a:pt x="61269" y="31191"/>
                  <a:pt x="56507" y="28800"/>
                </a:cubicBezTo>
                <a:cubicBezTo>
                  <a:pt x="51746" y="26409"/>
                  <a:pt x="46553" y="24640"/>
                  <a:pt x="40929" y="23493"/>
                </a:cubicBezTo>
                <a:lnTo>
                  <a:pt x="2869" y="15938"/>
                </a:lnTo>
                <a:cubicBezTo>
                  <a:pt x="2423" y="15874"/>
                  <a:pt x="2008" y="15667"/>
                  <a:pt x="1626" y="15316"/>
                </a:cubicBezTo>
                <a:cubicBezTo>
                  <a:pt x="1243" y="14966"/>
                  <a:pt x="924" y="14456"/>
                  <a:pt x="669" y="13786"/>
                </a:cubicBezTo>
                <a:cubicBezTo>
                  <a:pt x="414" y="13117"/>
                  <a:pt x="239" y="12256"/>
                  <a:pt x="143" y="11204"/>
                </a:cubicBezTo>
                <a:cubicBezTo>
                  <a:pt x="48" y="10153"/>
                  <a:pt x="0" y="8862"/>
                  <a:pt x="0" y="7332"/>
                </a:cubicBezTo>
                <a:cubicBezTo>
                  <a:pt x="0" y="5801"/>
                  <a:pt x="48" y="4542"/>
                  <a:pt x="143" y="3554"/>
                </a:cubicBezTo>
                <a:cubicBezTo>
                  <a:pt x="239" y="2566"/>
                  <a:pt x="414" y="1801"/>
                  <a:pt x="669" y="1259"/>
                </a:cubicBezTo>
                <a:cubicBezTo>
                  <a:pt x="924" y="717"/>
                  <a:pt x="1243" y="367"/>
                  <a:pt x="1626" y="207"/>
                </a:cubicBezTo>
                <a:cubicBezTo>
                  <a:pt x="2008" y="48"/>
                  <a:pt x="2423" y="0"/>
                  <a:pt x="2869" y="64"/>
                </a:cubicBezTo>
                <a:lnTo>
                  <a:pt x="89030" y="17372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p">
            <a:extLst xmlns:a="http://schemas.openxmlformats.org/drawingml/2006/main">
              <a:ext uri="{FF2B5EF4-FFF2-40B4-BE49-F238E27FC236}">
                <a16:creationId xmlns:a16="http://schemas.microsoft.com/office/drawing/2014/main" id="{869DDDD7-6822-4BD1-B794-3D3826F1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403" y="2120843"/>
            <a:ext cx="127568" cy="94066"/>
          </a:xfrm>
          <a:custGeom xmlns:a="http://schemas.openxmlformats.org/drawingml/2006/main">
            <a:pathLst>
              <a:path w="127568" h="94066">
                <a:moveTo>
                  <a:pt x="31208" y="0"/>
                </a:moveTo>
                <a:cubicBezTo>
                  <a:pt x="34907" y="0"/>
                  <a:pt x="39071" y="351"/>
                  <a:pt x="43699" y="1052"/>
                </a:cubicBezTo>
                <a:cubicBezTo>
                  <a:pt x="48325" y="1753"/>
                  <a:pt x="53000" y="2869"/>
                  <a:pt x="57724" y="4399"/>
                </a:cubicBezTo>
                <a:cubicBezTo>
                  <a:pt x="62445" y="5929"/>
                  <a:pt x="67023" y="7889"/>
                  <a:pt x="71458" y="10280"/>
                </a:cubicBezTo>
                <a:cubicBezTo>
                  <a:pt x="75893" y="12671"/>
                  <a:pt x="79834" y="15556"/>
                  <a:pt x="83280" y="18934"/>
                </a:cubicBezTo>
                <a:cubicBezTo>
                  <a:pt x="86727" y="22313"/>
                  <a:pt x="89487" y="26218"/>
                  <a:pt x="91561" y="30649"/>
                </a:cubicBezTo>
                <a:cubicBezTo>
                  <a:pt x="93635" y="35080"/>
                  <a:pt x="94672" y="40100"/>
                  <a:pt x="94672" y="45710"/>
                </a:cubicBezTo>
                <a:cubicBezTo>
                  <a:pt x="94672" y="48579"/>
                  <a:pt x="94384" y="51193"/>
                  <a:pt x="93808" y="53552"/>
                </a:cubicBezTo>
                <a:cubicBezTo>
                  <a:pt x="93235" y="55911"/>
                  <a:pt x="92438" y="58078"/>
                  <a:pt x="91418" y="60055"/>
                </a:cubicBezTo>
                <a:cubicBezTo>
                  <a:pt x="90396" y="62031"/>
                  <a:pt x="89199" y="63848"/>
                  <a:pt x="87829" y="65505"/>
                </a:cubicBezTo>
                <a:cubicBezTo>
                  <a:pt x="86456" y="67163"/>
                  <a:pt x="84940" y="68693"/>
                  <a:pt x="83280" y="70096"/>
                </a:cubicBezTo>
                <a:lnTo>
                  <a:pt x="124508" y="78224"/>
                </a:lnTo>
                <a:cubicBezTo>
                  <a:pt x="125018" y="78351"/>
                  <a:pt x="125464" y="78559"/>
                  <a:pt x="125847" y="78846"/>
                </a:cubicBezTo>
                <a:cubicBezTo>
                  <a:pt x="126229" y="79132"/>
                  <a:pt x="126548" y="79595"/>
                  <a:pt x="126803" y="80232"/>
                </a:cubicBezTo>
                <a:cubicBezTo>
                  <a:pt x="127058" y="80870"/>
                  <a:pt x="127249" y="81714"/>
                  <a:pt x="127377" y="82766"/>
                </a:cubicBezTo>
                <a:cubicBezTo>
                  <a:pt x="127504" y="83818"/>
                  <a:pt x="127568" y="85141"/>
                  <a:pt x="127568" y="86735"/>
                </a:cubicBezTo>
                <a:cubicBezTo>
                  <a:pt x="127568" y="88201"/>
                  <a:pt x="127504" y="89428"/>
                  <a:pt x="127377" y="90417"/>
                </a:cubicBezTo>
                <a:cubicBezTo>
                  <a:pt x="127249" y="91405"/>
                  <a:pt x="127058" y="92186"/>
                  <a:pt x="126803" y="92759"/>
                </a:cubicBezTo>
                <a:cubicBezTo>
                  <a:pt x="126548" y="93333"/>
                  <a:pt x="126229" y="93700"/>
                  <a:pt x="125847" y="93859"/>
                </a:cubicBezTo>
                <a:cubicBezTo>
                  <a:pt x="125464" y="94019"/>
                  <a:pt x="125018" y="94066"/>
                  <a:pt x="124508" y="94003"/>
                </a:cubicBezTo>
                <a:lnTo>
                  <a:pt x="4208" y="69809"/>
                </a:lnTo>
                <a:cubicBezTo>
                  <a:pt x="3188" y="69681"/>
                  <a:pt x="2454" y="69044"/>
                  <a:pt x="2008" y="67896"/>
                </a:cubicBezTo>
                <a:cubicBezTo>
                  <a:pt x="1562" y="66749"/>
                  <a:pt x="1339" y="64836"/>
                  <a:pt x="1339" y="62158"/>
                </a:cubicBezTo>
                <a:cubicBezTo>
                  <a:pt x="1339" y="60820"/>
                  <a:pt x="1387" y="59736"/>
                  <a:pt x="1482" y="58907"/>
                </a:cubicBezTo>
                <a:cubicBezTo>
                  <a:pt x="1578" y="58078"/>
                  <a:pt x="1737" y="57409"/>
                  <a:pt x="1960" y="56899"/>
                </a:cubicBezTo>
                <a:cubicBezTo>
                  <a:pt x="2184" y="56389"/>
                  <a:pt x="2486" y="56070"/>
                  <a:pt x="2869" y="55943"/>
                </a:cubicBezTo>
                <a:cubicBezTo>
                  <a:pt x="3251" y="55815"/>
                  <a:pt x="3698" y="55783"/>
                  <a:pt x="4208" y="55847"/>
                </a:cubicBezTo>
                <a:lnTo>
                  <a:pt x="20581" y="59098"/>
                </a:lnTo>
                <a:cubicBezTo>
                  <a:pt x="18475" y="58206"/>
                  <a:pt x="16226" y="56692"/>
                  <a:pt x="13833" y="54556"/>
                </a:cubicBezTo>
                <a:cubicBezTo>
                  <a:pt x="11439" y="52420"/>
                  <a:pt x="9204" y="49870"/>
                  <a:pt x="7130" y="46906"/>
                </a:cubicBezTo>
                <a:cubicBezTo>
                  <a:pt x="5056" y="43941"/>
                  <a:pt x="3350" y="40642"/>
                  <a:pt x="2011" y="37008"/>
                </a:cubicBezTo>
                <a:cubicBezTo>
                  <a:pt x="670" y="33374"/>
                  <a:pt x="0" y="29677"/>
                  <a:pt x="0" y="25915"/>
                </a:cubicBezTo>
                <a:cubicBezTo>
                  <a:pt x="0" y="21070"/>
                  <a:pt x="830" y="17006"/>
                  <a:pt x="2489" y="13723"/>
                </a:cubicBezTo>
                <a:cubicBezTo>
                  <a:pt x="4149" y="10439"/>
                  <a:pt x="6367" y="7778"/>
                  <a:pt x="9144" y="5738"/>
                </a:cubicBezTo>
                <a:cubicBezTo>
                  <a:pt x="11920" y="3698"/>
                  <a:pt x="15206" y="2231"/>
                  <a:pt x="19003" y="1339"/>
                </a:cubicBezTo>
                <a:cubicBezTo>
                  <a:pt x="22798" y="446"/>
                  <a:pt x="26867" y="0"/>
                  <a:pt x="31208" y="0"/>
                </a:cubicBezTo>
                <a:moveTo>
                  <a:pt x="32254" y="16544"/>
                </a:moveTo>
                <a:cubicBezTo>
                  <a:pt x="29508" y="16544"/>
                  <a:pt x="26987" y="16783"/>
                  <a:pt x="24690" y="17261"/>
                </a:cubicBezTo>
                <a:cubicBezTo>
                  <a:pt x="22391" y="17739"/>
                  <a:pt x="20412" y="18504"/>
                  <a:pt x="18752" y="19556"/>
                </a:cubicBezTo>
                <a:cubicBezTo>
                  <a:pt x="17091" y="20608"/>
                  <a:pt x="15814" y="21979"/>
                  <a:pt x="14921" y="23668"/>
                </a:cubicBezTo>
                <a:cubicBezTo>
                  <a:pt x="14026" y="25357"/>
                  <a:pt x="13579" y="27445"/>
                  <a:pt x="13579" y="29932"/>
                </a:cubicBezTo>
                <a:cubicBezTo>
                  <a:pt x="13579" y="33374"/>
                  <a:pt x="14537" y="36881"/>
                  <a:pt x="16454" y="40451"/>
                </a:cubicBezTo>
                <a:cubicBezTo>
                  <a:pt x="18369" y="44021"/>
                  <a:pt x="21050" y="47336"/>
                  <a:pt x="24499" y="50396"/>
                </a:cubicBezTo>
                <a:cubicBezTo>
                  <a:pt x="27945" y="53456"/>
                  <a:pt x="32015" y="56182"/>
                  <a:pt x="36706" y="58572"/>
                </a:cubicBezTo>
                <a:cubicBezTo>
                  <a:pt x="41398" y="60963"/>
                  <a:pt x="46521" y="62700"/>
                  <a:pt x="52076" y="63784"/>
                </a:cubicBezTo>
                <a:lnTo>
                  <a:pt x="67869" y="66940"/>
                </a:lnTo>
                <a:cubicBezTo>
                  <a:pt x="72342" y="63943"/>
                  <a:pt x="75680" y="60724"/>
                  <a:pt x="77883" y="57281"/>
                </a:cubicBezTo>
                <a:cubicBezTo>
                  <a:pt x="80087" y="53839"/>
                  <a:pt x="81188" y="49950"/>
                  <a:pt x="81188" y="45615"/>
                </a:cubicBezTo>
                <a:cubicBezTo>
                  <a:pt x="81188" y="42236"/>
                  <a:pt x="80391" y="39160"/>
                  <a:pt x="78795" y="36387"/>
                </a:cubicBezTo>
                <a:cubicBezTo>
                  <a:pt x="77199" y="33613"/>
                  <a:pt x="75060" y="31159"/>
                  <a:pt x="72379" y="29023"/>
                </a:cubicBezTo>
                <a:cubicBezTo>
                  <a:pt x="69697" y="26887"/>
                  <a:pt x="66665" y="25039"/>
                  <a:pt x="63282" y="23477"/>
                </a:cubicBezTo>
                <a:cubicBezTo>
                  <a:pt x="59897" y="21915"/>
                  <a:pt x="56386" y="20608"/>
                  <a:pt x="52748" y="19556"/>
                </a:cubicBezTo>
                <a:cubicBezTo>
                  <a:pt x="49108" y="18504"/>
                  <a:pt x="45501" y="17739"/>
                  <a:pt x="41927" y="17261"/>
                </a:cubicBezTo>
                <a:cubicBezTo>
                  <a:pt x="38351" y="16783"/>
                  <a:pt x="35126" y="16544"/>
                  <a:pt x="32254" y="16544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p">
            <a:extLst xmlns:a="http://schemas.openxmlformats.org/drawingml/2006/main">
              <a:ext uri="{FF2B5EF4-FFF2-40B4-BE49-F238E27FC236}">
                <a16:creationId xmlns:a16="http://schemas.microsoft.com/office/drawing/2014/main" id="{D4CDEE31-D02B-4C46-9392-4D0F2B6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403" y="2019767"/>
            <a:ext cx="127568" cy="94066"/>
          </a:xfrm>
          <a:custGeom xmlns:a="http://schemas.openxmlformats.org/drawingml/2006/main">
            <a:pathLst>
              <a:path w="127568" h="94066">
                <a:moveTo>
                  <a:pt x="31208" y="0"/>
                </a:moveTo>
                <a:cubicBezTo>
                  <a:pt x="34907" y="0"/>
                  <a:pt x="39071" y="351"/>
                  <a:pt x="43699" y="1052"/>
                </a:cubicBezTo>
                <a:cubicBezTo>
                  <a:pt x="48325" y="1753"/>
                  <a:pt x="53000" y="2869"/>
                  <a:pt x="57724" y="4399"/>
                </a:cubicBezTo>
                <a:cubicBezTo>
                  <a:pt x="62445" y="5929"/>
                  <a:pt x="67023" y="7889"/>
                  <a:pt x="71458" y="10280"/>
                </a:cubicBezTo>
                <a:cubicBezTo>
                  <a:pt x="75893" y="12671"/>
                  <a:pt x="79834" y="15556"/>
                  <a:pt x="83280" y="18934"/>
                </a:cubicBezTo>
                <a:cubicBezTo>
                  <a:pt x="86727" y="22313"/>
                  <a:pt x="89487" y="26218"/>
                  <a:pt x="91561" y="30649"/>
                </a:cubicBezTo>
                <a:cubicBezTo>
                  <a:pt x="93635" y="35080"/>
                  <a:pt x="94672" y="40100"/>
                  <a:pt x="94672" y="45710"/>
                </a:cubicBezTo>
                <a:cubicBezTo>
                  <a:pt x="94672" y="48579"/>
                  <a:pt x="94384" y="51193"/>
                  <a:pt x="93808" y="53552"/>
                </a:cubicBezTo>
                <a:cubicBezTo>
                  <a:pt x="93235" y="55911"/>
                  <a:pt x="92438" y="58078"/>
                  <a:pt x="91418" y="60055"/>
                </a:cubicBezTo>
                <a:cubicBezTo>
                  <a:pt x="90396" y="62031"/>
                  <a:pt x="89199" y="63848"/>
                  <a:pt x="87829" y="65505"/>
                </a:cubicBezTo>
                <a:cubicBezTo>
                  <a:pt x="86456" y="67163"/>
                  <a:pt x="84940" y="68693"/>
                  <a:pt x="83280" y="70096"/>
                </a:cubicBezTo>
                <a:lnTo>
                  <a:pt x="124508" y="78224"/>
                </a:lnTo>
                <a:cubicBezTo>
                  <a:pt x="125018" y="78351"/>
                  <a:pt x="125464" y="78559"/>
                  <a:pt x="125847" y="78846"/>
                </a:cubicBezTo>
                <a:cubicBezTo>
                  <a:pt x="126229" y="79132"/>
                  <a:pt x="126548" y="79595"/>
                  <a:pt x="126803" y="80232"/>
                </a:cubicBezTo>
                <a:cubicBezTo>
                  <a:pt x="127058" y="80870"/>
                  <a:pt x="127249" y="81714"/>
                  <a:pt x="127377" y="82766"/>
                </a:cubicBezTo>
                <a:cubicBezTo>
                  <a:pt x="127504" y="83818"/>
                  <a:pt x="127568" y="85141"/>
                  <a:pt x="127568" y="86735"/>
                </a:cubicBezTo>
                <a:cubicBezTo>
                  <a:pt x="127568" y="88201"/>
                  <a:pt x="127504" y="89428"/>
                  <a:pt x="127377" y="90417"/>
                </a:cubicBezTo>
                <a:cubicBezTo>
                  <a:pt x="127249" y="91405"/>
                  <a:pt x="127058" y="92186"/>
                  <a:pt x="126803" y="92759"/>
                </a:cubicBezTo>
                <a:cubicBezTo>
                  <a:pt x="126548" y="93333"/>
                  <a:pt x="126229" y="93700"/>
                  <a:pt x="125847" y="93859"/>
                </a:cubicBezTo>
                <a:cubicBezTo>
                  <a:pt x="125464" y="94019"/>
                  <a:pt x="125018" y="94066"/>
                  <a:pt x="124508" y="94003"/>
                </a:cubicBezTo>
                <a:lnTo>
                  <a:pt x="4208" y="69809"/>
                </a:lnTo>
                <a:cubicBezTo>
                  <a:pt x="3188" y="69681"/>
                  <a:pt x="2454" y="69044"/>
                  <a:pt x="2008" y="67896"/>
                </a:cubicBezTo>
                <a:cubicBezTo>
                  <a:pt x="1562" y="66749"/>
                  <a:pt x="1339" y="64836"/>
                  <a:pt x="1339" y="62158"/>
                </a:cubicBezTo>
                <a:cubicBezTo>
                  <a:pt x="1339" y="60820"/>
                  <a:pt x="1387" y="59736"/>
                  <a:pt x="1482" y="58907"/>
                </a:cubicBezTo>
                <a:cubicBezTo>
                  <a:pt x="1578" y="58078"/>
                  <a:pt x="1737" y="57409"/>
                  <a:pt x="1960" y="56899"/>
                </a:cubicBezTo>
                <a:cubicBezTo>
                  <a:pt x="2184" y="56389"/>
                  <a:pt x="2486" y="56070"/>
                  <a:pt x="2869" y="55943"/>
                </a:cubicBezTo>
                <a:cubicBezTo>
                  <a:pt x="3251" y="55815"/>
                  <a:pt x="3698" y="55783"/>
                  <a:pt x="4208" y="55847"/>
                </a:cubicBezTo>
                <a:lnTo>
                  <a:pt x="20581" y="59098"/>
                </a:lnTo>
                <a:cubicBezTo>
                  <a:pt x="18475" y="58206"/>
                  <a:pt x="16226" y="56692"/>
                  <a:pt x="13833" y="54556"/>
                </a:cubicBezTo>
                <a:cubicBezTo>
                  <a:pt x="11439" y="52420"/>
                  <a:pt x="9204" y="49870"/>
                  <a:pt x="7130" y="46906"/>
                </a:cubicBezTo>
                <a:cubicBezTo>
                  <a:pt x="5056" y="43941"/>
                  <a:pt x="3350" y="40642"/>
                  <a:pt x="2011" y="37008"/>
                </a:cubicBezTo>
                <a:cubicBezTo>
                  <a:pt x="670" y="33374"/>
                  <a:pt x="0" y="29677"/>
                  <a:pt x="0" y="25915"/>
                </a:cubicBezTo>
                <a:cubicBezTo>
                  <a:pt x="0" y="21070"/>
                  <a:pt x="830" y="17006"/>
                  <a:pt x="2489" y="13723"/>
                </a:cubicBezTo>
                <a:cubicBezTo>
                  <a:pt x="4149" y="10439"/>
                  <a:pt x="6367" y="7778"/>
                  <a:pt x="9144" y="5738"/>
                </a:cubicBezTo>
                <a:cubicBezTo>
                  <a:pt x="11920" y="3698"/>
                  <a:pt x="15206" y="2231"/>
                  <a:pt x="19003" y="1339"/>
                </a:cubicBezTo>
                <a:cubicBezTo>
                  <a:pt x="22798" y="446"/>
                  <a:pt x="26867" y="0"/>
                  <a:pt x="31208" y="0"/>
                </a:cubicBezTo>
                <a:moveTo>
                  <a:pt x="32254" y="16544"/>
                </a:moveTo>
                <a:cubicBezTo>
                  <a:pt x="29508" y="16544"/>
                  <a:pt x="26987" y="16783"/>
                  <a:pt x="24690" y="17261"/>
                </a:cubicBezTo>
                <a:cubicBezTo>
                  <a:pt x="22391" y="17739"/>
                  <a:pt x="20412" y="18504"/>
                  <a:pt x="18752" y="19556"/>
                </a:cubicBezTo>
                <a:cubicBezTo>
                  <a:pt x="17091" y="20608"/>
                  <a:pt x="15814" y="21979"/>
                  <a:pt x="14921" y="23668"/>
                </a:cubicBezTo>
                <a:cubicBezTo>
                  <a:pt x="14026" y="25357"/>
                  <a:pt x="13579" y="27445"/>
                  <a:pt x="13579" y="29932"/>
                </a:cubicBezTo>
                <a:cubicBezTo>
                  <a:pt x="13579" y="33374"/>
                  <a:pt x="14537" y="36881"/>
                  <a:pt x="16454" y="40451"/>
                </a:cubicBezTo>
                <a:cubicBezTo>
                  <a:pt x="18369" y="44021"/>
                  <a:pt x="21050" y="47336"/>
                  <a:pt x="24499" y="50396"/>
                </a:cubicBezTo>
                <a:cubicBezTo>
                  <a:pt x="27945" y="53456"/>
                  <a:pt x="32015" y="56182"/>
                  <a:pt x="36706" y="58572"/>
                </a:cubicBezTo>
                <a:cubicBezTo>
                  <a:pt x="41398" y="60963"/>
                  <a:pt x="46521" y="62700"/>
                  <a:pt x="52076" y="63784"/>
                </a:cubicBezTo>
                <a:lnTo>
                  <a:pt x="67869" y="66940"/>
                </a:lnTo>
                <a:cubicBezTo>
                  <a:pt x="72342" y="63943"/>
                  <a:pt x="75680" y="60724"/>
                  <a:pt x="77883" y="57281"/>
                </a:cubicBezTo>
                <a:cubicBezTo>
                  <a:pt x="80087" y="53839"/>
                  <a:pt x="81188" y="49950"/>
                  <a:pt x="81188" y="45615"/>
                </a:cubicBezTo>
                <a:cubicBezTo>
                  <a:pt x="81188" y="42236"/>
                  <a:pt x="80391" y="39160"/>
                  <a:pt x="78795" y="36387"/>
                </a:cubicBezTo>
                <a:cubicBezTo>
                  <a:pt x="77199" y="33613"/>
                  <a:pt x="75060" y="31159"/>
                  <a:pt x="72379" y="29023"/>
                </a:cubicBezTo>
                <a:cubicBezTo>
                  <a:pt x="69697" y="26887"/>
                  <a:pt x="66665" y="25039"/>
                  <a:pt x="63282" y="23477"/>
                </a:cubicBezTo>
                <a:cubicBezTo>
                  <a:pt x="59897" y="21915"/>
                  <a:pt x="56386" y="20608"/>
                  <a:pt x="52748" y="19556"/>
                </a:cubicBezTo>
                <a:cubicBezTo>
                  <a:pt x="49108" y="18504"/>
                  <a:pt x="45501" y="17739"/>
                  <a:pt x="41927" y="17261"/>
                </a:cubicBezTo>
                <a:cubicBezTo>
                  <a:pt x="38351" y="16783"/>
                  <a:pt x="35126" y="16544"/>
                  <a:pt x="32254" y="16544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l">
            <a:extLst xmlns:a="http://schemas.openxmlformats.org/drawingml/2006/main">
              <a:ext uri="{FF2B5EF4-FFF2-40B4-BE49-F238E27FC236}">
                <a16:creationId xmlns:a16="http://schemas.microsoft.com/office/drawing/2014/main" id="{E45AC16B-8915-4B4C-A50E-0C0DA32C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856" y="1964528"/>
            <a:ext cx="133880" cy="41407"/>
          </a:xfrm>
          <a:custGeom xmlns:a="http://schemas.openxmlformats.org/drawingml/2006/main">
            <a:pathLst>
              <a:path w="133880" h="41407">
                <a:moveTo>
                  <a:pt x="130912" y="25501"/>
                </a:moveTo>
                <a:cubicBezTo>
                  <a:pt x="131422" y="25628"/>
                  <a:pt x="131854" y="25852"/>
                  <a:pt x="132206" y="26170"/>
                </a:cubicBezTo>
                <a:cubicBezTo>
                  <a:pt x="132557" y="26489"/>
                  <a:pt x="132860" y="26967"/>
                  <a:pt x="133115" y="27605"/>
                </a:cubicBezTo>
                <a:cubicBezTo>
                  <a:pt x="133370" y="28242"/>
                  <a:pt x="133561" y="29087"/>
                  <a:pt x="133688" y="30139"/>
                </a:cubicBezTo>
                <a:cubicBezTo>
                  <a:pt x="133816" y="31191"/>
                  <a:pt x="133880" y="32482"/>
                  <a:pt x="133880" y="34012"/>
                </a:cubicBezTo>
                <a:cubicBezTo>
                  <a:pt x="133880" y="35606"/>
                  <a:pt x="133816" y="36897"/>
                  <a:pt x="133688" y="37885"/>
                </a:cubicBezTo>
                <a:cubicBezTo>
                  <a:pt x="133561" y="38873"/>
                  <a:pt x="133370" y="39638"/>
                  <a:pt x="133115" y="40180"/>
                </a:cubicBezTo>
                <a:cubicBezTo>
                  <a:pt x="132860" y="40722"/>
                  <a:pt x="132557" y="41072"/>
                  <a:pt x="132206" y="41232"/>
                </a:cubicBezTo>
                <a:cubicBezTo>
                  <a:pt x="131854" y="41391"/>
                  <a:pt x="131422" y="41407"/>
                  <a:pt x="130912" y="41280"/>
                </a:cubicBezTo>
                <a:lnTo>
                  <a:pt x="3063" y="15842"/>
                </a:lnTo>
                <a:cubicBezTo>
                  <a:pt x="2553" y="15715"/>
                  <a:pt x="2107" y="15508"/>
                  <a:pt x="1724" y="15221"/>
                </a:cubicBezTo>
                <a:cubicBezTo>
                  <a:pt x="1340" y="14934"/>
                  <a:pt x="1020" y="14456"/>
                  <a:pt x="765" y="13786"/>
                </a:cubicBezTo>
                <a:cubicBezTo>
                  <a:pt x="510" y="13117"/>
                  <a:pt x="319" y="12256"/>
                  <a:pt x="191" y="11204"/>
                </a:cubicBezTo>
                <a:cubicBezTo>
                  <a:pt x="64" y="10153"/>
                  <a:pt x="0" y="8830"/>
                  <a:pt x="0" y="7236"/>
                </a:cubicBezTo>
                <a:cubicBezTo>
                  <a:pt x="0" y="5706"/>
                  <a:pt x="64" y="4447"/>
                  <a:pt x="191" y="3459"/>
                </a:cubicBezTo>
                <a:cubicBezTo>
                  <a:pt x="319" y="2470"/>
                  <a:pt x="510" y="1705"/>
                  <a:pt x="765" y="1163"/>
                </a:cubicBezTo>
                <a:cubicBezTo>
                  <a:pt x="1020" y="622"/>
                  <a:pt x="1340" y="287"/>
                  <a:pt x="1724" y="159"/>
                </a:cubicBezTo>
                <a:cubicBezTo>
                  <a:pt x="2107" y="32"/>
                  <a:pt x="2553" y="0"/>
                  <a:pt x="3063" y="64"/>
                </a:cubicBezTo>
                <a:lnTo>
                  <a:pt x="130912" y="25501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y">
            <a:extLst xmlns:a="http://schemas.openxmlformats.org/drawingml/2006/main">
              <a:ext uri="{FF2B5EF4-FFF2-40B4-BE49-F238E27FC236}">
                <a16:creationId xmlns:a16="http://schemas.microsoft.com/office/drawing/2014/main" id="{FFC78F91-7A33-42AF-8841-E50B5E55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741" y="1878713"/>
            <a:ext cx="126229" cy="86990"/>
          </a:xfrm>
          <a:custGeom xmlns:a="http://schemas.openxmlformats.org/drawingml/2006/main">
            <a:pathLst>
              <a:path w="126229" h="86990">
                <a:moveTo>
                  <a:pt x="2295" y="0"/>
                </a:moveTo>
                <a:cubicBezTo>
                  <a:pt x="2996" y="0"/>
                  <a:pt x="3714" y="64"/>
                  <a:pt x="4447" y="191"/>
                </a:cubicBezTo>
                <a:cubicBezTo>
                  <a:pt x="5180" y="319"/>
                  <a:pt x="5865" y="542"/>
                  <a:pt x="6503" y="861"/>
                </a:cubicBezTo>
                <a:cubicBezTo>
                  <a:pt x="12304" y="2964"/>
                  <a:pt x="18345" y="5260"/>
                  <a:pt x="24624" y="7746"/>
                </a:cubicBezTo>
                <a:cubicBezTo>
                  <a:pt x="30904" y="10232"/>
                  <a:pt x="37470" y="13133"/>
                  <a:pt x="44324" y="16448"/>
                </a:cubicBezTo>
                <a:cubicBezTo>
                  <a:pt x="51177" y="19763"/>
                  <a:pt x="58333" y="23636"/>
                  <a:pt x="65792" y="28067"/>
                </a:cubicBezTo>
                <a:cubicBezTo>
                  <a:pt x="73251" y="32498"/>
                  <a:pt x="81093" y="37773"/>
                  <a:pt x="89317" y="43893"/>
                </a:cubicBezTo>
                <a:lnTo>
                  <a:pt x="123074" y="68661"/>
                </a:lnTo>
                <a:cubicBezTo>
                  <a:pt x="123584" y="69044"/>
                  <a:pt x="124030" y="69522"/>
                  <a:pt x="124412" y="70096"/>
                </a:cubicBezTo>
                <a:cubicBezTo>
                  <a:pt x="124795" y="70669"/>
                  <a:pt x="125130" y="71371"/>
                  <a:pt x="125417" y="72199"/>
                </a:cubicBezTo>
                <a:cubicBezTo>
                  <a:pt x="125703" y="73028"/>
                  <a:pt x="125911" y="74032"/>
                  <a:pt x="126038" y="75212"/>
                </a:cubicBezTo>
                <a:cubicBezTo>
                  <a:pt x="126166" y="76391"/>
                  <a:pt x="126229" y="77778"/>
                  <a:pt x="126229" y="79372"/>
                </a:cubicBezTo>
                <a:cubicBezTo>
                  <a:pt x="126229" y="81093"/>
                  <a:pt x="126150" y="82511"/>
                  <a:pt x="125990" y="83627"/>
                </a:cubicBezTo>
                <a:cubicBezTo>
                  <a:pt x="125831" y="84743"/>
                  <a:pt x="125560" y="85587"/>
                  <a:pt x="125177" y="86161"/>
                </a:cubicBezTo>
                <a:cubicBezTo>
                  <a:pt x="124795" y="86735"/>
                  <a:pt x="124285" y="86990"/>
                  <a:pt x="123647" y="86926"/>
                </a:cubicBezTo>
                <a:cubicBezTo>
                  <a:pt x="123010" y="86862"/>
                  <a:pt x="122245" y="86480"/>
                  <a:pt x="121352" y="85779"/>
                </a:cubicBezTo>
                <a:lnTo>
                  <a:pt x="91421" y="62445"/>
                </a:lnTo>
                <a:lnTo>
                  <a:pt x="7363" y="76694"/>
                </a:lnTo>
                <a:cubicBezTo>
                  <a:pt x="6598" y="76821"/>
                  <a:pt x="5897" y="76917"/>
                  <a:pt x="5260" y="76981"/>
                </a:cubicBezTo>
                <a:cubicBezTo>
                  <a:pt x="4622" y="77045"/>
                  <a:pt x="4080" y="77076"/>
                  <a:pt x="3634" y="77076"/>
                </a:cubicBezTo>
                <a:cubicBezTo>
                  <a:pt x="2933" y="77076"/>
                  <a:pt x="2343" y="76965"/>
                  <a:pt x="1865" y="76742"/>
                </a:cubicBezTo>
                <a:cubicBezTo>
                  <a:pt x="1387" y="76519"/>
                  <a:pt x="1004" y="76088"/>
                  <a:pt x="717" y="75451"/>
                </a:cubicBezTo>
                <a:cubicBezTo>
                  <a:pt x="430" y="74813"/>
                  <a:pt x="239" y="73969"/>
                  <a:pt x="143" y="72917"/>
                </a:cubicBezTo>
                <a:cubicBezTo>
                  <a:pt x="48" y="71865"/>
                  <a:pt x="0" y="70574"/>
                  <a:pt x="0" y="69044"/>
                </a:cubicBezTo>
                <a:cubicBezTo>
                  <a:pt x="0" y="67322"/>
                  <a:pt x="48" y="65968"/>
                  <a:pt x="143" y="64979"/>
                </a:cubicBezTo>
                <a:cubicBezTo>
                  <a:pt x="239" y="63991"/>
                  <a:pt x="398" y="63226"/>
                  <a:pt x="622" y="62684"/>
                </a:cubicBezTo>
                <a:cubicBezTo>
                  <a:pt x="845" y="62142"/>
                  <a:pt x="1179" y="61760"/>
                  <a:pt x="1626" y="61537"/>
                </a:cubicBezTo>
                <a:cubicBezTo>
                  <a:pt x="2072" y="61314"/>
                  <a:pt x="2614" y="61170"/>
                  <a:pt x="3251" y="61106"/>
                </a:cubicBezTo>
                <a:lnTo>
                  <a:pt x="73443" y="49918"/>
                </a:lnTo>
                <a:lnTo>
                  <a:pt x="73443" y="49727"/>
                </a:lnTo>
                <a:cubicBezTo>
                  <a:pt x="67896" y="45774"/>
                  <a:pt x="62254" y="42204"/>
                  <a:pt x="56516" y="39016"/>
                </a:cubicBezTo>
                <a:cubicBezTo>
                  <a:pt x="50779" y="35829"/>
                  <a:pt x="44961" y="32896"/>
                  <a:pt x="39064" y="30219"/>
                </a:cubicBezTo>
                <a:cubicBezTo>
                  <a:pt x="33167" y="27541"/>
                  <a:pt x="27206" y="25071"/>
                  <a:pt x="21182" y="22807"/>
                </a:cubicBezTo>
                <a:cubicBezTo>
                  <a:pt x="15157" y="20544"/>
                  <a:pt x="9053" y="18424"/>
                  <a:pt x="2869" y="16448"/>
                </a:cubicBezTo>
                <a:cubicBezTo>
                  <a:pt x="2359" y="16321"/>
                  <a:pt x="1929" y="16081"/>
                  <a:pt x="1578" y="15731"/>
                </a:cubicBezTo>
                <a:cubicBezTo>
                  <a:pt x="1227" y="15380"/>
                  <a:pt x="924" y="14870"/>
                  <a:pt x="669" y="14201"/>
                </a:cubicBezTo>
                <a:cubicBezTo>
                  <a:pt x="414" y="13531"/>
                  <a:pt x="239" y="12623"/>
                  <a:pt x="143" y="11475"/>
                </a:cubicBezTo>
                <a:cubicBezTo>
                  <a:pt x="48" y="10328"/>
                  <a:pt x="0" y="8893"/>
                  <a:pt x="0" y="7172"/>
                </a:cubicBezTo>
                <a:cubicBezTo>
                  <a:pt x="0" y="4303"/>
                  <a:pt x="191" y="2391"/>
                  <a:pt x="574" y="1434"/>
                </a:cubicBezTo>
                <a:cubicBezTo>
                  <a:pt x="956" y="478"/>
                  <a:pt x="1530" y="0"/>
                  <a:pt x="2295" y="0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3e6369dc846f2"/>
          <a:stretch xmlns:a="http://schemas.openxmlformats.org/drawingml/2006/main"/>
        </p:blipFill>
        <p:spPr>
          <a:xfrm xmlns:a="http://schemas.openxmlformats.org/drawingml/2006/main">
            <a:off x="7702261" y="1698943"/>
            <a:ext cx="787304" cy="528786"/>
          </a:xfrm>
          <a:prstGeom xmlns:a="http://schemas.openxmlformats.org/drawingml/2006/main" prst="rect">
            <a:avLst/>
          </a:prstGeom>
        </p:spPr>
      </p:pic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b90a541284710"/>
          <a:stretch xmlns:a="http://schemas.openxmlformats.org/drawingml/2006/main"/>
        </p:blipFill>
        <p:spPr>
          <a:xfrm xmlns:a="http://schemas.openxmlformats.org/drawingml/2006/main">
            <a:off x="6862078" y="1634313"/>
            <a:ext cx="881311" cy="188013"/>
          </a:xfrm>
          <a:prstGeom xmlns:a="http://schemas.openxmlformats.org/drawingml/2006/main" prst="rect">
            <a:avLst/>
          </a:prstGeom>
        </p:spPr>
      </p:pic>
      <p:sp>
        <p:nvSpPr>
          <p:cNvPr id="45" name="Text In">
            <a:extLst xmlns:a="http://schemas.openxmlformats.org/drawingml/2006/main">
              <a:ext uri="{FF2B5EF4-FFF2-40B4-BE49-F238E27FC236}">
                <a16:creationId xmlns:a16="http://schemas.microsoft.com/office/drawing/2014/main" id="{D4CB35A0-EC5D-42E8-9029-4F06C860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556" y="1730324"/>
            <a:ext cx="131330" cy="124891"/>
          </a:xfrm>
          <a:custGeom xmlns:a="http://schemas.openxmlformats.org/drawingml/2006/main">
            <a:pathLst>
              <a:path w="131330" h="124891">
                <a:moveTo>
                  <a:pt x="16576" y="121926"/>
                </a:moveTo>
                <a:cubicBezTo>
                  <a:pt x="16512" y="122372"/>
                  <a:pt x="16305" y="122787"/>
                  <a:pt x="15954" y="123169"/>
                </a:cubicBezTo>
                <a:cubicBezTo>
                  <a:pt x="15603" y="123552"/>
                  <a:pt x="15077" y="123855"/>
                  <a:pt x="14376" y="124078"/>
                </a:cubicBezTo>
                <a:cubicBezTo>
                  <a:pt x="13675" y="124301"/>
                  <a:pt x="12782" y="124492"/>
                  <a:pt x="11699" y="124652"/>
                </a:cubicBezTo>
                <a:cubicBezTo>
                  <a:pt x="10615" y="124811"/>
                  <a:pt x="9308" y="124891"/>
                  <a:pt x="7778" y="124891"/>
                </a:cubicBezTo>
                <a:cubicBezTo>
                  <a:pt x="6120" y="124891"/>
                  <a:pt x="4781" y="124811"/>
                  <a:pt x="3761" y="124652"/>
                </a:cubicBezTo>
                <a:cubicBezTo>
                  <a:pt x="2741" y="124492"/>
                  <a:pt x="1944" y="124301"/>
                  <a:pt x="1371" y="124078"/>
                </a:cubicBezTo>
                <a:cubicBezTo>
                  <a:pt x="797" y="123855"/>
                  <a:pt x="414" y="123552"/>
                  <a:pt x="223" y="123169"/>
                </a:cubicBezTo>
                <a:cubicBezTo>
                  <a:pt x="32" y="122787"/>
                  <a:pt x="0" y="122372"/>
                  <a:pt x="128" y="121926"/>
                </a:cubicBezTo>
                <a:lnTo>
                  <a:pt x="23843" y="2964"/>
                </a:lnTo>
                <a:cubicBezTo>
                  <a:pt x="23907" y="2518"/>
                  <a:pt x="24146" y="2104"/>
                  <a:pt x="24561" y="1721"/>
                </a:cubicBezTo>
                <a:cubicBezTo>
                  <a:pt x="24975" y="1339"/>
                  <a:pt x="25533" y="1036"/>
                  <a:pt x="26234" y="813"/>
                </a:cubicBezTo>
                <a:cubicBezTo>
                  <a:pt x="26935" y="590"/>
                  <a:pt x="27812" y="398"/>
                  <a:pt x="28864" y="239"/>
                </a:cubicBezTo>
                <a:cubicBezTo>
                  <a:pt x="29916" y="80"/>
                  <a:pt x="31207" y="0"/>
                  <a:pt x="32737" y="0"/>
                </a:cubicBezTo>
                <a:cubicBezTo>
                  <a:pt x="34267" y="0"/>
                  <a:pt x="35542" y="80"/>
                  <a:pt x="36562" y="239"/>
                </a:cubicBezTo>
                <a:cubicBezTo>
                  <a:pt x="37582" y="398"/>
                  <a:pt x="38395" y="590"/>
                  <a:pt x="39000" y="813"/>
                </a:cubicBezTo>
                <a:cubicBezTo>
                  <a:pt x="39606" y="1036"/>
                  <a:pt x="40005" y="1339"/>
                  <a:pt x="40196" y="1721"/>
                </a:cubicBezTo>
                <a:cubicBezTo>
                  <a:pt x="40387" y="2104"/>
                  <a:pt x="40419" y="2518"/>
                  <a:pt x="40291" y="2964"/>
                </a:cubicBezTo>
                <a:lnTo>
                  <a:pt x="16576" y="121926"/>
                </a:lnTo>
                <a:close/>
                <a:moveTo>
                  <a:pt x="131330" y="54891"/>
                </a:moveTo>
                <a:cubicBezTo>
                  <a:pt x="131330" y="57122"/>
                  <a:pt x="131202" y="59321"/>
                  <a:pt x="130947" y="61489"/>
                </a:cubicBezTo>
                <a:cubicBezTo>
                  <a:pt x="130692" y="63657"/>
                  <a:pt x="130342" y="65888"/>
                  <a:pt x="129895" y="68183"/>
                </a:cubicBezTo>
                <a:lnTo>
                  <a:pt x="119089" y="121926"/>
                </a:lnTo>
                <a:cubicBezTo>
                  <a:pt x="118962" y="122436"/>
                  <a:pt x="118755" y="122866"/>
                  <a:pt x="118468" y="123217"/>
                </a:cubicBezTo>
                <a:cubicBezTo>
                  <a:pt x="118181" y="123568"/>
                  <a:pt x="117703" y="123871"/>
                  <a:pt x="117033" y="124126"/>
                </a:cubicBezTo>
                <a:cubicBezTo>
                  <a:pt x="116364" y="124381"/>
                  <a:pt x="115519" y="124572"/>
                  <a:pt x="114499" y="124699"/>
                </a:cubicBezTo>
                <a:cubicBezTo>
                  <a:pt x="113479" y="124827"/>
                  <a:pt x="112172" y="124891"/>
                  <a:pt x="110578" y="124891"/>
                </a:cubicBezTo>
                <a:cubicBezTo>
                  <a:pt x="109048" y="124891"/>
                  <a:pt x="107789" y="124827"/>
                  <a:pt x="106801" y="124699"/>
                </a:cubicBezTo>
                <a:cubicBezTo>
                  <a:pt x="105813" y="124572"/>
                  <a:pt x="105048" y="124381"/>
                  <a:pt x="104506" y="124126"/>
                </a:cubicBezTo>
                <a:cubicBezTo>
                  <a:pt x="103964" y="123871"/>
                  <a:pt x="103613" y="123568"/>
                  <a:pt x="103454" y="123217"/>
                </a:cubicBezTo>
                <a:cubicBezTo>
                  <a:pt x="103295" y="122866"/>
                  <a:pt x="103247" y="122436"/>
                  <a:pt x="103311" y="121926"/>
                </a:cubicBezTo>
                <a:lnTo>
                  <a:pt x="113925" y="68757"/>
                </a:lnTo>
                <a:cubicBezTo>
                  <a:pt x="114372" y="66780"/>
                  <a:pt x="114674" y="64868"/>
                  <a:pt x="114834" y="63019"/>
                </a:cubicBezTo>
                <a:cubicBezTo>
                  <a:pt x="114993" y="61170"/>
                  <a:pt x="115073" y="59545"/>
                  <a:pt x="115073" y="58142"/>
                </a:cubicBezTo>
                <a:cubicBezTo>
                  <a:pt x="115073" y="54253"/>
                  <a:pt x="114244" y="51113"/>
                  <a:pt x="112587" y="48723"/>
                </a:cubicBezTo>
                <a:cubicBezTo>
                  <a:pt x="110929" y="46332"/>
                  <a:pt x="108156" y="45137"/>
                  <a:pt x="104267" y="45137"/>
                </a:cubicBezTo>
                <a:cubicBezTo>
                  <a:pt x="100888" y="45137"/>
                  <a:pt x="97429" y="46109"/>
                  <a:pt x="93891" y="48053"/>
                </a:cubicBezTo>
                <a:cubicBezTo>
                  <a:pt x="90353" y="49998"/>
                  <a:pt x="87070" y="52675"/>
                  <a:pt x="84041" y="56086"/>
                </a:cubicBezTo>
                <a:cubicBezTo>
                  <a:pt x="81013" y="59497"/>
                  <a:pt x="78304" y="63545"/>
                  <a:pt x="75913" y="68231"/>
                </a:cubicBezTo>
                <a:cubicBezTo>
                  <a:pt x="73522" y="72917"/>
                  <a:pt x="71785" y="78001"/>
                  <a:pt x="70701" y="83484"/>
                </a:cubicBezTo>
                <a:lnTo>
                  <a:pt x="63051" y="121926"/>
                </a:lnTo>
                <a:cubicBezTo>
                  <a:pt x="62924" y="122436"/>
                  <a:pt x="62700" y="122866"/>
                  <a:pt x="62382" y="123217"/>
                </a:cubicBezTo>
                <a:cubicBezTo>
                  <a:pt x="62063" y="123568"/>
                  <a:pt x="61585" y="123871"/>
                  <a:pt x="60947" y="124126"/>
                </a:cubicBezTo>
                <a:cubicBezTo>
                  <a:pt x="60310" y="124381"/>
                  <a:pt x="59465" y="124572"/>
                  <a:pt x="58413" y="124699"/>
                </a:cubicBezTo>
                <a:cubicBezTo>
                  <a:pt x="57361" y="124827"/>
                  <a:pt x="56070" y="124891"/>
                  <a:pt x="54540" y="124891"/>
                </a:cubicBezTo>
                <a:cubicBezTo>
                  <a:pt x="52946" y="124891"/>
                  <a:pt x="51655" y="124827"/>
                  <a:pt x="50667" y="124699"/>
                </a:cubicBezTo>
                <a:cubicBezTo>
                  <a:pt x="49679" y="124572"/>
                  <a:pt x="48914" y="124381"/>
                  <a:pt x="48372" y="124126"/>
                </a:cubicBezTo>
                <a:cubicBezTo>
                  <a:pt x="47830" y="123871"/>
                  <a:pt x="47480" y="123568"/>
                  <a:pt x="47320" y="123217"/>
                </a:cubicBezTo>
                <a:cubicBezTo>
                  <a:pt x="47161" y="122866"/>
                  <a:pt x="47145" y="122436"/>
                  <a:pt x="47272" y="121926"/>
                </a:cubicBezTo>
                <a:lnTo>
                  <a:pt x="64581" y="35765"/>
                </a:lnTo>
                <a:cubicBezTo>
                  <a:pt x="64645" y="35319"/>
                  <a:pt x="64820" y="34904"/>
                  <a:pt x="65107" y="34522"/>
                </a:cubicBezTo>
                <a:cubicBezTo>
                  <a:pt x="65394" y="34139"/>
                  <a:pt x="65840" y="33821"/>
                  <a:pt x="66446" y="33566"/>
                </a:cubicBezTo>
                <a:cubicBezTo>
                  <a:pt x="67052" y="33311"/>
                  <a:pt x="67817" y="33135"/>
                  <a:pt x="68741" y="33040"/>
                </a:cubicBezTo>
                <a:cubicBezTo>
                  <a:pt x="69665" y="32944"/>
                  <a:pt x="70765" y="32896"/>
                  <a:pt x="72040" y="32896"/>
                </a:cubicBezTo>
                <a:cubicBezTo>
                  <a:pt x="73379" y="32896"/>
                  <a:pt x="74479" y="32944"/>
                  <a:pt x="75339" y="33040"/>
                </a:cubicBezTo>
                <a:cubicBezTo>
                  <a:pt x="76200" y="33135"/>
                  <a:pt x="76869" y="33311"/>
                  <a:pt x="77348" y="33566"/>
                </a:cubicBezTo>
                <a:cubicBezTo>
                  <a:pt x="77826" y="33821"/>
                  <a:pt x="78128" y="34139"/>
                  <a:pt x="78256" y="34522"/>
                </a:cubicBezTo>
                <a:cubicBezTo>
                  <a:pt x="78383" y="34904"/>
                  <a:pt x="78415" y="35319"/>
                  <a:pt x="78352" y="35765"/>
                </a:cubicBezTo>
                <a:lnTo>
                  <a:pt x="75100" y="52213"/>
                </a:lnTo>
                <a:cubicBezTo>
                  <a:pt x="76057" y="50045"/>
                  <a:pt x="77618" y="47750"/>
                  <a:pt x="79786" y="45328"/>
                </a:cubicBezTo>
                <a:cubicBezTo>
                  <a:pt x="81954" y="42905"/>
                  <a:pt x="84536" y="40674"/>
                  <a:pt x="87532" y="38634"/>
                </a:cubicBezTo>
                <a:cubicBezTo>
                  <a:pt x="90528" y="36594"/>
                  <a:pt x="93827" y="34904"/>
                  <a:pt x="97429" y="33566"/>
                </a:cubicBezTo>
                <a:cubicBezTo>
                  <a:pt x="101031" y="32227"/>
                  <a:pt x="104777" y="31557"/>
                  <a:pt x="108666" y="31557"/>
                </a:cubicBezTo>
                <a:cubicBezTo>
                  <a:pt x="112937" y="31557"/>
                  <a:pt x="116507" y="32211"/>
                  <a:pt x="119376" y="33518"/>
                </a:cubicBezTo>
                <a:cubicBezTo>
                  <a:pt x="122245" y="34825"/>
                  <a:pt x="124572" y="36546"/>
                  <a:pt x="126357" y="38682"/>
                </a:cubicBezTo>
                <a:cubicBezTo>
                  <a:pt x="128142" y="40817"/>
                  <a:pt x="129417" y="43288"/>
                  <a:pt x="130182" y="46093"/>
                </a:cubicBezTo>
                <a:cubicBezTo>
                  <a:pt x="130947" y="48898"/>
                  <a:pt x="131330" y="51831"/>
                  <a:pt x="131330" y="54891"/>
                </a:cubicBez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f">
            <a:extLst xmlns:a="http://schemas.openxmlformats.org/drawingml/2006/main">
              <a:ext uri="{FF2B5EF4-FFF2-40B4-BE49-F238E27FC236}">
                <a16:creationId xmlns:a16="http://schemas.microsoft.com/office/drawing/2014/main" id="{7AF1E1E9-6238-4A43-BC77-0396D2CA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8022" y="1720761"/>
            <a:ext cx="96776" cy="168880"/>
          </a:xfrm>
          <a:custGeom xmlns:a="http://schemas.openxmlformats.org/drawingml/2006/main">
            <a:pathLst>
              <a:path w="96776" h="168880">
                <a:moveTo>
                  <a:pt x="96776" y="6216"/>
                </a:moveTo>
                <a:cubicBezTo>
                  <a:pt x="96776" y="6471"/>
                  <a:pt x="96744" y="6869"/>
                  <a:pt x="96680" y="7411"/>
                </a:cubicBezTo>
                <a:cubicBezTo>
                  <a:pt x="96616" y="7953"/>
                  <a:pt x="96537" y="8559"/>
                  <a:pt x="96441" y="9228"/>
                </a:cubicBezTo>
                <a:cubicBezTo>
                  <a:pt x="96346" y="9898"/>
                  <a:pt x="96202" y="10599"/>
                  <a:pt x="96011" y="11332"/>
                </a:cubicBezTo>
                <a:cubicBezTo>
                  <a:pt x="95820" y="12065"/>
                  <a:pt x="95596" y="12750"/>
                  <a:pt x="95341" y="13388"/>
                </a:cubicBezTo>
                <a:cubicBezTo>
                  <a:pt x="95086" y="14025"/>
                  <a:pt x="94800" y="14536"/>
                  <a:pt x="94481" y="14918"/>
                </a:cubicBezTo>
                <a:cubicBezTo>
                  <a:pt x="94162" y="15301"/>
                  <a:pt x="93811" y="15492"/>
                  <a:pt x="93429" y="15492"/>
                </a:cubicBezTo>
                <a:cubicBezTo>
                  <a:pt x="92983" y="15492"/>
                  <a:pt x="92425" y="15364"/>
                  <a:pt x="91755" y="15109"/>
                </a:cubicBezTo>
                <a:cubicBezTo>
                  <a:pt x="91086" y="14854"/>
                  <a:pt x="90305" y="14583"/>
                  <a:pt x="89412" y="14296"/>
                </a:cubicBezTo>
                <a:cubicBezTo>
                  <a:pt x="88520" y="14010"/>
                  <a:pt x="87468" y="13739"/>
                  <a:pt x="86257" y="13484"/>
                </a:cubicBezTo>
                <a:cubicBezTo>
                  <a:pt x="85045" y="13229"/>
                  <a:pt x="83707" y="13101"/>
                  <a:pt x="82240" y="13101"/>
                </a:cubicBezTo>
                <a:cubicBezTo>
                  <a:pt x="79499" y="13101"/>
                  <a:pt x="77156" y="13514"/>
                  <a:pt x="75212" y="14341"/>
                </a:cubicBezTo>
                <a:cubicBezTo>
                  <a:pt x="73267" y="15166"/>
                  <a:pt x="71594" y="16453"/>
                  <a:pt x="70191" y="18202"/>
                </a:cubicBezTo>
                <a:cubicBezTo>
                  <a:pt x="68789" y="19949"/>
                  <a:pt x="67609" y="22158"/>
                  <a:pt x="66653" y="24828"/>
                </a:cubicBezTo>
                <a:cubicBezTo>
                  <a:pt x="65697" y="27495"/>
                  <a:pt x="64868" y="30640"/>
                  <a:pt x="64167" y="34262"/>
                </a:cubicBezTo>
                <a:lnTo>
                  <a:pt x="62541" y="42841"/>
                </a:lnTo>
                <a:lnTo>
                  <a:pt x="81762" y="42841"/>
                </a:lnTo>
                <a:cubicBezTo>
                  <a:pt x="82463" y="42841"/>
                  <a:pt x="83021" y="43081"/>
                  <a:pt x="83436" y="43559"/>
                </a:cubicBezTo>
                <a:cubicBezTo>
                  <a:pt x="83850" y="44037"/>
                  <a:pt x="84057" y="44818"/>
                  <a:pt x="84057" y="45902"/>
                </a:cubicBezTo>
                <a:cubicBezTo>
                  <a:pt x="84057" y="46603"/>
                  <a:pt x="83994" y="47336"/>
                  <a:pt x="83866" y="48101"/>
                </a:cubicBezTo>
                <a:cubicBezTo>
                  <a:pt x="83739" y="48866"/>
                  <a:pt x="83579" y="49615"/>
                  <a:pt x="83388" y="50348"/>
                </a:cubicBezTo>
                <a:cubicBezTo>
                  <a:pt x="83197" y="51081"/>
                  <a:pt x="82958" y="51783"/>
                  <a:pt x="82671" y="52452"/>
                </a:cubicBezTo>
                <a:cubicBezTo>
                  <a:pt x="82384" y="53122"/>
                  <a:pt x="82065" y="53711"/>
                  <a:pt x="81714" y="54221"/>
                </a:cubicBezTo>
                <a:cubicBezTo>
                  <a:pt x="81364" y="54731"/>
                  <a:pt x="80965" y="55146"/>
                  <a:pt x="80519" y="55464"/>
                </a:cubicBezTo>
                <a:cubicBezTo>
                  <a:pt x="80073" y="55783"/>
                  <a:pt x="79627" y="55943"/>
                  <a:pt x="79180" y="55943"/>
                </a:cubicBezTo>
                <a:lnTo>
                  <a:pt x="59863" y="55943"/>
                </a:lnTo>
                <a:lnTo>
                  <a:pt x="43511" y="137561"/>
                </a:lnTo>
                <a:cubicBezTo>
                  <a:pt x="42427" y="142924"/>
                  <a:pt x="40961" y="147569"/>
                  <a:pt x="39112" y="151496"/>
                </a:cubicBezTo>
                <a:cubicBezTo>
                  <a:pt x="37263" y="155423"/>
                  <a:pt x="35000" y="158679"/>
                  <a:pt x="32322" y="161265"/>
                </a:cubicBezTo>
                <a:cubicBezTo>
                  <a:pt x="29645" y="163851"/>
                  <a:pt x="26553" y="165767"/>
                  <a:pt x="23046" y="167012"/>
                </a:cubicBezTo>
                <a:cubicBezTo>
                  <a:pt x="19540" y="168257"/>
                  <a:pt x="15587" y="168880"/>
                  <a:pt x="11189" y="168880"/>
                </a:cubicBezTo>
                <a:cubicBezTo>
                  <a:pt x="8320" y="168880"/>
                  <a:pt x="5977" y="168656"/>
                  <a:pt x="4160" y="168210"/>
                </a:cubicBezTo>
                <a:cubicBezTo>
                  <a:pt x="2343" y="167764"/>
                  <a:pt x="1211" y="167350"/>
                  <a:pt x="765" y="166967"/>
                </a:cubicBezTo>
                <a:cubicBezTo>
                  <a:pt x="510" y="166648"/>
                  <a:pt x="319" y="166298"/>
                  <a:pt x="191" y="165915"/>
                </a:cubicBezTo>
                <a:cubicBezTo>
                  <a:pt x="64" y="165533"/>
                  <a:pt x="0" y="165023"/>
                  <a:pt x="0" y="164385"/>
                </a:cubicBezTo>
                <a:cubicBezTo>
                  <a:pt x="0" y="164130"/>
                  <a:pt x="48" y="163700"/>
                  <a:pt x="143" y="163094"/>
                </a:cubicBezTo>
                <a:cubicBezTo>
                  <a:pt x="239" y="162488"/>
                  <a:pt x="351" y="161851"/>
                  <a:pt x="478" y="161182"/>
                </a:cubicBezTo>
                <a:cubicBezTo>
                  <a:pt x="606" y="160512"/>
                  <a:pt x="765" y="159811"/>
                  <a:pt x="956" y="159078"/>
                </a:cubicBezTo>
                <a:cubicBezTo>
                  <a:pt x="1148" y="158345"/>
                  <a:pt x="1371" y="157659"/>
                  <a:pt x="1626" y="157022"/>
                </a:cubicBezTo>
                <a:cubicBezTo>
                  <a:pt x="1881" y="156384"/>
                  <a:pt x="2168" y="155874"/>
                  <a:pt x="2486" y="155492"/>
                </a:cubicBezTo>
                <a:cubicBezTo>
                  <a:pt x="2805" y="155109"/>
                  <a:pt x="3188" y="154918"/>
                  <a:pt x="3634" y="154918"/>
                </a:cubicBezTo>
                <a:cubicBezTo>
                  <a:pt x="4080" y="154918"/>
                  <a:pt x="4510" y="154966"/>
                  <a:pt x="4925" y="155061"/>
                </a:cubicBezTo>
                <a:cubicBezTo>
                  <a:pt x="5339" y="155157"/>
                  <a:pt x="5786" y="155253"/>
                  <a:pt x="6264" y="155348"/>
                </a:cubicBezTo>
                <a:cubicBezTo>
                  <a:pt x="6742" y="155444"/>
                  <a:pt x="7316" y="155539"/>
                  <a:pt x="7985" y="155635"/>
                </a:cubicBezTo>
                <a:cubicBezTo>
                  <a:pt x="8654" y="155731"/>
                  <a:pt x="9499" y="155779"/>
                  <a:pt x="10519" y="155779"/>
                </a:cubicBezTo>
                <a:cubicBezTo>
                  <a:pt x="13197" y="155779"/>
                  <a:pt x="15508" y="155363"/>
                  <a:pt x="17452" y="154532"/>
                </a:cubicBezTo>
                <a:cubicBezTo>
                  <a:pt x="19397" y="153702"/>
                  <a:pt x="21054" y="152407"/>
                  <a:pt x="22425" y="150647"/>
                </a:cubicBezTo>
                <a:cubicBezTo>
                  <a:pt x="23796" y="148890"/>
                  <a:pt x="24943" y="146670"/>
                  <a:pt x="25867" y="143986"/>
                </a:cubicBezTo>
                <a:cubicBezTo>
                  <a:pt x="26792" y="141303"/>
                  <a:pt x="27637" y="138075"/>
                  <a:pt x="28402" y="134304"/>
                </a:cubicBezTo>
                <a:lnTo>
                  <a:pt x="44085" y="55943"/>
                </a:lnTo>
                <a:lnTo>
                  <a:pt x="31844" y="55943"/>
                </a:lnTo>
                <a:cubicBezTo>
                  <a:pt x="31207" y="55943"/>
                  <a:pt x="30713" y="55735"/>
                  <a:pt x="30362" y="55321"/>
                </a:cubicBezTo>
                <a:cubicBezTo>
                  <a:pt x="30011" y="54907"/>
                  <a:pt x="29836" y="54126"/>
                  <a:pt x="29836" y="52978"/>
                </a:cubicBezTo>
                <a:cubicBezTo>
                  <a:pt x="29836" y="52468"/>
                  <a:pt x="29868" y="51846"/>
                  <a:pt x="29932" y="51113"/>
                </a:cubicBezTo>
                <a:cubicBezTo>
                  <a:pt x="29995" y="50380"/>
                  <a:pt x="30107" y="49631"/>
                  <a:pt x="30266" y="48866"/>
                </a:cubicBezTo>
                <a:cubicBezTo>
                  <a:pt x="30426" y="48101"/>
                  <a:pt x="30633" y="47368"/>
                  <a:pt x="30888" y="46667"/>
                </a:cubicBezTo>
                <a:cubicBezTo>
                  <a:pt x="31143" y="45965"/>
                  <a:pt x="31462" y="45328"/>
                  <a:pt x="31844" y="44754"/>
                </a:cubicBezTo>
                <a:cubicBezTo>
                  <a:pt x="32227" y="44180"/>
                  <a:pt x="32625" y="43718"/>
                  <a:pt x="33040" y="43367"/>
                </a:cubicBezTo>
                <a:cubicBezTo>
                  <a:pt x="33454" y="43017"/>
                  <a:pt x="33980" y="42841"/>
                  <a:pt x="34617" y="42841"/>
                </a:cubicBezTo>
                <a:lnTo>
                  <a:pt x="46667" y="42841"/>
                </a:lnTo>
                <a:lnTo>
                  <a:pt x="49057" y="30915"/>
                </a:lnTo>
                <a:cubicBezTo>
                  <a:pt x="50077" y="25699"/>
                  <a:pt x="51544" y="21136"/>
                  <a:pt x="53456" y="17225"/>
                </a:cubicBezTo>
                <a:cubicBezTo>
                  <a:pt x="55369" y="13312"/>
                  <a:pt x="57680" y="10084"/>
                  <a:pt x="60389" y="7540"/>
                </a:cubicBezTo>
                <a:cubicBezTo>
                  <a:pt x="63099" y="4994"/>
                  <a:pt x="66223" y="3101"/>
                  <a:pt x="69761" y="1862"/>
                </a:cubicBezTo>
                <a:cubicBezTo>
                  <a:pt x="73299" y="621"/>
                  <a:pt x="77204" y="0"/>
                  <a:pt x="81475" y="0"/>
                </a:cubicBezTo>
                <a:cubicBezTo>
                  <a:pt x="82878" y="0"/>
                  <a:pt x="84344" y="80"/>
                  <a:pt x="85874" y="239"/>
                </a:cubicBezTo>
                <a:cubicBezTo>
                  <a:pt x="87404" y="398"/>
                  <a:pt x="88823" y="622"/>
                  <a:pt x="90130" y="908"/>
                </a:cubicBezTo>
                <a:cubicBezTo>
                  <a:pt x="91437" y="1195"/>
                  <a:pt x="92584" y="1530"/>
                  <a:pt x="93572" y="1913"/>
                </a:cubicBezTo>
                <a:cubicBezTo>
                  <a:pt x="94560" y="2295"/>
                  <a:pt x="95246" y="2678"/>
                  <a:pt x="95628" y="3060"/>
                </a:cubicBezTo>
                <a:cubicBezTo>
                  <a:pt x="96011" y="3379"/>
                  <a:pt x="96298" y="3825"/>
                  <a:pt x="96489" y="4399"/>
                </a:cubicBezTo>
                <a:cubicBezTo>
                  <a:pt x="96680" y="4973"/>
                  <a:pt x="96776" y="5578"/>
                  <a:pt x="96776" y="6216"/>
                </a:cubicBez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lation">
            <a:extLst xmlns:a="http://schemas.openxmlformats.org/drawingml/2006/main">
              <a:ext uri="{FF2B5EF4-FFF2-40B4-BE49-F238E27FC236}">
                <a16:creationId xmlns:a16="http://schemas.microsoft.com/office/drawing/2014/main" id="{C3503DF3-6C53-44F2-BBE6-E387D7FD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491" y="1721335"/>
            <a:ext cx="441018" cy="135218"/>
          </a:xfrm>
          <a:custGeom xmlns:a="http://schemas.openxmlformats.org/drawingml/2006/main">
            <a:pathLst>
              <a:path w="441018" h="135218">
                <a:moveTo>
                  <a:pt x="15906" y="130912"/>
                </a:moveTo>
                <a:cubicBezTo>
                  <a:pt x="15779" y="131422"/>
                  <a:pt x="15556" y="131854"/>
                  <a:pt x="15237" y="132206"/>
                </a:cubicBezTo>
                <a:cubicBezTo>
                  <a:pt x="14918" y="132557"/>
                  <a:pt x="14440" y="132860"/>
                  <a:pt x="13802" y="133115"/>
                </a:cubicBezTo>
                <a:cubicBezTo>
                  <a:pt x="13165" y="133370"/>
                  <a:pt x="12320" y="133561"/>
                  <a:pt x="11268" y="133688"/>
                </a:cubicBezTo>
                <a:cubicBezTo>
                  <a:pt x="10216" y="133816"/>
                  <a:pt x="8925" y="133880"/>
                  <a:pt x="7395" y="133880"/>
                </a:cubicBezTo>
                <a:cubicBezTo>
                  <a:pt x="5801" y="133880"/>
                  <a:pt x="4510" y="133816"/>
                  <a:pt x="3522" y="133688"/>
                </a:cubicBezTo>
                <a:cubicBezTo>
                  <a:pt x="2534" y="133561"/>
                  <a:pt x="1769" y="133370"/>
                  <a:pt x="1227" y="133115"/>
                </a:cubicBezTo>
                <a:cubicBezTo>
                  <a:pt x="685" y="132860"/>
                  <a:pt x="335" y="132557"/>
                  <a:pt x="175" y="132206"/>
                </a:cubicBezTo>
                <a:cubicBezTo>
                  <a:pt x="16" y="131854"/>
                  <a:pt x="0" y="131422"/>
                  <a:pt x="128" y="130912"/>
                </a:cubicBezTo>
                <a:lnTo>
                  <a:pt x="25565" y="3063"/>
                </a:lnTo>
                <a:cubicBezTo>
                  <a:pt x="25692" y="2553"/>
                  <a:pt x="25899" y="2107"/>
                  <a:pt x="26186" y="1724"/>
                </a:cubicBezTo>
                <a:cubicBezTo>
                  <a:pt x="26473" y="1340"/>
                  <a:pt x="26951" y="1020"/>
                  <a:pt x="27621" y="765"/>
                </a:cubicBezTo>
                <a:cubicBezTo>
                  <a:pt x="28290" y="510"/>
                  <a:pt x="29151" y="319"/>
                  <a:pt x="30203" y="191"/>
                </a:cubicBezTo>
                <a:cubicBezTo>
                  <a:pt x="31255" y="64"/>
                  <a:pt x="32577" y="0"/>
                  <a:pt x="34171" y="0"/>
                </a:cubicBezTo>
                <a:cubicBezTo>
                  <a:pt x="35701" y="0"/>
                  <a:pt x="36960" y="64"/>
                  <a:pt x="37949" y="191"/>
                </a:cubicBezTo>
                <a:cubicBezTo>
                  <a:pt x="38937" y="319"/>
                  <a:pt x="39702" y="510"/>
                  <a:pt x="40244" y="765"/>
                </a:cubicBezTo>
                <a:cubicBezTo>
                  <a:pt x="40785" y="1020"/>
                  <a:pt x="41120" y="1340"/>
                  <a:pt x="41248" y="1724"/>
                </a:cubicBezTo>
                <a:cubicBezTo>
                  <a:pt x="41375" y="2107"/>
                  <a:pt x="41407" y="2553"/>
                  <a:pt x="41343" y="3063"/>
                </a:cubicBezTo>
                <a:lnTo>
                  <a:pt x="15906" y="130912"/>
                </a:lnTo>
                <a:close/>
                <a:moveTo>
                  <a:pt x="116019" y="130915"/>
                </a:moveTo>
                <a:cubicBezTo>
                  <a:pt x="115764" y="131999"/>
                  <a:pt x="115063" y="132764"/>
                  <a:pt x="113915" y="133210"/>
                </a:cubicBezTo>
                <a:cubicBezTo>
                  <a:pt x="112767" y="133657"/>
                  <a:pt x="110855" y="133880"/>
                  <a:pt x="108177" y="133880"/>
                </a:cubicBezTo>
                <a:cubicBezTo>
                  <a:pt x="106902" y="133880"/>
                  <a:pt x="105850" y="133816"/>
                  <a:pt x="105022" y="133688"/>
                </a:cubicBezTo>
                <a:cubicBezTo>
                  <a:pt x="104193" y="133561"/>
                  <a:pt x="103523" y="133386"/>
                  <a:pt x="103013" y="133162"/>
                </a:cubicBezTo>
                <a:cubicBezTo>
                  <a:pt x="102503" y="132939"/>
                  <a:pt x="102153" y="132652"/>
                  <a:pt x="101961" y="132302"/>
                </a:cubicBezTo>
                <a:cubicBezTo>
                  <a:pt x="101770" y="131951"/>
                  <a:pt x="101770" y="131489"/>
                  <a:pt x="101961" y="130915"/>
                </a:cubicBezTo>
                <a:lnTo>
                  <a:pt x="105117" y="114658"/>
                </a:lnTo>
                <a:cubicBezTo>
                  <a:pt x="104288" y="116708"/>
                  <a:pt x="102790" y="118951"/>
                  <a:pt x="100623" y="121385"/>
                </a:cubicBezTo>
                <a:cubicBezTo>
                  <a:pt x="98455" y="123818"/>
                  <a:pt x="95889" y="126059"/>
                  <a:pt x="92925" y="128109"/>
                </a:cubicBezTo>
                <a:cubicBezTo>
                  <a:pt x="89960" y="130159"/>
                  <a:pt x="86661" y="131857"/>
                  <a:pt x="83027" y="133201"/>
                </a:cubicBezTo>
                <a:cubicBezTo>
                  <a:pt x="79393" y="134546"/>
                  <a:pt x="75696" y="135218"/>
                  <a:pt x="71934" y="135218"/>
                </a:cubicBezTo>
                <a:cubicBezTo>
                  <a:pt x="66834" y="135218"/>
                  <a:pt x="62610" y="134325"/>
                  <a:pt x="59263" y="132538"/>
                </a:cubicBezTo>
                <a:cubicBezTo>
                  <a:pt x="55916" y="130751"/>
                  <a:pt x="53255" y="128390"/>
                  <a:pt x="51278" y="125455"/>
                </a:cubicBezTo>
                <a:cubicBezTo>
                  <a:pt x="49302" y="122519"/>
                  <a:pt x="47947" y="119200"/>
                  <a:pt x="47214" y="115498"/>
                </a:cubicBezTo>
                <a:cubicBezTo>
                  <a:pt x="46481" y="111796"/>
                  <a:pt x="46115" y="107999"/>
                  <a:pt x="46115" y="104106"/>
                </a:cubicBezTo>
                <a:cubicBezTo>
                  <a:pt x="46115" y="100534"/>
                  <a:pt x="46449" y="96483"/>
                  <a:pt x="47119" y="91953"/>
                </a:cubicBezTo>
                <a:cubicBezTo>
                  <a:pt x="47788" y="87420"/>
                  <a:pt x="48872" y="82793"/>
                  <a:pt x="50370" y="78072"/>
                </a:cubicBezTo>
                <a:cubicBezTo>
                  <a:pt x="51868" y="73348"/>
                  <a:pt x="53813" y="68753"/>
                  <a:pt x="56203" y="64286"/>
                </a:cubicBezTo>
                <a:cubicBezTo>
                  <a:pt x="58594" y="59820"/>
                  <a:pt x="61479" y="55815"/>
                  <a:pt x="64858" y="52273"/>
                </a:cubicBezTo>
                <a:cubicBezTo>
                  <a:pt x="68237" y="48731"/>
                  <a:pt x="72157" y="45891"/>
                  <a:pt x="76620" y="43753"/>
                </a:cubicBezTo>
                <a:cubicBezTo>
                  <a:pt x="81083" y="41615"/>
                  <a:pt x="86151" y="40546"/>
                  <a:pt x="91825" y="40546"/>
                </a:cubicBezTo>
                <a:cubicBezTo>
                  <a:pt x="97499" y="40546"/>
                  <a:pt x="102360" y="41694"/>
                  <a:pt x="106408" y="43989"/>
                </a:cubicBezTo>
                <a:cubicBezTo>
                  <a:pt x="110456" y="46284"/>
                  <a:pt x="114074" y="49440"/>
                  <a:pt x="117262" y="53456"/>
                </a:cubicBezTo>
                <a:lnTo>
                  <a:pt x="119079" y="44754"/>
                </a:lnTo>
                <a:cubicBezTo>
                  <a:pt x="119334" y="43734"/>
                  <a:pt x="120067" y="43001"/>
                  <a:pt x="121278" y="42555"/>
                </a:cubicBezTo>
                <a:cubicBezTo>
                  <a:pt x="122490" y="42108"/>
                  <a:pt x="124370" y="41885"/>
                  <a:pt x="126920" y="41885"/>
                </a:cubicBezTo>
                <a:cubicBezTo>
                  <a:pt x="128196" y="41885"/>
                  <a:pt x="129263" y="41933"/>
                  <a:pt x="130124" y="42029"/>
                </a:cubicBezTo>
                <a:cubicBezTo>
                  <a:pt x="130985" y="42124"/>
                  <a:pt x="131670" y="42300"/>
                  <a:pt x="132180" y="42555"/>
                </a:cubicBezTo>
                <a:cubicBezTo>
                  <a:pt x="132690" y="42810"/>
                  <a:pt x="133009" y="43128"/>
                  <a:pt x="133136" y="43511"/>
                </a:cubicBezTo>
                <a:cubicBezTo>
                  <a:pt x="133264" y="43893"/>
                  <a:pt x="133296" y="44308"/>
                  <a:pt x="133232" y="44754"/>
                </a:cubicBezTo>
                <a:lnTo>
                  <a:pt x="116019" y="130915"/>
                </a:lnTo>
                <a:moveTo>
                  <a:pt x="113054" y="67322"/>
                </a:moveTo>
                <a:cubicBezTo>
                  <a:pt x="110058" y="62923"/>
                  <a:pt x="106823" y="59624"/>
                  <a:pt x="103348" y="57425"/>
                </a:cubicBezTo>
                <a:cubicBezTo>
                  <a:pt x="99874" y="55225"/>
                  <a:pt x="95969" y="54126"/>
                  <a:pt x="91634" y="54126"/>
                </a:cubicBezTo>
                <a:cubicBezTo>
                  <a:pt x="88191" y="54126"/>
                  <a:pt x="85083" y="54939"/>
                  <a:pt x="82310" y="56567"/>
                </a:cubicBezTo>
                <a:cubicBezTo>
                  <a:pt x="79537" y="58195"/>
                  <a:pt x="77082" y="60349"/>
                  <a:pt x="74946" y="63031"/>
                </a:cubicBezTo>
                <a:cubicBezTo>
                  <a:pt x="72811" y="65713"/>
                  <a:pt x="70962" y="68762"/>
                  <a:pt x="69400" y="72178"/>
                </a:cubicBezTo>
                <a:cubicBezTo>
                  <a:pt x="67838" y="75593"/>
                  <a:pt x="66563" y="79120"/>
                  <a:pt x="65575" y="82760"/>
                </a:cubicBezTo>
                <a:cubicBezTo>
                  <a:pt x="64587" y="86398"/>
                  <a:pt x="63854" y="89973"/>
                  <a:pt x="63375" y="93486"/>
                </a:cubicBezTo>
                <a:cubicBezTo>
                  <a:pt x="62897" y="96996"/>
                  <a:pt x="62658" y="100156"/>
                  <a:pt x="62658" y="102965"/>
                </a:cubicBezTo>
                <a:cubicBezTo>
                  <a:pt x="62658" y="105200"/>
                  <a:pt x="62834" y="107419"/>
                  <a:pt x="63184" y="109623"/>
                </a:cubicBezTo>
                <a:cubicBezTo>
                  <a:pt x="63535" y="111824"/>
                  <a:pt x="64204" y="113835"/>
                  <a:pt x="65192" y="115653"/>
                </a:cubicBezTo>
                <a:cubicBezTo>
                  <a:pt x="66181" y="117472"/>
                  <a:pt x="67535" y="118941"/>
                  <a:pt x="69257" y="120058"/>
                </a:cubicBezTo>
                <a:cubicBezTo>
                  <a:pt x="70978" y="121176"/>
                  <a:pt x="73209" y="121735"/>
                  <a:pt x="75951" y="121735"/>
                </a:cubicBezTo>
                <a:cubicBezTo>
                  <a:pt x="79457" y="121735"/>
                  <a:pt x="82979" y="120761"/>
                  <a:pt x="86518" y="118812"/>
                </a:cubicBezTo>
                <a:cubicBezTo>
                  <a:pt x="90056" y="116862"/>
                  <a:pt x="93355" y="114161"/>
                  <a:pt x="96415" y="110711"/>
                </a:cubicBezTo>
                <a:cubicBezTo>
                  <a:pt x="99475" y="107260"/>
                  <a:pt x="102185" y="103202"/>
                  <a:pt x="104543" y="98536"/>
                </a:cubicBezTo>
                <a:cubicBezTo>
                  <a:pt x="106902" y="93870"/>
                  <a:pt x="108655" y="88725"/>
                  <a:pt x="109803" y="83101"/>
                </a:cubicBezTo>
                <a:lnTo>
                  <a:pt x="113054" y="67322"/>
                </a:lnTo>
                <a:close/>
                <a:moveTo>
                  <a:pt x="207227" y="45710"/>
                </a:moveTo>
                <a:cubicBezTo>
                  <a:pt x="207227" y="46284"/>
                  <a:pt x="207195" y="46906"/>
                  <a:pt x="207131" y="47575"/>
                </a:cubicBezTo>
                <a:cubicBezTo>
                  <a:pt x="207067" y="48244"/>
                  <a:pt x="206940" y="48930"/>
                  <a:pt x="206749" y="49631"/>
                </a:cubicBezTo>
                <a:cubicBezTo>
                  <a:pt x="206557" y="50332"/>
                  <a:pt x="206302" y="51034"/>
                  <a:pt x="205984" y="51735"/>
                </a:cubicBezTo>
                <a:cubicBezTo>
                  <a:pt x="205665" y="52436"/>
                  <a:pt x="205330" y="53058"/>
                  <a:pt x="204979" y="53600"/>
                </a:cubicBezTo>
                <a:cubicBezTo>
                  <a:pt x="204629" y="54142"/>
                  <a:pt x="204230" y="54572"/>
                  <a:pt x="203784" y="54891"/>
                </a:cubicBezTo>
                <a:cubicBezTo>
                  <a:pt x="203338" y="55209"/>
                  <a:pt x="202828" y="55369"/>
                  <a:pt x="202254" y="55369"/>
                </a:cubicBezTo>
                <a:lnTo>
                  <a:pt x="180260" y="55369"/>
                </a:lnTo>
                <a:lnTo>
                  <a:pt x="170601" y="103500"/>
                </a:lnTo>
                <a:cubicBezTo>
                  <a:pt x="170346" y="104843"/>
                  <a:pt x="170123" y="106347"/>
                  <a:pt x="169932" y="108012"/>
                </a:cubicBezTo>
                <a:cubicBezTo>
                  <a:pt x="169740" y="109676"/>
                  <a:pt x="169645" y="111051"/>
                  <a:pt x="169645" y="112139"/>
                </a:cubicBezTo>
                <a:cubicBezTo>
                  <a:pt x="169645" y="115402"/>
                  <a:pt x="170330" y="117786"/>
                  <a:pt x="171701" y="119290"/>
                </a:cubicBezTo>
                <a:cubicBezTo>
                  <a:pt x="173072" y="120793"/>
                  <a:pt x="175287" y="121544"/>
                  <a:pt x="178347" y="121544"/>
                </a:cubicBezTo>
                <a:cubicBezTo>
                  <a:pt x="180068" y="121544"/>
                  <a:pt x="181566" y="121400"/>
                  <a:pt x="182842" y="121113"/>
                </a:cubicBezTo>
                <a:cubicBezTo>
                  <a:pt x="184117" y="120826"/>
                  <a:pt x="185216" y="120524"/>
                  <a:pt x="186141" y="120205"/>
                </a:cubicBezTo>
                <a:cubicBezTo>
                  <a:pt x="187065" y="119886"/>
                  <a:pt x="187878" y="119583"/>
                  <a:pt x="188579" y="119296"/>
                </a:cubicBezTo>
                <a:cubicBezTo>
                  <a:pt x="189281" y="119009"/>
                  <a:pt x="189886" y="118866"/>
                  <a:pt x="190396" y="118866"/>
                </a:cubicBezTo>
                <a:cubicBezTo>
                  <a:pt x="190906" y="118866"/>
                  <a:pt x="191305" y="119041"/>
                  <a:pt x="191592" y="119392"/>
                </a:cubicBezTo>
                <a:cubicBezTo>
                  <a:pt x="191878" y="119743"/>
                  <a:pt x="192022" y="120396"/>
                  <a:pt x="192022" y="121352"/>
                </a:cubicBezTo>
                <a:cubicBezTo>
                  <a:pt x="192022" y="122181"/>
                  <a:pt x="191942" y="123090"/>
                  <a:pt x="191783" y="124078"/>
                </a:cubicBezTo>
                <a:cubicBezTo>
                  <a:pt x="191623" y="125066"/>
                  <a:pt x="191416" y="126038"/>
                  <a:pt x="191161" y="126994"/>
                </a:cubicBezTo>
                <a:cubicBezTo>
                  <a:pt x="190906" y="127951"/>
                  <a:pt x="190587" y="128811"/>
                  <a:pt x="190205" y="129576"/>
                </a:cubicBezTo>
                <a:cubicBezTo>
                  <a:pt x="189822" y="130341"/>
                  <a:pt x="189408" y="130947"/>
                  <a:pt x="188962" y="131393"/>
                </a:cubicBezTo>
                <a:cubicBezTo>
                  <a:pt x="188452" y="131840"/>
                  <a:pt x="187687" y="132286"/>
                  <a:pt x="186667" y="132732"/>
                </a:cubicBezTo>
                <a:cubicBezTo>
                  <a:pt x="185647" y="133178"/>
                  <a:pt x="184467" y="133577"/>
                  <a:pt x="183128" y="133927"/>
                </a:cubicBezTo>
                <a:cubicBezTo>
                  <a:pt x="181790" y="134278"/>
                  <a:pt x="180371" y="134549"/>
                  <a:pt x="178873" y="134740"/>
                </a:cubicBezTo>
                <a:cubicBezTo>
                  <a:pt x="177375" y="134932"/>
                  <a:pt x="175893" y="135027"/>
                  <a:pt x="174426" y="135027"/>
                </a:cubicBezTo>
                <a:cubicBezTo>
                  <a:pt x="170856" y="135027"/>
                  <a:pt x="167764" y="134644"/>
                  <a:pt x="165150" y="133877"/>
                </a:cubicBezTo>
                <a:cubicBezTo>
                  <a:pt x="162536" y="133110"/>
                  <a:pt x="160337" y="131912"/>
                  <a:pt x="158552" y="130285"/>
                </a:cubicBezTo>
                <a:cubicBezTo>
                  <a:pt x="156767" y="128655"/>
                  <a:pt x="155444" y="126611"/>
                  <a:pt x="154583" y="124152"/>
                </a:cubicBezTo>
                <a:cubicBezTo>
                  <a:pt x="153723" y="121692"/>
                  <a:pt x="153292" y="118738"/>
                  <a:pt x="153292" y="115289"/>
                </a:cubicBezTo>
                <a:cubicBezTo>
                  <a:pt x="153292" y="114522"/>
                  <a:pt x="153324" y="113675"/>
                  <a:pt x="153388" y="112749"/>
                </a:cubicBezTo>
                <a:cubicBezTo>
                  <a:pt x="153452" y="111822"/>
                  <a:pt x="153563" y="110848"/>
                  <a:pt x="153723" y="109826"/>
                </a:cubicBezTo>
                <a:cubicBezTo>
                  <a:pt x="153882" y="108804"/>
                  <a:pt x="154041" y="107782"/>
                  <a:pt x="154201" y="106760"/>
                </a:cubicBezTo>
                <a:cubicBezTo>
                  <a:pt x="154360" y="105738"/>
                  <a:pt x="154536" y="104780"/>
                  <a:pt x="154727" y="103885"/>
                </a:cubicBezTo>
                <a:lnTo>
                  <a:pt x="164385" y="55369"/>
                </a:lnTo>
                <a:lnTo>
                  <a:pt x="152432" y="55369"/>
                </a:lnTo>
                <a:cubicBezTo>
                  <a:pt x="151730" y="55369"/>
                  <a:pt x="151189" y="55162"/>
                  <a:pt x="150806" y="54747"/>
                </a:cubicBezTo>
                <a:cubicBezTo>
                  <a:pt x="150424" y="54333"/>
                  <a:pt x="150232" y="53520"/>
                  <a:pt x="150232" y="52309"/>
                </a:cubicBezTo>
                <a:cubicBezTo>
                  <a:pt x="150232" y="51416"/>
                  <a:pt x="150328" y="50380"/>
                  <a:pt x="150519" y="49201"/>
                </a:cubicBezTo>
                <a:cubicBezTo>
                  <a:pt x="150710" y="48021"/>
                  <a:pt x="150997" y="46922"/>
                  <a:pt x="151380" y="45902"/>
                </a:cubicBezTo>
                <a:cubicBezTo>
                  <a:pt x="151762" y="44882"/>
                  <a:pt x="152256" y="44021"/>
                  <a:pt x="152862" y="43320"/>
                </a:cubicBezTo>
                <a:cubicBezTo>
                  <a:pt x="153468" y="42618"/>
                  <a:pt x="154185" y="42268"/>
                  <a:pt x="155014" y="42268"/>
                </a:cubicBezTo>
                <a:lnTo>
                  <a:pt x="167063" y="42268"/>
                </a:lnTo>
                <a:lnTo>
                  <a:pt x="171175" y="21803"/>
                </a:lnTo>
                <a:cubicBezTo>
                  <a:pt x="171239" y="21357"/>
                  <a:pt x="171446" y="20943"/>
                  <a:pt x="171796" y="20560"/>
                </a:cubicBezTo>
                <a:cubicBezTo>
                  <a:pt x="172147" y="20178"/>
                  <a:pt x="172641" y="19843"/>
                  <a:pt x="173279" y="19556"/>
                </a:cubicBezTo>
                <a:cubicBezTo>
                  <a:pt x="173916" y="19269"/>
                  <a:pt x="174761" y="19062"/>
                  <a:pt x="175813" y="18934"/>
                </a:cubicBezTo>
                <a:cubicBezTo>
                  <a:pt x="176865" y="18807"/>
                  <a:pt x="178156" y="18743"/>
                  <a:pt x="179686" y="18743"/>
                </a:cubicBezTo>
                <a:cubicBezTo>
                  <a:pt x="181216" y="18743"/>
                  <a:pt x="182475" y="18807"/>
                  <a:pt x="183463" y="18934"/>
                </a:cubicBezTo>
                <a:cubicBezTo>
                  <a:pt x="184451" y="19062"/>
                  <a:pt x="185216" y="19269"/>
                  <a:pt x="185758" y="19556"/>
                </a:cubicBezTo>
                <a:cubicBezTo>
                  <a:pt x="186300" y="19843"/>
                  <a:pt x="186651" y="20178"/>
                  <a:pt x="186810" y="20560"/>
                </a:cubicBezTo>
                <a:cubicBezTo>
                  <a:pt x="186969" y="20943"/>
                  <a:pt x="187017" y="21357"/>
                  <a:pt x="186954" y="21803"/>
                </a:cubicBezTo>
                <a:lnTo>
                  <a:pt x="182842" y="42268"/>
                </a:lnTo>
                <a:lnTo>
                  <a:pt x="204836" y="42268"/>
                </a:lnTo>
                <a:cubicBezTo>
                  <a:pt x="205792" y="42268"/>
                  <a:pt x="206430" y="42618"/>
                  <a:pt x="206749" y="43320"/>
                </a:cubicBezTo>
                <a:cubicBezTo>
                  <a:pt x="207067" y="44021"/>
                  <a:pt x="207227" y="44818"/>
                  <a:pt x="207227" y="45710"/>
                </a:cubicBezTo>
                <a:close/>
                <a:moveTo>
                  <a:pt x="251993" y="15779"/>
                </a:moveTo>
                <a:cubicBezTo>
                  <a:pt x="251674" y="17564"/>
                  <a:pt x="251244" y="19062"/>
                  <a:pt x="250702" y="20273"/>
                </a:cubicBezTo>
                <a:cubicBezTo>
                  <a:pt x="250160" y="21484"/>
                  <a:pt x="249443" y="22457"/>
                  <a:pt x="248550" y="23190"/>
                </a:cubicBezTo>
                <a:cubicBezTo>
                  <a:pt x="247658" y="23923"/>
                  <a:pt x="246542" y="24449"/>
                  <a:pt x="245203" y="24768"/>
                </a:cubicBezTo>
                <a:cubicBezTo>
                  <a:pt x="243864" y="25087"/>
                  <a:pt x="242239" y="25246"/>
                  <a:pt x="240326" y="25246"/>
                </a:cubicBezTo>
                <a:cubicBezTo>
                  <a:pt x="238477" y="25246"/>
                  <a:pt x="236947" y="25087"/>
                  <a:pt x="235736" y="24768"/>
                </a:cubicBezTo>
                <a:cubicBezTo>
                  <a:pt x="234525" y="24449"/>
                  <a:pt x="233632" y="23923"/>
                  <a:pt x="233058" y="23190"/>
                </a:cubicBezTo>
                <a:cubicBezTo>
                  <a:pt x="232485" y="22457"/>
                  <a:pt x="232166" y="21484"/>
                  <a:pt x="232102" y="20273"/>
                </a:cubicBezTo>
                <a:cubicBezTo>
                  <a:pt x="232038" y="19062"/>
                  <a:pt x="232166" y="17564"/>
                  <a:pt x="232485" y="15779"/>
                </a:cubicBezTo>
                <a:cubicBezTo>
                  <a:pt x="232867" y="13994"/>
                  <a:pt x="233345" y="12511"/>
                  <a:pt x="233919" y="11332"/>
                </a:cubicBezTo>
                <a:cubicBezTo>
                  <a:pt x="234493" y="10153"/>
                  <a:pt x="235210" y="9164"/>
                  <a:pt x="236071" y="8367"/>
                </a:cubicBezTo>
                <a:cubicBezTo>
                  <a:pt x="236931" y="7571"/>
                  <a:pt x="238031" y="7029"/>
                  <a:pt x="239370" y="6742"/>
                </a:cubicBezTo>
                <a:cubicBezTo>
                  <a:pt x="240709" y="6455"/>
                  <a:pt x="242334" y="6311"/>
                  <a:pt x="244247" y="6311"/>
                </a:cubicBezTo>
                <a:cubicBezTo>
                  <a:pt x="246096" y="6311"/>
                  <a:pt x="247610" y="6455"/>
                  <a:pt x="248789" y="6742"/>
                </a:cubicBezTo>
                <a:cubicBezTo>
                  <a:pt x="249969" y="7029"/>
                  <a:pt x="250861" y="7571"/>
                  <a:pt x="251467" y="8367"/>
                </a:cubicBezTo>
                <a:cubicBezTo>
                  <a:pt x="252073" y="9164"/>
                  <a:pt x="252407" y="10153"/>
                  <a:pt x="252471" y="11332"/>
                </a:cubicBezTo>
                <a:cubicBezTo>
                  <a:pt x="252535" y="12511"/>
                  <a:pt x="252375" y="13994"/>
                  <a:pt x="251993" y="15779"/>
                </a:cubicBezTo>
                <a:moveTo>
                  <a:pt x="227225" y="130915"/>
                </a:moveTo>
                <a:cubicBezTo>
                  <a:pt x="227098" y="131425"/>
                  <a:pt x="226874" y="131856"/>
                  <a:pt x="226556" y="132206"/>
                </a:cubicBezTo>
                <a:cubicBezTo>
                  <a:pt x="226237" y="132557"/>
                  <a:pt x="225759" y="132860"/>
                  <a:pt x="225121" y="133115"/>
                </a:cubicBezTo>
                <a:cubicBezTo>
                  <a:pt x="224484" y="133370"/>
                  <a:pt x="223639" y="133561"/>
                  <a:pt x="222587" y="133688"/>
                </a:cubicBezTo>
                <a:cubicBezTo>
                  <a:pt x="221535" y="133816"/>
                  <a:pt x="220244" y="133880"/>
                  <a:pt x="218714" y="133880"/>
                </a:cubicBezTo>
                <a:cubicBezTo>
                  <a:pt x="217120" y="133880"/>
                  <a:pt x="215829" y="133816"/>
                  <a:pt x="214841" y="133688"/>
                </a:cubicBezTo>
                <a:cubicBezTo>
                  <a:pt x="213853" y="133561"/>
                  <a:pt x="213088" y="133370"/>
                  <a:pt x="212546" y="133115"/>
                </a:cubicBezTo>
                <a:cubicBezTo>
                  <a:pt x="212004" y="132860"/>
                  <a:pt x="211654" y="132557"/>
                  <a:pt x="211494" y="132206"/>
                </a:cubicBezTo>
                <a:cubicBezTo>
                  <a:pt x="211335" y="131856"/>
                  <a:pt x="211319" y="131425"/>
                  <a:pt x="211446" y="130915"/>
                </a:cubicBezTo>
                <a:lnTo>
                  <a:pt x="228564" y="44850"/>
                </a:lnTo>
                <a:cubicBezTo>
                  <a:pt x="228628" y="44403"/>
                  <a:pt x="228819" y="43989"/>
                  <a:pt x="229138" y="43607"/>
                </a:cubicBezTo>
                <a:cubicBezTo>
                  <a:pt x="229456" y="43224"/>
                  <a:pt x="229935" y="42905"/>
                  <a:pt x="230572" y="42650"/>
                </a:cubicBezTo>
                <a:cubicBezTo>
                  <a:pt x="231210" y="42395"/>
                  <a:pt x="232054" y="42204"/>
                  <a:pt x="233106" y="42076"/>
                </a:cubicBezTo>
                <a:cubicBezTo>
                  <a:pt x="234158" y="41949"/>
                  <a:pt x="235481" y="41885"/>
                  <a:pt x="237075" y="41885"/>
                </a:cubicBezTo>
                <a:cubicBezTo>
                  <a:pt x="238605" y="41885"/>
                  <a:pt x="239864" y="41949"/>
                  <a:pt x="240852" y="42076"/>
                </a:cubicBezTo>
                <a:cubicBezTo>
                  <a:pt x="241840" y="42204"/>
                  <a:pt x="242605" y="42395"/>
                  <a:pt x="243147" y="42650"/>
                </a:cubicBezTo>
                <a:cubicBezTo>
                  <a:pt x="243689" y="42905"/>
                  <a:pt x="244040" y="43224"/>
                  <a:pt x="244199" y="43607"/>
                </a:cubicBezTo>
                <a:cubicBezTo>
                  <a:pt x="244358" y="43989"/>
                  <a:pt x="244406" y="44403"/>
                  <a:pt x="244343" y="44850"/>
                </a:cubicBezTo>
                <a:lnTo>
                  <a:pt x="227225" y="130915"/>
                </a:lnTo>
                <a:close/>
                <a:moveTo>
                  <a:pt x="343117" y="73380"/>
                </a:moveTo>
                <a:cubicBezTo>
                  <a:pt x="343117" y="78101"/>
                  <a:pt x="342671" y="82920"/>
                  <a:pt x="341778" y="87835"/>
                </a:cubicBezTo>
                <a:cubicBezTo>
                  <a:pt x="340885" y="92748"/>
                  <a:pt x="339531" y="97486"/>
                  <a:pt x="337714" y="102050"/>
                </a:cubicBezTo>
                <a:cubicBezTo>
                  <a:pt x="335897" y="106613"/>
                  <a:pt x="333586" y="110904"/>
                  <a:pt x="330781" y="114924"/>
                </a:cubicBezTo>
                <a:cubicBezTo>
                  <a:pt x="327976" y="118945"/>
                  <a:pt x="324676" y="122455"/>
                  <a:pt x="320883" y="125455"/>
                </a:cubicBezTo>
                <a:cubicBezTo>
                  <a:pt x="317090" y="128454"/>
                  <a:pt x="312787" y="130831"/>
                  <a:pt x="307973" y="132586"/>
                </a:cubicBezTo>
                <a:cubicBezTo>
                  <a:pt x="303160" y="134341"/>
                  <a:pt x="297789" y="135218"/>
                  <a:pt x="291860" y="135218"/>
                </a:cubicBezTo>
                <a:cubicBezTo>
                  <a:pt x="285740" y="135218"/>
                  <a:pt x="280496" y="134485"/>
                  <a:pt x="276129" y="133019"/>
                </a:cubicBezTo>
                <a:cubicBezTo>
                  <a:pt x="271762" y="131551"/>
                  <a:pt x="268176" y="129413"/>
                  <a:pt x="265371" y="126606"/>
                </a:cubicBezTo>
                <a:cubicBezTo>
                  <a:pt x="262566" y="123797"/>
                  <a:pt x="260494" y="120350"/>
                  <a:pt x="259155" y="116266"/>
                </a:cubicBezTo>
                <a:cubicBezTo>
                  <a:pt x="257816" y="112182"/>
                  <a:pt x="257147" y="107555"/>
                  <a:pt x="257147" y="102385"/>
                </a:cubicBezTo>
                <a:cubicBezTo>
                  <a:pt x="257147" y="97663"/>
                  <a:pt x="257577" y="92846"/>
                  <a:pt x="258438" y="87933"/>
                </a:cubicBezTo>
                <a:cubicBezTo>
                  <a:pt x="259299" y="83018"/>
                  <a:pt x="260653" y="78296"/>
                  <a:pt x="262502" y="73765"/>
                </a:cubicBezTo>
                <a:cubicBezTo>
                  <a:pt x="264351" y="69233"/>
                  <a:pt x="266662" y="64941"/>
                  <a:pt x="269435" y="60888"/>
                </a:cubicBezTo>
                <a:cubicBezTo>
                  <a:pt x="272208" y="56836"/>
                  <a:pt x="275492" y="53311"/>
                  <a:pt x="279285" y="50312"/>
                </a:cubicBezTo>
                <a:cubicBezTo>
                  <a:pt x="283078" y="47312"/>
                  <a:pt x="287381" y="44934"/>
                  <a:pt x="292195" y="43179"/>
                </a:cubicBezTo>
                <a:cubicBezTo>
                  <a:pt x="297008" y="41424"/>
                  <a:pt x="302379" y="40546"/>
                  <a:pt x="308308" y="40546"/>
                </a:cubicBezTo>
                <a:cubicBezTo>
                  <a:pt x="314428" y="40546"/>
                  <a:pt x="319672" y="41296"/>
                  <a:pt x="324039" y="42797"/>
                </a:cubicBezTo>
                <a:cubicBezTo>
                  <a:pt x="328406" y="44297"/>
                  <a:pt x="332008" y="46450"/>
                  <a:pt x="334845" y="49258"/>
                </a:cubicBezTo>
                <a:cubicBezTo>
                  <a:pt x="337682" y="52065"/>
                  <a:pt x="339770" y="55511"/>
                  <a:pt x="341109" y="59597"/>
                </a:cubicBezTo>
                <a:cubicBezTo>
                  <a:pt x="342447" y="63681"/>
                  <a:pt x="343117" y="68276"/>
                  <a:pt x="343117" y="73380"/>
                </a:cubicBezTo>
                <a:moveTo>
                  <a:pt x="326477" y="74333"/>
                </a:moveTo>
                <a:cubicBezTo>
                  <a:pt x="326477" y="71140"/>
                  <a:pt x="326143" y="68267"/>
                  <a:pt x="325473" y="65715"/>
                </a:cubicBezTo>
                <a:cubicBezTo>
                  <a:pt x="324804" y="63161"/>
                  <a:pt x="323688" y="61006"/>
                  <a:pt x="322126" y="59251"/>
                </a:cubicBezTo>
                <a:cubicBezTo>
                  <a:pt x="320564" y="57494"/>
                  <a:pt x="318524" y="56137"/>
                  <a:pt x="316006" y="55181"/>
                </a:cubicBezTo>
                <a:cubicBezTo>
                  <a:pt x="313488" y="54222"/>
                  <a:pt x="310444" y="53743"/>
                  <a:pt x="306874" y="53743"/>
                </a:cubicBezTo>
                <a:cubicBezTo>
                  <a:pt x="303049" y="53743"/>
                  <a:pt x="299574" y="54429"/>
                  <a:pt x="296450" y="55802"/>
                </a:cubicBezTo>
                <a:cubicBezTo>
                  <a:pt x="293326" y="57175"/>
                  <a:pt x="290537" y="59027"/>
                  <a:pt x="288083" y="61358"/>
                </a:cubicBezTo>
                <a:cubicBezTo>
                  <a:pt x="285628" y="63686"/>
                  <a:pt x="283493" y="66416"/>
                  <a:pt x="281676" y="69546"/>
                </a:cubicBezTo>
                <a:cubicBezTo>
                  <a:pt x="279859" y="72674"/>
                  <a:pt x="278360" y="76010"/>
                  <a:pt x="277181" y="79554"/>
                </a:cubicBezTo>
                <a:cubicBezTo>
                  <a:pt x="276002" y="83096"/>
                  <a:pt x="275125" y="86735"/>
                  <a:pt x="274551" y="90470"/>
                </a:cubicBezTo>
                <a:cubicBezTo>
                  <a:pt x="273978" y="94204"/>
                  <a:pt x="273691" y="97858"/>
                  <a:pt x="273691" y="101432"/>
                </a:cubicBezTo>
                <a:cubicBezTo>
                  <a:pt x="273691" y="104625"/>
                  <a:pt x="274041" y="107499"/>
                  <a:pt x="274743" y="110053"/>
                </a:cubicBezTo>
                <a:cubicBezTo>
                  <a:pt x="275444" y="112605"/>
                  <a:pt x="276575" y="114776"/>
                  <a:pt x="278137" y="116565"/>
                </a:cubicBezTo>
                <a:cubicBezTo>
                  <a:pt x="279699" y="118352"/>
                  <a:pt x="281723" y="119725"/>
                  <a:pt x="284210" y="120683"/>
                </a:cubicBezTo>
                <a:cubicBezTo>
                  <a:pt x="286696" y="121639"/>
                  <a:pt x="289724" y="122117"/>
                  <a:pt x="293294" y="122117"/>
                </a:cubicBezTo>
                <a:cubicBezTo>
                  <a:pt x="297183" y="122117"/>
                  <a:pt x="300674" y="121431"/>
                  <a:pt x="303766" y="120058"/>
                </a:cubicBezTo>
                <a:cubicBezTo>
                  <a:pt x="306858" y="118686"/>
                  <a:pt x="309631" y="116819"/>
                  <a:pt x="312085" y="114458"/>
                </a:cubicBezTo>
                <a:cubicBezTo>
                  <a:pt x="314540" y="112095"/>
                  <a:pt x="316676" y="109350"/>
                  <a:pt x="318492" y="106222"/>
                </a:cubicBezTo>
                <a:cubicBezTo>
                  <a:pt x="320309" y="103092"/>
                  <a:pt x="321808" y="99740"/>
                  <a:pt x="322987" y="96166"/>
                </a:cubicBezTo>
                <a:cubicBezTo>
                  <a:pt x="324166" y="92590"/>
                  <a:pt x="325043" y="88951"/>
                  <a:pt x="325617" y="85250"/>
                </a:cubicBezTo>
                <a:cubicBezTo>
                  <a:pt x="326191" y="81546"/>
                  <a:pt x="326477" y="77907"/>
                  <a:pt x="326477" y="74333"/>
                </a:cubicBezTo>
                <a:close/>
                <a:moveTo>
                  <a:pt x="441018" y="63880"/>
                </a:moveTo>
                <a:cubicBezTo>
                  <a:pt x="441018" y="66111"/>
                  <a:pt x="440891" y="68310"/>
                  <a:pt x="440636" y="70478"/>
                </a:cubicBezTo>
                <a:cubicBezTo>
                  <a:pt x="440381" y="72646"/>
                  <a:pt x="440030" y="74877"/>
                  <a:pt x="439584" y="77172"/>
                </a:cubicBezTo>
                <a:lnTo>
                  <a:pt x="428778" y="130915"/>
                </a:lnTo>
                <a:cubicBezTo>
                  <a:pt x="428650" y="131425"/>
                  <a:pt x="428443" y="131856"/>
                  <a:pt x="428156" y="132206"/>
                </a:cubicBezTo>
                <a:cubicBezTo>
                  <a:pt x="427869" y="132557"/>
                  <a:pt x="427391" y="132860"/>
                  <a:pt x="426722" y="133115"/>
                </a:cubicBezTo>
                <a:cubicBezTo>
                  <a:pt x="426052" y="133370"/>
                  <a:pt x="425208" y="133561"/>
                  <a:pt x="424188" y="133688"/>
                </a:cubicBezTo>
                <a:cubicBezTo>
                  <a:pt x="423168" y="133816"/>
                  <a:pt x="421861" y="133880"/>
                  <a:pt x="420267" y="133880"/>
                </a:cubicBezTo>
                <a:cubicBezTo>
                  <a:pt x="418737" y="133880"/>
                  <a:pt x="417478" y="133816"/>
                  <a:pt x="416490" y="133688"/>
                </a:cubicBezTo>
                <a:cubicBezTo>
                  <a:pt x="415502" y="133561"/>
                  <a:pt x="414736" y="133370"/>
                  <a:pt x="414195" y="133115"/>
                </a:cubicBezTo>
                <a:cubicBezTo>
                  <a:pt x="413653" y="132860"/>
                  <a:pt x="413302" y="132557"/>
                  <a:pt x="413143" y="132206"/>
                </a:cubicBezTo>
                <a:cubicBezTo>
                  <a:pt x="412983" y="131856"/>
                  <a:pt x="412935" y="131425"/>
                  <a:pt x="412999" y="130915"/>
                </a:cubicBezTo>
                <a:lnTo>
                  <a:pt x="423614" y="77746"/>
                </a:lnTo>
                <a:cubicBezTo>
                  <a:pt x="424060" y="75770"/>
                  <a:pt x="424363" y="73857"/>
                  <a:pt x="424522" y="72008"/>
                </a:cubicBezTo>
                <a:cubicBezTo>
                  <a:pt x="424682" y="70159"/>
                  <a:pt x="424762" y="68534"/>
                  <a:pt x="424762" y="67131"/>
                </a:cubicBezTo>
                <a:cubicBezTo>
                  <a:pt x="424762" y="63242"/>
                  <a:pt x="423933" y="60102"/>
                  <a:pt x="422275" y="57712"/>
                </a:cubicBezTo>
                <a:cubicBezTo>
                  <a:pt x="420618" y="55321"/>
                  <a:pt x="417844" y="54126"/>
                  <a:pt x="413956" y="54126"/>
                </a:cubicBezTo>
                <a:cubicBezTo>
                  <a:pt x="410577" y="54126"/>
                  <a:pt x="407118" y="55098"/>
                  <a:pt x="403580" y="57042"/>
                </a:cubicBezTo>
                <a:cubicBezTo>
                  <a:pt x="400042" y="58987"/>
                  <a:pt x="396758" y="61664"/>
                  <a:pt x="393730" y="65075"/>
                </a:cubicBezTo>
                <a:cubicBezTo>
                  <a:pt x="390702" y="68486"/>
                  <a:pt x="387992" y="72534"/>
                  <a:pt x="385602" y="77220"/>
                </a:cubicBezTo>
                <a:cubicBezTo>
                  <a:pt x="383211" y="81906"/>
                  <a:pt x="381474" y="86990"/>
                  <a:pt x="380390" y="92473"/>
                </a:cubicBezTo>
                <a:lnTo>
                  <a:pt x="372740" y="130915"/>
                </a:lnTo>
                <a:cubicBezTo>
                  <a:pt x="372612" y="131425"/>
                  <a:pt x="372389" y="131856"/>
                  <a:pt x="372070" y="132206"/>
                </a:cubicBezTo>
                <a:cubicBezTo>
                  <a:pt x="371752" y="132557"/>
                  <a:pt x="371273" y="132860"/>
                  <a:pt x="370636" y="133115"/>
                </a:cubicBezTo>
                <a:cubicBezTo>
                  <a:pt x="369998" y="133370"/>
                  <a:pt x="369154" y="133561"/>
                  <a:pt x="368102" y="133688"/>
                </a:cubicBezTo>
                <a:cubicBezTo>
                  <a:pt x="367050" y="133816"/>
                  <a:pt x="365759" y="133880"/>
                  <a:pt x="364229" y="133880"/>
                </a:cubicBezTo>
                <a:cubicBezTo>
                  <a:pt x="362635" y="133880"/>
                  <a:pt x="361344" y="133816"/>
                  <a:pt x="360356" y="133688"/>
                </a:cubicBezTo>
                <a:cubicBezTo>
                  <a:pt x="359368" y="133561"/>
                  <a:pt x="358603" y="133370"/>
                  <a:pt x="358061" y="133115"/>
                </a:cubicBezTo>
                <a:cubicBezTo>
                  <a:pt x="357519" y="132860"/>
                  <a:pt x="357168" y="132557"/>
                  <a:pt x="357009" y="132206"/>
                </a:cubicBezTo>
                <a:cubicBezTo>
                  <a:pt x="356849" y="131856"/>
                  <a:pt x="356834" y="131425"/>
                  <a:pt x="356961" y="130915"/>
                </a:cubicBezTo>
                <a:lnTo>
                  <a:pt x="374270" y="44754"/>
                </a:lnTo>
                <a:cubicBezTo>
                  <a:pt x="374334" y="44308"/>
                  <a:pt x="374509" y="43893"/>
                  <a:pt x="374796" y="43511"/>
                </a:cubicBezTo>
                <a:cubicBezTo>
                  <a:pt x="375083" y="43128"/>
                  <a:pt x="375529" y="42810"/>
                  <a:pt x="376135" y="42555"/>
                </a:cubicBezTo>
                <a:cubicBezTo>
                  <a:pt x="376740" y="42300"/>
                  <a:pt x="377505" y="42124"/>
                  <a:pt x="378430" y="42029"/>
                </a:cubicBezTo>
                <a:cubicBezTo>
                  <a:pt x="379354" y="41933"/>
                  <a:pt x="380454" y="41885"/>
                  <a:pt x="381729" y="41885"/>
                </a:cubicBezTo>
                <a:cubicBezTo>
                  <a:pt x="383068" y="41885"/>
                  <a:pt x="384167" y="41933"/>
                  <a:pt x="385028" y="42029"/>
                </a:cubicBezTo>
                <a:cubicBezTo>
                  <a:pt x="385889" y="42124"/>
                  <a:pt x="386558" y="42300"/>
                  <a:pt x="387036" y="42555"/>
                </a:cubicBezTo>
                <a:cubicBezTo>
                  <a:pt x="387514" y="42810"/>
                  <a:pt x="387817" y="43128"/>
                  <a:pt x="387945" y="43511"/>
                </a:cubicBezTo>
                <a:cubicBezTo>
                  <a:pt x="388072" y="43893"/>
                  <a:pt x="388104" y="44308"/>
                  <a:pt x="388040" y="44754"/>
                </a:cubicBezTo>
                <a:lnTo>
                  <a:pt x="384789" y="61202"/>
                </a:lnTo>
                <a:cubicBezTo>
                  <a:pt x="385745" y="59035"/>
                  <a:pt x="387307" y="56739"/>
                  <a:pt x="389475" y="54317"/>
                </a:cubicBezTo>
                <a:cubicBezTo>
                  <a:pt x="391642" y="51894"/>
                  <a:pt x="394224" y="49663"/>
                  <a:pt x="397221" y="47623"/>
                </a:cubicBezTo>
                <a:cubicBezTo>
                  <a:pt x="400217" y="45583"/>
                  <a:pt x="403516" y="43893"/>
                  <a:pt x="407118" y="42555"/>
                </a:cubicBezTo>
                <a:cubicBezTo>
                  <a:pt x="410720" y="41216"/>
                  <a:pt x="414466" y="40546"/>
                  <a:pt x="418354" y="40546"/>
                </a:cubicBezTo>
                <a:cubicBezTo>
                  <a:pt x="422626" y="40546"/>
                  <a:pt x="426196" y="41200"/>
                  <a:pt x="429065" y="42507"/>
                </a:cubicBezTo>
                <a:cubicBezTo>
                  <a:pt x="431934" y="43814"/>
                  <a:pt x="434261" y="45535"/>
                  <a:pt x="436046" y="47671"/>
                </a:cubicBezTo>
                <a:cubicBezTo>
                  <a:pt x="437831" y="49806"/>
                  <a:pt x="439106" y="52277"/>
                  <a:pt x="439871" y="55082"/>
                </a:cubicBezTo>
                <a:cubicBezTo>
                  <a:pt x="440636" y="57887"/>
                  <a:pt x="441018" y="60820"/>
                  <a:pt x="441018" y="63880"/>
                </a:cubicBez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InterestRate">
            <a:extLst xmlns:a="http://schemas.openxmlformats.org/drawingml/2006/main">
              <a:ext uri="{FF2B5EF4-FFF2-40B4-BE49-F238E27FC236}">
                <a16:creationId xmlns:a16="http://schemas.microsoft.com/office/drawing/2014/main" id="{F238D4FF-26EA-4FD8-B240-590FEF71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15" y="2112226"/>
            <a:ext cx="1002794" cy="126229"/>
          </a:xfrm>
          <a:custGeom xmlns:a="http://schemas.openxmlformats.org/drawingml/2006/main">
            <a:pathLst>
              <a:path w="1002794" h="126229">
                <a:moveTo>
                  <a:pt x="16576" y="121926"/>
                </a:moveTo>
                <a:cubicBezTo>
                  <a:pt x="16512" y="122372"/>
                  <a:pt x="16305" y="122787"/>
                  <a:pt x="15954" y="123169"/>
                </a:cubicBezTo>
                <a:cubicBezTo>
                  <a:pt x="15603" y="123552"/>
                  <a:pt x="15077" y="123855"/>
                  <a:pt x="14376" y="124078"/>
                </a:cubicBezTo>
                <a:cubicBezTo>
                  <a:pt x="13675" y="124301"/>
                  <a:pt x="12782" y="124492"/>
                  <a:pt x="11699" y="124652"/>
                </a:cubicBezTo>
                <a:cubicBezTo>
                  <a:pt x="10615" y="124811"/>
                  <a:pt x="9308" y="124891"/>
                  <a:pt x="7778" y="124891"/>
                </a:cubicBezTo>
                <a:cubicBezTo>
                  <a:pt x="6120" y="124891"/>
                  <a:pt x="4781" y="124811"/>
                  <a:pt x="3761" y="124652"/>
                </a:cubicBezTo>
                <a:cubicBezTo>
                  <a:pt x="2741" y="124492"/>
                  <a:pt x="1944" y="124301"/>
                  <a:pt x="1371" y="124078"/>
                </a:cubicBezTo>
                <a:cubicBezTo>
                  <a:pt x="797" y="123855"/>
                  <a:pt x="414" y="123552"/>
                  <a:pt x="223" y="123169"/>
                </a:cubicBezTo>
                <a:cubicBezTo>
                  <a:pt x="32" y="122787"/>
                  <a:pt x="0" y="122372"/>
                  <a:pt x="128" y="121926"/>
                </a:cubicBezTo>
                <a:lnTo>
                  <a:pt x="23843" y="2964"/>
                </a:lnTo>
                <a:cubicBezTo>
                  <a:pt x="23907" y="2518"/>
                  <a:pt x="24146" y="2104"/>
                  <a:pt x="24561" y="1721"/>
                </a:cubicBezTo>
                <a:cubicBezTo>
                  <a:pt x="24975" y="1339"/>
                  <a:pt x="25533" y="1036"/>
                  <a:pt x="26234" y="813"/>
                </a:cubicBezTo>
                <a:cubicBezTo>
                  <a:pt x="26935" y="590"/>
                  <a:pt x="27812" y="398"/>
                  <a:pt x="28864" y="239"/>
                </a:cubicBezTo>
                <a:cubicBezTo>
                  <a:pt x="29916" y="80"/>
                  <a:pt x="31207" y="0"/>
                  <a:pt x="32737" y="0"/>
                </a:cubicBezTo>
                <a:cubicBezTo>
                  <a:pt x="34267" y="0"/>
                  <a:pt x="35542" y="80"/>
                  <a:pt x="36562" y="239"/>
                </a:cubicBezTo>
                <a:cubicBezTo>
                  <a:pt x="37582" y="398"/>
                  <a:pt x="38395" y="590"/>
                  <a:pt x="39000" y="813"/>
                </a:cubicBezTo>
                <a:cubicBezTo>
                  <a:pt x="39606" y="1036"/>
                  <a:pt x="40005" y="1339"/>
                  <a:pt x="40196" y="1721"/>
                </a:cubicBezTo>
                <a:cubicBezTo>
                  <a:pt x="40387" y="2104"/>
                  <a:pt x="40419" y="2518"/>
                  <a:pt x="40291" y="2964"/>
                </a:cubicBezTo>
                <a:lnTo>
                  <a:pt x="16576" y="121926"/>
                </a:lnTo>
                <a:close/>
                <a:moveTo>
                  <a:pt x="131329" y="54891"/>
                </a:moveTo>
                <a:cubicBezTo>
                  <a:pt x="131329" y="57122"/>
                  <a:pt x="131202" y="59321"/>
                  <a:pt x="130947" y="61489"/>
                </a:cubicBezTo>
                <a:cubicBezTo>
                  <a:pt x="130692" y="63657"/>
                  <a:pt x="130341" y="65888"/>
                  <a:pt x="129895" y="68183"/>
                </a:cubicBezTo>
                <a:lnTo>
                  <a:pt x="119089" y="121926"/>
                </a:lnTo>
                <a:cubicBezTo>
                  <a:pt x="118961" y="122436"/>
                  <a:pt x="118754" y="122866"/>
                  <a:pt x="118467" y="123217"/>
                </a:cubicBezTo>
                <a:cubicBezTo>
                  <a:pt x="118180" y="123568"/>
                  <a:pt x="117702" y="123871"/>
                  <a:pt x="117033" y="124126"/>
                </a:cubicBezTo>
                <a:cubicBezTo>
                  <a:pt x="116364" y="124381"/>
                  <a:pt x="115519" y="124572"/>
                  <a:pt x="114499" y="124699"/>
                </a:cubicBezTo>
                <a:cubicBezTo>
                  <a:pt x="113479" y="124827"/>
                  <a:pt x="112172" y="124891"/>
                  <a:pt x="110578" y="124891"/>
                </a:cubicBezTo>
                <a:cubicBezTo>
                  <a:pt x="109048" y="124891"/>
                  <a:pt x="107789" y="124827"/>
                  <a:pt x="106801" y="124699"/>
                </a:cubicBezTo>
                <a:cubicBezTo>
                  <a:pt x="105813" y="124572"/>
                  <a:pt x="105047" y="124381"/>
                  <a:pt x="104506" y="124126"/>
                </a:cubicBezTo>
                <a:cubicBezTo>
                  <a:pt x="103964" y="123871"/>
                  <a:pt x="103613" y="123568"/>
                  <a:pt x="103454" y="123217"/>
                </a:cubicBezTo>
                <a:cubicBezTo>
                  <a:pt x="103294" y="122866"/>
                  <a:pt x="103246" y="122436"/>
                  <a:pt x="103310" y="121926"/>
                </a:cubicBezTo>
                <a:lnTo>
                  <a:pt x="113925" y="68757"/>
                </a:lnTo>
                <a:cubicBezTo>
                  <a:pt x="114371" y="66780"/>
                  <a:pt x="114674" y="64868"/>
                  <a:pt x="114833" y="63019"/>
                </a:cubicBezTo>
                <a:cubicBezTo>
                  <a:pt x="114993" y="61170"/>
                  <a:pt x="115073" y="59545"/>
                  <a:pt x="115073" y="58142"/>
                </a:cubicBezTo>
                <a:cubicBezTo>
                  <a:pt x="115073" y="54253"/>
                  <a:pt x="114244" y="51113"/>
                  <a:pt x="112586" y="48723"/>
                </a:cubicBezTo>
                <a:cubicBezTo>
                  <a:pt x="110929" y="46332"/>
                  <a:pt x="108155" y="45137"/>
                  <a:pt x="104267" y="45137"/>
                </a:cubicBezTo>
                <a:cubicBezTo>
                  <a:pt x="100888" y="45137"/>
                  <a:pt x="97429" y="46109"/>
                  <a:pt x="93891" y="48053"/>
                </a:cubicBezTo>
                <a:cubicBezTo>
                  <a:pt x="90353" y="49998"/>
                  <a:pt x="87069" y="52675"/>
                  <a:pt x="84041" y="56086"/>
                </a:cubicBezTo>
                <a:cubicBezTo>
                  <a:pt x="81013" y="59497"/>
                  <a:pt x="78303" y="63545"/>
                  <a:pt x="75913" y="68231"/>
                </a:cubicBezTo>
                <a:cubicBezTo>
                  <a:pt x="73522" y="72917"/>
                  <a:pt x="71785" y="78001"/>
                  <a:pt x="70701" y="83484"/>
                </a:cubicBezTo>
                <a:lnTo>
                  <a:pt x="63051" y="121926"/>
                </a:lnTo>
                <a:cubicBezTo>
                  <a:pt x="62923" y="122436"/>
                  <a:pt x="62700" y="122866"/>
                  <a:pt x="62381" y="123217"/>
                </a:cubicBezTo>
                <a:cubicBezTo>
                  <a:pt x="62063" y="123568"/>
                  <a:pt x="61584" y="123871"/>
                  <a:pt x="60947" y="124126"/>
                </a:cubicBezTo>
                <a:cubicBezTo>
                  <a:pt x="60309" y="124381"/>
                  <a:pt x="59465" y="124572"/>
                  <a:pt x="58413" y="124699"/>
                </a:cubicBezTo>
                <a:cubicBezTo>
                  <a:pt x="57361" y="124827"/>
                  <a:pt x="56070" y="124891"/>
                  <a:pt x="54540" y="124891"/>
                </a:cubicBezTo>
                <a:cubicBezTo>
                  <a:pt x="52946" y="124891"/>
                  <a:pt x="51655" y="124827"/>
                  <a:pt x="50667" y="124699"/>
                </a:cubicBezTo>
                <a:cubicBezTo>
                  <a:pt x="49679" y="124572"/>
                  <a:pt x="48914" y="124381"/>
                  <a:pt x="48372" y="124126"/>
                </a:cubicBezTo>
                <a:cubicBezTo>
                  <a:pt x="47830" y="123871"/>
                  <a:pt x="47479" y="123568"/>
                  <a:pt x="47320" y="123217"/>
                </a:cubicBezTo>
                <a:cubicBezTo>
                  <a:pt x="47160" y="122866"/>
                  <a:pt x="47145" y="122436"/>
                  <a:pt x="47272" y="121926"/>
                </a:cubicBezTo>
                <a:lnTo>
                  <a:pt x="64581" y="35765"/>
                </a:lnTo>
                <a:cubicBezTo>
                  <a:pt x="64645" y="35319"/>
                  <a:pt x="64820" y="34904"/>
                  <a:pt x="65107" y="34522"/>
                </a:cubicBezTo>
                <a:cubicBezTo>
                  <a:pt x="65394" y="34139"/>
                  <a:pt x="65840" y="33821"/>
                  <a:pt x="66446" y="33566"/>
                </a:cubicBezTo>
                <a:cubicBezTo>
                  <a:pt x="67051" y="33311"/>
                  <a:pt x="67816" y="33135"/>
                  <a:pt x="68741" y="33040"/>
                </a:cubicBezTo>
                <a:cubicBezTo>
                  <a:pt x="69665" y="32944"/>
                  <a:pt x="70765" y="32896"/>
                  <a:pt x="72040" y="32896"/>
                </a:cubicBezTo>
                <a:cubicBezTo>
                  <a:pt x="73379" y="32896"/>
                  <a:pt x="74478" y="32944"/>
                  <a:pt x="75339" y="33040"/>
                </a:cubicBezTo>
                <a:cubicBezTo>
                  <a:pt x="76200" y="33135"/>
                  <a:pt x="76869" y="33311"/>
                  <a:pt x="77347" y="33566"/>
                </a:cubicBezTo>
                <a:cubicBezTo>
                  <a:pt x="77825" y="33821"/>
                  <a:pt x="78128" y="34139"/>
                  <a:pt x="78256" y="34522"/>
                </a:cubicBezTo>
                <a:cubicBezTo>
                  <a:pt x="78383" y="34904"/>
                  <a:pt x="78415" y="35319"/>
                  <a:pt x="78351" y="35765"/>
                </a:cubicBezTo>
                <a:lnTo>
                  <a:pt x="75100" y="52213"/>
                </a:lnTo>
                <a:cubicBezTo>
                  <a:pt x="76056" y="50045"/>
                  <a:pt x="77618" y="47750"/>
                  <a:pt x="79786" y="45328"/>
                </a:cubicBezTo>
                <a:cubicBezTo>
                  <a:pt x="81953" y="42905"/>
                  <a:pt x="84535" y="40674"/>
                  <a:pt x="87532" y="38634"/>
                </a:cubicBezTo>
                <a:cubicBezTo>
                  <a:pt x="90528" y="36594"/>
                  <a:pt x="93827" y="34904"/>
                  <a:pt x="97429" y="33566"/>
                </a:cubicBezTo>
                <a:cubicBezTo>
                  <a:pt x="101031" y="32227"/>
                  <a:pt x="104777" y="31557"/>
                  <a:pt x="108665" y="31557"/>
                </a:cubicBezTo>
                <a:cubicBezTo>
                  <a:pt x="112937" y="31557"/>
                  <a:pt x="116507" y="32211"/>
                  <a:pt x="119376" y="33518"/>
                </a:cubicBezTo>
                <a:cubicBezTo>
                  <a:pt x="122245" y="34825"/>
                  <a:pt x="124572" y="36546"/>
                  <a:pt x="126357" y="38682"/>
                </a:cubicBezTo>
                <a:cubicBezTo>
                  <a:pt x="128142" y="40817"/>
                  <a:pt x="129417" y="43288"/>
                  <a:pt x="130182" y="46093"/>
                </a:cubicBezTo>
                <a:cubicBezTo>
                  <a:pt x="130947" y="48898"/>
                  <a:pt x="131329" y="51831"/>
                  <a:pt x="131329" y="54891"/>
                </a:cubicBezTo>
                <a:close/>
                <a:moveTo>
                  <a:pt x="207955" y="36721"/>
                </a:moveTo>
                <a:cubicBezTo>
                  <a:pt x="207955" y="37295"/>
                  <a:pt x="207923" y="37917"/>
                  <a:pt x="207860" y="38586"/>
                </a:cubicBezTo>
                <a:cubicBezTo>
                  <a:pt x="207796" y="39255"/>
                  <a:pt x="207668" y="39941"/>
                  <a:pt x="207477" y="40642"/>
                </a:cubicBezTo>
                <a:cubicBezTo>
                  <a:pt x="207286" y="41343"/>
                  <a:pt x="207031" y="42045"/>
                  <a:pt x="206712" y="42746"/>
                </a:cubicBezTo>
                <a:cubicBezTo>
                  <a:pt x="206393" y="43447"/>
                  <a:pt x="206059" y="44069"/>
                  <a:pt x="205708" y="44611"/>
                </a:cubicBezTo>
                <a:cubicBezTo>
                  <a:pt x="205357" y="45153"/>
                  <a:pt x="204959" y="45583"/>
                  <a:pt x="204513" y="45902"/>
                </a:cubicBezTo>
                <a:cubicBezTo>
                  <a:pt x="204066" y="46220"/>
                  <a:pt x="203556" y="46380"/>
                  <a:pt x="202982" y="46380"/>
                </a:cubicBezTo>
                <a:lnTo>
                  <a:pt x="180988" y="46380"/>
                </a:lnTo>
                <a:lnTo>
                  <a:pt x="171329" y="94511"/>
                </a:lnTo>
                <a:cubicBezTo>
                  <a:pt x="171074" y="95853"/>
                  <a:pt x="170851" y="97358"/>
                  <a:pt x="170660" y="99023"/>
                </a:cubicBezTo>
                <a:cubicBezTo>
                  <a:pt x="170469" y="100687"/>
                  <a:pt x="170373" y="102062"/>
                  <a:pt x="170373" y="103150"/>
                </a:cubicBezTo>
                <a:cubicBezTo>
                  <a:pt x="170373" y="106413"/>
                  <a:pt x="171059" y="108797"/>
                  <a:pt x="172429" y="110301"/>
                </a:cubicBezTo>
                <a:cubicBezTo>
                  <a:pt x="173800" y="111803"/>
                  <a:pt x="176015" y="112555"/>
                  <a:pt x="179075" y="112555"/>
                </a:cubicBezTo>
                <a:cubicBezTo>
                  <a:pt x="180797" y="112555"/>
                  <a:pt x="182295" y="112411"/>
                  <a:pt x="183570" y="112124"/>
                </a:cubicBezTo>
                <a:cubicBezTo>
                  <a:pt x="184845" y="111837"/>
                  <a:pt x="185945" y="111534"/>
                  <a:pt x="186869" y="111216"/>
                </a:cubicBezTo>
                <a:cubicBezTo>
                  <a:pt x="187794" y="110897"/>
                  <a:pt x="188606" y="110594"/>
                  <a:pt x="189308" y="110307"/>
                </a:cubicBezTo>
                <a:cubicBezTo>
                  <a:pt x="190009" y="110020"/>
                  <a:pt x="190615" y="109877"/>
                  <a:pt x="191125" y="109877"/>
                </a:cubicBezTo>
                <a:cubicBezTo>
                  <a:pt x="191635" y="109877"/>
                  <a:pt x="192033" y="110052"/>
                  <a:pt x="192320" y="110403"/>
                </a:cubicBezTo>
                <a:cubicBezTo>
                  <a:pt x="192607" y="110754"/>
                  <a:pt x="192750" y="111407"/>
                  <a:pt x="192750" y="112363"/>
                </a:cubicBezTo>
                <a:cubicBezTo>
                  <a:pt x="192750" y="113192"/>
                  <a:pt x="192671" y="114101"/>
                  <a:pt x="192511" y="115089"/>
                </a:cubicBezTo>
                <a:cubicBezTo>
                  <a:pt x="192352" y="116077"/>
                  <a:pt x="192145" y="117049"/>
                  <a:pt x="191890" y="118005"/>
                </a:cubicBezTo>
                <a:cubicBezTo>
                  <a:pt x="191635" y="118962"/>
                  <a:pt x="191316" y="119822"/>
                  <a:pt x="190933" y="120587"/>
                </a:cubicBezTo>
                <a:cubicBezTo>
                  <a:pt x="190551" y="121352"/>
                  <a:pt x="190136" y="121958"/>
                  <a:pt x="189690" y="122404"/>
                </a:cubicBezTo>
                <a:cubicBezTo>
                  <a:pt x="189180" y="122851"/>
                  <a:pt x="188415" y="123297"/>
                  <a:pt x="187395" y="123743"/>
                </a:cubicBezTo>
                <a:cubicBezTo>
                  <a:pt x="186375" y="124189"/>
                  <a:pt x="185196" y="124588"/>
                  <a:pt x="183857" y="124938"/>
                </a:cubicBezTo>
                <a:cubicBezTo>
                  <a:pt x="182518" y="125289"/>
                  <a:pt x="181100" y="125560"/>
                  <a:pt x="179601" y="125751"/>
                </a:cubicBezTo>
                <a:cubicBezTo>
                  <a:pt x="178103" y="125942"/>
                  <a:pt x="176621" y="126038"/>
                  <a:pt x="175155" y="126038"/>
                </a:cubicBezTo>
                <a:cubicBezTo>
                  <a:pt x="171585" y="126038"/>
                  <a:pt x="168493" y="125655"/>
                  <a:pt x="165879" y="124888"/>
                </a:cubicBezTo>
                <a:cubicBezTo>
                  <a:pt x="163265" y="124121"/>
                  <a:pt x="161065" y="122923"/>
                  <a:pt x="159280" y="121296"/>
                </a:cubicBezTo>
                <a:cubicBezTo>
                  <a:pt x="157495" y="119666"/>
                  <a:pt x="156172" y="117622"/>
                  <a:pt x="155312" y="115163"/>
                </a:cubicBezTo>
                <a:cubicBezTo>
                  <a:pt x="154451" y="112703"/>
                  <a:pt x="154021" y="109748"/>
                  <a:pt x="154021" y="106300"/>
                </a:cubicBezTo>
                <a:cubicBezTo>
                  <a:pt x="154021" y="105533"/>
                  <a:pt x="154053" y="104686"/>
                  <a:pt x="154116" y="103760"/>
                </a:cubicBezTo>
                <a:cubicBezTo>
                  <a:pt x="154180" y="102833"/>
                  <a:pt x="154292" y="101859"/>
                  <a:pt x="154451" y="100837"/>
                </a:cubicBezTo>
                <a:cubicBezTo>
                  <a:pt x="154610" y="99815"/>
                  <a:pt x="154770" y="98793"/>
                  <a:pt x="154929" y="97771"/>
                </a:cubicBezTo>
                <a:cubicBezTo>
                  <a:pt x="155089" y="96749"/>
                  <a:pt x="155264" y="95791"/>
                  <a:pt x="155455" y="94896"/>
                </a:cubicBezTo>
                <a:lnTo>
                  <a:pt x="165114" y="46380"/>
                </a:lnTo>
                <a:lnTo>
                  <a:pt x="153160" y="46380"/>
                </a:lnTo>
                <a:cubicBezTo>
                  <a:pt x="152459" y="46380"/>
                  <a:pt x="151917" y="46173"/>
                  <a:pt x="151534" y="45758"/>
                </a:cubicBezTo>
                <a:cubicBezTo>
                  <a:pt x="151152" y="45344"/>
                  <a:pt x="150961" y="44531"/>
                  <a:pt x="150961" y="43320"/>
                </a:cubicBezTo>
                <a:cubicBezTo>
                  <a:pt x="150961" y="42427"/>
                  <a:pt x="151056" y="41391"/>
                  <a:pt x="151248" y="40212"/>
                </a:cubicBezTo>
                <a:cubicBezTo>
                  <a:pt x="151439" y="39032"/>
                  <a:pt x="151726" y="37933"/>
                  <a:pt x="152108" y="36913"/>
                </a:cubicBezTo>
                <a:cubicBezTo>
                  <a:pt x="152491" y="35892"/>
                  <a:pt x="152985" y="35032"/>
                  <a:pt x="153590" y="34331"/>
                </a:cubicBezTo>
                <a:cubicBezTo>
                  <a:pt x="154196" y="33629"/>
                  <a:pt x="154913" y="33279"/>
                  <a:pt x="155742" y="33279"/>
                </a:cubicBezTo>
                <a:lnTo>
                  <a:pt x="167791" y="33279"/>
                </a:lnTo>
                <a:lnTo>
                  <a:pt x="171903" y="12814"/>
                </a:lnTo>
                <a:cubicBezTo>
                  <a:pt x="171967" y="12368"/>
                  <a:pt x="172174" y="11954"/>
                  <a:pt x="172525" y="11571"/>
                </a:cubicBezTo>
                <a:cubicBezTo>
                  <a:pt x="172875" y="11189"/>
                  <a:pt x="173370" y="10854"/>
                  <a:pt x="174007" y="10567"/>
                </a:cubicBezTo>
                <a:cubicBezTo>
                  <a:pt x="174645" y="10280"/>
                  <a:pt x="175489" y="10073"/>
                  <a:pt x="176541" y="9945"/>
                </a:cubicBezTo>
                <a:cubicBezTo>
                  <a:pt x="177593" y="9818"/>
                  <a:pt x="178884" y="9754"/>
                  <a:pt x="180414" y="9754"/>
                </a:cubicBezTo>
                <a:cubicBezTo>
                  <a:pt x="181944" y="9754"/>
                  <a:pt x="183203" y="9818"/>
                  <a:pt x="184192" y="9945"/>
                </a:cubicBezTo>
                <a:cubicBezTo>
                  <a:pt x="185180" y="10073"/>
                  <a:pt x="185945" y="10280"/>
                  <a:pt x="186487" y="10567"/>
                </a:cubicBezTo>
                <a:cubicBezTo>
                  <a:pt x="187028" y="10854"/>
                  <a:pt x="187379" y="11189"/>
                  <a:pt x="187538" y="11571"/>
                </a:cubicBezTo>
                <a:cubicBezTo>
                  <a:pt x="187698" y="11954"/>
                  <a:pt x="187746" y="12368"/>
                  <a:pt x="187682" y="12814"/>
                </a:cubicBezTo>
                <a:lnTo>
                  <a:pt x="183570" y="33279"/>
                </a:lnTo>
                <a:lnTo>
                  <a:pt x="205564" y="33279"/>
                </a:lnTo>
                <a:cubicBezTo>
                  <a:pt x="206521" y="33279"/>
                  <a:pt x="207158" y="33629"/>
                  <a:pt x="207477" y="34331"/>
                </a:cubicBezTo>
                <a:cubicBezTo>
                  <a:pt x="207796" y="35032"/>
                  <a:pt x="207955" y="35829"/>
                  <a:pt x="207955" y="36721"/>
                </a:cubicBezTo>
                <a:close/>
                <a:moveTo>
                  <a:pt x="292261" y="53456"/>
                </a:moveTo>
                <a:cubicBezTo>
                  <a:pt x="292261" y="57855"/>
                  <a:pt x="291241" y="61808"/>
                  <a:pt x="289201" y="65314"/>
                </a:cubicBezTo>
                <a:cubicBezTo>
                  <a:pt x="287161" y="68821"/>
                  <a:pt x="283974" y="71817"/>
                  <a:pt x="279638" y="74303"/>
                </a:cubicBezTo>
                <a:cubicBezTo>
                  <a:pt x="275303" y="76790"/>
                  <a:pt x="269757" y="78702"/>
                  <a:pt x="262999" y="80041"/>
                </a:cubicBezTo>
                <a:cubicBezTo>
                  <a:pt x="256241" y="81380"/>
                  <a:pt x="248145" y="82049"/>
                  <a:pt x="238709" y="82049"/>
                </a:cubicBezTo>
                <a:lnTo>
                  <a:pt x="228573" y="82049"/>
                </a:lnTo>
                <a:cubicBezTo>
                  <a:pt x="228127" y="84159"/>
                  <a:pt x="227824" y="86205"/>
                  <a:pt x="227664" y="88187"/>
                </a:cubicBezTo>
                <a:cubicBezTo>
                  <a:pt x="227505" y="90170"/>
                  <a:pt x="227425" y="92024"/>
                  <a:pt x="227425" y="93752"/>
                </a:cubicBezTo>
                <a:cubicBezTo>
                  <a:pt x="227425" y="100147"/>
                  <a:pt x="229003" y="105039"/>
                  <a:pt x="232159" y="108428"/>
                </a:cubicBezTo>
                <a:cubicBezTo>
                  <a:pt x="235315" y="111816"/>
                  <a:pt x="240431" y="113511"/>
                  <a:pt x="247507" y="113511"/>
                </a:cubicBezTo>
                <a:cubicBezTo>
                  <a:pt x="251587" y="113511"/>
                  <a:pt x="255253" y="113203"/>
                  <a:pt x="258505" y="112587"/>
                </a:cubicBezTo>
                <a:cubicBezTo>
                  <a:pt x="261756" y="111972"/>
                  <a:pt x="264577" y="111307"/>
                  <a:pt x="266968" y="110594"/>
                </a:cubicBezTo>
                <a:cubicBezTo>
                  <a:pt x="269358" y="109881"/>
                  <a:pt x="271319" y="109217"/>
                  <a:pt x="272849" y="108601"/>
                </a:cubicBezTo>
                <a:cubicBezTo>
                  <a:pt x="274379" y="107985"/>
                  <a:pt x="275431" y="107677"/>
                  <a:pt x="276004" y="107677"/>
                </a:cubicBezTo>
                <a:cubicBezTo>
                  <a:pt x="276578" y="107677"/>
                  <a:pt x="277009" y="107886"/>
                  <a:pt x="277295" y="108302"/>
                </a:cubicBezTo>
                <a:cubicBezTo>
                  <a:pt x="277582" y="108718"/>
                  <a:pt x="277726" y="109311"/>
                  <a:pt x="277726" y="110080"/>
                </a:cubicBezTo>
                <a:cubicBezTo>
                  <a:pt x="277726" y="110722"/>
                  <a:pt x="277662" y="111491"/>
                  <a:pt x="277535" y="112387"/>
                </a:cubicBezTo>
                <a:cubicBezTo>
                  <a:pt x="277407" y="113284"/>
                  <a:pt x="277216" y="114197"/>
                  <a:pt x="276961" y="115128"/>
                </a:cubicBezTo>
                <a:cubicBezTo>
                  <a:pt x="276706" y="116056"/>
                  <a:pt x="276371" y="116937"/>
                  <a:pt x="275957" y="117772"/>
                </a:cubicBezTo>
                <a:cubicBezTo>
                  <a:pt x="275542" y="118605"/>
                  <a:pt x="275080" y="119309"/>
                  <a:pt x="274570" y="119885"/>
                </a:cubicBezTo>
                <a:cubicBezTo>
                  <a:pt x="273805" y="120654"/>
                  <a:pt x="272450" y="121407"/>
                  <a:pt x="270506" y="122144"/>
                </a:cubicBezTo>
                <a:cubicBezTo>
                  <a:pt x="268561" y="122881"/>
                  <a:pt x="266250" y="123555"/>
                  <a:pt x="263573" y="124164"/>
                </a:cubicBezTo>
                <a:cubicBezTo>
                  <a:pt x="260895" y="124772"/>
                  <a:pt x="257963" y="125268"/>
                  <a:pt x="254775" y="125653"/>
                </a:cubicBezTo>
                <a:cubicBezTo>
                  <a:pt x="251587" y="126037"/>
                  <a:pt x="248400" y="126229"/>
                  <a:pt x="245212" y="126229"/>
                </a:cubicBezTo>
                <a:cubicBezTo>
                  <a:pt x="239538" y="126229"/>
                  <a:pt x="234566" y="125592"/>
                  <a:pt x="230294" y="124317"/>
                </a:cubicBezTo>
                <a:cubicBezTo>
                  <a:pt x="226023" y="123040"/>
                  <a:pt x="222469" y="121077"/>
                  <a:pt x="219632" y="118430"/>
                </a:cubicBezTo>
                <a:cubicBezTo>
                  <a:pt x="216795" y="115780"/>
                  <a:pt x="214675" y="112477"/>
                  <a:pt x="213272" y="108520"/>
                </a:cubicBezTo>
                <a:cubicBezTo>
                  <a:pt x="211870" y="104564"/>
                  <a:pt x="211168" y="99905"/>
                  <a:pt x="211168" y="94544"/>
                </a:cubicBezTo>
                <a:cubicBezTo>
                  <a:pt x="211168" y="90396"/>
                  <a:pt x="211567" y="85945"/>
                  <a:pt x="212364" y="81191"/>
                </a:cubicBezTo>
                <a:cubicBezTo>
                  <a:pt x="213161" y="76436"/>
                  <a:pt x="214420" y="71729"/>
                  <a:pt x="216141" y="67071"/>
                </a:cubicBezTo>
                <a:cubicBezTo>
                  <a:pt x="217862" y="62413"/>
                  <a:pt x="220094" y="57947"/>
                  <a:pt x="222835" y="53671"/>
                </a:cubicBezTo>
                <a:cubicBezTo>
                  <a:pt x="225576" y="49394"/>
                  <a:pt x="228844" y="45629"/>
                  <a:pt x="232637" y="42375"/>
                </a:cubicBezTo>
                <a:cubicBezTo>
                  <a:pt x="236430" y="39120"/>
                  <a:pt x="240813" y="36503"/>
                  <a:pt x="245786" y="34525"/>
                </a:cubicBezTo>
                <a:cubicBezTo>
                  <a:pt x="250759" y="32546"/>
                  <a:pt x="256369" y="31557"/>
                  <a:pt x="262617" y="31557"/>
                </a:cubicBezTo>
                <a:cubicBezTo>
                  <a:pt x="267972" y="31557"/>
                  <a:pt x="272514" y="32227"/>
                  <a:pt x="276244" y="33566"/>
                </a:cubicBezTo>
                <a:cubicBezTo>
                  <a:pt x="279973" y="34904"/>
                  <a:pt x="283033" y="36626"/>
                  <a:pt x="285424" y="38729"/>
                </a:cubicBezTo>
                <a:cubicBezTo>
                  <a:pt x="287815" y="40833"/>
                  <a:pt x="289552" y="43176"/>
                  <a:pt x="290636" y="45758"/>
                </a:cubicBezTo>
                <a:cubicBezTo>
                  <a:pt x="291719" y="48340"/>
                  <a:pt x="292261" y="50906"/>
                  <a:pt x="292261" y="53456"/>
                </a:cubicBezTo>
                <a:moveTo>
                  <a:pt x="276100" y="54891"/>
                </a:moveTo>
                <a:cubicBezTo>
                  <a:pt x="276100" y="51639"/>
                  <a:pt x="274825" y="49010"/>
                  <a:pt x="272275" y="47001"/>
                </a:cubicBezTo>
                <a:cubicBezTo>
                  <a:pt x="269725" y="44993"/>
                  <a:pt x="266091" y="43989"/>
                  <a:pt x="261373" y="43989"/>
                </a:cubicBezTo>
                <a:cubicBezTo>
                  <a:pt x="257229" y="43989"/>
                  <a:pt x="253564" y="44706"/>
                  <a:pt x="250376" y="46141"/>
                </a:cubicBezTo>
                <a:cubicBezTo>
                  <a:pt x="247188" y="47575"/>
                  <a:pt x="244367" y="49504"/>
                  <a:pt x="241913" y="51926"/>
                </a:cubicBezTo>
                <a:cubicBezTo>
                  <a:pt x="239459" y="54349"/>
                  <a:pt x="237355" y="57170"/>
                  <a:pt x="235602" y="60389"/>
                </a:cubicBezTo>
                <a:cubicBezTo>
                  <a:pt x="233848" y="63609"/>
                  <a:pt x="232430" y="67004"/>
                  <a:pt x="231346" y="70574"/>
                </a:cubicBezTo>
                <a:lnTo>
                  <a:pt x="241100" y="70574"/>
                </a:lnTo>
                <a:cubicBezTo>
                  <a:pt x="247794" y="70574"/>
                  <a:pt x="253388" y="70159"/>
                  <a:pt x="257883" y="69331"/>
                </a:cubicBezTo>
                <a:cubicBezTo>
                  <a:pt x="262377" y="68502"/>
                  <a:pt x="265979" y="67370"/>
                  <a:pt x="268689" y="65936"/>
                </a:cubicBezTo>
                <a:cubicBezTo>
                  <a:pt x="271398" y="64501"/>
                  <a:pt x="273311" y="62828"/>
                  <a:pt x="274427" y="60915"/>
                </a:cubicBezTo>
                <a:cubicBezTo>
                  <a:pt x="275542" y="59003"/>
                  <a:pt x="276100" y="56994"/>
                  <a:pt x="276100" y="54891"/>
                </a:cubicBezTo>
                <a:close/>
                <a:moveTo>
                  <a:pt x="369328" y="35956"/>
                </a:moveTo>
                <a:cubicBezTo>
                  <a:pt x="369328" y="36211"/>
                  <a:pt x="369280" y="36705"/>
                  <a:pt x="369184" y="37438"/>
                </a:cubicBezTo>
                <a:cubicBezTo>
                  <a:pt x="369089" y="38172"/>
                  <a:pt x="368977" y="39016"/>
                  <a:pt x="368850" y="39973"/>
                </a:cubicBezTo>
                <a:cubicBezTo>
                  <a:pt x="368722" y="40929"/>
                  <a:pt x="368531" y="41917"/>
                  <a:pt x="368276" y="42937"/>
                </a:cubicBezTo>
                <a:cubicBezTo>
                  <a:pt x="368021" y="43957"/>
                  <a:pt x="367702" y="44897"/>
                  <a:pt x="367319" y="45758"/>
                </a:cubicBezTo>
                <a:cubicBezTo>
                  <a:pt x="366937" y="46619"/>
                  <a:pt x="366539" y="47336"/>
                  <a:pt x="366124" y="47910"/>
                </a:cubicBezTo>
                <a:cubicBezTo>
                  <a:pt x="365710" y="48484"/>
                  <a:pt x="365248" y="48770"/>
                  <a:pt x="364738" y="48770"/>
                </a:cubicBezTo>
                <a:cubicBezTo>
                  <a:pt x="364228" y="48770"/>
                  <a:pt x="363670" y="48659"/>
                  <a:pt x="363064" y="48436"/>
                </a:cubicBezTo>
                <a:cubicBezTo>
                  <a:pt x="362458" y="48213"/>
                  <a:pt x="361789" y="47942"/>
                  <a:pt x="361056" y="47623"/>
                </a:cubicBezTo>
                <a:cubicBezTo>
                  <a:pt x="360323" y="47304"/>
                  <a:pt x="359478" y="47033"/>
                  <a:pt x="358522" y="46810"/>
                </a:cubicBezTo>
                <a:cubicBezTo>
                  <a:pt x="357565" y="46587"/>
                  <a:pt x="356450" y="46475"/>
                  <a:pt x="355175" y="46475"/>
                </a:cubicBezTo>
                <a:cubicBezTo>
                  <a:pt x="353007" y="46475"/>
                  <a:pt x="350505" y="47416"/>
                  <a:pt x="347668" y="49296"/>
                </a:cubicBezTo>
                <a:cubicBezTo>
                  <a:pt x="344831" y="51177"/>
                  <a:pt x="342042" y="53775"/>
                  <a:pt x="339300" y="57090"/>
                </a:cubicBezTo>
                <a:cubicBezTo>
                  <a:pt x="336559" y="60405"/>
                  <a:pt x="334057" y="64326"/>
                  <a:pt x="331794" y="68852"/>
                </a:cubicBezTo>
                <a:cubicBezTo>
                  <a:pt x="329530" y="73379"/>
                  <a:pt x="327857" y="78288"/>
                  <a:pt x="326773" y="83579"/>
                </a:cubicBezTo>
                <a:lnTo>
                  <a:pt x="319218" y="121926"/>
                </a:lnTo>
                <a:cubicBezTo>
                  <a:pt x="319091" y="122436"/>
                  <a:pt x="318868" y="122866"/>
                  <a:pt x="318549" y="123217"/>
                </a:cubicBezTo>
                <a:cubicBezTo>
                  <a:pt x="318230" y="123568"/>
                  <a:pt x="317752" y="123871"/>
                  <a:pt x="317115" y="124126"/>
                </a:cubicBezTo>
                <a:cubicBezTo>
                  <a:pt x="316477" y="124381"/>
                  <a:pt x="315632" y="124572"/>
                  <a:pt x="314580" y="124699"/>
                </a:cubicBezTo>
                <a:cubicBezTo>
                  <a:pt x="313529" y="124827"/>
                  <a:pt x="312238" y="124891"/>
                  <a:pt x="310708" y="124891"/>
                </a:cubicBezTo>
                <a:cubicBezTo>
                  <a:pt x="309114" y="124891"/>
                  <a:pt x="307823" y="124827"/>
                  <a:pt x="306835" y="124699"/>
                </a:cubicBezTo>
                <a:cubicBezTo>
                  <a:pt x="305846" y="124572"/>
                  <a:pt x="305081" y="124381"/>
                  <a:pt x="304540" y="124126"/>
                </a:cubicBezTo>
                <a:cubicBezTo>
                  <a:pt x="303998" y="123871"/>
                  <a:pt x="303647" y="123568"/>
                  <a:pt x="303488" y="123217"/>
                </a:cubicBezTo>
                <a:cubicBezTo>
                  <a:pt x="303328" y="122866"/>
                  <a:pt x="303312" y="122436"/>
                  <a:pt x="303440" y="121926"/>
                </a:cubicBezTo>
                <a:lnTo>
                  <a:pt x="320557" y="35765"/>
                </a:lnTo>
                <a:cubicBezTo>
                  <a:pt x="320621" y="35319"/>
                  <a:pt x="320812" y="34904"/>
                  <a:pt x="321131" y="34522"/>
                </a:cubicBezTo>
                <a:cubicBezTo>
                  <a:pt x="321450" y="34139"/>
                  <a:pt x="321928" y="33821"/>
                  <a:pt x="322565" y="33566"/>
                </a:cubicBezTo>
                <a:cubicBezTo>
                  <a:pt x="323203" y="33311"/>
                  <a:pt x="323984" y="33135"/>
                  <a:pt x="324908" y="33040"/>
                </a:cubicBezTo>
                <a:cubicBezTo>
                  <a:pt x="325833" y="32944"/>
                  <a:pt x="326932" y="32896"/>
                  <a:pt x="328208" y="32896"/>
                </a:cubicBezTo>
                <a:cubicBezTo>
                  <a:pt x="329546" y="32896"/>
                  <a:pt x="330646" y="32944"/>
                  <a:pt x="331507" y="33040"/>
                </a:cubicBezTo>
                <a:cubicBezTo>
                  <a:pt x="332367" y="33135"/>
                  <a:pt x="333037" y="33311"/>
                  <a:pt x="333515" y="33566"/>
                </a:cubicBezTo>
                <a:cubicBezTo>
                  <a:pt x="333993" y="33821"/>
                  <a:pt x="334296" y="34139"/>
                  <a:pt x="334423" y="34522"/>
                </a:cubicBezTo>
                <a:cubicBezTo>
                  <a:pt x="334551" y="34904"/>
                  <a:pt x="334583" y="35319"/>
                  <a:pt x="334519" y="35765"/>
                </a:cubicBezTo>
                <a:lnTo>
                  <a:pt x="331363" y="51448"/>
                </a:lnTo>
                <a:cubicBezTo>
                  <a:pt x="332830" y="48834"/>
                  <a:pt x="334567" y="46316"/>
                  <a:pt x="336575" y="43893"/>
                </a:cubicBezTo>
                <a:cubicBezTo>
                  <a:pt x="338583" y="41471"/>
                  <a:pt x="340767" y="39351"/>
                  <a:pt x="343126" y="37534"/>
                </a:cubicBezTo>
                <a:cubicBezTo>
                  <a:pt x="345484" y="35717"/>
                  <a:pt x="347955" y="34267"/>
                  <a:pt x="350537" y="33183"/>
                </a:cubicBezTo>
                <a:cubicBezTo>
                  <a:pt x="353119" y="32099"/>
                  <a:pt x="355653" y="31557"/>
                  <a:pt x="358139" y="31557"/>
                </a:cubicBezTo>
                <a:cubicBezTo>
                  <a:pt x="359223" y="31557"/>
                  <a:pt x="360323" y="31637"/>
                  <a:pt x="361438" y="31796"/>
                </a:cubicBezTo>
                <a:cubicBezTo>
                  <a:pt x="362554" y="31956"/>
                  <a:pt x="363590" y="32147"/>
                  <a:pt x="364546" y="32370"/>
                </a:cubicBezTo>
                <a:cubicBezTo>
                  <a:pt x="365503" y="32593"/>
                  <a:pt x="366347" y="32848"/>
                  <a:pt x="367080" y="33135"/>
                </a:cubicBezTo>
                <a:cubicBezTo>
                  <a:pt x="367814" y="33422"/>
                  <a:pt x="368371" y="33757"/>
                  <a:pt x="368754" y="34139"/>
                </a:cubicBezTo>
                <a:cubicBezTo>
                  <a:pt x="369136" y="34522"/>
                  <a:pt x="369328" y="35127"/>
                  <a:pt x="369328" y="35956"/>
                </a:cubicBezTo>
                <a:close/>
                <a:moveTo>
                  <a:pt x="453052" y="53456"/>
                </a:moveTo>
                <a:cubicBezTo>
                  <a:pt x="453052" y="57855"/>
                  <a:pt x="452032" y="61808"/>
                  <a:pt x="449992" y="65314"/>
                </a:cubicBezTo>
                <a:cubicBezTo>
                  <a:pt x="447952" y="68821"/>
                  <a:pt x="444764" y="71817"/>
                  <a:pt x="440429" y="74303"/>
                </a:cubicBezTo>
                <a:cubicBezTo>
                  <a:pt x="436094" y="76790"/>
                  <a:pt x="430548" y="78702"/>
                  <a:pt x="423790" y="80041"/>
                </a:cubicBezTo>
                <a:cubicBezTo>
                  <a:pt x="417032" y="81380"/>
                  <a:pt x="408936" y="82049"/>
                  <a:pt x="399500" y="82049"/>
                </a:cubicBezTo>
                <a:lnTo>
                  <a:pt x="389364" y="82049"/>
                </a:lnTo>
                <a:cubicBezTo>
                  <a:pt x="388917" y="84159"/>
                  <a:pt x="388615" y="86205"/>
                  <a:pt x="388455" y="88187"/>
                </a:cubicBezTo>
                <a:cubicBezTo>
                  <a:pt x="388296" y="90170"/>
                  <a:pt x="388216" y="92024"/>
                  <a:pt x="388216" y="93752"/>
                </a:cubicBezTo>
                <a:cubicBezTo>
                  <a:pt x="388216" y="100147"/>
                  <a:pt x="389794" y="105039"/>
                  <a:pt x="392950" y="108428"/>
                </a:cubicBezTo>
                <a:cubicBezTo>
                  <a:pt x="396105" y="111816"/>
                  <a:pt x="401222" y="113511"/>
                  <a:pt x="408298" y="113511"/>
                </a:cubicBezTo>
                <a:cubicBezTo>
                  <a:pt x="412378" y="113511"/>
                  <a:pt x="416044" y="113203"/>
                  <a:pt x="419295" y="112587"/>
                </a:cubicBezTo>
                <a:cubicBezTo>
                  <a:pt x="422547" y="111972"/>
                  <a:pt x="425368" y="111307"/>
                  <a:pt x="427758" y="110594"/>
                </a:cubicBezTo>
                <a:cubicBezTo>
                  <a:pt x="430149" y="109881"/>
                  <a:pt x="432110" y="109217"/>
                  <a:pt x="433640" y="108601"/>
                </a:cubicBezTo>
                <a:cubicBezTo>
                  <a:pt x="435170" y="107985"/>
                  <a:pt x="436222" y="107677"/>
                  <a:pt x="436795" y="107677"/>
                </a:cubicBezTo>
                <a:cubicBezTo>
                  <a:pt x="437369" y="107677"/>
                  <a:pt x="437799" y="107886"/>
                  <a:pt x="438086" y="108302"/>
                </a:cubicBezTo>
                <a:cubicBezTo>
                  <a:pt x="438373" y="108718"/>
                  <a:pt x="438517" y="109311"/>
                  <a:pt x="438517" y="110080"/>
                </a:cubicBezTo>
                <a:cubicBezTo>
                  <a:pt x="438517" y="110722"/>
                  <a:pt x="438453" y="111491"/>
                  <a:pt x="438325" y="112387"/>
                </a:cubicBezTo>
                <a:cubicBezTo>
                  <a:pt x="438198" y="113284"/>
                  <a:pt x="438007" y="114197"/>
                  <a:pt x="437752" y="115128"/>
                </a:cubicBezTo>
                <a:cubicBezTo>
                  <a:pt x="437497" y="116056"/>
                  <a:pt x="437162" y="116937"/>
                  <a:pt x="436747" y="117772"/>
                </a:cubicBezTo>
                <a:cubicBezTo>
                  <a:pt x="436333" y="118605"/>
                  <a:pt x="435871" y="119309"/>
                  <a:pt x="435361" y="119885"/>
                </a:cubicBezTo>
                <a:cubicBezTo>
                  <a:pt x="434596" y="120654"/>
                  <a:pt x="433241" y="121407"/>
                  <a:pt x="431297" y="122144"/>
                </a:cubicBezTo>
                <a:cubicBezTo>
                  <a:pt x="429352" y="122881"/>
                  <a:pt x="427041" y="123555"/>
                  <a:pt x="424364" y="124164"/>
                </a:cubicBezTo>
                <a:cubicBezTo>
                  <a:pt x="421686" y="124772"/>
                  <a:pt x="418753" y="125268"/>
                  <a:pt x="415566" y="125653"/>
                </a:cubicBezTo>
                <a:cubicBezTo>
                  <a:pt x="412378" y="126037"/>
                  <a:pt x="409191" y="126229"/>
                  <a:pt x="406003" y="126229"/>
                </a:cubicBezTo>
                <a:cubicBezTo>
                  <a:pt x="400329" y="126229"/>
                  <a:pt x="395356" y="125592"/>
                  <a:pt x="391085" y="124317"/>
                </a:cubicBezTo>
                <a:cubicBezTo>
                  <a:pt x="386814" y="123040"/>
                  <a:pt x="383259" y="121077"/>
                  <a:pt x="380422" y="118430"/>
                </a:cubicBezTo>
                <a:cubicBezTo>
                  <a:pt x="377585" y="115780"/>
                  <a:pt x="375466" y="112477"/>
                  <a:pt x="374063" y="108520"/>
                </a:cubicBezTo>
                <a:cubicBezTo>
                  <a:pt x="372661" y="104564"/>
                  <a:pt x="371959" y="99905"/>
                  <a:pt x="371959" y="94544"/>
                </a:cubicBezTo>
                <a:cubicBezTo>
                  <a:pt x="371959" y="90396"/>
                  <a:pt x="372358" y="85945"/>
                  <a:pt x="373155" y="81191"/>
                </a:cubicBezTo>
                <a:cubicBezTo>
                  <a:pt x="373952" y="76436"/>
                  <a:pt x="375211" y="71729"/>
                  <a:pt x="376932" y="67071"/>
                </a:cubicBezTo>
                <a:cubicBezTo>
                  <a:pt x="378653" y="62413"/>
                  <a:pt x="380885" y="57947"/>
                  <a:pt x="383626" y="53671"/>
                </a:cubicBezTo>
                <a:cubicBezTo>
                  <a:pt x="386367" y="49394"/>
                  <a:pt x="389635" y="45629"/>
                  <a:pt x="393428" y="42375"/>
                </a:cubicBezTo>
                <a:cubicBezTo>
                  <a:pt x="397221" y="39120"/>
                  <a:pt x="401604" y="36503"/>
                  <a:pt x="406577" y="34525"/>
                </a:cubicBezTo>
                <a:cubicBezTo>
                  <a:pt x="411549" y="32546"/>
                  <a:pt x="417160" y="31557"/>
                  <a:pt x="423407" y="31557"/>
                </a:cubicBezTo>
                <a:cubicBezTo>
                  <a:pt x="428763" y="31557"/>
                  <a:pt x="433305" y="32227"/>
                  <a:pt x="437034" y="33566"/>
                </a:cubicBezTo>
                <a:cubicBezTo>
                  <a:pt x="440764" y="34904"/>
                  <a:pt x="443824" y="36626"/>
                  <a:pt x="446215" y="38729"/>
                </a:cubicBezTo>
                <a:cubicBezTo>
                  <a:pt x="448605" y="40833"/>
                  <a:pt x="450343" y="43176"/>
                  <a:pt x="451426" y="45758"/>
                </a:cubicBezTo>
                <a:cubicBezTo>
                  <a:pt x="452510" y="48340"/>
                  <a:pt x="453052" y="50906"/>
                  <a:pt x="453052" y="53456"/>
                </a:cubicBezTo>
                <a:moveTo>
                  <a:pt x="436891" y="54891"/>
                </a:moveTo>
                <a:cubicBezTo>
                  <a:pt x="436891" y="51639"/>
                  <a:pt x="435616" y="49010"/>
                  <a:pt x="433066" y="47001"/>
                </a:cubicBezTo>
                <a:cubicBezTo>
                  <a:pt x="430516" y="44993"/>
                  <a:pt x="426882" y="43989"/>
                  <a:pt x="422164" y="43989"/>
                </a:cubicBezTo>
                <a:cubicBezTo>
                  <a:pt x="418020" y="43989"/>
                  <a:pt x="414355" y="44706"/>
                  <a:pt x="411167" y="46141"/>
                </a:cubicBezTo>
                <a:cubicBezTo>
                  <a:pt x="407979" y="47575"/>
                  <a:pt x="405158" y="49504"/>
                  <a:pt x="402704" y="51926"/>
                </a:cubicBezTo>
                <a:cubicBezTo>
                  <a:pt x="400249" y="54349"/>
                  <a:pt x="398146" y="57170"/>
                  <a:pt x="396392" y="60389"/>
                </a:cubicBezTo>
                <a:cubicBezTo>
                  <a:pt x="394639" y="63609"/>
                  <a:pt x="393221" y="67004"/>
                  <a:pt x="392137" y="70574"/>
                </a:cubicBezTo>
                <a:lnTo>
                  <a:pt x="401891" y="70574"/>
                </a:lnTo>
                <a:cubicBezTo>
                  <a:pt x="408585" y="70574"/>
                  <a:pt x="414179" y="70159"/>
                  <a:pt x="418674" y="69331"/>
                </a:cubicBezTo>
                <a:cubicBezTo>
                  <a:pt x="423168" y="68502"/>
                  <a:pt x="426770" y="67370"/>
                  <a:pt x="429480" y="65936"/>
                </a:cubicBezTo>
                <a:cubicBezTo>
                  <a:pt x="432189" y="64501"/>
                  <a:pt x="434102" y="62828"/>
                  <a:pt x="435217" y="60915"/>
                </a:cubicBezTo>
                <a:cubicBezTo>
                  <a:pt x="436333" y="59003"/>
                  <a:pt x="436891" y="56994"/>
                  <a:pt x="436891" y="54891"/>
                </a:cubicBezTo>
                <a:close/>
                <a:moveTo>
                  <a:pt x="529449" y="40642"/>
                </a:moveTo>
                <a:cubicBezTo>
                  <a:pt x="529449" y="41280"/>
                  <a:pt x="529353" y="42124"/>
                  <a:pt x="529162" y="43176"/>
                </a:cubicBezTo>
                <a:cubicBezTo>
                  <a:pt x="528971" y="44228"/>
                  <a:pt x="528700" y="45264"/>
                  <a:pt x="528349" y="46284"/>
                </a:cubicBezTo>
                <a:cubicBezTo>
                  <a:pt x="527999" y="47304"/>
                  <a:pt x="527584" y="48165"/>
                  <a:pt x="527106" y="48866"/>
                </a:cubicBezTo>
                <a:cubicBezTo>
                  <a:pt x="526628" y="49567"/>
                  <a:pt x="526102" y="49918"/>
                  <a:pt x="525528" y="49918"/>
                </a:cubicBezTo>
                <a:cubicBezTo>
                  <a:pt x="524763" y="49918"/>
                  <a:pt x="523855" y="49610"/>
                  <a:pt x="522803" y="48995"/>
                </a:cubicBezTo>
                <a:cubicBezTo>
                  <a:pt x="521751" y="48379"/>
                  <a:pt x="520460" y="47683"/>
                  <a:pt x="518930" y="46906"/>
                </a:cubicBezTo>
                <a:cubicBezTo>
                  <a:pt x="517400" y="46129"/>
                  <a:pt x="515567" y="45416"/>
                  <a:pt x="513431" y="44769"/>
                </a:cubicBezTo>
                <a:cubicBezTo>
                  <a:pt x="511296" y="44122"/>
                  <a:pt x="508762" y="43798"/>
                  <a:pt x="505829" y="43798"/>
                </a:cubicBezTo>
                <a:cubicBezTo>
                  <a:pt x="503024" y="43798"/>
                  <a:pt x="500537" y="44197"/>
                  <a:pt x="498370" y="44996"/>
                </a:cubicBezTo>
                <a:cubicBezTo>
                  <a:pt x="496202" y="45793"/>
                  <a:pt x="494385" y="46879"/>
                  <a:pt x="492919" y="48253"/>
                </a:cubicBezTo>
                <a:cubicBezTo>
                  <a:pt x="491453" y="49626"/>
                  <a:pt x="490337" y="51191"/>
                  <a:pt x="489572" y="52948"/>
                </a:cubicBezTo>
                <a:cubicBezTo>
                  <a:pt x="488807" y="54703"/>
                  <a:pt x="488425" y="56539"/>
                  <a:pt x="488425" y="58456"/>
                </a:cubicBezTo>
                <a:cubicBezTo>
                  <a:pt x="488425" y="61008"/>
                  <a:pt x="489269" y="63130"/>
                  <a:pt x="490959" y="64821"/>
                </a:cubicBezTo>
                <a:cubicBezTo>
                  <a:pt x="492648" y="66512"/>
                  <a:pt x="494768" y="68029"/>
                  <a:pt x="497318" y="69369"/>
                </a:cubicBezTo>
                <a:cubicBezTo>
                  <a:pt x="499868" y="70708"/>
                  <a:pt x="502625" y="72032"/>
                  <a:pt x="505590" y="73341"/>
                </a:cubicBezTo>
                <a:cubicBezTo>
                  <a:pt x="508554" y="74650"/>
                  <a:pt x="511296" y="76246"/>
                  <a:pt x="513814" y="78128"/>
                </a:cubicBezTo>
                <a:cubicBezTo>
                  <a:pt x="516332" y="80011"/>
                  <a:pt x="518436" y="82276"/>
                  <a:pt x="520125" y="84924"/>
                </a:cubicBezTo>
                <a:cubicBezTo>
                  <a:pt x="521815" y="87572"/>
                  <a:pt x="522659" y="90906"/>
                  <a:pt x="522659" y="94926"/>
                </a:cubicBezTo>
                <a:cubicBezTo>
                  <a:pt x="522659" y="99395"/>
                  <a:pt x="521783" y="103559"/>
                  <a:pt x="520030" y="107420"/>
                </a:cubicBezTo>
                <a:cubicBezTo>
                  <a:pt x="518277" y="111281"/>
                  <a:pt x="515758" y="114600"/>
                  <a:pt x="512475" y="117375"/>
                </a:cubicBezTo>
                <a:cubicBezTo>
                  <a:pt x="509192" y="120150"/>
                  <a:pt x="505223" y="122320"/>
                  <a:pt x="500569" y="123883"/>
                </a:cubicBezTo>
                <a:cubicBezTo>
                  <a:pt x="495915" y="125447"/>
                  <a:pt x="490720" y="126229"/>
                  <a:pt x="484982" y="126229"/>
                </a:cubicBezTo>
                <a:cubicBezTo>
                  <a:pt x="481986" y="126229"/>
                  <a:pt x="479165" y="126003"/>
                  <a:pt x="476519" y="125551"/>
                </a:cubicBezTo>
                <a:cubicBezTo>
                  <a:pt x="473873" y="125099"/>
                  <a:pt x="471482" y="124518"/>
                  <a:pt x="469347" y="123809"/>
                </a:cubicBezTo>
                <a:cubicBezTo>
                  <a:pt x="467211" y="123098"/>
                  <a:pt x="465378" y="122306"/>
                  <a:pt x="463848" y="121433"/>
                </a:cubicBezTo>
                <a:cubicBezTo>
                  <a:pt x="462318" y="120560"/>
                  <a:pt x="461139" y="119737"/>
                  <a:pt x="460310" y="118962"/>
                </a:cubicBezTo>
                <a:cubicBezTo>
                  <a:pt x="459800" y="118452"/>
                  <a:pt x="459433" y="117926"/>
                  <a:pt x="459210" y="117384"/>
                </a:cubicBezTo>
                <a:cubicBezTo>
                  <a:pt x="458987" y="116842"/>
                  <a:pt x="458875" y="116188"/>
                  <a:pt x="458875" y="115423"/>
                </a:cubicBezTo>
                <a:cubicBezTo>
                  <a:pt x="458875" y="114913"/>
                  <a:pt x="458907" y="114308"/>
                  <a:pt x="458971" y="113606"/>
                </a:cubicBezTo>
                <a:cubicBezTo>
                  <a:pt x="459035" y="112905"/>
                  <a:pt x="459162" y="112172"/>
                  <a:pt x="459354" y="111407"/>
                </a:cubicBezTo>
                <a:cubicBezTo>
                  <a:pt x="459545" y="110642"/>
                  <a:pt x="459752" y="109909"/>
                  <a:pt x="459975" y="109208"/>
                </a:cubicBezTo>
                <a:cubicBezTo>
                  <a:pt x="460198" y="108506"/>
                  <a:pt x="460469" y="107869"/>
                  <a:pt x="460788" y="107295"/>
                </a:cubicBezTo>
                <a:cubicBezTo>
                  <a:pt x="461107" y="106721"/>
                  <a:pt x="461425" y="106259"/>
                  <a:pt x="461744" y="105908"/>
                </a:cubicBezTo>
                <a:cubicBezTo>
                  <a:pt x="462063" y="105558"/>
                  <a:pt x="462446" y="105382"/>
                  <a:pt x="462892" y="105382"/>
                </a:cubicBezTo>
                <a:cubicBezTo>
                  <a:pt x="463657" y="105382"/>
                  <a:pt x="464581" y="105818"/>
                  <a:pt x="465665" y="106688"/>
                </a:cubicBezTo>
                <a:cubicBezTo>
                  <a:pt x="466749" y="107559"/>
                  <a:pt x="468167" y="108494"/>
                  <a:pt x="469920" y="109494"/>
                </a:cubicBezTo>
                <a:cubicBezTo>
                  <a:pt x="471674" y="110495"/>
                  <a:pt x="473857" y="111430"/>
                  <a:pt x="476471" y="112301"/>
                </a:cubicBezTo>
                <a:cubicBezTo>
                  <a:pt x="479085" y="113171"/>
                  <a:pt x="482336" y="113606"/>
                  <a:pt x="486225" y="113606"/>
                </a:cubicBezTo>
                <a:cubicBezTo>
                  <a:pt x="489731" y="113606"/>
                  <a:pt x="492744" y="113175"/>
                  <a:pt x="495262" y="112312"/>
                </a:cubicBezTo>
                <a:cubicBezTo>
                  <a:pt x="497780" y="111450"/>
                  <a:pt x="499868" y="110300"/>
                  <a:pt x="501526" y="108864"/>
                </a:cubicBezTo>
                <a:cubicBezTo>
                  <a:pt x="503183" y="107427"/>
                  <a:pt x="504410" y="105751"/>
                  <a:pt x="505207" y="103834"/>
                </a:cubicBezTo>
                <a:cubicBezTo>
                  <a:pt x="506004" y="101918"/>
                  <a:pt x="506403" y="99906"/>
                  <a:pt x="506403" y="97798"/>
                </a:cubicBezTo>
                <a:cubicBezTo>
                  <a:pt x="506403" y="95118"/>
                  <a:pt x="505574" y="92933"/>
                  <a:pt x="503916" y="91241"/>
                </a:cubicBezTo>
                <a:cubicBezTo>
                  <a:pt x="502259" y="89550"/>
                  <a:pt x="500171" y="88019"/>
                  <a:pt x="497653" y="86648"/>
                </a:cubicBezTo>
                <a:cubicBezTo>
                  <a:pt x="495134" y="85276"/>
                  <a:pt x="492409" y="83919"/>
                  <a:pt x="489476" y="82578"/>
                </a:cubicBezTo>
                <a:cubicBezTo>
                  <a:pt x="486544" y="81237"/>
                  <a:pt x="483818" y="79657"/>
                  <a:pt x="481300" y="77838"/>
                </a:cubicBezTo>
                <a:cubicBezTo>
                  <a:pt x="478782" y="76020"/>
                  <a:pt x="476678" y="73786"/>
                  <a:pt x="474989" y="71138"/>
                </a:cubicBezTo>
                <a:cubicBezTo>
                  <a:pt x="473299" y="68491"/>
                  <a:pt x="472455" y="65125"/>
                  <a:pt x="472455" y="61041"/>
                </a:cubicBezTo>
                <a:cubicBezTo>
                  <a:pt x="472455" y="56829"/>
                  <a:pt x="473283" y="52920"/>
                  <a:pt x="474941" y="49314"/>
                </a:cubicBezTo>
                <a:cubicBezTo>
                  <a:pt x="476599" y="45708"/>
                  <a:pt x="478941" y="42581"/>
                  <a:pt x="481970" y="39934"/>
                </a:cubicBezTo>
                <a:cubicBezTo>
                  <a:pt x="484998" y="37284"/>
                  <a:pt x="488632" y="35226"/>
                  <a:pt x="492871" y="33760"/>
                </a:cubicBezTo>
                <a:cubicBezTo>
                  <a:pt x="497111" y="32291"/>
                  <a:pt x="501813" y="31557"/>
                  <a:pt x="506976" y="31557"/>
                </a:cubicBezTo>
                <a:cubicBezTo>
                  <a:pt x="509399" y="31557"/>
                  <a:pt x="511742" y="31752"/>
                  <a:pt x="514005" y="32140"/>
                </a:cubicBezTo>
                <a:cubicBezTo>
                  <a:pt x="516268" y="32529"/>
                  <a:pt x="518356" y="33015"/>
                  <a:pt x="520269" y="33598"/>
                </a:cubicBezTo>
                <a:cubicBezTo>
                  <a:pt x="522181" y="34180"/>
                  <a:pt x="523839" y="34828"/>
                  <a:pt x="525241" y="35541"/>
                </a:cubicBezTo>
                <a:cubicBezTo>
                  <a:pt x="526644" y="36252"/>
                  <a:pt x="527696" y="36964"/>
                  <a:pt x="528397" y="37678"/>
                </a:cubicBezTo>
                <a:cubicBezTo>
                  <a:pt x="529098" y="38315"/>
                  <a:pt x="529449" y="39303"/>
                  <a:pt x="529449" y="40642"/>
                </a:cubicBezTo>
                <a:close/>
                <a:moveTo>
                  <a:pt x="600041" y="36721"/>
                </a:moveTo>
                <a:cubicBezTo>
                  <a:pt x="600041" y="37295"/>
                  <a:pt x="600009" y="37917"/>
                  <a:pt x="599945" y="38586"/>
                </a:cubicBezTo>
                <a:cubicBezTo>
                  <a:pt x="599881" y="39255"/>
                  <a:pt x="599754" y="39941"/>
                  <a:pt x="599562" y="40642"/>
                </a:cubicBezTo>
                <a:cubicBezTo>
                  <a:pt x="599371" y="41343"/>
                  <a:pt x="599116" y="42045"/>
                  <a:pt x="598797" y="42746"/>
                </a:cubicBezTo>
                <a:cubicBezTo>
                  <a:pt x="598479" y="43447"/>
                  <a:pt x="598144" y="44069"/>
                  <a:pt x="597793" y="44611"/>
                </a:cubicBezTo>
                <a:cubicBezTo>
                  <a:pt x="597443" y="45153"/>
                  <a:pt x="597044" y="45583"/>
                  <a:pt x="596598" y="45902"/>
                </a:cubicBezTo>
                <a:cubicBezTo>
                  <a:pt x="596152" y="46220"/>
                  <a:pt x="595642" y="46380"/>
                  <a:pt x="595068" y="46380"/>
                </a:cubicBezTo>
                <a:lnTo>
                  <a:pt x="573073" y="46380"/>
                </a:lnTo>
                <a:lnTo>
                  <a:pt x="563415" y="94511"/>
                </a:lnTo>
                <a:cubicBezTo>
                  <a:pt x="563160" y="95853"/>
                  <a:pt x="562937" y="97358"/>
                  <a:pt x="562746" y="99023"/>
                </a:cubicBezTo>
                <a:cubicBezTo>
                  <a:pt x="562554" y="100687"/>
                  <a:pt x="562459" y="102062"/>
                  <a:pt x="562459" y="103150"/>
                </a:cubicBezTo>
                <a:cubicBezTo>
                  <a:pt x="562459" y="106413"/>
                  <a:pt x="563144" y="108797"/>
                  <a:pt x="564515" y="110301"/>
                </a:cubicBezTo>
                <a:cubicBezTo>
                  <a:pt x="565885" y="111803"/>
                  <a:pt x="568101" y="112555"/>
                  <a:pt x="571161" y="112555"/>
                </a:cubicBezTo>
                <a:cubicBezTo>
                  <a:pt x="572882" y="112555"/>
                  <a:pt x="574380" y="112411"/>
                  <a:pt x="575655" y="112124"/>
                </a:cubicBezTo>
                <a:cubicBezTo>
                  <a:pt x="576930" y="111837"/>
                  <a:pt x="578030" y="111534"/>
                  <a:pt x="578955" y="111216"/>
                </a:cubicBezTo>
                <a:cubicBezTo>
                  <a:pt x="579879" y="110897"/>
                  <a:pt x="580692" y="110594"/>
                  <a:pt x="581393" y="110307"/>
                </a:cubicBezTo>
                <a:cubicBezTo>
                  <a:pt x="582094" y="110020"/>
                  <a:pt x="582700" y="109877"/>
                  <a:pt x="583210" y="109877"/>
                </a:cubicBezTo>
                <a:cubicBezTo>
                  <a:pt x="583720" y="109877"/>
                  <a:pt x="584118" y="110052"/>
                  <a:pt x="584405" y="110403"/>
                </a:cubicBezTo>
                <a:cubicBezTo>
                  <a:pt x="584692" y="110754"/>
                  <a:pt x="584836" y="111407"/>
                  <a:pt x="584836" y="112363"/>
                </a:cubicBezTo>
                <a:cubicBezTo>
                  <a:pt x="584836" y="113192"/>
                  <a:pt x="584756" y="114101"/>
                  <a:pt x="584597" y="115089"/>
                </a:cubicBezTo>
                <a:cubicBezTo>
                  <a:pt x="584437" y="116077"/>
                  <a:pt x="584230" y="117049"/>
                  <a:pt x="583975" y="118005"/>
                </a:cubicBezTo>
                <a:cubicBezTo>
                  <a:pt x="583720" y="118962"/>
                  <a:pt x="583401" y="119822"/>
                  <a:pt x="583019" y="120587"/>
                </a:cubicBezTo>
                <a:cubicBezTo>
                  <a:pt x="582636" y="121352"/>
                  <a:pt x="582222" y="121958"/>
                  <a:pt x="581776" y="122404"/>
                </a:cubicBezTo>
                <a:cubicBezTo>
                  <a:pt x="581266" y="122851"/>
                  <a:pt x="580501" y="123297"/>
                  <a:pt x="579480" y="123743"/>
                </a:cubicBezTo>
                <a:cubicBezTo>
                  <a:pt x="578460" y="124189"/>
                  <a:pt x="577281" y="124588"/>
                  <a:pt x="575942" y="124938"/>
                </a:cubicBezTo>
                <a:cubicBezTo>
                  <a:pt x="574603" y="125289"/>
                  <a:pt x="573185" y="125560"/>
                  <a:pt x="571687" y="125751"/>
                </a:cubicBezTo>
                <a:cubicBezTo>
                  <a:pt x="570189" y="125942"/>
                  <a:pt x="568706" y="126038"/>
                  <a:pt x="567240" y="126038"/>
                </a:cubicBezTo>
                <a:cubicBezTo>
                  <a:pt x="563670" y="126038"/>
                  <a:pt x="560578" y="125655"/>
                  <a:pt x="557964" y="124888"/>
                </a:cubicBezTo>
                <a:cubicBezTo>
                  <a:pt x="555350" y="124121"/>
                  <a:pt x="553151" y="122923"/>
                  <a:pt x="551366" y="121296"/>
                </a:cubicBezTo>
                <a:cubicBezTo>
                  <a:pt x="549581" y="119666"/>
                  <a:pt x="548258" y="117622"/>
                  <a:pt x="547397" y="115163"/>
                </a:cubicBezTo>
                <a:cubicBezTo>
                  <a:pt x="546537" y="112703"/>
                  <a:pt x="546106" y="109748"/>
                  <a:pt x="546106" y="106300"/>
                </a:cubicBezTo>
                <a:cubicBezTo>
                  <a:pt x="546106" y="105533"/>
                  <a:pt x="546138" y="104686"/>
                  <a:pt x="546202" y="103760"/>
                </a:cubicBezTo>
                <a:cubicBezTo>
                  <a:pt x="546266" y="102833"/>
                  <a:pt x="546377" y="101859"/>
                  <a:pt x="546537" y="100837"/>
                </a:cubicBezTo>
                <a:cubicBezTo>
                  <a:pt x="546696" y="99815"/>
                  <a:pt x="546855" y="98793"/>
                  <a:pt x="547015" y="97771"/>
                </a:cubicBezTo>
                <a:cubicBezTo>
                  <a:pt x="547174" y="96749"/>
                  <a:pt x="547349" y="95791"/>
                  <a:pt x="547541" y="94896"/>
                </a:cubicBezTo>
                <a:lnTo>
                  <a:pt x="557199" y="46380"/>
                </a:lnTo>
                <a:lnTo>
                  <a:pt x="545246" y="46380"/>
                </a:lnTo>
                <a:cubicBezTo>
                  <a:pt x="544544" y="46380"/>
                  <a:pt x="544002" y="46173"/>
                  <a:pt x="543620" y="45758"/>
                </a:cubicBezTo>
                <a:cubicBezTo>
                  <a:pt x="543237" y="45344"/>
                  <a:pt x="543046" y="44531"/>
                  <a:pt x="543046" y="43320"/>
                </a:cubicBezTo>
                <a:cubicBezTo>
                  <a:pt x="543046" y="42427"/>
                  <a:pt x="543142" y="41391"/>
                  <a:pt x="543333" y="40212"/>
                </a:cubicBezTo>
                <a:cubicBezTo>
                  <a:pt x="543524" y="39032"/>
                  <a:pt x="543811" y="37933"/>
                  <a:pt x="544194" y="36913"/>
                </a:cubicBezTo>
                <a:cubicBezTo>
                  <a:pt x="544576" y="35892"/>
                  <a:pt x="545070" y="35032"/>
                  <a:pt x="545676" y="34331"/>
                </a:cubicBezTo>
                <a:cubicBezTo>
                  <a:pt x="546282" y="33629"/>
                  <a:pt x="546999" y="33279"/>
                  <a:pt x="547828" y="33279"/>
                </a:cubicBezTo>
                <a:lnTo>
                  <a:pt x="559877" y="33279"/>
                </a:lnTo>
                <a:lnTo>
                  <a:pt x="563989" y="12814"/>
                </a:lnTo>
                <a:cubicBezTo>
                  <a:pt x="564052" y="12368"/>
                  <a:pt x="564260" y="11954"/>
                  <a:pt x="564610" y="11571"/>
                </a:cubicBezTo>
                <a:cubicBezTo>
                  <a:pt x="564961" y="11189"/>
                  <a:pt x="565455" y="10854"/>
                  <a:pt x="566093" y="10567"/>
                </a:cubicBezTo>
                <a:cubicBezTo>
                  <a:pt x="566730" y="10280"/>
                  <a:pt x="567575" y="10073"/>
                  <a:pt x="568627" y="9945"/>
                </a:cubicBezTo>
                <a:cubicBezTo>
                  <a:pt x="569679" y="9818"/>
                  <a:pt x="570970" y="9754"/>
                  <a:pt x="572500" y="9754"/>
                </a:cubicBezTo>
                <a:cubicBezTo>
                  <a:pt x="574030" y="9754"/>
                  <a:pt x="575289" y="9818"/>
                  <a:pt x="576277" y="9945"/>
                </a:cubicBezTo>
                <a:cubicBezTo>
                  <a:pt x="577265" y="10073"/>
                  <a:pt x="578030" y="10280"/>
                  <a:pt x="578572" y="10567"/>
                </a:cubicBezTo>
                <a:cubicBezTo>
                  <a:pt x="579114" y="10854"/>
                  <a:pt x="579465" y="11189"/>
                  <a:pt x="579624" y="11571"/>
                </a:cubicBezTo>
                <a:cubicBezTo>
                  <a:pt x="579783" y="11954"/>
                  <a:pt x="579831" y="12368"/>
                  <a:pt x="579767" y="12814"/>
                </a:cubicBezTo>
                <a:lnTo>
                  <a:pt x="575655" y="33279"/>
                </a:lnTo>
                <a:lnTo>
                  <a:pt x="597650" y="33279"/>
                </a:lnTo>
                <a:cubicBezTo>
                  <a:pt x="598606" y="33279"/>
                  <a:pt x="599244" y="33629"/>
                  <a:pt x="599562" y="34331"/>
                </a:cubicBezTo>
                <a:cubicBezTo>
                  <a:pt x="599881" y="35032"/>
                  <a:pt x="600041" y="35829"/>
                  <a:pt x="600041" y="36721"/>
                </a:cubicBezTo>
                <a:close/>
                <a:moveTo>
                  <a:pt x="744059" y="26450"/>
                </a:moveTo>
                <a:cubicBezTo>
                  <a:pt x="744059" y="30843"/>
                  <a:pt x="743437" y="35013"/>
                  <a:pt x="742194" y="38960"/>
                </a:cubicBezTo>
                <a:cubicBezTo>
                  <a:pt x="740951" y="42906"/>
                  <a:pt x="739070" y="46535"/>
                  <a:pt x="736552" y="49846"/>
                </a:cubicBezTo>
                <a:cubicBezTo>
                  <a:pt x="734034" y="53155"/>
                  <a:pt x="730878" y="56099"/>
                  <a:pt x="727085" y="58677"/>
                </a:cubicBezTo>
                <a:cubicBezTo>
                  <a:pt x="723292" y="61255"/>
                  <a:pt x="718877" y="63340"/>
                  <a:pt x="713840" y="64932"/>
                </a:cubicBezTo>
                <a:cubicBezTo>
                  <a:pt x="717219" y="66145"/>
                  <a:pt x="719961" y="68699"/>
                  <a:pt x="722064" y="72594"/>
                </a:cubicBezTo>
                <a:cubicBezTo>
                  <a:pt x="724168" y="76487"/>
                  <a:pt x="725794" y="81626"/>
                  <a:pt x="726942" y="88011"/>
                </a:cubicBezTo>
                <a:lnTo>
                  <a:pt x="732010" y="115408"/>
                </a:lnTo>
                <a:cubicBezTo>
                  <a:pt x="732201" y="116622"/>
                  <a:pt x="732376" y="117755"/>
                  <a:pt x="732536" y="118809"/>
                </a:cubicBezTo>
                <a:cubicBezTo>
                  <a:pt x="732695" y="119861"/>
                  <a:pt x="732775" y="120802"/>
                  <a:pt x="732775" y="121633"/>
                </a:cubicBezTo>
                <a:cubicBezTo>
                  <a:pt x="732775" y="122209"/>
                  <a:pt x="732615" y="122704"/>
                  <a:pt x="732297" y="123118"/>
                </a:cubicBezTo>
                <a:cubicBezTo>
                  <a:pt x="731978" y="123533"/>
                  <a:pt x="731468" y="123869"/>
                  <a:pt x="730767" y="124126"/>
                </a:cubicBezTo>
                <a:cubicBezTo>
                  <a:pt x="730065" y="124381"/>
                  <a:pt x="729093" y="124572"/>
                  <a:pt x="727850" y="124699"/>
                </a:cubicBezTo>
                <a:cubicBezTo>
                  <a:pt x="726607" y="124827"/>
                  <a:pt x="725093" y="124891"/>
                  <a:pt x="723308" y="124891"/>
                </a:cubicBezTo>
                <a:cubicBezTo>
                  <a:pt x="721650" y="124891"/>
                  <a:pt x="720311" y="124827"/>
                  <a:pt x="719291" y="124699"/>
                </a:cubicBezTo>
                <a:cubicBezTo>
                  <a:pt x="718271" y="124572"/>
                  <a:pt x="717490" y="124349"/>
                  <a:pt x="716948" y="124030"/>
                </a:cubicBezTo>
                <a:cubicBezTo>
                  <a:pt x="716406" y="123709"/>
                  <a:pt x="716024" y="123310"/>
                  <a:pt x="715801" y="122832"/>
                </a:cubicBezTo>
                <a:cubicBezTo>
                  <a:pt x="715578" y="122353"/>
                  <a:pt x="715402" y="121699"/>
                  <a:pt x="715275" y="120868"/>
                </a:cubicBezTo>
                <a:lnTo>
                  <a:pt x="710398" y="91746"/>
                </a:lnTo>
                <a:cubicBezTo>
                  <a:pt x="709888" y="88362"/>
                  <a:pt x="709171" y="85296"/>
                  <a:pt x="708246" y="82551"/>
                </a:cubicBezTo>
                <a:cubicBezTo>
                  <a:pt x="707322" y="79804"/>
                  <a:pt x="706031" y="77425"/>
                  <a:pt x="704373" y="75415"/>
                </a:cubicBezTo>
                <a:cubicBezTo>
                  <a:pt x="702716" y="73403"/>
                  <a:pt x="700596" y="71838"/>
                  <a:pt x="698014" y="70720"/>
                </a:cubicBezTo>
                <a:cubicBezTo>
                  <a:pt x="695432" y="69602"/>
                  <a:pt x="692292" y="69044"/>
                  <a:pt x="688595" y="69044"/>
                </a:cubicBezTo>
                <a:lnTo>
                  <a:pt x="677597" y="69044"/>
                </a:lnTo>
                <a:lnTo>
                  <a:pt x="666983" y="121920"/>
                </a:lnTo>
                <a:cubicBezTo>
                  <a:pt x="666855" y="122366"/>
                  <a:pt x="666632" y="122782"/>
                  <a:pt x="666313" y="123166"/>
                </a:cubicBezTo>
                <a:cubicBezTo>
                  <a:pt x="665994" y="123549"/>
                  <a:pt x="665484" y="123853"/>
                  <a:pt x="664783" y="124078"/>
                </a:cubicBezTo>
                <a:cubicBezTo>
                  <a:pt x="664082" y="124301"/>
                  <a:pt x="663189" y="124492"/>
                  <a:pt x="662106" y="124652"/>
                </a:cubicBezTo>
                <a:cubicBezTo>
                  <a:pt x="661022" y="124811"/>
                  <a:pt x="659683" y="124891"/>
                  <a:pt x="658089" y="124891"/>
                </a:cubicBezTo>
                <a:cubicBezTo>
                  <a:pt x="656623" y="124891"/>
                  <a:pt x="655364" y="124827"/>
                  <a:pt x="654312" y="124699"/>
                </a:cubicBezTo>
                <a:cubicBezTo>
                  <a:pt x="653260" y="124572"/>
                  <a:pt x="652447" y="124397"/>
                  <a:pt x="651873" y="124173"/>
                </a:cubicBezTo>
                <a:cubicBezTo>
                  <a:pt x="651300" y="123948"/>
                  <a:pt x="650901" y="123644"/>
                  <a:pt x="650678" y="123262"/>
                </a:cubicBezTo>
                <a:cubicBezTo>
                  <a:pt x="650455" y="122879"/>
                  <a:pt x="650407" y="122432"/>
                  <a:pt x="650535" y="121920"/>
                </a:cubicBezTo>
                <a:lnTo>
                  <a:pt x="673485" y="7259"/>
                </a:lnTo>
                <a:cubicBezTo>
                  <a:pt x="673995" y="4776"/>
                  <a:pt x="675015" y="3042"/>
                  <a:pt x="676545" y="2056"/>
                </a:cubicBezTo>
                <a:cubicBezTo>
                  <a:pt x="678075" y="1068"/>
                  <a:pt x="679765" y="574"/>
                  <a:pt x="681614" y="574"/>
                </a:cubicBezTo>
                <a:lnTo>
                  <a:pt x="708485" y="574"/>
                </a:lnTo>
                <a:cubicBezTo>
                  <a:pt x="714350" y="574"/>
                  <a:pt x="719498" y="1147"/>
                  <a:pt x="723929" y="2292"/>
                </a:cubicBezTo>
                <a:cubicBezTo>
                  <a:pt x="728360" y="3438"/>
                  <a:pt x="732074" y="5109"/>
                  <a:pt x="735070" y="7307"/>
                </a:cubicBezTo>
                <a:cubicBezTo>
                  <a:pt x="738066" y="9502"/>
                  <a:pt x="740314" y="12208"/>
                  <a:pt x="741812" y="15423"/>
                </a:cubicBezTo>
                <a:cubicBezTo>
                  <a:pt x="743310" y="18637"/>
                  <a:pt x="744059" y="22312"/>
                  <a:pt x="744059" y="26450"/>
                </a:cubicBezTo>
                <a:moveTo>
                  <a:pt x="726272" y="29038"/>
                </a:moveTo>
                <a:cubicBezTo>
                  <a:pt x="726272" y="26875"/>
                  <a:pt x="725890" y="24870"/>
                  <a:pt x="725125" y="23025"/>
                </a:cubicBezTo>
                <a:cubicBezTo>
                  <a:pt x="724360" y="21181"/>
                  <a:pt x="723164" y="19591"/>
                  <a:pt x="721539" y="18256"/>
                </a:cubicBezTo>
                <a:cubicBezTo>
                  <a:pt x="719913" y="16919"/>
                  <a:pt x="717777" y="15901"/>
                  <a:pt x="715131" y="15202"/>
                </a:cubicBezTo>
                <a:cubicBezTo>
                  <a:pt x="712486" y="14503"/>
                  <a:pt x="709346" y="14153"/>
                  <a:pt x="705712" y="14153"/>
                </a:cubicBezTo>
                <a:lnTo>
                  <a:pt x="688595" y="14153"/>
                </a:lnTo>
                <a:lnTo>
                  <a:pt x="680179" y="55751"/>
                </a:lnTo>
                <a:lnTo>
                  <a:pt x="694715" y="55751"/>
                </a:lnTo>
                <a:cubicBezTo>
                  <a:pt x="700389" y="55751"/>
                  <a:pt x="705218" y="54988"/>
                  <a:pt x="709202" y="53462"/>
                </a:cubicBezTo>
                <a:cubicBezTo>
                  <a:pt x="713187" y="51936"/>
                  <a:pt x="716438" y="49917"/>
                  <a:pt x="718957" y="47405"/>
                </a:cubicBezTo>
                <a:cubicBezTo>
                  <a:pt x="721475" y="44891"/>
                  <a:pt x="723324" y="42044"/>
                  <a:pt x="724503" y="38864"/>
                </a:cubicBezTo>
                <a:cubicBezTo>
                  <a:pt x="725682" y="35684"/>
                  <a:pt x="726272" y="32409"/>
                  <a:pt x="726272" y="29038"/>
                </a:cubicBezTo>
                <a:close/>
                <a:moveTo>
                  <a:pt x="827280" y="121926"/>
                </a:moveTo>
                <a:cubicBezTo>
                  <a:pt x="827025" y="123010"/>
                  <a:pt x="826324" y="123775"/>
                  <a:pt x="825176" y="124221"/>
                </a:cubicBezTo>
                <a:cubicBezTo>
                  <a:pt x="824029" y="124667"/>
                  <a:pt x="822116" y="124891"/>
                  <a:pt x="819439" y="124891"/>
                </a:cubicBezTo>
                <a:cubicBezTo>
                  <a:pt x="818164" y="124891"/>
                  <a:pt x="817112" y="124827"/>
                  <a:pt x="816283" y="124699"/>
                </a:cubicBezTo>
                <a:cubicBezTo>
                  <a:pt x="815454" y="124572"/>
                  <a:pt x="814785" y="124397"/>
                  <a:pt x="814275" y="124173"/>
                </a:cubicBezTo>
                <a:cubicBezTo>
                  <a:pt x="813765" y="123950"/>
                  <a:pt x="813414" y="123663"/>
                  <a:pt x="813223" y="123313"/>
                </a:cubicBezTo>
                <a:cubicBezTo>
                  <a:pt x="813032" y="122962"/>
                  <a:pt x="813032" y="122500"/>
                  <a:pt x="813223" y="121926"/>
                </a:cubicBezTo>
                <a:lnTo>
                  <a:pt x="816379" y="105669"/>
                </a:lnTo>
                <a:cubicBezTo>
                  <a:pt x="815550" y="107719"/>
                  <a:pt x="814052" y="109962"/>
                  <a:pt x="811884" y="112396"/>
                </a:cubicBezTo>
                <a:cubicBezTo>
                  <a:pt x="809717" y="114829"/>
                  <a:pt x="807151" y="117070"/>
                  <a:pt x="804186" y="119120"/>
                </a:cubicBezTo>
                <a:cubicBezTo>
                  <a:pt x="801222" y="121170"/>
                  <a:pt x="797922" y="122867"/>
                  <a:pt x="794289" y="124212"/>
                </a:cubicBezTo>
                <a:cubicBezTo>
                  <a:pt x="790655" y="125557"/>
                  <a:pt x="786957" y="126229"/>
                  <a:pt x="783196" y="126229"/>
                </a:cubicBezTo>
                <a:cubicBezTo>
                  <a:pt x="778095" y="126229"/>
                  <a:pt x="773872" y="125336"/>
                  <a:pt x="770525" y="123549"/>
                </a:cubicBezTo>
                <a:cubicBezTo>
                  <a:pt x="767178" y="121762"/>
                  <a:pt x="764516" y="119401"/>
                  <a:pt x="762540" y="116466"/>
                </a:cubicBezTo>
                <a:cubicBezTo>
                  <a:pt x="760564" y="113530"/>
                  <a:pt x="759209" y="110211"/>
                  <a:pt x="758476" y="106509"/>
                </a:cubicBezTo>
                <a:cubicBezTo>
                  <a:pt x="757743" y="102807"/>
                  <a:pt x="757376" y="99010"/>
                  <a:pt x="757376" y="95117"/>
                </a:cubicBezTo>
                <a:cubicBezTo>
                  <a:pt x="757376" y="91545"/>
                  <a:pt x="757711" y="87494"/>
                  <a:pt x="758380" y="82964"/>
                </a:cubicBezTo>
                <a:cubicBezTo>
                  <a:pt x="759050" y="78431"/>
                  <a:pt x="760133" y="73804"/>
                  <a:pt x="761631" y="69082"/>
                </a:cubicBezTo>
                <a:cubicBezTo>
                  <a:pt x="763130" y="64359"/>
                  <a:pt x="765074" y="59764"/>
                  <a:pt x="767465" y="55297"/>
                </a:cubicBezTo>
                <a:cubicBezTo>
                  <a:pt x="769856" y="50830"/>
                  <a:pt x="772740" y="46826"/>
                  <a:pt x="776119" y="43284"/>
                </a:cubicBezTo>
                <a:cubicBezTo>
                  <a:pt x="779498" y="39742"/>
                  <a:pt x="783419" y="36902"/>
                  <a:pt x="787881" y="34764"/>
                </a:cubicBezTo>
                <a:cubicBezTo>
                  <a:pt x="792344" y="32626"/>
                  <a:pt x="797412" y="31557"/>
                  <a:pt x="803086" y="31557"/>
                </a:cubicBezTo>
                <a:cubicBezTo>
                  <a:pt x="808760" y="31557"/>
                  <a:pt x="813621" y="32705"/>
                  <a:pt x="817670" y="35000"/>
                </a:cubicBezTo>
                <a:cubicBezTo>
                  <a:pt x="821718" y="37295"/>
                  <a:pt x="825336" y="40451"/>
                  <a:pt x="828523" y="44467"/>
                </a:cubicBezTo>
                <a:lnTo>
                  <a:pt x="830340" y="35765"/>
                </a:lnTo>
                <a:cubicBezTo>
                  <a:pt x="830595" y="34745"/>
                  <a:pt x="831329" y="34012"/>
                  <a:pt x="832540" y="33566"/>
                </a:cubicBezTo>
                <a:cubicBezTo>
                  <a:pt x="833751" y="33119"/>
                  <a:pt x="835632" y="32896"/>
                  <a:pt x="838182" y="32896"/>
                </a:cubicBezTo>
                <a:cubicBezTo>
                  <a:pt x="839457" y="32896"/>
                  <a:pt x="840525" y="32944"/>
                  <a:pt x="841385" y="33040"/>
                </a:cubicBezTo>
                <a:cubicBezTo>
                  <a:pt x="842246" y="33135"/>
                  <a:pt x="842931" y="33311"/>
                  <a:pt x="843442" y="33566"/>
                </a:cubicBezTo>
                <a:cubicBezTo>
                  <a:pt x="843952" y="33821"/>
                  <a:pt x="844270" y="34139"/>
                  <a:pt x="844398" y="34522"/>
                </a:cubicBezTo>
                <a:cubicBezTo>
                  <a:pt x="844525" y="34904"/>
                  <a:pt x="844557" y="35319"/>
                  <a:pt x="844493" y="35765"/>
                </a:cubicBezTo>
                <a:lnTo>
                  <a:pt x="827280" y="121926"/>
                </a:lnTo>
                <a:moveTo>
                  <a:pt x="824316" y="58333"/>
                </a:moveTo>
                <a:cubicBezTo>
                  <a:pt x="821319" y="53934"/>
                  <a:pt x="818084" y="50635"/>
                  <a:pt x="814610" y="48436"/>
                </a:cubicBezTo>
                <a:cubicBezTo>
                  <a:pt x="811135" y="46236"/>
                  <a:pt x="807230" y="45137"/>
                  <a:pt x="802895" y="45137"/>
                </a:cubicBezTo>
                <a:cubicBezTo>
                  <a:pt x="799452" y="45137"/>
                  <a:pt x="796345" y="45950"/>
                  <a:pt x="793571" y="47578"/>
                </a:cubicBezTo>
                <a:cubicBezTo>
                  <a:pt x="790798" y="49206"/>
                  <a:pt x="788344" y="51360"/>
                  <a:pt x="786208" y="54042"/>
                </a:cubicBezTo>
                <a:cubicBezTo>
                  <a:pt x="784072" y="56724"/>
                  <a:pt x="782223" y="59773"/>
                  <a:pt x="780662" y="63189"/>
                </a:cubicBezTo>
                <a:cubicBezTo>
                  <a:pt x="779100" y="66604"/>
                  <a:pt x="777825" y="70131"/>
                  <a:pt x="776836" y="73771"/>
                </a:cubicBezTo>
                <a:cubicBezTo>
                  <a:pt x="775848" y="77409"/>
                  <a:pt x="775115" y="80984"/>
                  <a:pt x="774637" y="84497"/>
                </a:cubicBezTo>
                <a:cubicBezTo>
                  <a:pt x="774159" y="88007"/>
                  <a:pt x="773920" y="91167"/>
                  <a:pt x="773920" y="93976"/>
                </a:cubicBezTo>
                <a:cubicBezTo>
                  <a:pt x="773920" y="96211"/>
                  <a:pt x="774095" y="98430"/>
                  <a:pt x="774446" y="100634"/>
                </a:cubicBezTo>
                <a:cubicBezTo>
                  <a:pt x="774796" y="102835"/>
                  <a:pt x="775466" y="104845"/>
                  <a:pt x="776454" y="106664"/>
                </a:cubicBezTo>
                <a:cubicBezTo>
                  <a:pt x="777442" y="108483"/>
                  <a:pt x="778797" y="109952"/>
                  <a:pt x="780518" y="111069"/>
                </a:cubicBezTo>
                <a:cubicBezTo>
                  <a:pt x="782239" y="112187"/>
                  <a:pt x="784471" y="112746"/>
                  <a:pt x="787212" y="112746"/>
                </a:cubicBezTo>
                <a:cubicBezTo>
                  <a:pt x="790718" y="112746"/>
                  <a:pt x="794241" y="111772"/>
                  <a:pt x="797779" y="109823"/>
                </a:cubicBezTo>
                <a:cubicBezTo>
                  <a:pt x="801317" y="107873"/>
                  <a:pt x="804616" y="105172"/>
                  <a:pt x="807677" y="101722"/>
                </a:cubicBezTo>
                <a:cubicBezTo>
                  <a:pt x="810737" y="98271"/>
                  <a:pt x="813446" y="94213"/>
                  <a:pt x="815805" y="89547"/>
                </a:cubicBezTo>
                <a:cubicBezTo>
                  <a:pt x="818164" y="84881"/>
                  <a:pt x="819917" y="79736"/>
                  <a:pt x="821064" y="74112"/>
                </a:cubicBezTo>
                <a:lnTo>
                  <a:pt x="824316" y="58333"/>
                </a:lnTo>
                <a:close/>
                <a:moveTo>
                  <a:pt x="918488" y="36721"/>
                </a:moveTo>
                <a:cubicBezTo>
                  <a:pt x="918488" y="37295"/>
                  <a:pt x="918456" y="37917"/>
                  <a:pt x="918392" y="38586"/>
                </a:cubicBezTo>
                <a:cubicBezTo>
                  <a:pt x="918328" y="39255"/>
                  <a:pt x="918201" y="39941"/>
                  <a:pt x="918010" y="40642"/>
                </a:cubicBezTo>
                <a:cubicBezTo>
                  <a:pt x="917818" y="41343"/>
                  <a:pt x="917563" y="42045"/>
                  <a:pt x="917245" y="42746"/>
                </a:cubicBezTo>
                <a:cubicBezTo>
                  <a:pt x="916926" y="43447"/>
                  <a:pt x="916591" y="44069"/>
                  <a:pt x="916241" y="44611"/>
                </a:cubicBezTo>
                <a:cubicBezTo>
                  <a:pt x="915890" y="45153"/>
                  <a:pt x="915492" y="45583"/>
                  <a:pt x="915045" y="45902"/>
                </a:cubicBezTo>
                <a:cubicBezTo>
                  <a:pt x="914599" y="46220"/>
                  <a:pt x="914089" y="46380"/>
                  <a:pt x="913515" y="46380"/>
                </a:cubicBezTo>
                <a:lnTo>
                  <a:pt x="891521" y="46380"/>
                </a:lnTo>
                <a:lnTo>
                  <a:pt x="881862" y="94511"/>
                </a:lnTo>
                <a:cubicBezTo>
                  <a:pt x="881607" y="95853"/>
                  <a:pt x="881384" y="97358"/>
                  <a:pt x="881193" y="99023"/>
                </a:cubicBezTo>
                <a:cubicBezTo>
                  <a:pt x="881002" y="100687"/>
                  <a:pt x="880906" y="102062"/>
                  <a:pt x="880906" y="103150"/>
                </a:cubicBezTo>
                <a:cubicBezTo>
                  <a:pt x="880906" y="106413"/>
                  <a:pt x="881591" y="108797"/>
                  <a:pt x="882962" y="110301"/>
                </a:cubicBezTo>
                <a:cubicBezTo>
                  <a:pt x="884333" y="111803"/>
                  <a:pt x="886548" y="112555"/>
                  <a:pt x="889608" y="112555"/>
                </a:cubicBezTo>
                <a:cubicBezTo>
                  <a:pt x="891329" y="112555"/>
                  <a:pt x="892828" y="112411"/>
                  <a:pt x="894103" y="112124"/>
                </a:cubicBezTo>
                <a:cubicBezTo>
                  <a:pt x="895378" y="111837"/>
                  <a:pt x="896477" y="111534"/>
                  <a:pt x="897402" y="111216"/>
                </a:cubicBezTo>
                <a:cubicBezTo>
                  <a:pt x="898326" y="110897"/>
                  <a:pt x="899139" y="110594"/>
                  <a:pt x="899840" y="110307"/>
                </a:cubicBezTo>
                <a:cubicBezTo>
                  <a:pt x="900542" y="110020"/>
                  <a:pt x="901147" y="109877"/>
                  <a:pt x="901657" y="109877"/>
                </a:cubicBezTo>
                <a:cubicBezTo>
                  <a:pt x="902167" y="109877"/>
                  <a:pt x="902566" y="110052"/>
                  <a:pt x="902853" y="110403"/>
                </a:cubicBezTo>
                <a:cubicBezTo>
                  <a:pt x="903140" y="110754"/>
                  <a:pt x="903283" y="111407"/>
                  <a:pt x="903283" y="112363"/>
                </a:cubicBezTo>
                <a:cubicBezTo>
                  <a:pt x="903283" y="113192"/>
                  <a:pt x="903203" y="114101"/>
                  <a:pt x="903044" y="115089"/>
                </a:cubicBezTo>
                <a:cubicBezTo>
                  <a:pt x="902885" y="116077"/>
                  <a:pt x="902677" y="117049"/>
                  <a:pt x="902422" y="118005"/>
                </a:cubicBezTo>
                <a:cubicBezTo>
                  <a:pt x="902167" y="118962"/>
                  <a:pt x="901849" y="119822"/>
                  <a:pt x="901466" y="120587"/>
                </a:cubicBezTo>
                <a:cubicBezTo>
                  <a:pt x="901084" y="121352"/>
                  <a:pt x="900669" y="121958"/>
                  <a:pt x="900223" y="122404"/>
                </a:cubicBezTo>
                <a:cubicBezTo>
                  <a:pt x="899713" y="122851"/>
                  <a:pt x="898948" y="123297"/>
                  <a:pt x="897928" y="123743"/>
                </a:cubicBezTo>
                <a:cubicBezTo>
                  <a:pt x="896908" y="124189"/>
                  <a:pt x="895728" y="124588"/>
                  <a:pt x="894390" y="124938"/>
                </a:cubicBezTo>
                <a:cubicBezTo>
                  <a:pt x="893051" y="125289"/>
                  <a:pt x="891632" y="125560"/>
                  <a:pt x="890134" y="125751"/>
                </a:cubicBezTo>
                <a:cubicBezTo>
                  <a:pt x="888636" y="125942"/>
                  <a:pt x="887154" y="126038"/>
                  <a:pt x="885687" y="126038"/>
                </a:cubicBezTo>
                <a:cubicBezTo>
                  <a:pt x="882117" y="126038"/>
                  <a:pt x="879025" y="125655"/>
                  <a:pt x="876411" y="124888"/>
                </a:cubicBezTo>
                <a:cubicBezTo>
                  <a:pt x="873798" y="124121"/>
                  <a:pt x="871598" y="122923"/>
                  <a:pt x="869813" y="121296"/>
                </a:cubicBezTo>
                <a:cubicBezTo>
                  <a:pt x="868028" y="119666"/>
                  <a:pt x="866705" y="117622"/>
                  <a:pt x="865844" y="115163"/>
                </a:cubicBezTo>
                <a:cubicBezTo>
                  <a:pt x="864984" y="112703"/>
                  <a:pt x="864553" y="109748"/>
                  <a:pt x="864553" y="106300"/>
                </a:cubicBezTo>
                <a:cubicBezTo>
                  <a:pt x="864553" y="105533"/>
                  <a:pt x="864585" y="104686"/>
                  <a:pt x="864649" y="103760"/>
                </a:cubicBezTo>
                <a:cubicBezTo>
                  <a:pt x="864713" y="102833"/>
                  <a:pt x="864824" y="101859"/>
                  <a:pt x="864984" y="100837"/>
                </a:cubicBezTo>
                <a:cubicBezTo>
                  <a:pt x="865143" y="99815"/>
                  <a:pt x="865303" y="98793"/>
                  <a:pt x="865462" y="97771"/>
                </a:cubicBezTo>
                <a:cubicBezTo>
                  <a:pt x="865621" y="96749"/>
                  <a:pt x="865797" y="95791"/>
                  <a:pt x="865988" y="94896"/>
                </a:cubicBezTo>
                <a:lnTo>
                  <a:pt x="875646" y="46380"/>
                </a:lnTo>
                <a:lnTo>
                  <a:pt x="863693" y="46380"/>
                </a:lnTo>
                <a:cubicBezTo>
                  <a:pt x="862992" y="46380"/>
                  <a:pt x="862450" y="46173"/>
                  <a:pt x="862067" y="45758"/>
                </a:cubicBezTo>
                <a:cubicBezTo>
                  <a:pt x="861685" y="45344"/>
                  <a:pt x="861493" y="44531"/>
                  <a:pt x="861493" y="43320"/>
                </a:cubicBezTo>
                <a:cubicBezTo>
                  <a:pt x="861493" y="42427"/>
                  <a:pt x="861589" y="41391"/>
                  <a:pt x="861780" y="40212"/>
                </a:cubicBezTo>
                <a:cubicBezTo>
                  <a:pt x="861972" y="39032"/>
                  <a:pt x="862258" y="37933"/>
                  <a:pt x="862641" y="36913"/>
                </a:cubicBezTo>
                <a:cubicBezTo>
                  <a:pt x="863023" y="35892"/>
                  <a:pt x="863518" y="35032"/>
                  <a:pt x="864123" y="34331"/>
                </a:cubicBezTo>
                <a:cubicBezTo>
                  <a:pt x="864729" y="33629"/>
                  <a:pt x="865446" y="33279"/>
                  <a:pt x="866275" y="33279"/>
                </a:cubicBezTo>
                <a:lnTo>
                  <a:pt x="878324" y="33279"/>
                </a:lnTo>
                <a:lnTo>
                  <a:pt x="882436" y="12814"/>
                </a:lnTo>
                <a:cubicBezTo>
                  <a:pt x="882500" y="12368"/>
                  <a:pt x="882707" y="11954"/>
                  <a:pt x="883058" y="11571"/>
                </a:cubicBezTo>
                <a:cubicBezTo>
                  <a:pt x="883408" y="11189"/>
                  <a:pt x="883902" y="10854"/>
                  <a:pt x="884540" y="10567"/>
                </a:cubicBezTo>
                <a:cubicBezTo>
                  <a:pt x="885177" y="10280"/>
                  <a:pt x="886022" y="10073"/>
                  <a:pt x="887074" y="9945"/>
                </a:cubicBezTo>
                <a:cubicBezTo>
                  <a:pt x="888126" y="9818"/>
                  <a:pt x="889417" y="9754"/>
                  <a:pt x="890947" y="9754"/>
                </a:cubicBezTo>
                <a:cubicBezTo>
                  <a:pt x="892477" y="9754"/>
                  <a:pt x="893736" y="9818"/>
                  <a:pt x="894724" y="9945"/>
                </a:cubicBezTo>
                <a:cubicBezTo>
                  <a:pt x="895712" y="10073"/>
                  <a:pt x="896477" y="10280"/>
                  <a:pt x="897019" y="10567"/>
                </a:cubicBezTo>
                <a:cubicBezTo>
                  <a:pt x="897561" y="10854"/>
                  <a:pt x="897912" y="11189"/>
                  <a:pt x="898071" y="11571"/>
                </a:cubicBezTo>
                <a:cubicBezTo>
                  <a:pt x="898231" y="11954"/>
                  <a:pt x="898278" y="12368"/>
                  <a:pt x="898215" y="12814"/>
                </a:cubicBezTo>
                <a:lnTo>
                  <a:pt x="894103" y="33279"/>
                </a:lnTo>
                <a:lnTo>
                  <a:pt x="916097" y="33279"/>
                </a:lnTo>
                <a:cubicBezTo>
                  <a:pt x="917053" y="33279"/>
                  <a:pt x="917691" y="33629"/>
                  <a:pt x="918010" y="34331"/>
                </a:cubicBezTo>
                <a:cubicBezTo>
                  <a:pt x="918328" y="35032"/>
                  <a:pt x="918488" y="35829"/>
                  <a:pt x="918488" y="36721"/>
                </a:cubicBezTo>
                <a:close/>
                <a:moveTo>
                  <a:pt x="1002794" y="53456"/>
                </a:moveTo>
                <a:cubicBezTo>
                  <a:pt x="1002794" y="57855"/>
                  <a:pt x="1001774" y="61808"/>
                  <a:pt x="999734" y="65314"/>
                </a:cubicBezTo>
                <a:cubicBezTo>
                  <a:pt x="997694" y="68821"/>
                  <a:pt x="994506" y="71817"/>
                  <a:pt x="990171" y="74303"/>
                </a:cubicBezTo>
                <a:cubicBezTo>
                  <a:pt x="985836" y="76790"/>
                  <a:pt x="980289" y="78702"/>
                  <a:pt x="973531" y="80041"/>
                </a:cubicBezTo>
                <a:cubicBezTo>
                  <a:pt x="966774" y="81380"/>
                  <a:pt x="958677" y="82049"/>
                  <a:pt x="949242" y="82049"/>
                </a:cubicBezTo>
                <a:lnTo>
                  <a:pt x="939105" y="82049"/>
                </a:lnTo>
                <a:cubicBezTo>
                  <a:pt x="938659" y="84159"/>
                  <a:pt x="938356" y="86205"/>
                  <a:pt x="938197" y="88187"/>
                </a:cubicBezTo>
                <a:cubicBezTo>
                  <a:pt x="938037" y="90170"/>
                  <a:pt x="937958" y="92024"/>
                  <a:pt x="937958" y="93752"/>
                </a:cubicBezTo>
                <a:cubicBezTo>
                  <a:pt x="937958" y="100147"/>
                  <a:pt x="939536" y="105039"/>
                  <a:pt x="942691" y="108428"/>
                </a:cubicBezTo>
                <a:cubicBezTo>
                  <a:pt x="945847" y="111816"/>
                  <a:pt x="950963" y="113511"/>
                  <a:pt x="958040" y="113511"/>
                </a:cubicBezTo>
                <a:cubicBezTo>
                  <a:pt x="962120" y="113511"/>
                  <a:pt x="965786" y="113203"/>
                  <a:pt x="969037" y="112587"/>
                </a:cubicBezTo>
                <a:cubicBezTo>
                  <a:pt x="972288" y="111972"/>
                  <a:pt x="975109" y="111307"/>
                  <a:pt x="977500" y="110594"/>
                </a:cubicBezTo>
                <a:cubicBezTo>
                  <a:pt x="979891" y="109881"/>
                  <a:pt x="981851" y="109217"/>
                  <a:pt x="983381" y="108601"/>
                </a:cubicBezTo>
                <a:cubicBezTo>
                  <a:pt x="984911" y="107985"/>
                  <a:pt x="985963" y="107677"/>
                  <a:pt x="986537" y="107677"/>
                </a:cubicBezTo>
                <a:cubicBezTo>
                  <a:pt x="987111" y="107677"/>
                  <a:pt x="987541" y="107886"/>
                  <a:pt x="987828" y="108302"/>
                </a:cubicBezTo>
                <a:cubicBezTo>
                  <a:pt x="988115" y="108718"/>
                  <a:pt x="988258" y="109311"/>
                  <a:pt x="988258" y="110080"/>
                </a:cubicBezTo>
                <a:cubicBezTo>
                  <a:pt x="988258" y="110722"/>
                  <a:pt x="988194" y="111491"/>
                  <a:pt x="988067" y="112387"/>
                </a:cubicBezTo>
                <a:cubicBezTo>
                  <a:pt x="987939" y="113284"/>
                  <a:pt x="987748" y="114197"/>
                  <a:pt x="987493" y="115128"/>
                </a:cubicBezTo>
                <a:cubicBezTo>
                  <a:pt x="987238" y="116056"/>
                  <a:pt x="986903" y="116937"/>
                  <a:pt x="986489" y="117772"/>
                </a:cubicBezTo>
                <a:cubicBezTo>
                  <a:pt x="986075" y="118605"/>
                  <a:pt x="985612" y="119309"/>
                  <a:pt x="985102" y="119885"/>
                </a:cubicBezTo>
                <a:cubicBezTo>
                  <a:pt x="984337" y="120654"/>
                  <a:pt x="982983" y="121407"/>
                  <a:pt x="981038" y="122144"/>
                </a:cubicBezTo>
                <a:cubicBezTo>
                  <a:pt x="979094" y="122881"/>
                  <a:pt x="976783" y="123555"/>
                  <a:pt x="974105" y="124164"/>
                </a:cubicBezTo>
                <a:cubicBezTo>
                  <a:pt x="971428" y="124772"/>
                  <a:pt x="968495" y="125268"/>
                  <a:pt x="965307" y="125653"/>
                </a:cubicBezTo>
                <a:cubicBezTo>
                  <a:pt x="962120" y="126037"/>
                  <a:pt x="958932" y="126229"/>
                  <a:pt x="955745" y="126229"/>
                </a:cubicBezTo>
                <a:cubicBezTo>
                  <a:pt x="950071" y="126229"/>
                  <a:pt x="945098" y="125592"/>
                  <a:pt x="940827" y="124317"/>
                </a:cubicBezTo>
                <a:cubicBezTo>
                  <a:pt x="936555" y="123040"/>
                  <a:pt x="933001" y="121077"/>
                  <a:pt x="930164" y="118430"/>
                </a:cubicBezTo>
                <a:cubicBezTo>
                  <a:pt x="927327" y="115780"/>
                  <a:pt x="925207" y="112477"/>
                  <a:pt x="923805" y="108520"/>
                </a:cubicBezTo>
                <a:cubicBezTo>
                  <a:pt x="922402" y="104564"/>
                  <a:pt x="921701" y="99905"/>
                  <a:pt x="921701" y="94544"/>
                </a:cubicBezTo>
                <a:cubicBezTo>
                  <a:pt x="921701" y="90396"/>
                  <a:pt x="922099" y="85945"/>
                  <a:pt x="922896" y="81191"/>
                </a:cubicBezTo>
                <a:cubicBezTo>
                  <a:pt x="923693" y="76436"/>
                  <a:pt x="924952" y="71729"/>
                  <a:pt x="926674" y="67071"/>
                </a:cubicBezTo>
                <a:cubicBezTo>
                  <a:pt x="928395" y="62413"/>
                  <a:pt x="930626" y="57947"/>
                  <a:pt x="933368" y="53671"/>
                </a:cubicBezTo>
                <a:cubicBezTo>
                  <a:pt x="936109" y="49394"/>
                  <a:pt x="939376" y="45629"/>
                  <a:pt x="943169" y="42375"/>
                </a:cubicBezTo>
                <a:cubicBezTo>
                  <a:pt x="946963" y="39120"/>
                  <a:pt x="951346" y="36503"/>
                  <a:pt x="956318" y="34525"/>
                </a:cubicBezTo>
                <a:cubicBezTo>
                  <a:pt x="961291" y="32546"/>
                  <a:pt x="966901" y="31557"/>
                  <a:pt x="973149" y="31557"/>
                </a:cubicBezTo>
                <a:cubicBezTo>
                  <a:pt x="978504" y="31557"/>
                  <a:pt x="983046" y="32227"/>
                  <a:pt x="986776" y="33566"/>
                </a:cubicBezTo>
                <a:cubicBezTo>
                  <a:pt x="990505" y="34904"/>
                  <a:pt x="993566" y="36626"/>
                  <a:pt x="995956" y="38729"/>
                </a:cubicBezTo>
                <a:cubicBezTo>
                  <a:pt x="998347" y="40833"/>
                  <a:pt x="1000084" y="43176"/>
                  <a:pt x="1001168" y="45758"/>
                </a:cubicBezTo>
                <a:cubicBezTo>
                  <a:pt x="1002252" y="48340"/>
                  <a:pt x="1002794" y="50906"/>
                  <a:pt x="1002794" y="53456"/>
                </a:cubicBezTo>
                <a:moveTo>
                  <a:pt x="986633" y="54891"/>
                </a:moveTo>
                <a:cubicBezTo>
                  <a:pt x="986633" y="51639"/>
                  <a:pt x="985357" y="49010"/>
                  <a:pt x="982807" y="47001"/>
                </a:cubicBezTo>
                <a:cubicBezTo>
                  <a:pt x="980257" y="44993"/>
                  <a:pt x="976623" y="43989"/>
                  <a:pt x="971906" y="43989"/>
                </a:cubicBezTo>
                <a:cubicBezTo>
                  <a:pt x="967762" y="43989"/>
                  <a:pt x="964096" y="44706"/>
                  <a:pt x="960908" y="46141"/>
                </a:cubicBezTo>
                <a:cubicBezTo>
                  <a:pt x="957721" y="47575"/>
                  <a:pt x="954900" y="49504"/>
                  <a:pt x="952445" y="51926"/>
                </a:cubicBezTo>
                <a:cubicBezTo>
                  <a:pt x="949991" y="54349"/>
                  <a:pt x="947887" y="57170"/>
                  <a:pt x="946134" y="60389"/>
                </a:cubicBezTo>
                <a:cubicBezTo>
                  <a:pt x="944381" y="63609"/>
                  <a:pt x="942962" y="67004"/>
                  <a:pt x="941878" y="70574"/>
                </a:cubicBezTo>
                <a:lnTo>
                  <a:pt x="951633" y="70574"/>
                </a:lnTo>
                <a:cubicBezTo>
                  <a:pt x="958327" y="70574"/>
                  <a:pt x="963921" y="70159"/>
                  <a:pt x="968415" y="69331"/>
                </a:cubicBezTo>
                <a:cubicBezTo>
                  <a:pt x="972910" y="68502"/>
                  <a:pt x="976512" y="67370"/>
                  <a:pt x="979221" y="65936"/>
                </a:cubicBezTo>
                <a:cubicBezTo>
                  <a:pt x="981931" y="64501"/>
                  <a:pt x="983843" y="62828"/>
                  <a:pt x="984959" y="60915"/>
                </a:cubicBezTo>
                <a:cubicBezTo>
                  <a:pt x="986075" y="59003"/>
                  <a:pt x="986633" y="56994"/>
                  <a:pt x="986633" y="54891"/>
                </a:cubicBez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In">
            <a:extLst xmlns:a="http://schemas.openxmlformats.org/drawingml/2006/main">
              <a:ext uri="{FF2B5EF4-FFF2-40B4-BE49-F238E27FC236}">
                <a16:creationId xmlns:a16="http://schemas.microsoft.com/office/drawing/2014/main" id="{23DB4FE2-8FC1-4BE5-B4E9-25E6AB56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63" y="2861339"/>
            <a:ext cx="131329" cy="124891"/>
          </a:xfrm>
          <a:custGeom xmlns:a="http://schemas.openxmlformats.org/drawingml/2006/main">
            <a:pathLst>
              <a:path w="131329" h="124891">
                <a:moveTo>
                  <a:pt x="16576" y="121926"/>
                </a:moveTo>
                <a:cubicBezTo>
                  <a:pt x="16512" y="122372"/>
                  <a:pt x="16305" y="122787"/>
                  <a:pt x="15954" y="123169"/>
                </a:cubicBezTo>
                <a:cubicBezTo>
                  <a:pt x="15603" y="123552"/>
                  <a:pt x="15077" y="123855"/>
                  <a:pt x="14376" y="124078"/>
                </a:cubicBezTo>
                <a:cubicBezTo>
                  <a:pt x="13675" y="124301"/>
                  <a:pt x="12782" y="124492"/>
                  <a:pt x="11699" y="124652"/>
                </a:cubicBezTo>
                <a:cubicBezTo>
                  <a:pt x="10615" y="124811"/>
                  <a:pt x="9308" y="124891"/>
                  <a:pt x="7778" y="124891"/>
                </a:cubicBezTo>
                <a:cubicBezTo>
                  <a:pt x="6120" y="124891"/>
                  <a:pt x="4781" y="124811"/>
                  <a:pt x="3761" y="124652"/>
                </a:cubicBezTo>
                <a:cubicBezTo>
                  <a:pt x="2741" y="124492"/>
                  <a:pt x="1944" y="124301"/>
                  <a:pt x="1371" y="124078"/>
                </a:cubicBezTo>
                <a:cubicBezTo>
                  <a:pt x="797" y="123855"/>
                  <a:pt x="414" y="123552"/>
                  <a:pt x="223" y="123169"/>
                </a:cubicBezTo>
                <a:cubicBezTo>
                  <a:pt x="32" y="122787"/>
                  <a:pt x="0" y="122372"/>
                  <a:pt x="128" y="121926"/>
                </a:cubicBezTo>
                <a:lnTo>
                  <a:pt x="23843" y="2964"/>
                </a:lnTo>
                <a:cubicBezTo>
                  <a:pt x="23907" y="2518"/>
                  <a:pt x="24146" y="2104"/>
                  <a:pt x="24561" y="1721"/>
                </a:cubicBezTo>
                <a:cubicBezTo>
                  <a:pt x="24975" y="1339"/>
                  <a:pt x="25533" y="1036"/>
                  <a:pt x="26234" y="813"/>
                </a:cubicBezTo>
                <a:cubicBezTo>
                  <a:pt x="26935" y="590"/>
                  <a:pt x="27812" y="398"/>
                  <a:pt x="28864" y="239"/>
                </a:cubicBezTo>
                <a:cubicBezTo>
                  <a:pt x="29916" y="80"/>
                  <a:pt x="31207" y="0"/>
                  <a:pt x="32737" y="0"/>
                </a:cubicBezTo>
                <a:cubicBezTo>
                  <a:pt x="34267" y="0"/>
                  <a:pt x="35542" y="80"/>
                  <a:pt x="36562" y="239"/>
                </a:cubicBezTo>
                <a:cubicBezTo>
                  <a:pt x="37582" y="398"/>
                  <a:pt x="38395" y="590"/>
                  <a:pt x="39000" y="813"/>
                </a:cubicBezTo>
                <a:cubicBezTo>
                  <a:pt x="39606" y="1036"/>
                  <a:pt x="40005" y="1339"/>
                  <a:pt x="40196" y="1721"/>
                </a:cubicBezTo>
                <a:cubicBezTo>
                  <a:pt x="40387" y="2104"/>
                  <a:pt x="40419" y="2518"/>
                  <a:pt x="40291" y="2964"/>
                </a:cubicBezTo>
                <a:lnTo>
                  <a:pt x="16576" y="121926"/>
                </a:lnTo>
                <a:close/>
                <a:moveTo>
                  <a:pt x="131329" y="54891"/>
                </a:moveTo>
                <a:cubicBezTo>
                  <a:pt x="131329" y="57122"/>
                  <a:pt x="131202" y="59321"/>
                  <a:pt x="130947" y="61489"/>
                </a:cubicBezTo>
                <a:cubicBezTo>
                  <a:pt x="130692" y="63657"/>
                  <a:pt x="130341" y="65888"/>
                  <a:pt x="129895" y="68183"/>
                </a:cubicBezTo>
                <a:lnTo>
                  <a:pt x="119089" y="121926"/>
                </a:lnTo>
                <a:cubicBezTo>
                  <a:pt x="118961" y="122436"/>
                  <a:pt x="118754" y="122866"/>
                  <a:pt x="118467" y="123217"/>
                </a:cubicBezTo>
                <a:cubicBezTo>
                  <a:pt x="118180" y="123568"/>
                  <a:pt x="117702" y="123871"/>
                  <a:pt x="117033" y="124126"/>
                </a:cubicBezTo>
                <a:cubicBezTo>
                  <a:pt x="116364" y="124381"/>
                  <a:pt x="115519" y="124572"/>
                  <a:pt x="114499" y="124699"/>
                </a:cubicBezTo>
                <a:cubicBezTo>
                  <a:pt x="113479" y="124827"/>
                  <a:pt x="112172" y="124891"/>
                  <a:pt x="110578" y="124891"/>
                </a:cubicBezTo>
                <a:cubicBezTo>
                  <a:pt x="109048" y="124891"/>
                  <a:pt x="107789" y="124827"/>
                  <a:pt x="106801" y="124699"/>
                </a:cubicBezTo>
                <a:cubicBezTo>
                  <a:pt x="105813" y="124572"/>
                  <a:pt x="105047" y="124381"/>
                  <a:pt x="104506" y="124126"/>
                </a:cubicBezTo>
                <a:cubicBezTo>
                  <a:pt x="103964" y="123871"/>
                  <a:pt x="103613" y="123568"/>
                  <a:pt x="103454" y="123217"/>
                </a:cubicBezTo>
                <a:cubicBezTo>
                  <a:pt x="103294" y="122866"/>
                  <a:pt x="103246" y="122436"/>
                  <a:pt x="103310" y="121926"/>
                </a:cubicBezTo>
                <a:lnTo>
                  <a:pt x="113925" y="68757"/>
                </a:lnTo>
                <a:cubicBezTo>
                  <a:pt x="114371" y="66780"/>
                  <a:pt x="114674" y="64868"/>
                  <a:pt x="114833" y="63019"/>
                </a:cubicBezTo>
                <a:cubicBezTo>
                  <a:pt x="114993" y="61170"/>
                  <a:pt x="115073" y="59545"/>
                  <a:pt x="115073" y="58142"/>
                </a:cubicBezTo>
                <a:cubicBezTo>
                  <a:pt x="115073" y="54253"/>
                  <a:pt x="114244" y="51113"/>
                  <a:pt x="112586" y="48723"/>
                </a:cubicBezTo>
                <a:cubicBezTo>
                  <a:pt x="110929" y="46332"/>
                  <a:pt x="108155" y="45137"/>
                  <a:pt x="104267" y="45137"/>
                </a:cubicBezTo>
                <a:cubicBezTo>
                  <a:pt x="100888" y="45137"/>
                  <a:pt x="97429" y="46109"/>
                  <a:pt x="93891" y="48053"/>
                </a:cubicBezTo>
                <a:cubicBezTo>
                  <a:pt x="90353" y="49998"/>
                  <a:pt x="87069" y="52675"/>
                  <a:pt x="84041" y="56086"/>
                </a:cubicBezTo>
                <a:cubicBezTo>
                  <a:pt x="81013" y="59497"/>
                  <a:pt x="78303" y="63545"/>
                  <a:pt x="75913" y="68231"/>
                </a:cubicBezTo>
                <a:cubicBezTo>
                  <a:pt x="73522" y="72917"/>
                  <a:pt x="71785" y="78001"/>
                  <a:pt x="70701" y="83484"/>
                </a:cubicBezTo>
                <a:lnTo>
                  <a:pt x="63051" y="121926"/>
                </a:lnTo>
                <a:cubicBezTo>
                  <a:pt x="62923" y="122436"/>
                  <a:pt x="62700" y="122866"/>
                  <a:pt x="62381" y="123217"/>
                </a:cubicBezTo>
                <a:cubicBezTo>
                  <a:pt x="62063" y="123568"/>
                  <a:pt x="61584" y="123871"/>
                  <a:pt x="60947" y="124126"/>
                </a:cubicBezTo>
                <a:cubicBezTo>
                  <a:pt x="60309" y="124381"/>
                  <a:pt x="59465" y="124572"/>
                  <a:pt x="58413" y="124699"/>
                </a:cubicBezTo>
                <a:cubicBezTo>
                  <a:pt x="57361" y="124827"/>
                  <a:pt x="56070" y="124891"/>
                  <a:pt x="54540" y="124891"/>
                </a:cubicBezTo>
                <a:cubicBezTo>
                  <a:pt x="52946" y="124891"/>
                  <a:pt x="51655" y="124827"/>
                  <a:pt x="50667" y="124699"/>
                </a:cubicBezTo>
                <a:cubicBezTo>
                  <a:pt x="49679" y="124572"/>
                  <a:pt x="48914" y="124381"/>
                  <a:pt x="48372" y="124126"/>
                </a:cubicBezTo>
                <a:cubicBezTo>
                  <a:pt x="47830" y="123871"/>
                  <a:pt x="47479" y="123568"/>
                  <a:pt x="47320" y="123217"/>
                </a:cubicBezTo>
                <a:cubicBezTo>
                  <a:pt x="47160" y="122866"/>
                  <a:pt x="47145" y="122436"/>
                  <a:pt x="47272" y="121926"/>
                </a:cubicBezTo>
                <a:lnTo>
                  <a:pt x="64581" y="35765"/>
                </a:lnTo>
                <a:cubicBezTo>
                  <a:pt x="64645" y="35319"/>
                  <a:pt x="64820" y="34904"/>
                  <a:pt x="65107" y="34522"/>
                </a:cubicBezTo>
                <a:cubicBezTo>
                  <a:pt x="65394" y="34139"/>
                  <a:pt x="65840" y="33821"/>
                  <a:pt x="66446" y="33566"/>
                </a:cubicBezTo>
                <a:cubicBezTo>
                  <a:pt x="67051" y="33311"/>
                  <a:pt x="67816" y="33135"/>
                  <a:pt x="68741" y="33040"/>
                </a:cubicBezTo>
                <a:cubicBezTo>
                  <a:pt x="69665" y="32944"/>
                  <a:pt x="70765" y="32896"/>
                  <a:pt x="72040" y="32896"/>
                </a:cubicBezTo>
                <a:cubicBezTo>
                  <a:pt x="73379" y="32896"/>
                  <a:pt x="74478" y="32944"/>
                  <a:pt x="75339" y="33040"/>
                </a:cubicBezTo>
                <a:cubicBezTo>
                  <a:pt x="76200" y="33135"/>
                  <a:pt x="76869" y="33311"/>
                  <a:pt x="77347" y="33566"/>
                </a:cubicBezTo>
                <a:cubicBezTo>
                  <a:pt x="77825" y="33821"/>
                  <a:pt x="78128" y="34139"/>
                  <a:pt x="78256" y="34522"/>
                </a:cubicBezTo>
                <a:cubicBezTo>
                  <a:pt x="78383" y="34904"/>
                  <a:pt x="78415" y="35319"/>
                  <a:pt x="78351" y="35765"/>
                </a:cubicBezTo>
                <a:lnTo>
                  <a:pt x="75100" y="52213"/>
                </a:lnTo>
                <a:cubicBezTo>
                  <a:pt x="76056" y="50045"/>
                  <a:pt x="77618" y="47750"/>
                  <a:pt x="79786" y="45328"/>
                </a:cubicBezTo>
                <a:cubicBezTo>
                  <a:pt x="81953" y="42905"/>
                  <a:pt x="84535" y="40674"/>
                  <a:pt x="87532" y="38634"/>
                </a:cubicBezTo>
                <a:cubicBezTo>
                  <a:pt x="90528" y="36594"/>
                  <a:pt x="93827" y="34904"/>
                  <a:pt x="97429" y="33566"/>
                </a:cubicBezTo>
                <a:cubicBezTo>
                  <a:pt x="101031" y="32227"/>
                  <a:pt x="104777" y="31557"/>
                  <a:pt x="108665" y="31557"/>
                </a:cubicBezTo>
                <a:cubicBezTo>
                  <a:pt x="112937" y="31557"/>
                  <a:pt x="116507" y="32211"/>
                  <a:pt x="119376" y="33518"/>
                </a:cubicBezTo>
                <a:cubicBezTo>
                  <a:pt x="122245" y="34825"/>
                  <a:pt x="124572" y="36546"/>
                  <a:pt x="126357" y="38682"/>
                </a:cubicBezTo>
                <a:cubicBezTo>
                  <a:pt x="128142" y="40817"/>
                  <a:pt x="129417" y="43288"/>
                  <a:pt x="130182" y="46093"/>
                </a:cubicBezTo>
                <a:cubicBezTo>
                  <a:pt x="130947" y="48898"/>
                  <a:pt x="131329" y="51831"/>
                  <a:pt x="131329" y="54891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f">
            <a:extLst xmlns:a="http://schemas.openxmlformats.org/drawingml/2006/main">
              <a:ext uri="{FF2B5EF4-FFF2-40B4-BE49-F238E27FC236}">
                <a16:creationId xmlns:a16="http://schemas.microsoft.com/office/drawing/2014/main" id="{9E2FA3DB-9547-4422-940B-E6A0C655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0829" y="2851776"/>
            <a:ext cx="96776" cy="168880"/>
          </a:xfrm>
          <a:custGeom xmlns:a="http://schemas.openxmlformats.org/drawingml/2006/main">
            <a:pathLst>
              <a:path w="96776" h="168880">
                <a:moveTo>
                  <a:pt x="96776" y="6216"/>
                </a:moveTo>
                <a:cubicBezTo>
                  <a:pt x="96776" y="6471"/>
                  <a:pt x="96744" y="6869"/>
                  <a:pt x="96680" y="7411"/>
                </a:cubicBezTo>
                <a:cubicBezTo>
                  <a:pt x="96616" y="7953"/>
                  <a:pt x="96537" y="8559"/>
                  <a:pt x="96441" y="9228"/>
                </a:cubicBezTo>
                <a:cubicBezTo>
                  <a:pt x="96346" y="9898"/>
                  <a:pt x="96202" y="10599"/>
                  <a:pt x="96011" y="11332"/>
                </a:cubicBezTo>
                <a:cubicBezTo>
                  <a:pt x="95820" y="12065"/>
                  <a:pt x="95596" y="12750"/>
                  <a:pt x="95341" y="13388"/>
                </a:cubicBezTo>
                <a:cubicBezTo>
                  <a:pt x="95086" y="14025"/>
                  <a:pt x="94800" y="14536"/>
                  <a:pt x="94481" y="14918"/>
                </a:cubicBezTo>
                <a:cubicBezTo>
                  <a:pt x="94162" y="15301"/>
                  <a:pt x="93811" y="15492"/>
                  <a:pt x="93429" y="15492"/>
                </a:cubicBezTo>
                <a:cubicBezTo>
                  <a:pt x="92983" y="15492"/>
                  <a:pt x="92425" y="15364"/>
                  <a:pt x="91755" y="15109"/>
                </a:cubicBezTo>
                <a:cubicBezTo>
                  <a:pt x="91086" y="14854"/>
                  <a:pt x="90305" y="14583"/>
                  <a:pt x="89412" y="14296"/>
                </a:cubicBezTo>
                <a:cubicBezTo>
                  <a:pt x="88520" y="14010"/>
                  <a:pt x="87468" y="13739"/>
                  <a:pt x="86257" y="13484"/>
                </a:cubicBezTo>
                <a:cubicBezTo>
                  <a:pt x="85045" y="13229"/>
                  <a:pt x="83707" y="13101"/>
                  <a:pt x="82240" y="13101"/>
                </a:cubicBezTo>
                <a:cubicBezTo>
                  <a:pt x="79499" y="13101"/>
                  <a:pt x="77156" y="13514"/>
                  <a:pt x="75212" y="14341"/>
                </a:cubicBezTo>
                <a:cubicBezTo>
                  <a:pt x="73267" y="15166"/>
                  <a:pt x="71594" y="16453"/>
                  <a:pt x="70191" y="18202"/>
                </a:cubicBezTo>
                <a:cubicBezTo>
                  <a:pt x="68789" y="19949"/>
                  <a:pt x="67609" y="22158"/>
                  <a:pt x="66653" y="24828"/>
                </a:cubicBezTo>
                <a:cubicBezTo>
                  <a:pt x="65697" y="27495"/>
                  <a:pt x="64868" y="30640"/>
                  <a:pt x="64167" y="34262"/>
                </a:cubicBezTo>
                <a:lnTo>
                  <a:pt x="62541" y="42841"/>
                </a:lnTo>
                <a:lnTo>
                  <a:pt x="81762" y="42841"/>
                </a:lnTo>
                <a:cubicBezTo>
                  <a:pt x="82463" y="42841"/>
                  <a:pt x="83021" y="43081"/>
                  <a:pt x="83436" y="43559"/>
                </a:cubicBezTo>
                <a:cubicBezTo>
                  <a:pt x="83850" y="44037"/>
                  <a:pt x="84057" y="44818"/>
                  <a:pt x="84057" y="45902"/>
                </a:cubicBezTo>
                <a:cubicBezTo>
                  <a:pt x="84057" y="46603"/>
                  <a:pt x="83994" y="47336"/>
                  <a:pt x="83866" y="48101"/>
                </a:cubicBezTo>
                <a:cubicBezTo>
                  <a:pt x="83739" y="48866"/>
                  <a:pt x="83579" y="49615"/>
                  <a:pt x="83388" y="50348"/>
                </a:cubicBezTo>
                <a:cubicBezTo>
                  <a:pt x="83197" y="51081"/>
                  <a:pt x="82958" y="51783"/>
                  <a:pt x="82671" y="52452"/>
                </a:cubicBezTo>
                <a:cubicBezTo>
                  <a:pt x="82384" y="53122"/>
                  <a:pt x="82065" y="53711"/>
                  <a:pt x="81714" y="54221"/>
                </a:cubicBezTo>
                <a:cubicBezTo>
                  <a:pt x="81364" y="54731"/>
                  <a:pt x="80965" y="55146"/>
                  <a:pt x="80519" y="55464"/>
                </a:cubicBezTo>
                <a:cubicBezTo>
                  <a:pt x="80073" y="55783"/>
                  <a:pt x="79627" y="55943"/>
                  <a:pt x="79180" y="55943"/>
                </a:cubicBezTo>
                <a:lnTo>
                  <a:pt x="59863" y="55943"/>
                </a:lnTo>
                <a:lnTo>
                  <a:pt x="43511" y="137561"/>
                </a:lnTo>
                <a:cubicBezTo>
                  <a:pt x="42427" y="142924"/>
                  <a:pt x="40961" y="147569"/>
                  <a:pt x="39112" y="151496"/>
                </a:cubicBezTo>
                <a:cubicBezTo>
                  <a:pt x="37263" y="155423"/>
                  <a:pt x="35000" y="158679"/>
                  <a:pt x="32322" y="161265"/>
                </a:cubicBezTo>
                <a:cubicBezTo>
                  <a:pt x="29645" y="163851"/>
                  <a:pt x="26553" y="165767"/>
                  <a:pt x="23046" y="167012"/>
                </a:cubicBezTo>
                <a:cubicBezTo>
                  <a:pt x="19540" y="168257"/>
                  <a:pt x="15587" y="168880"/>
                  <a:pt x="11189" y="168880"/>
                </a:cubicBezTo>
                <a:cubicBezTo>
                  <a:pt x="8320" y="168880"/>
                  <a:pt x="5977" y="168656"/>
                  <a:pt x="4160" y="168210"/>
                </a:cubicBezTo>
                <a:cubicBezTo>
                  <a:pt x="2343" y="167764"/>
                  <a:pt x="1211" y="167350"/>
                  <a:pt x="765" y="166967"/>
                </a:cubicBezTo>
                <a:cubicBezTo>
                  <a:pt x="510" y="166648"/>
                  <a:pt x="319" y="166298"/>
                  <a:pt x="191" y="165915"/>
                </a:cubicBezTo>
                <a:cubicBezTo>
                  <a:pt x="64" y="165533"/>
                  <a:pt x="0" y="165023"/>
                  <a:pt x="0" y="164385"/>
                </a:cubicBezTo>
                <a:cubicBezTo>
                  <a:pt x="0" y="164130"/>
                  <a:pt x="48" y="163700"/>
                  <a:pt x="143" y="163094"/>
                </a:cubicBezTo>
                <a:cubicBezTo>
                  <a:pt x="239" y="162488"/>
                  <a:pt x="351" y="161851"/>
                  <a:pt x="478" y="161182"/>
                </a:cubicBezTo>
                <a:cubicBezTo>
                  <a:pt x="606" y="160512"/>
                  <a:pt x="765" y="159811"/>
                  <a:pt x="956" y="159078"/>
                </a:cubicBezTo>
                <a:cubicBezTo>
                  <a:pt x="1148" y="158345"/>
                  <a:pt x="1371" y="157659"/>
                  <a:pt x="1626" y="157022"/>
                </a:cubicBezTo>
                <a:cubicBezTo>
                  <a:pt x="1881" y="156384"/>
                  <a:pt x="2168" y="155874"/>
                  <a:pt x="2486" y="155492"/>
                </a:cubicBezTo>
                <a:cubicBezTo>
                  <a:pt x="2805" y="155109"/>
                  <a:pt x="3188" y="154918"/>
                  <a:pt x="3634" y="154918"/>
                </a:cubicBezTo>
                <a:cubicBezTo>
                  <a:pt x="4080" y="154918"/>
                  <a:pt x="4510" y="154966"/>
                  <a:pt x="4925" y="155061"/>
                </a:cubicBezTo>
                <a:cubicBezTo>
                  <a:pt x="5339" y="155157"/>
                  <a:pt x="5786" y="155253"/>
                  <a:pt x="6264" y="155348"/>
                </a:cubicBezTo>
                <a:cubicBezTo>
                  <a:pt x="6742" y="155444"/>
                  <a:pt x="7316" y="155539"/>
                  <a:pt x="7985" y="155635"/>
                </a:cubicBezTo>
                <a:cubicBezTo>
                  <a:pt x="8654" y="155731"/>
                  <a:pt x="9499" y="155779"/>
                  <a:pt x="10519" y="155779"/>
                </a:cubicBezTo>
                <a:cubicBezTo>
                  <a:pt x="13197" y="155779"/>
                  <a:pt x="15508" y="155363"/>
                  <a:pt x="17452" y="154532"/>
                </a:cubicBezTo>
                <a:cubicBezTo>
                  <a:pt x="19397" y="153702"/>
                  <a:pt x="21054" y="152407"/>
                  <a:pt x="22425" y="150647"/>
                </a:cubicBezTo>
                <a:cubicBezTo>
                  <a:pt x="23796" y="148890"/>
                  <a:pt x="24943" y="146670"/>
                  <a:pt x="25867" y="143986"/>
                </a:cubicBezTo>
                <a:cubicBezTo>
                  <a:pt x="26792" y="141303"/>
                  <a:pt x="27637" y="138075"/>
                  <a:pt x="28402" y="134304"/>
                </a:cubicBezTo>
                <a:lnTo>
                  <a:pt x="44085" y="55943"/>
                </a:lnTo>
                <a:lnTo>
                  <a:pt x="31844" y="55943"/>
                </a:lnTo>
                <a:cubicBezTo>
                  <a:pt x="31207" y="55943"/>
                  <a:pt x="30713" y="55735"/>
                  <a:pt x="30362" y="55321"/>
                </a:cubicBezTo>
                <a:cubicBezTo>
                  <a:pt x="30011" y="54907"/>
                  <a:pt x="29836" y="54126"/>
                  <a:pt x="29836" y="52978"/>
                </a:cubicBezTo>
                <a:cubicBezTo>
                  <a:pt x="29836" y="52468"/>
                  <a:pt x="29868" y="51846"/>
                  <a:pt x="29932" y="51113"/>
                </a:cubicBezTo>
                <a:cubicBezTo>
                  <a:pt x="29995" y="50380"/>
                  <a:pt x="30107" y="49631"/>
                  <a:pt x="30266" y="48866"/>
                </a:cubicBezTo>
                <a:cubicBezTo>
                  <a:pt x="30426" y="48101"/>
                  <a:pt x="30633" y="47368"/>
                  <a:pt x="30888" y="46667"/>
                </a:cubicBezTo>
                <a:cubicBezTo>
                  <a:pt x="31143" y="45965"/>
                  <a:pt x="31462" y="45328"/>
                  <a:pt x="31844" y="44754"/>
                </a:cubicBezTo>
                <a:cubicBezTo>
                  <a:pt x="32227" y="44180"/>
                  <a:pt x="32625" y="43718"/>
                  <a:pt x="33040" y="43367"/>
                </a:cubicBezTo>
                <a:cubicBezTo>
                  <a:pt x="33454" y="43017"/>
                  <a:pt x="33980" y="42841"/>
                  <a:pt x="34617" y="42841"/>
                </a:cubicBezTo>
                <a:lnTo>
                  <a:pt x="46667" y="42841"/>
                </a:lnTo>
                <a:lnTo>
                  <a:pt x="49057" y="30915"/>
                </a:lnTo>
                <a:cubicBezTo>
                  <a:pt x="50077" y="25699"/>
                  <a:pt x="51544" y="21136"/>
                  <a:pt x="53456" y="17225"/>
                </a:cubicBezTo>
                <a:cubicBezTo>
                  <a:pt x="55369" y="13312"/>
                  <a:pt x="57680" y="10084"/>
                  <a:pt x="60389" y="7540"/>
                </a:cubicBezTo>
                <a:cubicBezTo>
                  <a:pt x="63099" y="4994"/>
                  <a:pt x="66223" y="3101"/>
                  <a:pt x="69761" y="1862"/>
                </a:cubicBezTo>
                <a:cubicBezTo>
                  <a:pt x="73299" y="621"/>
                  <a:pt x="77204" y="0"/>
                  <a:pt x="81475" y="0"/>
                </a:cubicBezTo>
                <a:cubicBezTo>
                  <a:pt x="82878" y="0"/>
                  <a:pt x="84344" y="80"/>
                  <a:pt x="85874" y="239"/>
                </a:cubicBezTo>
                <a:cubicBezTo>
                  <a:pt x="87404" y="398"/>
                  <a:pt x="88823" y="622"/>
                  <a:pt x="90130" y="908"/>
                </a:cubicBezTo>
                <a:cubicBezTo>
                  <a:pt x="91437" y="1195"/>
                  <a:pt x="92584" y="1530"/>
                  <a:pt x="93572" y="1913"/>
                </a:cubicBezTo>
                <a:cubicBezTo>
                  <a:pt x="94560" y="2295"/>
                  <a:pt x="95246" y="2678"/>
                  <a:pt x="95628" y="3060"/>
                </a:cubicBezTo>
                <a:cubicBezTo>
                  <a:pt x="96011" y="3379"/>
                  <a:pt x="96298" y="3825"/>
                  <a:pt x="96489" y="4399"/>
                </a:cubicBezTo>
                <a:cubicBezTo>
                  <a:pt x="96680" y="4973"/>
                  <a:pt x="96776" y="5578"/>
                  <a:pt x="96776" y="6216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lation">
            <a:extLst xmlns:a="http://schemas.openxmlformats.org/drawingml/2006/main">
              <a:ext uri="{FF2B5EF4-FFF2-40B4-BE49-F238E27FC236}">
                <a16:creationId xmlns:a16="http://schemas.microsoft.com/office/drawing/2014/main" id="{1F6364B4-6B3A-487A-B15C-D4D46B25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5298" y="2852350"/>
            <a:ext cx="441019" cy="135218"/>
          </a:xfrm>
          <a:custGeom xmlns:a="http://schemas.openxmlformats.org/drawingml/2006/main">
            <a:pathLst>
              <a:path w="441019" h="135218">
                <a:moveTo>
                  <a:pt x="15906" y="130912"/>
                </a:moveTo>
                <a:cubicBezTo>
                  <a:pt x="15779" y="131422"/>
                  <a:pt x="15556" y="131854"/>
                  <a:pt x="15237" y="132206"/>
                </a:cubicBezTo>
                <a:cubicBezTo>
                  <a:pt x="14918" y="132557"/>
                  <a:pt x="14440" y="132860"/>
                  <a:pt x="13802" y="133115"/>
                </a:cubicBezTo>
                <a:cubicBezTo>
                  <a:pt x="13165" y="133370"/>
                  <a:pt x="12320" y="133561"/>
                  <a:pt x="11268" y="133688"/>
                </a:cubicBezTo>
                <a:cubicBezTo>
                  <a:pt x="10216" y="133816"/>
                  <a:pt x="8925" y="133880"/>
                  <a:pt x="7395" y="133880"/>
                </a:cubicBezTo>
                <a:cubicBezTo>
                  <a:pt x="5801" y="133880"/>
                  <a:pt x="4510" y="133816"/>
                  <a:pt x="3522" y="133688"/>
                </a:cubicBezTo>
                <a:cubicBezTo>
                  <a:pt x="2534" y="133561"/>
                  <a:pt x="1769" y="133370"/>
                  <a:pt x="1227" y="133115"/>
                </a:cubicBezTo>
                <a:cubicBezTo>
                  <a:pt x="685" y="132860"/>
                  <a:pt x="335" y="132557"/>
                  <a:pt x="175" y="132206"/>
                </a:cubicBezTo>
                <a:cubicBezTo>
                  <a:pt x="16" y="131854"/>
                  <a:pt x="0" y="131422"/>
                  <a:pt x="128" y="130912"/>
                </a:cubicBezTo>
                <a:lnTo>
                  <a:pt x="25565" y="3063"/>
                </a:lnTo>
                <a:cubicBezTo>
                  <a:pt x="25692" y="2553"/>
                  <a:pt x="25899" y="2107"/>
                  <a:pt x="26186" y="1724"/>
                </a:cubicBezTo>
                <a:cubicBezTo>
                  <a:pt x="26473" y="1340"/>
                  <a:pt x="26951" y="1020"/>
                  <a:pt x="27621" y="765"/>
                </a:cubicBezTo>
                <a:cubicBezTo>
                  <a:pt x="28290" y="510"/>
                  <a:pt x="29151" y="319"/>
                  <a:pt x="30203" y="191"/>
                </a:cubicBezTo>
                <a:cubicBezTo>
                  <a:pt x="31255" y="64"/>
                  <a:pt x="32577" y="0"/>
                  <a:pt x="34171" y="0"/>
                </a:cubicBezTo>
                <a:cubicBezTo>
                  <a:pt x="35701" y="0"/>
                  <a:pt x="36960" y="64"/>
                  <a:pt x="37949" y="191"/>
                </a:cubicBezTo>
                <a:cubicBezTo>
                  <a:pt x="38937" y="319"/>
                  <a:pt x="39702" y="510"/>
                  <a:pt x="40244" y="765"/>
                </a:cubicBezTo>
                <a:cubicBezTo>
                  <a:pt x="40785" y="1020"/>
                  <a:pt x="41120" y="1340"/>
                  <a:pt x="41248" y="1724"/>
                </a:cubicBezTo>
                <a:cubicBezTo>
                  <a:pt x="41375" y="2107"/>
                  <a:pt x="41407" y="2553"/>
                  <a:pt x="41343" y="3063"/>
                </a:cubicBezTo>
                <a:lnTo>
                  <a:pt x="15906" y="130912"/>
                </a:lnTo>
                <a:close/>
                <a:moveTo>
                  <a:pt x="116020" y="130915"/>
                </a:moveTo>
                <a:cubicBezTo>
                  <a:pt x="115765" y="131999"/>
                  <a:pt x="115064" y="132764"/>
                  <a:pt x="113916" y="133210"/>
                </a:cubicBezTo>
                <a:cubicBezTo>
                  <a:pt x="112769" y="133657"/>
                  <a:pt x="110856" y="133880"/>
                  <a:pt x="108178" y="133880"/>
                </a:cubicBezTo>
                <a:cubicBezTo>
                  <a:pt x="106903" y="133880"/>
                  <a:pt x="105851" y="133816"/>
                  <a:pt x="105023" y="133688"/>
                </a:cubicBezTo>
                <a:cubicBezTo>
                  <a:pt x="104194" y="133561"/>
                  <a:pt x="103524" y="133386"/>
                  <a:pt x="103014" y="133162"/>
                </a:cubicBezTo>
                <a:cubicBezTo>
                  <a:pt x="102504" y="132939"/>
                  <a:pt x="102154" y="132652"/>
                  <a:pt x="101963" y="132302"/>
                </a:cubicBezTo>
                <a:cubicBezTo>
                  <a:pt x="101771" y="131951"/>
                  <a:pt x="101771" y="131489"/>
                  <a:pt x="101963" y="130915"/>
                </a:cubicBezTo>
                <a:lnTo>
                  <a:pt x="105118" y="114658"/>
                </a:lnTo>
                <a:cubicBezTo>
                  <a:pt x="104290" y="116708"/>
                  <a:pt x="102791" y="118951"/>
                  <a:pt x="100624" y="121385"/>
                </a:cubicBezTo>
                <a:cubicBezTo>
                  <a:pt x="98456" y="123818"/>
                  <a:pt x="95890" y="126059"/>
                  <a:pt x="92926" y="128109"/>
                </a:cubicBezTo>
                <a:cubicBezTo>
                  <a:pt x="89961" y="130159"/>
                  <a:pt x="86662" y="131857"/>
                  <a:pt x="83028" y="133201"/>
                </a:cubicBezTo>
                <a:cubicBezTo>
                  <a:pt x="79394" y="134546"/>
                  <a:pt x="75697" y="135218"/>
                  <a:pt x="71935" y="135218"/>
                </a:cubicBezTo>
                <a:cubicBezTo>
                  <a:pt x="66835" y="135218"/>
                  <a:pt x="62611" y="134325"/>
                  <a:pt x="59265" y="132538"/>
                </a:cubicBezTo>
                <a:cubicBezTo>
                  <a:pt x="55918" y="130751"/>
                  <a:pt x="53256" y="128390"/>
                  <a:pt x="51280" y="125455"/>
                </a:cubicBezTo>
                <a:cubicBezTo>
                  <a:pt x="49303" y="122519"/>
                  <a:pt x="47948" y="119200"/>
                  <a:pt x="47215" y="115498"/>
                </a:cubicBezTo>
                <a:cubicBezTo>
                  <a:pt x="46482" y="111796"/>
                  <a:pt x="46116" y="107999"/>
                  <a:pt x="46116" y="104106"/>
                </a:cubicBezTo>
                <a:cubicBezTo>
                  <a:pt x="46116" y="100534"/>
                  <a:pt x="46450" y="96483"/>
                  <a:pt x="47120" y="91953"/>
                </a:cubicBezTo>
                <a:cubicBezTo>
                  <a:pt x="47789" y="87420"/>
                  <a:pt x="48873" y="82793"/>
                  <a:pt x="50371" y="78072"/>
                </a:cubicBezTo>
                <a:cubicBezTo>
                  <a:pt x="51869" y="73348"/>
                  <a:pt x="53814" y="68753"/>
                  <a:pt x="56204" y="64286"/>
                </a:cubicBezTo>
                <a:cubicBezTo>
                  <a:pt x="58595" y="59820"/>
                  <a:pt x="61480" y="55815"/>
                  <a:pt x="64859" y="52273"/>
                </a:cubicBezTo>
                <a:cubicBezTo>
                  <a:pt x="68238" y="48731"/>
                  <a:pt x="72158" y="45891"/>
                  <a:pt x="76621" y="43753"/>
                </a:cubicBezTo>
                <a:cubicBezTo>
                  <a:pt x="81084" y="41615"/>
                  <a:pt x="86152" y="40546"/>
                  <a:pt x="91826" y="40546"/>
                </a:cubicBezTo>
                <a:cubicBezTo>
                  <a:pt x="97500" y="40546"/>
                  <a:pt x="102361" y="41694"/>
                  <a:pt x="106409" y="43989"/>
                </a:cubicBezTo>
                <a:cubicBezTo>
                  <a:pt x="110458" y="46284"/>
                  <a:pt x="114075" y="49440"/>
                  <a:pt x="117263" y="53456"/>
                </a:cubicBezTo>
                <a:lnTo>
                  <a:pt x="119080" y="44754"/>
                </a:lnTo>
                <a:cubicBezTo>
                  <a:pt x="119335" y="43734"/>
                  <a:pt x="120068" y="43001"/>
                  <a:pt x="121279" y="42555"/>
                </a:cubicBezTo>
                <a:cubicBezTo>
                  <a:pt x="122491" y="42108"/>
                  <a:pt x="124371" y="41885"/>
                  <a:pt x="126922" y="41885"/>
                </a:cubicBezTo>
                <a:cubicBezTo>
                  <a:pt x="128197" y="41885"/>
                  <a:pt x="129264" y="41933"/>
                  <a:pt x="130125" y="42029"/>
                </a:cubicBezTo>
                <a:cubicBezTo>
                  <a:pt x="130986" y="42124"/>
                  <a:pt x="131671" y="42300"/>
                  <a:pt x="132181" y="42555"/>
                </a:cubicBezTo>
                <a:cubicBezTo>
                  <a:pt x="132691" y="42810"/>
                  <a:pt x="133010" y="43128"/>
                  <a:pt x="133137" y="43511"/>
                </a:cubicBezTo>
                <a:cubicBezTo>
                  <a:pt x="133265" y="43893"/>
                  <a:pt x="133297" y="44308"/>
                  <a:pt x="133233" y="44754"/>
                </a:cubicBezTo>
                <a:lnTo>
                  <a:pt x="116020" y="130915"/>
                </a:lnTo>
                <a:moveTo>
                  <a:pt x="113055" y="67322"/>
                </a:moveTo>
                <a:cubicBezTo>
                  <a:pt x="110059" y="62923"/>
                  <a:pt x="106824" y="59624"/>
                  <a:pt x="103349" y="57425"/>
                </a:cubicBezTo>
                <a:cubicBezTo>
                  <a:pt x="99875" y="55225"/>
                  <a:pt x="95970" y="54126"/>
                  <a:pt x="91635" y="54126"/>
                </a:cubicBezTo>
                <a:cubicBezTo>
                  <a:pt x="88192" y="54126"/>
                  <a:pt x="85084" y="54939"/>
                  <a:pt x="82311" y="56567"/>
                </a:cubicBezTo>
                <a:cubicBezTo>
                  <a:pt x="79538" y="58195"/>
                  <a:pt x="77083" y="60349"/>
                  <a:pt x="74948" y="63031"/>
                </a:cubicBezTo>
                <a:cubicBezTo>
                  <a:pt x="72812" y="65713"/>
                  <a:pt x="70963" y="68762"/>
                  <a:pt x="69401" y="72178"/>
                </a:cubicBezTo>
                <a:cubicBezTo>
                  <a:pt x="67839" y="75593"/>
                  <a:pt x="66564" y="79120"/>
                  <a:pt x="65576" y="82760"/>
                </a:cubicBezTo>
                <a:cubicBezTo>
                  <a:pt x="64588" y="86398"/>
                  <a:pt x="63855" y="89973"/>
                  <a:pt x="63377" y="93486"/>
                </a:cubicBezTo>
                <a:cubicBezTo>
                  <a:pt x="62898" y="96996"/>
                  <a:pt x="62659" y="100156"/>
                  <a:pt x="62659" y="102965"/>
                </a:cubicBezTo>
                <a:cubicBezTo>
                  <a:pt x="62659" y="105200"/>
                  <a:pt x="62835" y="107419"/>
                  <a:pt x="63185" y="109623"/>
                </a:cubicBezTo>
                <a:cubicBezTo>
                  <a:pt x="63536" y="111824"/>
                  <a:pt x="64205" y="113835"/>
                  <a:pt x="65193" y="115653"/>
                </a:cubicBezTo>
                <a:cubicBezTo>
                  <a:pt x="66182" y="117472"/>
                  <a:pt x="67536" y="118941"/>
                  <a:pt x="69258" y="120058"/>
                </a:cubicBezTo>
                <a:cubicBezTo>
                  <a:pt x="70979" y="121176"/>
                  <a:pt x="73210" y="121735"/>
                  <a:pt x="75952" y="121735"/>
                </a:cubicBezTo>
                <a:cubicBezTo>
                  <a:pt x="79458" y="121735"/>
                  <a:pt x="82980" y="120761"/>
                  <a:pt x="86519" y="118812"/>
                </a:cubicBezTo>
                <a:cubicBezTo>
                  <a:pt x="90057" y="116862"/>
                  <a:pt x="93356" y="114161"/>
                  <a:pt x="96416" y="110711"/>
                </a:cubicBezTo>
                <a:cubicBezTo>
                  <a:pt x="99476" y="107260"/>
                  <a:pt x="102186" y="103202"/>
                  <a:pt x="104545" y="98536"/>
                </a:cubicBezTo>
                <a:cubicBezTo>
                  <a:pt x="106903" y="93870"/>
                  <a:pt x="108657" y="88725"/>
                  <a:pt x="109804" y="83101"/>
                </a:cubicBezTo>
                <a:lnTo>
                  <a:pt x="113055" y="67322"/>
                </a:lnTo>
                <a:close/>
                <a:moveTo>
                  <a:pt x="207227" y="45710"/>
                </a:moveTo>
                <a:cubicBezTo>
                  <a:pt x="207227" y="46284"/>
                  <a:pt x="207195" y="46906"/>
                  <a:pt x="207131" y="47575"/>
                </a:cubicBezTo>
                <a:cubicBezTo>
                  <a:pt x="207067" y="48244"/>
                  <a:pt x="206940" y="48930"/>
                  <a:pt x="206749" y="49631"/>
                </a:cubicBezTo>
                <a:cubicBezTo>
                  <a:pt x="206557" y="50332"/>
                  <a:pt x="206302" y="51034"/>
                  <a:pt x="205984" y="51735"/>
                </a:cubicBezTo>
                <a:cubicBezTo>
                  <a:pt x="205665" y="52436"/>
                  <a:pt x="205330" y="53058"/>
                  <a:pt x="204979" y="53600"/>
                </a:cubicBezTo>
                <a:cubicBezTo>
                  <a:pt x="204629" y="54142"/>
                  <a:pt x="204230" y="54572"/>
                  <a:pt x="203784" y="54891"/>
                </a:cubicBezTo>
                <a:cubicBezTo>
                  <a:pt x="203338" y="55209"/>
                  <a:pt x="202828" y="55369"/>
                  <a:pt x="202254" y="55369"/>
                </a:cubicBezTo>
                <a:lnTo>
                  <a:pt x="180260" y="55369"/>
                </a:lnTo>
                <a:lnTo>
                  <a:pt x="170601" y="103500"/>
                </a:lnTo>
                <a:cubicBezTo>
                  <a:pt x="170346" y="104843"/>
                  <a:pt x="170123" y="106347"/>
                  <a:pt x="169932" y="108012"/>
                </a:cubicBezTo>
                <a:cubicBezTo>
                  <a:pt x="169740" y="109676"/>
                  <a:pt x="169645" y="111051"/>
                  <a:pt x="169645" y="112139"/>
                </a:cubicBezTo>
                <a:cubicBezTo>
                  <a:pt x="169645" y="115402"/>
                  <a:pt x="170330" y="117786"/>
                  <a:pt x="171701" y="119290"/>
                </a:cubicBezTo>
                <a:cubicBezTo>
                  <a:pt x="173072" y="120793"/>
                  <a:pt x="175287" y="121544"/>
                  <a:pt x="178347" y="121544"/>
                </a:cubicBezTo>
                <a:cubicBezTo>
                  <a:pt x="180068" y="121544"/>
                  <a:pt x="181566" y="121400"/>
                  <a:pt x="182842" y="121113"/>
                </a:cubicBezTo>
                <a:cubicBezTo>
                  <a:pt x="184117" y="120826"/>
                  <a:pt x="185216" y="120524"/>
                  <a:pt x="186141" y="120205"/>
                </a:cubicBezTo>
                <a:cubicBezTo>
                  <a:pt x="187065" y="119886"/>
                  <a:pt x="187878" y="119583"/>
                  <a:pt x="188579" y="119296"/>
                </a:cubicBezTo>
                <a:cubicBezTo>
                  <a:pt x="189281" y="119009"/>
                  <a:pt x="189886" y="118866"/>
                  <a:pt x="190396" y="118866"/>
                </a:cubicBezTo>
                <a:cubicBezTo>
                  <a:pt x="190906" y="118866"/>
                  <a:pt x="191305" y="119041"/>
                  <a:pt x="191592" y="119392"/>
                </a:cubicBezTo>
                <a:cubicBezTo>
                  <a:pt x="191878" y="119743"/>
                  <a:pt x="192022" y="120396"/>
                  <a:pt x="192022" y="121352"/>
                </a:cubicBezTo>
                <a:cubicBezTo>
                  <a:pt x="192022" y="122181"/>
                  <a:pt x="191942" y="123090"/>
                  <a:pt x="191783" y="124078"/>
                </a:cubicBezTo>
                <a:cubicBezTo>
                  <a:pt x="191623" y="125066"/>
                  <a:pt x="191416" y="126038"/>
                  <a:pt x="191161" y="126994"/>
                </a:cubicBezTo>
                <a:cubicBezTo>
                  <a:pt x="190906" y="127951"/>
                  <a:pt x="190587" y="128811"/>
                  <a:pt x="190205" y="129576"/>
                </a:cubicBezTo>
                <a:cubicBezTo>
                  <a:pt x="189822" y="130341"/>
                  <a:pt x="189408" y="130947"/>
                  <a:pt x="188962" y="131393"/>
                </a:cubicBezTo>
                <a:cubicBezTo>
                  <a:pt x="188452" y="131840"/>
                  <a:pt x="187687" y="132286"/>
                  <a:pt x="186667" y="132732"/>
                </a:cubicBezTo>
                <a:cubicBezTo>
                  <a:pt x="185647" y="133178"/>
                  <a:pt x="184467" y="133577"/>
                  <a:pt x="183128" y="133927"/>
                </a:cubicBezTo>
                <a:cubicBezTo>
                  <a:pt x="181790" y="134278"/>
                  <a:pt x="180371" y="134549"/>
                  <a:pt x="178873" y="134740"/>
                </a:cubicBezTo>
                <a:cubicBezTo>
                  <a:pt x="177375" y="134932"/>
                  <a:pt x="175893" y="135027"/>
                  <a:pt x="174426" y="135027"/>
                </a:cubicBezTo>
                <a:cubicBezTo>
                  <a:pt x="170856" y="135027"/>
                  <a:pt x="167764" y="134644"/>
                  <a:pt x="165150" y="133877"/>
                </a:cubicBezTo>
                <a:cubicBezTo>
                  <a:pt x="162536" y="133110"/>
                  <a:pt x="160337" y="131912"/>
                  <a:pt x="158552" y="130285"/>
                </a:cubicBezTo>
                <a:cubicBezTo>
                  <a:pt x="156767" y="128655"/>
                  <a:pt x="155444" y="126611"/>
                  <a:pt x="154583" y="124152"/>
                </a:cubicBezTo>
                <a:cubicBezTo>
                  <a:pt x="153723" y="121692"/>
                  <a:pt x="153292" y="118738"/>
                  <a:pt x="153292" y="115289"/>
                </a:cubicBezTo>
                <a:cubicBezTo>
                  <a:pt x="153292" y="114522"/>
                  <a:pt x="153324" y="113675"/>
                  <a:pt x="153388" y="112749"/>
                </a:cubicBezTo>
                <a:cubicBezTo>
                  <a:pt x="153452" y="111822"/>
                  <a:pt x="153563" y="110848"/>
                  <a:pt x="153723" y="109826"/>
                </a:cubicBezTo>
                <a:cubicBezTo>
                  <a:pt x="153882" y="108804"/>
                  <a:pt x="154041" y="107782"/>
                  <a:pt x="154201" y="106760"/>
                </a:cubicBezTo>
                <a:cubicBezTo>
                  <a:pt x="154360" y="105738"/>
                  <a:pt x="154536" y="104780"/>
                  <a:pt x="154727" y="103885"/>
                </a:cubicBezTo>
                <a:lnTo>
                  <a:pt x="164385" y="55369"/>
                </a:lnTo>
                <a:lnTo>
                  <a:pt x="152432" y="55369"/>
                </a:lnTo>
                <a:cubicBezTo>
                  <a:pt x="151730" y="55369"/>
                  <a:pt x="151189" y="55162"/>
                  <a:pt x="150806" y="54747"/>
                </a:cubicBezTo>
                <a:cubicBezTo>
                  <a:pt x="150424" y="54333"/>
                  <a:pt x="150232" y="53520"/>
                  <a:pt x="150232" y="52309"/>
                </a:cubicBezTo>
                <a:cubicBezTo>
                  <a:pt x="150232" y="51416"/>
                  <a:pt x="150328" y="50380"/>
                  <a:pt x="150519" y="49201"/>
                </a:cubicBezTo>
                <a:cubicBezTo>
                  <a:pt x="150710" y="48021"/>
                  <a:pt x="150997" y="46922"/>
                  <a:pt x="151380" y="45902"/>
                </a:cubicBezTo>
                <a:cubicBezTo>
                  <a:pt x="151762" y="44882"/>
                  <a:pt x="152256" y="44021"/>
                  <a:pt x="152862" y="43320"/>
                </a:cubicBezTo>
                <a:cubicBezTo>
                  <a:pt x="153468" y="42618"/>
                  <a:pt x="154185" y="42268"/>
                  <a:pt x="155014" y="42268"/>
                </a:cubicBezTo>
                <a:lnTo>
                  <a:pt x="167063" y="42268"/>
                </a:lnTo>
                <a:lnTo>
                  <a:pt x="171175" y="21803"/>
                </a:lnTo>
                <a:cubicBezTo>
                  <a:pt x="171239" y="21357"/>
                  <a:pt x="171446" y="20943"/>
                  <a:pt x="171796" y="20560"/>
                </a:cubicBezTo>
                <a:cubicBezTo>
                  <a:pt x="172147" y="20178"/>
                  <a:pt x="172641" y="19843"/>
                  <a:pt x="173279" y="19556"/>
                </a:cubicBezTo>
                <a:cubicBezTo>
                  <a:pt x="173916" y="19269"/>
                  <a:pt x="174761" y="19062"/>
                  <a:pt x="175813" y="18934"/>
                </a:cubicBezTo>
                <a:cubicBezTo>
                  <a:pt x="176865" y="18807"/>
                  <a:pt x="178156" y="18743"/>
                  <a:pt x="179686" y="18743"/>
                </a:cubicBezTo>
                <a:cubicBezTo>
                  <a:pt x="181216" y="18743"/>
                  <a:pt x="182475" y="18807"/>
                  <a:pt x="183463" y="18934"/>
                </a:cubicBezTo>
                <a:cubicBezTo>
                  <a:pt x="184451" y="19062"/>
                  <a:pt x="185216" y="19269"/>
                  <a:pt x="185758" y="19556"/>
                </a:cubicBezTo>
                <a:cubicBezTo>
                  <a:pt x="186300" y="19843"/>
                  <a:pt x="186651" y="20178"/>
                  <a:pt x="186810" y="20560"/>
                </a:cubicBezTo>
                <a:cubicBezTo>
                  <a:pt x="186969" y="20943"/>
                  <a:pt x="187017" y="21357"/>
                  <a:pt x="186954" y="21803"/>
                </a:cubicBezTo>
                <a:lnTo>
                  <a:pt x="182842" y="42268"/>
                </a:lnTo>
                <a:lnTo>
                  <a:pt x="204836" y="42268"/>
                </a:lnTo>
                <a:cubicBezTo>
                  <a:pt x="205792" y="42268"/>
                  <a:pt x="206430" y="42618"/>
                  <a:pt x="206749" y="43320"/>
                </a:cubicBezTo>
                <a:cubicBezTo>
                  <a:pt x="207067" y="44021"/>
                  <a:pt x="207227" y="44818"/>
                  <a:pt x="207227" y="45710"/>
                </a:cubicBezTo>
                <a:close/>
                <a:moveTo>
                  <a:pt x="251993" y="15779"/>
                </a:moveTo>
                <a:cubicBezTo>
                  <a:pt x="251674" y="17564"/>
                  <a:pt x="251244" y="19062"/>
                  <a:pt x="250702" y="20273"/>
                </a:cubicBezTo>
                <a:cubicBezTo>
                  <a:pt x="250160" y="21484"/>
                  <a:pt x="249443" y="22457"/>
                  <a:pt x="248551" y="23190"/>
                </a:cubicBezTo>
                <a:cubicBezTo>
                  <a:pt x="247658" y="23923"/>
                  <a:pt x="246542" y="24449"/>
                  <a:pt x="245204" y="24768"/>
                </a:cubicBezTo>
                <a:cubicBezTo>
                  <a:pt x="243865" y="25087"/>
                  <a:pt x="242239" y="25246"/>
                  <a:pt x="240327" y="25246"/>
                </a:cubicBezTo>
                <a:cubicBezTo>
                  <a:pt x="238478" y="25246"/>
                  <a:pt x="236948" y="25087"/>
                  <a:pt x="235736" y="24768"/>
                </a:cubicBezTo>
                <a:cubicBezTo>
                  <a:pt x="234525" y="24449"/>
                  <a:pt x="233633" y="23923"/>
                  <a:pt x="233059" y="23190"/>
                </a:cubicBezTo>
                <a:cubicBezTo>
                  <a:pt x="232485" y="22457"/>
                  <a:pt x="232166" y="21484"/>
                  <a:pt x="232102" y="20273"/>
                </a:cubicBezTo>
                <a:cubicBezTo>
                  <a:pt x="232039" y="19062"/>
                  <a:pt x="232166" y="17564"/>
                  <a:pt x="232485" y="15779"/>
                </a:cubicBezTo>
                <a:cubicBezTo>
                  <a:pt x="232868" y="13994"/>
                  <a:pt x="233346" y="12511"/>
                  <a:pt x="233919" y="11332"/>
                </a:cubicBezTo>
                <a:cubicBezTo>
                  <a:pt x="234493" y="10153"/>
                  <a:pt x="235210" y="9164"/>
                  <a:pt x="236071" y="8367"/>
                </a:cubicBezTo>
                <a:cubicBezTo>
                  <a:pt x="236932" y="7571"/>
                  <a:pt x="238031" y="7029"/>
                  <a:pt x="239370" y="6742"/>
                </a:cubicBezTo>
                <a:cubicBezTo>
                  <a:pt x="240709" y="6455"/>
                  <a:pt x="242335" y="6311"/>
                  <a:pt x="244247" y="6311"/>
                </a:cubicBezTo>
                <a:cubicBezTo>
                  <a:pt x="246096" y="6311"/>
                  <a:pt x="247610" y="6455"/>
                  <a:pt x="248790" y="6742"/>
                </a:cubicBezTo>
                <a:cubicBezTo>
                  <a:pt x="249969" y="7029"/>
                  <a:pt x="250862" y="7571"/>
                  <a:pt x="251467" y="8367"/>
                </a:cubicBezTo>
                <a:cubicBezTo>
                  <a:pt x="252073" y="9164"/>
                  <a:pt x="252408" y="10153"/>
                  <a:pt x="252471" y="11332"/>
                </a:cubicBezTo>
                <a:cubicBezTo>
                  <a:pt x="252535" y="12511"/>
                  <a:pt x="252376" y="13994"/>
                  <a:pt x="251993" y="15779"/>
                </a:cubicBezTo>
                <a:moveTo>
                  <a:pt x="227225" y="130915"/>
                </a:moveTo>
                <a:cubicBezTo>
                  <a:pt x="227098" y="131425"/>
                  <a:pt x="226875" y="131856"/>
                  <a:pt x="226556" y="132206"/>
                </a:cubicBezTo>
                <a:cubicBezTo>
                  <a:pt x="226237" y="132557"/>
                  <a:pt x="225759" y="132860"/>
                  <a:pt x="225122" y="133115"/>
                </a:cubicBezTo>
                <a:cubicBezTo>
                  <a:pt x="224484" y="133370"/>
                  <a:pt x="223639" y="133561"/>
                  <a:pt x="222587" y="133688"/>
                </a:cubicBezTo>
                <a:cubicBezTo>
                  <a:pt x="221536" y="133816"/>
                  <a:pt x="220245" y="133880"/>
                  <a:pt x="218715" y="133880"/>
                </a:cubicBezTo>
                <a:cubicBezTo>
                  <a:pt x="217121" y="133880"/>
                  <a:pt x="215830" y="133816"/>
                  <a:pt x="214842" y="133688"/>
                </a:cubicBezTo>
                <a:cubicBezTo>
                  <a:pt x="213853" y="133561"/>
                  <a:pt x="213088" y="133370"/>
                  <a:pt x="212546" y="133115"/>
                </a:cubicBezTo>
                <a:cubicBezTo>
                  <a:pt x="212005" y="132860"/>
                  <a:pt x="211654" y="132557"/>
                  <a:pt x="211495" y="132206"/>
                </a:cubicBezTo>
                <a:cubicBezTo>
                  <a:pt x="211335" y="131856"/>
                  <a:pt x="211319" y="131425"/>
                  <a:pt x="211447" y="130915"/>
                </a:cubicBezTo>
                <a:lnTo>
                  <a:pt x="228564" y="44850"/>
                </a:lnTo>
                <a:cubicBezTo>
                  <a:pt x="228628" y="44403"/>
                  <a:pt x="228819" y="43989"/>
                  <a:pt x="229138" y="43607"/>
                </a:cubicBezTo>
                <a:cubicBezTo>
                  <a:pt x="229457" y="43224"/>
                  <a:pt x="229935" y="42905"/>
                  <a:pt x="230572" y="42650"/>
                </a:cubicBezTo>
                <a:cubicBezTo>
                  <a:pt x="231210" y="42395"/>
                  <a:pt x="232055" y="42204"/>
                  <a:pt x="233107" y="42076"/>
                </a:cubicBezTo>
                <a:cubicBezTo>
                  <a:pt x="234158" y="41949"/>
                  <a:pt x="235481" y="41885"/>
                  <a:pt x="237075" y="41885"/>
                </a:cubicBezTo>
                <a:cubicBezTo>
                  <a:pt x="238605" y="41885"/>
                  <a:pt x="239864" y="41949"/>
                  <a:pt x="240852" y="42076"/>
                </a:cubicBezTo>
                <a:cubicBezTo>
                  <a:pt x="241841" y="42204"/>
                  <a:pt x="242606" y="42395"/>
                  <a:pt x="243148" y="42650"/>
                </a:cubicBezTo>
                <a:cubicBezTo>
                  <a:pt x="243689" y="42905"/>
                  <a:pt x="244040" y="43224"/>
                  <a:pt x="244199" y="43607"/>
                </a:cubicBezTo>
                <a:cubicBezTo>
                  <a:pt x="244359" y="43989"/>
                  <a:pt x="244407" y="44403"/>
                  <a:pt x="244343" y="44850"/>
                </a:cubicBezTo>
                <a:lnTo>
                  <a:pt x="227225" y="130915"/>
                </a:lnTo>
                <a:close/>
                <a:moveTo>
                  <a:pt x="343117" y="73380"/>
                </a:moveTo>
                <a:cubicBezTo>
                  <a:pt x="343117" y="78101"/>
                  <a:pt x="342671" y="82920"/>
                  <a:pt x="341778" y="87835"/>
                </a:cubicBezTo>
                <a:cubicBezTo>
                  <a:pt x="340886" y="92748"/>
                  <a:pt x="339531" y="97486"/>
                  <a:pt x="337714" y="102050"/>
                </a:cubicBezTo>
                <a:cubicBezTo>
                  <a:pt x="335897" y="106613"/>
                  <a:pt x="333586" y="110904"/>
                  <a:pt x="330781" y="114924"/>
                </a:cubicBezTo>
                <a:cubicBezTo>
                  <a:pt x="327976" y="118945"/>
                  <a:pt x="324677" y="122455"/>
                  <a:pt x="320884" y="125455"/>
                </a:cubicBezTo>
                <a:cubicBezTo>
                  <a:pt x="317090" y="128454"/>
                  <a:pt x="312787" y="130831"/>
                  <a:pt x="307974" y="132586"/>
                </a:cubicBezTo>
                <a:cubicBezTo>
                  <a:pt x="303160" y="134341"/>
                  <a:pt x="297789" y="135218"/>
                  <a:pt x="291860" y="135218"/>
                </a:cubicBezTo>
                <a:cubicBezTo>
                  <a:pt x="285740" y="135218"/>
                  <a:pt x="280497" y="134485"/>
                  <a:pt x="276130" y="133019"/>
                </a:cubicBezTo>
                <a:cubicBezTo>
                  <a:pt x="271762" y="131551"/>
                  <a:pt x="268176" y="129413"/>
                  <a:pt x="265371" y="126606"/>
                </a:cubicBezTo>
                <a:cubicBezTo>
                  <a:pt x="262566" y="123797"/>
                  <a:pt x="260494" y="120350"/>
                  <a:pt x="259155" y="116266"/>
                </a:cubicBezTo>
                <a:cubicBezTo>
                  <a:pt x="257817" y="112182"/>
                  <a:pt x="257147" y="107555"/>
                  <a:pt x="257147" y="102385"/>
                </a:cubicBezTo>
                <a:cubicBezTo>
                  <a:pt x="257147" y="97663"/>
                  <a:pt x="257578" y="92846"/>
                  <a:pt x="258438" y="87933"/>
                </a:cubicBezTo>
                <a:cubicBezTo>
                  <a:pt x="259299" y="83018"/>
                  <a:pt x="260654" y="78296"/>
                  <a:pt x="262502" y="73765"/>
                </a:cubicBezTo>
                <a:cubicBezTo>
                  <a:pt x="264351" y="69233"/>
                  <a:pt x="266662" y="64941"/>
                  <a:pt x="269436" y="60888"/>
                </a:cubicBezTo>
                <a:cubicBezTo>
                  <a:pt x="272209" y="56836"/>
                  <a:pt x="275492" y="53311"/>
                  <a:pt x="279285" y="50312"/>
                </a:cubicBezTo>
                <a:cubicBezTo>
                  <a:pt x="283078" y="47312"/>
                  <a:pt x="287382" y="44934"/>
                  <a:pt x="292195" y="43179"/>
                </a:cubicBezTo>
                <a:cubicBezTo>
                  <a:pt x="297008" y="41424"/>
                  <a:pt x="302379" y="40546"/>
                  <a:pt x="308308" y="40546"/>
                </a:cubicBezTo>
                <a:cubicBezTo>
                  <a:pt x="314429" y="40546"/>
                  <a:pt x="319672" y="41296"/>
                  <a:pt x="324039" y="42797"/>
                </a:cubicBezTo>
                <a:cubicBezTo>
                  <a:pt x="328406" y="44297"/>
                  <a:pt x="332008" y="46450"/>
                  <a:pt x="334845" y="49258"/>
                </a:cubicBezTo>
                <a:cubicBezTo>
                  <a:pt x="337682" y="52065"/>
                  <a:pt x="339770" y="55511"/>
                  <a:pt x="341109" y="59597"/>
                </a:cubicBezTo>
                <a:cubicBezTo>
                  <a:pt x="342448" y="63681"/>
                  <a:pt x="343117" y="68276"/>
                  <a:pt x="343117" y="73380"/>
                </a:cubicBezTo>
                <a:moveTo>
                  <a:pt x="326478" y="74333"/>
                </a:moveTo>
                <a:cubicBezTo>
                  <a:pt x="326478" y="71140"/>
                  <a:pt x="326143" y="68267"/>
                  <a:pt x="325474" y="65715"/>
                </a:cubicBezTo>
                <a:cubicBezTo>
                  <a:pt x="324804" y="63161"/>
                  <a:pt x="323689" y="61006"/>
                  <a:pt x="322127" y="59251"/>
                </a:cubicBezTo>
                <a:cubicBezTo>
                  <a:pt x="320565" y="57494"/>
                  <a:pt x="318525" y="56137"/>
                  <a:pt x="316007" y="55181"/>
                </a:cubicBezTo>
                <a:cubicBezTo>
                  <a:pt x="313488" y="54222"/>
                  <a:pt x="310444" y="53743"/>
                  <a:pt x="306874" y="53743"/>
                </a:cubicBezTo>
                <a:cubicBezTo>
                  <a:pt x="303049" y="53743"/>
                  <a:pt x="299574" y="54429"/>
                  <a:pt x="296451" y="55802"/>
                </a:cubicBezTo>
                <a:cubicBezTo>
                  <a:pt x="293327" y="57175"/>
                  <a:pt x="290538" y="59027"/>
                  <a:pt x="288083" y="61358"/>
                </a:cubicBezTo>
                <a:cubicBezTo>
                  <a:pt x="285629" y="63686"/>
                  <a:pt x="283493" y="66416"/>
                  <a:pt x="281676" y="69546"/>
                </a:cubicBezTo>
                <a:cubicBezTo>
                  <a:pt x="279859" y="72674"/>
                  <a:pt x="278361" y="76010"/>
                  <a:pt x="277181" y="79554"/>
                </a:cubicBezTo>
                <a:cubicBezTo>
                  <a:pt x="276002" y="83096"/>
                  <a:pt x="275125" y="86735"/>
                  <a:pt x="274552" y="90470"/>
                </a:cubicBezTo>
                <a:cubicBezTo>
                  <a:pt x="273978" y="94204"/>
                  <a:pt x="273691" y="97858"/>
                  <a:pt x="273691" y="101432"/>
                </a:cubicBezTo>
                <a:cubicBezTo>
                  <a:pt x="273691" y="104625"/>
                  <a:pt x="274042" y="107499"/>
                  <a:pt x="274743" y="110053"/>
                </a:cubicBezTo>
                <a:cubicBezTo>
                  <a:pt x="275444" y="112605"/>
                  <a:pt x="276576" y="114776"/>
                  <a:pt x="278138" y="116565"/>
                </a:cubicBezTo>
                <a:cubicBezTo>
                  <a:pt x="279700" y="118352"/>
                  <a:pt x="281724" y="119725"/>
                  <a:pt x="284210" y="120683"/>
                </a:cubicBezTo>
                <a:cubicBezTo>
                  <a:pt x="286696" y="121639"/>
                  <a:pt x="289725" y="122117"/>
                  <a:pt x="293295" y="122117"/>
                </a:cubicBezTo>
                <a:cubicBezTo>
                  <a:pt x="297184" y="122117"/>
                  <a:pt x="300674" y="121431"/>
                  <a:pt x="303766" y="120058"/>
                </a:cubicBezTo>
                <a:cubicBezTo>
                  <a:pt x="306858" y="118686"/>
                  <a:pt x="309631" y="116819"/>
                  <a:pt x="312086" y="114458"/>
                </a:cubicBezTo>
                <a:cubicBezTo>
                  <a:pt x="314540" y="112095"/>
                  <a:pt x="316676" y="109350"/>
                  <a:pt x="318493" y="106222"/>
                </a:cubicBezTo>
                <a:cubicBezTo>
                  <a:pt x="320310" y="103092"/>
                  <a:pt x="321808" y="99740"/>
                  <a:pt x="322987" y="96166"/>
                </a:cubicBezTo>
                <a:cubicBezTo>
                  <a:pt x="324167" y="92590"/>
                  <a:pt x="325043" y="88951"/>
                  <a:pt x="325617" y="85250"/>
                </a:cubicBezTo>
                <a:cubicBezTo>
                  <a:pt x="326191" y="81546"/>
                  <a:pt x="326478" y="77907"/>
                  <a:pt x="326478" y="74333"/>
                </a:cubicBezTo>
                <a:close/>
                <a:moveTo>
                  <a:pt x="441019" y="63880"/>
                </a:moveTo>
                <a:cubicBezTo>
                  <a:pt x="441019" y="66111"/>
                  <a:pt x="440891" y="68310"/>
                  <a:pt x="440636" y="70478"/>
                </a:cubicBezTo>
                <a:cubicBezTo>
                  <a:pt x="440381" y="72646"/>
                  <a:pt x="440031" y="74877"/>
                  <a:pt x="439584" y="77172"/>
                </a:cubicBezTo>
                <a:lnTo>
                  <a:pt x="428778" y="130915"/>
                </a:lnTo>
                <a:cubicBezTo>
                  <a:pt x="428651" y="131425"/>
                  <a:pt x="428444" y="131856"/>
                  <a:pt x="428157" y="132206"/>
                </a:cubicBezTo>
                <a:cubicBezTo>
                  <a:pt x="427870" y="132557"/>
                  <a:pt x="427392" y="132860"/>
                  <a:pt x="426722" y="133115"/>
                </a:cubicBezTo>
                <a:cubicBezTo>
                  <a:pt x="426053" y="133370"/>
                  <a:pt x="425208" y="133561"/>
                  <a:pt x="424188" y="133688"/>
                </a:cubicBezTo>
                <a:cubicBezTo>
                  <a:pt x="423168" y="133816"/>
                  <a:pt x="421861" y="133880"/>
                  <a:pt x="420267" y="133880"/>
                </a:cubicBezTo>
                <a:cubicBezTo>
                  <a:pt x="418737" y="133880"/>
                  <a:pt x="417478" y="133816"/>
                  <a:pt x="416490" y="133688"/>
                </a:cubicBezTo>
                <a:cubicBezTo>
                  <a:pt x="415502" y="133561"/>
                  <a:pt x="414737" y="133370"/>
                  <a:pt x="414195" y="133115"/>
                </a:cubicBezTo>
                <a:cubicBezTo>
                  <a:pt x="413653" y="132860"/>
                  <a:pt x="413302" y="132557"/>
                  <a:pt x="413143" y="132206"/>
                </a:cubicBezTo>
                <a:cubicBezTo>
                  <a:pt x="412984" y="131856"/>
                  <a:pt x="412936" y="131425"/>
                  <a:pt x="413000" y="130915"/>
                </a:cubicBezTo>
                <a:lnTo>
                  <a:pt x="423614" y="77746"/>
                </a:lnTo>
                <a:cubicBezTo>
                  <a:pt x="424061" y="75770"/>
                  <a:pt x="424363" y="73857"/>
                  <a:pt x="424523" y="72008"/>
                </a:cubicBezTo>
                <a:cubicBezTo>
                  <a:pt x="424682" y="70159"/>
                  <a:pt x="424762" y="68534"/>
                  <a:pt x="424762" y="67131"/>
                </a:cubicBezTo>
                <a:cubicBezTo>
                  <a:pt x="424762" y="63242"/>
                  <a:pt x="423933" y="60102"/>
                  <a:pt x="422276" y="57712"/>
                </a:cubicBezTo>
                <a:cubicBezTo>
                  <a:pt x="420618" y="55321"/>
                  <a:pt x="417845" y="54126"/>
                  <a:pt x="413956" y="54126"/>
                </a:cubicBezTo>
                <a:cubicBezTo>
                  <a:pt x="410577" y="54126"/>
                  <a:pt x="407118" y="55098"/>
                  <a:pt x="403580" y="57042"/>
                </a:cubicBezTo>
                <a:cubicBezTo>
                  <a:pt x="400042" y="58987"/>
                  <a:pt x="396759" y="61664"/>
                  <a:pt x="393730" y="65075"/>
                </a:cubicBezTo>
                <a:cubicBezTo>
                  <a:pt x="390702" y="68486"/>
                  <a:pt x="387993" y="72534"/>
                  <a:pt x="385602" y="77220"/>
                </a:cubicBezTo>
                <a:cubicBezTo>
                  <a:pt x="383211" y="81906"/>
                  <a:pt x="381474" y="86990"/>
                  <a:pt x="380390" y="92473"/>
                </a:cubicBezTo>
                <a:lnTo>
                  <a:pt x="372740" y="130915"/>
                </a:lnTo>
                <a:cubicBezTo>
                  <a:pt x="372613" y="131425"/>
                  <a:pt x="372389" y="131856"/>
                  <a:pt x="372071" y="132206"/>
                </a:cubicBezTo>
                <a:cubicBezTo>
                  <a:pt x="371752" y="132557"/>
                  <a:pt x="371274" y="132860"/>
                  <a:pt x="370636" y="133115"/>
                </a:cubicBezTo>
                <a:cubicBezTo>
                  <a:pt x="369999" y="133370"/>
                  <a:pt x="369154" y="133561"/>
                  <a:pt x="368102" y="133688"/>
                </a:cubicBezTo>
                <a:cubicBezTo>
                  <a:pt x="367050" y="133816"/>
                  <a:pt x="365759" y="133880"/>
                  <a:pt x="364229" y="133880"/>
                </a:cubicBezTo>
                <a:cubicBezTo>
                  <a:pt x="362635" y="133880"/>
                  <a:pt x="361344" y="133816"/>
                  <a:pt x="360356" y="133688"/>
                </a:cubicBezTo>
                <a:cubicBezTo>
                  <a:pt x="359368" y="133561"/>
                  <a:pt x="358603" y="133370"/>
                  <a:pt x="358061" y="133115"/>
                </a:cubicBezTo>
                <a:cubicBezTo>
                  <a:pt x="357519" y="132860"/>
                  <a:pt x="357169" y="132557"/>
                  <a:pt x="357009" y="132206"/>
                </a:cubicBezTo>
                <a:cubicBezTo>
                  <a:pt x="356850" y="131856"/>
                  <a:pt x="356834" y="131425"/>
                  <a:pt x="356961" y="130915"/>
                </a:cubicBezTo>
                <a:lnTo>
                  <a:pt x="374270" y="44754"/>
                </a:lnTo>
                <a:cubicBezTo>
                  <a:pt x="374334" y="44308"/>
                  <a:pt x="374509" y="43893"/>
                  <a:pt x="374796" y="43511"/>
                </a:cubicBezTo>
                <a:cubicBezTo>
                  <a:pt x="375083" y="43128"/>
                  <a:pt x="375529" y="42810"/>
                  <a:pt x="376135" y="42555"/>
                </a:cubicBezTo>
                <a:cubicBezTo>
                  <a:pt x="376741" y="42300"/>
                  <a:pt x="377506" y="42124"/>
                  <a:pt x="378430" y="42029"/>
                </a:cubicBezTo>
                <a:cubicBezTo>
                  <a:pt x="379354" y="41933"/>
                  <a:pt x="380454" y="41885"/>
                  <a:pt x="381729" y="41885"/>
                </a:cubicBezTo>
                <a:cubicBezTo>
                  <a:pt x="383068" y="41885"/>
                  <a:pt x="384168" y="41933"/>
                  <a:pt x="385028" y="42029"/>
                </a:cubicBezTo>
                <a:cubicBezTo>
                  <a:pt x="385889" y="42124"/>
                  <a:pt x="386558" y="42300"/>
                  <a:pt x="387036" y="42555"/>
                </a:cubicBezTo>
                <a:cubicBezTo>
                  <a:pt x="387515" y="42810"/>
                  <a:pt x="387817" y="43128"/>
                  <a:pt x="387945" y="43511"/>
                </a:cubicBezTo>
                <a:cubicBezTo>
                  <a:pt x="388072" y="43893"/>
                  <a:pt x="388104" y="44308"/>
                  <a:pt x="388041" y="44754"/>
                </a:cubicBezTo>
                <a:lnTo>
                  <a:pt x="384789" y="61202"/>
                </a:lnTo>
                <a:cubicBezTo>
                  <a:pt x="385746" y="59035"/>
                  <a:pt x="387307" y="56739"/>
                  <a:pt x="389475" y="54317"/>
                </a:cubicBezTo>
                <a:cubicBezTo>
                  <a:pt x="391643" y="51894"/>
                  <a:pt x="394225" y="49663"/>
                  <a:pt x="397221" y="47623"/>
                </a:cubicBezTo>
                <a:cubicBezTo>
                  <a:pt x="400217" y="45583"/>
                  <a:pt x="403516" y="43893"/>
                  <a:pt x="407118" y="42555"/>
                </a:cubicBezTo>
                <a:cubicBezTo>
                  <a:pt x="410720" y="41216"/>
                  <a:pt x="414466" y="40546"/>
                  <a:pt x="418355" y="40546"/>
                </a:cubicBezTo>
                <a:cubicBezTo>
                  <a:pt x="422626" y="40546"/>
                  <a:pt x="426196" y="41200"/>
                  <a:pt x="429065" y="42507"/>
                </a:cubicBezTo>
                <a:cubicBezTo>
                  <a:pt x="431934" y="43814"/>
                  <a:pt x="434261" y="45535"/>
                  <a:pt x="436046" y="47671"/>
                </a:cubicBezTo>
                <a:cubicBezTo>
                  <a:pt x="437831" y="49806"/>
                  <a:pt x="439106" y="52277"/>
                  <a:pt x="439871" y="55082"/>
                </a:cubicBezTo>
                <a:cubicBezTo>
                  <a:pt x="440636" y="57887"/>
                  <a:pt x="441019" y="60820"/>
                  <a:pt x="441019" y="63880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InterestRate">
            <a:extLst xmlns:a="http://schemas.openxmlformats.org/drawingml/2006/main">
              <a:ext uri="{FF2B5EF4-FFF2-40B4-BE49-F238E27FC236}">
                <a16:creationId xmlns:a16="http://schemas.microsoft.com/office/drawing/2014/main" id="{7D392960-CB05-4B5B-9314-F8123F89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576" y="2502939"/>
            <a:ext cx="1002794" cy="126229"/>
          </a:xfrm>
          <a:custGeom xmlns:a="http://schemas.openxmlformats.org/drawingml/2006/main">
            <a:pathLst>
              <a:path w="1002794" h="126229">
                <a:moveTo>
                  <a:pt x="16576" y="121926"/>
                </a:moveTo>
                <a:cubicBezTo>
                  <a:pt x="16512" y="122372"/>
                  <a:pt x="16305" y="122787"/>
                  <a:pt x="15954" y="123169"/>
                </a:cubicBezTo>
                <a:cubicBezTo>
                  <a:pt x="15603" y="123552"/>
                  <a:pt x="15077" y="123855"/>
                  <a:pt x="14376" y="124078"/>
                </a:cubicBezTo>
                <a:cubicBezTo>
                  <a:pt x="13675" y="124301"/>
                  <a:pt x="12782" y="124492"/>
                  <a:pt x="11699" y="124652"/>
                </a:cubicBezTo>
                <a:cubicBezTo>
                  <a:pt x="10615" y="124811"/>
                  <a:pt x="9308" y="124891"/>
                  <a:pt x="7778" y="124891"/>
                </a:cubicBezTo>
                <a:cubicBezTo>
                  <a:pt x="6120" y="124891"/>
                  <a:pt x="4781" y="124811"/>
                  <a:pt x="3761" y="124652"/>
                </a:cubicBezTo>
                <a:cubicBezTo>
                  <a:pt x="2741" y="124492"/>
                  <a:pt x="1944" y="124301"/>
                  <a:pt x="1371" y="124078"/>
                </a:cubicBezTo>
                <a:cubicBezTo>
                  <a:pt x="797" y="123855"/>
                  <a:pt x="414" y="123552"/>
                  <a:pt x="223" y="123169"/>
                </a:cubicBezTo>
                <a:cubicBezTo>
                  <a:pt x="32" y="122787"/>
                  <a:pt x="0" y="122372"/>
                  <a:pt x="128" y="121926"/>
                </a:cubicBezTo>
                <a:lnTo>
                  <a:pt x="23843" y="2964"/>
                </a:lnTo>
                <a:cubicBezTo>
                  <a:pt x="23907" y="2518"/>
                  <a:pt x="24146" y="2104"/>
                  <a:pt x="24561" y="1721"/>
                </a:cubicBezTo>
                <a:cubicBezTo>
                  <a:pt x="24975" y="1339"/>
                  <a:pt x="25533" y="1036"/>
                  <a:pt x="26234" y="813"/>
                </a:cubicBezTo>
                <a:cubicBezTo>
                  <a:pt x="26935" y="590"/>
                  <a:pt x="27812" y="398"/>
                  <a:pt x="28864" y="239"/>
                </a:cubicBezTo>
                <a:cubicBezTo>
                  <a:pt x="29916" y="80"/>
                  <a:pt x="31207" y="0"/>
                  <a:pt x="32737" y="0"/>
                </a:cubicBezTo>
                <a:cubicBezTo>
                  <a:pt x="34267" y="0"/>
                  <a:pt x="35542" y="80"/>
                  <a:pt x="36562" y="239"/>
                </a:cubicBezTo>
                <a:cubicBezTo>
                  <a:pt x="37582" y="398"/>
                  <a:pt x="38395" y="590"/>
                  <a:pt x="39000" y="813"/>
                </a:cubicBezTo>
                <a:cubicBezTo>
                  <a:pt x="39606" y="1036"/>
                  <a:pt x="40005" y="1339"/>
                  <a:pt x="40196" y="1721"/>
                </a:cubicBezTo>
                <a:cubicBezTo>
                  <a:pt x="40387" y="2104"/>
                  <a:pt x="40419" y="2518"/>
                  <a:pt x="40291" y="2964"/>
                </a:cubicBezTo>
                <a:lnTo>
                  <a:pt x="16576" y="121926"/>
                </a:lnTo>
                <a:close/>
                <a:moveTo>
                  <a:pt x="131329" y="54891"/>
                </a:moveTo>
                <a:cubicBezTo>
                  <a:pt x="131329" y="57122"/>
                  <a:pt x="131202" y="59321"/>
                  <a:pt x="130947" y="61489"/>
                </a:cubicBezTo>
                <a:cubicBezTo>
                  <a:pt x="130692" y="63657"/>
                  <a:pt x="130341" y="65888"/>
                  <a:pt x="129895" y="68183"/>
                </a:cubicBezTo>
                <a:lnTo>
                  <a:pt x="119089" y="121926"/>
                </a:lnTo>
                <a:cubicBezTo>
                  <a:pt x="118961" y="122436"/>
                  <a:pt x="118754" y="122866"/>
                  <a:pt x="118467" y="123217"/>
                </a:cubicBezTo>
                <a:cubicBezTo>
                  <a:pt x="118180" y="123568"/>
                  <a:pt x="117702" y="123871"/>
                  <a:pt x="117033" y="124126"/>
                </a:cubicBezTo>
                <a:cubicBezTo>
                  <a:pt x="116364" y="124381"/>
                  <a:pt x="115519" y="124572"/>
                  <a:pt x="114499" y="124699"/>
                </a:cubicBezTo>
                <a:cubicBezTo>
                  <a:pt x="113479" y="124827"/>
                  <a:pt x="112172" y="124891"/>
                  <a:pt x="110578" y="124891"/>
                </a:cubicBezTo>
                <a:cubicBezTo>
                  <a:pt x="109048" y="124891"/>
                  <a:pt x="107789" y="124827"/>
                  <a:pt x="106801" y="124699"/>
                </a:cubicBezTo>
                <a:cubicBezTo>
                  <a:pt x="105813" y="124572"/>
                  <a:pt x="105047" y="124381"/>
                  <a:pt x="104506" y="124126"/>
                </a:cubicBezTo>
                <a:cubicBezTo>
                  <a:pt x="103964" y="123871"/>
                  <a:pt x="103613" y="123568"/>
                  <a:pt x="103454" y="123217"/>
                </a:cubicBezTo>
                <a:cubicBezTo>
                  <a:pt x="103294" y="122866"/>
                  <a:pt x="103246" y="122436"/>
                  <a:pt x="103310" y="121926"/>
                </a:cubicBezTo>
                <a:lnTo>
                  <a:pt x="113925" y="68757"/>
                </a:lnTo>
                <a:cubicBezTo>
                  <a:pt x="114371" y="66780"/>
                  <a:pt x="114674" y="64868"/>
                  <a:pt x="114833" y="63019"/>
                </a:cubicBezTo>
                <a:cubicBezTo>
                  <a:pt x="114993" y="61170"/>
                  <a:pt x="115073" y="59545"/>
                  <a:pt x="115073" y="58142"/>
                </a:cubicBezTo>
                <a:cubicBezTo>
                  <a:pt x="115073" y="54253"/>
                  <a:pt x="114244" y="51113"/>
                  <a:pt x="112586" y="48723"/>
                </a:cubicBezTo>
                <a:cubicBezTo>
                  <a:pt x="110929" y="46332"/>
                  <a:pt x="108155" y="45137"/>
                  <a:pt x="104267" y="45137"/>
                </a:cubicBezTo>
                <a:cubicBezTo>
                  <a:pt x="100888" y="45137"/>
                  <a:pt x="97429" y="46109"/>
                  <a:pt x="93891" y="48053"/>
                </a:cubicBezTo>
                <a:cubicBezTo>
                  <a:pt x="90353" y="49998"/>
                  <a:pt x="87069" y="52675"/>
                  <a:pt x="84041" y="56086"/>
                </a:cubicBezTo>
                <a:cubicBezTo>
                  <a:pt x="81013" y="59497"/>
                  <a:pt x="78303" y="63545"/>
                  <a:pt x="75913" y="68231"/>
                </a:cubicBezTo>
                <a:cubicBezTo>
                  <a:pt x="73522" y="72917"/>
                  <a:pt x="71785" y="78001"/>
                  <a:pt x="70701" y="83484"/>
                </a:cubicBezTo>
                <a:lnTo>
                  <a:pt x="63051" y="121926"/>
                </a:lnTo>
                <a:cubicBezTo>
                  <a:pt x="62923" y="122436"/>
                  <a:pt x="62700" y="122866"/>
                  <a:pt x="62381" y="123217"/>
                </a:cubicBezTo>
                <a:cubicBezTo>
                  <a:pt x="62063" y="123568"/>
                  <a:pt x="61584" y="123871"/>
                  <a:pt x="60947" y="124126"/>
                </a:cubicBezTo>
                <a:cubicBezTo>
                  <a:pt x="60309" y="124381"/>
                  <a:pt x="59465" y="124572"/>
                  <a:pt x="58413" y="124699"/>
                </a:cubicBezTo>
                <a:cubicBezTo>
                  <a:pt x="57361" y="124827"/>
                  <a:pt x="56070" y="124891"/>
                  <a:pt x="54540" y="124891"/>
                </a:cubicBezTo>
                <a:cubicBezTo>
                  <a:pt x="52946" y="124891"/>
                  <a:pt x="51655" y="124827"/>
                  <a:pt x="50667" y="124699"/>
                </a:cubicBezTo>
                <a:cubicBezTo>
                  <a:pt x="49679" y="124572"/>
                  <a:pt x="48914" y="124381"/>
                  <a:pt x="48372" y="124126"/>
                </a:cubicBezTo>
                <a:cubicBezTo>
                  <a:pt x="47830" y="123871"/>
                  <a:pt x="47479" y="123568"/>
                  <a:pt x="47320" y="123217"/>
                </a:cubicBezTo>
                <a:cubicBezTo>
                  <a:pt x="47160" y="122866"/>
                  <a:pt x="47145" y="122436"/>
                  <a:pt x="47272" y="121926"/>
                </a:cubicBezTo>
                <a:lnTo>
                  <a:pt x="64581" y="35765"/>
                </a:lnTo>
                <a:cubicBezTo>
                  <a:pt x="64645" y="35319"/>
                  <a:pt x="64820" y="34904"/>
                  <a:pt x="65107" y="34522"/>
                </a:cubicBezTo>
                <a:cubicBezTo>
                  <a:pt x="65394" y="34139"/>
                  <a:pt x="65840" y="33821"/>
                  <a:pt x="66446" y="33566"/>
                </a:cubicBezTo>
                <a:cubicBezTo>
                  <a:pt x="67051" y="33311"/>
                  <a:pt x="67816" y="33135"/>
                  <a:pt x="68741" y="33040"/>
                </a:cubicBezTo>
                <a:cubicBezTo>
                  <a:pt x="69665" y="32944"/>
                  <a:pt x="70765" y="32896"/>
                  <a:pt x="72040" y="32896"/>
                </a:cubicBezTo>
                <a:cubicBezTo>
                  <a:pt x="73379" y="32896"/>
                  <a:pt x="74478" y="32944"/>
                  <a:pt x="75339" y="33040"/>
                </a:cubicBezTo>
                <a:cubicBezTo>
                  <a:pt x="76200" y="33135"/>
                  <a:pt x="76869" y="33311"/>
                  <a:pt x="77347" y="33566"/>
                </a:cubicBezTo>
                <a:cubicBezTo>
                  <a:pt x="77825" y="33821"/>
                  <a:pt x="78128" y="34139"/>
                  <a:pt x="78256" y="34522"/>
                </a:cubicBezTo>
                <a:cubicBezTo>
                  <a:pt x="78383" y="34904"/>
                  <a:pt x="78415" y="35319"/>
                  <a:pt x="78351" y="35765"/>
                </a:cubicBezTo>
                <a:lnTo>
                  <a:pt x="75100" y="52213"/>
                </a:lnTo>
                <a:cubicBezTo>
                  <a:pt x="76056" y="50045"/>
                  <a:pt x="77618" y="47750"/>
                  <a:pt x="79786" y="45328"/>
                </a:cubicBezTo>
                <a:cubicBezTo>
                  <a:pt x="81953" y="42905"/>
                  <a:pt x="84535" y="40674"/>
                  <a:pt x="87532" y="38634"/>
                </a:cubicBezTo>
                <a:cubicBezTo>
                  <a:pt x="90528" y="36594"/>
                  <a:pt x="93827" y="34904"/>
                  <a:pt x="97429" y="33566"/>
                </a:cubicBezTo>
                <a:cubicBezTo>
                  <a:pt x="101031" y="32227"/>
                  <a:pt x="104777" y="31557"/>
                  <a:pt x="108665" y="31557"/>
                </a:cubicBezTo>
                <a:cubicBezTo>
                  <a:pt x="112937" y="31557"/>
                  <a:pt x="116507" y="32211"/>
                  <a:pt x="119376" y="33518"/>
                </a:cubicBezTo>
                <a:cubicBezTo>
                  <a:pt x="122245" y="34825"/>
                  <a:pt x="124572" y="36546"/>
                  <a:pt x="126357" y="38682"/>
                </a:cubicBezTo>
                <a:cubicBezTo>
                  <a:pt x="128142" y="40817"/>
                  <a:pt x="129417" y="43288"/>
                  <a:pt x="130182" y="46093"/>
                </a:cubicBezTo>
                <a:cubicBezTo>
                  <a:pt x="130947" y="48898"/>
                  <a:pt x="131329" y="51831"/>
                  <a:pt x="131329" y="54891"/>
                </a:cubicBezTo>
                <a:close/>
                <a:moveTo>
                  <a:pt x="207955" y="36721"/>
                </a:moveTo>
                <a:cubicBezTo>
                  <a:pt x="207955" y="37295"/>
                  <a:pt x="207924" y="37917"/>
                  <a:pt x="207860" y="38586"/>
                </a:cubicBezTo>
                <a:cubicBezTo>
                  <a:pt x="207796" y="39255"/>
                  <a:pt x="207669" y="39941"/>
                  <a:pt x="207477" y="40642"/>
                </a:cubicBezTo>
                <a:cubicBezTo>
                  <a:pt x="207286" y="41343"/>
                  <a:pt x="207031" y="42045"/>
                  <a:pt x="206712" y="42746"/>
                </a:cubicBezTo>
                <a:cubicBezTo>
                  <a:pt x="206394" y="43447"/>
                  <a:pt x="206059" y="44069"/>
                  <a:pt x="205708" y="44611"/>
                </a:cubicBezTo>
                <a:cubicBezTo>
                  <a:pt x="205358" y="45153"/>
                  <a:pt x="204959" y="45583"/>
                  <a:pt x="204513" y="45902"/>
                </a:cubicBezTo>
                <a:cubicBezTo>
                  <a:pt x="204067" y="46220"/>
                  <a:pt x="203557" y="46380"/>
                  <a:pt x="202983" y="46380"/>
                </a:cubicBezTo>
                <a:lnTo>
                  <a:pt x="180988" y="46380"/>
                </a:lnTo>
                <a:lnTo>
                  <a:pt x="171330" y="94511"/>
                </a:lnTo>
                <a:cubicBezTo>
                  <a:pt x="171075" y="95853"/>
                  <a:pt x="170852" y="97358"/>
                  <a:pt x="170660" y="99023"/>
                </a:cubicBezTo>
                <a:cubicBezTo>
                  <a:pt x="170469" y="100687"/>
                  <a:pt x="170374" y="102062"/>
                  <a:pt x="170374" y="103150"/>
                </a:cubicBezTo>
                <a:cubicBezTo>
                  <a:pt x="170374" y="106413"/>
                  <a:pt x="171059" y="108797"/>
                  <a:pt x="172430" y="110301"/>
                </a:cubicBezTo>
                <a:cubicBezTo>
                  <a:pt x="173800" y="111803"/>
                  <a:pt x="176016" y="112555"/>
                  <a:pt x="179076" y="112555"/>
                </a:cubicBezTo>
                <a:cubicBezTo>
                  <a:pt x="180797" y="112555"/>
                  <a:pt x="182295" y="112411"/>
                  <a:pt x="183570" y="112124"/>
                </a:cubicBezTo>
                <a:cubicBezTo>
                  <a:pt x="184845" y="111837"/>
                  <a:pt x="185945" y="111534"/>
                  <a:pt x="186869" y="111216"/>
                </a:cubicBezTo>
                <a:cubicBezTo>
                  <a:pt x="187794" y="110897"/>
                  <a:pt x="188607" y="110594"/>
                  <a:pt x="189308" y="110307"/>
                </a:cubicBezTo>
                <a:cubicBezTo>
                  <a:pt x="190009" y="110020"/>
                  <a:pt x="190615" y="109877"/>
                  <a:pt x="191125" y="109877"/>
                </a:cubicBezTo>
                <a:cubicBezTo>
                  <a:pt x="191635" y="109877"/>
                  <a:pt x="192033" y="110052"/>
                  <a:pt x="192320" y="110403"/>
                </a:cubicBezTo>
                <a:cubicBezTo>
                  <a:pt x="192607" y="110754"/>
                  <a:pt x="192751" y="111407"/>
                  <a:pt x="192751" y="112363"/>
                </a:cubicBezTo>
                <a:cubicBezTo>
                  <a:pt x="192751" y="113192"/>
                  <a:pt x="192671" y="114101"/>
                  <a:pt x="192512" y="115089"/>
                </a:cubicBezTo>
                <a:cubicBezTo>
                  <a:pt x="192352" y="116077"/>
                  <a:pt x="192145" y="117049"/>
                  <a:pt x="191890" y="118005"/>
                </a:cubicBezTo>
                <a:cubicBezTo>
                  <a:pt x="191635" y="118962"/>
                  <a:pt x="191316" y="119822"/>
                  <a:pt x="190934" y="120587"/>
                </a:cubicBezTo>
                <a:cubicBezTo>
                  <a:pt x="190551" y="121352"/>
                  <a:pt x="190137" y="121958"/>
                  <a:pt x="189690" y="122404"/>
                </a:cubicBezTo>
                <a:cubicBezTo>
                  <a:pt x="189180" y="122851"/>
                  <a:pt x="188415" y="123297"/>
                  <a:pt x="187395" y="123743"/>
                </a:cubicBezTo>
                <a:cubicBezTo>
                  <a:pt x="186375" y="124189"/>
                  <a:pt x="185196" y="124588"/>
                  <a:pt x="183857" y="124938"/>
                </a:cubicBezTo>
                <a:cubicBezTo>
                  <a:pt x="182518" y="125289"/>
                  <a:pt x="181100" y="125560"/>
                  <a:pt x="179602" y="125751"/>
                </a:cubicBezTo>
                <a:cubicBezTo>
                  <a:pt x="178104" y="125942"/>
                  <a:pt x="176621" y="126038"/>
                  <a:pt x="175155" y="126038"/>
                </a:cubicBezTo>
                <a:cubicBezTo>
                  <a:pt x="171585" y="126038"/>
                  <a:pt x="168493" y="125655"/>
                  <a:pt x="165879" y="124888"/>
                </a:cubicBezTo>
                <a:cubicBezTo>
                  <a:pt x="163265" y="124121"/>
                  <a:pt x="161066" y="122923"/>
                  <a:pt x="159281" y="121296"/>
                </a:cubicBezTo>
                <a:cubicBezTo>
                  <a:pt x="157496" y="119666"/>
                  <a:pt x="156173" y="117622"/>
                  <a:pt x="155312" y="115163"/>
                </a:cubicBezTo>
                <a:cubicBezTo>
                  <a:pt x="154451" y="112703"/>
                  <a:pt x="154021" y="109748"/>
                  <a:pt x="154021" y="106300"/>
                </a:cubicBezTo>
                <a:cubicBezTo>
                  <a:pt x="154021" y="105533"/>
                  <a:pt x="154053" y="104686"/>
                  <a:pt x="154117" y="103760"/>
                </a:cubicBezTo>
                <a:cubicBezTo>
                  <a:pt x="154181" y="102833"/>
                  <a:pt x="154292" y="101859"/>
                  <a:pt x="154451" y="100837"/>
                </a:cubicBezTo>
                <a:cubicBezTo>
                  <a:pt x="154611" y="99815"/>
                  <a:pt x="154770" y="98793"/>
                  <a:pt x="154930" y="97771"/>
                </a:cubicBezTo>
                <a:cubicBezTo>
                  <a:pt x="155089" y="96749"/>
                  <a:pt x="155264" y="95791"/>
                  <a:pt x="155456" y="94896"/>
                </a:cubicBezTo>
                <a:lnTo>
                  <a:pt x="165114" y="46380"/>
                </a:lnTo>
                <a:lnTo>
                  <a:pt x="153160" y="46380"/>
                </a:lnTo>
                <a:cubicBezTo>
                  <a:pt x="152459" y="46380"/>
                  <a:pt x="151917" y="46173"/>
                  <a:pt x="151535" y="45758"/>
                </a:cubicBezTo>
                <a:cubicBezTo>
                  <a:pt x="151152" y="45344"/>
                  <a:pt x="150961" y="44531"/>
                  <a:pt x="150961" y="43320"/>
                </a:cubicBezTo>
                <a:cubicBezTo>
                  <a:pt x="150961" y="42427"/>
                  <a:pt x="151057" y="41391"/>
                  <a:pt x="151248" y="40212"/>
                </a:cubicBezTo>
                <a:cubicBezTo>
                  <a:pt x="151439" y="39032"/>
                  <a:pt x="151726" y="37933"/>
                  <a:pt x="152109" y="36913"/>
                </a:cubicBezTo>
                <a:cubicBezTo>
                  <a:pt x="152491" y="35892"/>
                  <a:pt x="152985" y="35032"/>
                  <a:pt x="153591" y="34331"/>
                </a:cubicBezTo>
                <a:cubicBezTo>
                  <a:pt x="154196" y="33629"/>
                  <a:pt x="154914" y="33279"/>
                  <a:pt x="155742" y="33279"/>
                </a:cubicBezTo>
                <a:lnTo>
                  <a:pt x="167792" y="33279"/>
                </a:lnTo>
                <a:lnTo>
                  <a:pt x="171904" y="12814"/>
                </a:lnTo>
                <a:cubicBezTo>
                  <a:pt x="171967" y="12368"/>
                  <a:pt x="172175" y="11954"/>
                  <a:pt x="172525" y="11571"/>
                </a:cubicBezTo>
                <a:cubicBezTo>
                  <a:pt x="172876" y="11189"/>
                  <a:pt x="173370" y="10854"/>
                  <a:pt x="174007" y="10567"/>
                </a:cubicBezTo>
                <a:cubicBezTo>
                  <a:pt x="174645" y="10280"/>
                  <a:pt x="175490" y="10073"/>
                  <a:pt x="176542" y="9945"/>
                </a:cubicBezTo>
                <a:cubicBezTo>
                  <a:pt x="177594" y="9818"/>
                  <a:pt x="178884" y="9754"/>
                  <a:pt x="180415" y="9754"/>
                </a:cubicBezTo>
                <a:cubicBezTo>
                  <a:pt x="181945" y="9754"/>
                  <a:pt x="183204" y="9818"/>
                  <a:pt x="184192" y="9945"/>
                </a:cubicBezTo>
                <a:cubicBezTo>
                  <a:pt x="185180" y="10073"/>
                  <a:pt x="185945" y="10280"/>
                  <a:pt x="186487" y="10567"/>
                </a:cubicBezTo>
                <a:cubicBezTo>
                  <a:pt x="187029" y="10854"/>
                  <a:pt x="187379" y="11189"/>
                  <a:pt x="187539" y="11571"/>
                </a:cubicBezTo>
                <a:cubicBezTo>
                  <a:pt x="187698" y="11954"/>
                  <a:pt x="187746" y="12368"/>
                  <a:pt x="187682" y="12814"/>
                </a:cubicBezTo>
                <a:lnTo>
                  <a:pt x="183570" y="33279"/>
                </a:lnTo>
                <a:lnTo>
                  <a:pt x="205565" y="33279"/>
                </a:lnTo>
                <a:cubicBezTo>
                  <a:pt x="206521" y="33279"/>
                  <a:pt x="207159" y="33629"/>
                  <a:pt x="207477" y="34331"/>
                </a:cubicBezTo>
                <a:cubicBezTo>
                  <a:pt x="207796" y="35032"/>
                  <a:pt x="207955" y="35829"/>
                  <a:pt x="207955" y="36721"/>
                </a:cubicBezTo>
                <a:close/>
                <a:moveTo>
                  <a:pt x="292262" y="53456"/>
                </a:moveTo>
                <a:cubicBezTo>
                  <a:pt x="292262" y="57855"/>
                  <a:pt x="291242" y="61808"/>
                  <a:pt x="289202" y="65314"/>
                </a:cubicBezTo>
                <a:cubicBezTo>
                  <a:pt x="287162" y="68821"/>
                  <a:pt x="283974" y="71817"/>
                  <a:pt x="279639" y="74303"/>
                </a:cubicBezTo>
                <a:cubicBezTo>
                  <a:pt x="275304" y="76790"/>
                  <a:pt x="269757" y="78702"/>
                  <a:pt x="263000" y="80041"/>
                </a:cubicBezTo>
                <a:cubicBezTo>
                  <a:pt x="256242" y="81380"/>
                  <a:pt x="248145" y="82049"/>
                  <a:pt x="238710" y="82049"/>
                </a:cubicBezTo>
                <a:lnTo>
                  <a:pt x="228574" y="82049"/>
                </a:lnTo>
                <a:cubicBezTo>
                  <a:pt x="228127" y="84159"/>
                  <a:pt x="227824" y="86205"/>
                  <a:pt x="227665" y="88187"/>
                </a:cubicBezTo>
                <a:cubicBezTo>
                  <a:pt x="227506" y="90170"/>
                  <a:pt x="227426" y="92024"/>
                  <a:pt x="227426" y="93752"/>
                </a:cubicBezTo>
                <a:cubicBezTo>
                  <a:pt x="227426" y="100147"/>
                  <a:pt x="229004" y="105039"/>
                  <a:pt x="232160" y="108428"/>
                </a:cubicBezTo>
                <a:cubicBezTo>
                  <a:pt x="235315" y="111816"/>
                  <a:pt x="240431" y="113511"/>
                  <a:pt x="247508" y="113511"/>
                </a:cubicBezTo>
                <a:cubicBezTo>
                  <a:pt x="251588" y="113511"/>
                  <a:pt x="255254" y="113203"/>
                  <a:pt x="258505" y="112587"/>
                </a:cubicBezTo>
                <a:cubicBezTo>
                  <a:pt x="261757" y="111972"/>
                  <a:pt x="264578" y="111307"/>
                  <a:pt x="266968" y="110594"/>
                </a:cubicBezTo>
                <a:cubicBezTo>
                  <a:pt x="269359" y="109881"/>
                  <a:pt x="271319" y="109217"/>
                  <a:pt x="272849" y="108601"/>
                </a:cubicBezTo>
                <a:cubicBezTo>
                  <a:pt x="274380" y="107985"/>
                  <a:pt x="275431" y="107677"/>
                  <a:pt x="276005" y="107677"/>
                </a:cubicBezTo>
                <a:cubicBezTo>
                  <a:pt x="276579" y="107677"/>
                  <a:pt x="277009" y="107886"/>
                  <a:pt x="277296" y="108302"/>
                </a:cubicBezTo>
                <a:cubicBezTo>
                  <a:pt x="277583" y="108718"/>
                  <a:pt x="277727" y="109311"/>
                  <a:pt x="277727" y="110080"/>
                </a:cubicBezTo>
                <a:cubicBezTo>
                  <a:pt x="277727" y="110722"/>
                  <a:pt x="277663" y="111491"/>
                  <a:pt x="277535" y="112387"/>
                </a:cubicBezTo>
                <a:cubicBezTo>
                  <a:pt x="277408" y="113284"/>
                  <a:pt x="277217" y="114197"/>
                  <a:pt x="276961" y="115128"/>
                </a:cubicBezTo>
                <a:cubicBezTo>
                  <a:pt x="276706" y="116056"/>
                  <a:pt x="276372" y="116937"/>
                  <a:pt x="275957" y="117772"/>
                </a:cubicBezTo>
                <a:cubicBezTo>
                  <a:pt x="275543" y="118605"/>
                  <a:pt x="275081" y="119309"/>
                  <a:pt x="274571" y="119885"/>
                </a:cubicBezTo>
                <a:cubicBezTo>
                  <a:pt x="273806" y="120654"/>
                  <a:pt x="272451" y="121407"/>
                  <a:pt x="270507" y="122144"/>
                </a:cubicBezTo>
                <a:cubicBezTo>
                  <a:pt x="268562" y="122881"/>
                  <a:pt x="266251" y="123555"/>
                  <a:pt x="263574" y="124164"/>
                </a:cubicBezTo>
                <a:cubicBezTo>
                  <a:pt x="260896" y="124772"/>
                  <a:pt x="257963" y="125268"/>
                  <a:pt x="254776" y="125653"/>
                </a:cubicBezTo>
                <a:cubicBezTo>
                  <a:pt x="251588" y="126037"/>
                  <a:pt x="248401" y="126229"/>
                  <a:pt x="245213" y="126229"/>
                </a:cubicBezTo>
                <a:cubicBezTo>
                  <a:pt x="239539" y="126229"/>
                  <a:pt x="234566" y="125592"/>
                  <a:pt x="230295" y="124317"/>
                </a:cubicBezTo>
                <a:cubicBezTo>
                  <a:pt x="226023" y="123040"/>
                  <a:pt x="222469" y="121077"/>
                  <a:pt x="219632" y="118430"/>
                </a:cubicBezTo>
                <a:cubicBezTo>
                  <a:pt x="216795" y="115780"/>
                  <a:pt x="214676" y="112477"/>
                  <a:pt x="213273" y="108520"/>
                </a:cubicBezTo>
                <a:cubicBezTo>
                  <a:pt x="211870" y="104564"/>
                  <a:pt x="211169" y="99905"/>
                  <a:pt x="211169" y="94544"/>
                </a:cubicBezTo>
                <a:cubicBezTo>
                  <a:pt x="211169" y="90396"/>
                  <a:pt x="211568" y="85945"/>
                  <a:pt x="212365" y="81191"/>
                </a:cubicBezTo>
                <a:cubicBezTo>
                  <a:pt x="213161" y="76436"/>
                  <a:pt x="214421" y="71729"/>
                  <a:pt x="216142" y="67071"/>
                </a:cubicBezTo>
                <a:cubicBezTo>
                  <a:pt x="217863" y="62413"/>
                  <a:pt x="220095" y="57947"/>
                  <a:pt x="222836" y="53671"/>
                </a:cubicBezTo>
                <a:cubicBezTo>
                  <a:pt x="225577" y="49394"/>
                  <a:pt x="228845" y="45629"/>
                  <a:pt x="232638" y="42375"/>
                </a:cubicBezTo>
                <a:cubicBezTo>
                  <a:pt x="236431" y="39120"/>
                  <a:pt x="240814" y="36503"/>
                  <a:pt x="245787" y="34525"/>
                </a:cubicBezTo>
                <a:cubicBezTo>
                  <a:pt x="250759" y="32546"/>
                  <a:pt x="256370" y="31557"/>
                  <a:pt x="262617" y="31557"/>
                </a:cubicBezTo>
                <a:cubicBezTo>
                  <a:pt x="267972" y="31557"/>
                  <a:pt x="272515" y="32227"/>
                  <a:pt x="276244" y="33566"/>
                </a:cubicBezTo>
                <a:cubicBezTo>
                  <a:pt x="279974" y="34904"/>
                  <a:pt x="283034" y="36626"/>
                  <a:pt x="285425" y="38729"/>
                </a:cubicBezTo>
                <a:cubicBezTo>
                  <a:pt x="287815" y="40833"/>
                  <a:pt x="289553" y="43176"/>
                  <a:pt x="290636" y="45758"/>
                </a:cubicBezTo>
                <a:cubicBezTo>
                  <a:pt x="291720" y="48340"/>
                  <a:pt x="292262" y="50906"/>
                  <a:pt x="292262" y="53456"/>
                </a:cubicBezTo>
                <a:moveTo>
                  <a:pt x="276101" y="54891"/>
                </a:moveTo>
                <a:cubicBezTo>
                  <a:pt x="276101" y="51639"/>
                  <a:pt x="274826" y="49010"/>
                  <a:pt x="272276" y="47001"/>
                </a:cubicBezTo>
                <a:cubicBezTo>
                  <a:pt x="269726" y="44993"/>
                  <a:pt x="266092" y="43989"/>
                  <a:pt x="261374" y="43989"/>
                </a:cubicBezTo>
                <a:cubicBezTo>
                  <a:pt x="257230" y="43989"/>
                  <a:pt x="253564" y="44706"/>
                  <a:pt x="250377" y="46141"/>
                </a:cubicBezTo>
                <a:cubicBezTo>
                  <a:pt x="247189" y="47575"/>
                  <a:pt x="244368" y="49504"/>
                  <a:pt x="241914" y="51926"/>
                </a:cubicBezTo>
                <a:cubicBezTo>
                  <a:pt x="239459" y="54349"/>
                  <a:pt x="237355" y="57170"/>
                  <a:pt x="235602" y="60389"/>
                </a:cubicBezTo>
                <a:cubicBezTo>
                  <a:pt x="233849" y="63609"/>
                  <a:pt x="232431" y="67004"/>
                  <a:pt x="231347" y="70574"/>
                </a:cubicBezTo>
                <a:lnTo>
                  <a:pt x="241101" y="70574"/>
                </a:lnTo>
                <a:cubicBezTo>
                  <a:pt x="247795" y="70574"/>
                  <a:pt x="253389" y="70159"/>
                  <a:pt x="257884" y="69331"/>
                </a:cubicBezTo>
                <a:cubicBezTo>
                  <a:pt x="262378" y="68502"/>
                  <a:pt x="265980" y="67370"/>
                  <a:pt x="268690" y="65936"/>
                </a:cubicBezTo>
                <a:cubicBezTo>
                  <a:pt x="271399" y="64501"/>
                  <a:pt x="273312" y="62828"/>
                  <a:pt x="274427" y="60915"/>
                </a:cubicBezTo>
                <a:cubicBezTo>
                  <a:pt x="275543" y="59003"/>
                  <a:pt x="276101" y="56994"/>
                  <a:pt x="276101" y="54891"/>
                </a:cubicBezTo>
                <a:close/>
                <a:moveTo>
                  <a:pt x="369328" y="35956"/>
                </a:moveTo>
                <a:cubicBezTo>
                  <a:pt x="369328" y="36211"/>
                  <a:pt x="369280" y="36705"/>
                  <a:pt x="369184" y="37438"/>
                </a:cubicBezTo>
                <a:cubicBezTo>
                  <a:pt x="369089" y="38172"/>
                  <a:pt x="368977" y="39016"/>
                  <a:pt x="368850" y="39973"/>
                </a:cubicBezTo>
                <a:cubicBezTo>
                  <a:pt x="368722" y="40929"/>
                  <a:pt x="368531" y="41917"/>
                  <a:pt x="368276" y="42937"/>
                </a:cubicBezTo>
                <a:cubicBezTo>
                  <a:pt x="368021" y="43957"/>
                  <a:pt x="367702" y="44897"/>
                  <a:pt x="367319" y="45758"/>
                </a:cubicBezTo>
                <a:cubicBezTo>
                  <a:pt x="366937" y="46619"/>
                  <a:pt x="366539" y="47336"/>
                  <a:pt x="366124" y="47910"/>
                </a:cubicBezTo>
                <a:cubicBezTo>
                  <a:pt x="365710" y="48484"/>
                  <a:pt x="365248" y="48770"/>
                  <a:pt x="364738" y="48770"/>
                </a:cubicBezTo>
                <a:cubicBezTo>
                  <a:pt x="364228" y="48770"/>
                  <a:pt x="363670" y="48659"/>
                  <a:pt x="363064" y="48436"/>
                </a:cubicBezTo>
                <a:cubicBezTo>
                  <a:pt x="362458" y="48213"/>
                  <a:pt x="361789" y="47942"/>
                  <a:pt x="361056" y="47623"/>
                </a:cubicBezTo>
                <a:cubicBezTo>
                  <a:pt x="360323" y="47304"/>
                  <a:pt x="359478" y="47033"/>
                  <a:pt x="358522" y="46810"/>
                </a:cubicBezTo>
                <a:cubicBezTo>
                  <a:pt x="357565" y="46587"/>
                  <a:pt x="356450" y="46475"/>
                  <a:pt x="355175" y="46475"/>
                </a:cubicBezTo>
                <a:cubicBezTo>
                  <a:pt x="353007" y="46475"/>
                  <a:pt x="350505" y="47416"/>
                  <a:pt x="347668" y="49296"/>
                </a:cubicBezTo>
                <a:cubicBezTo>
                  <a:pt x="344831" y="51177"/>
                  <a:pt x="342042" y="53775"/>
                  <a:pt x="339300" y="57090"/>
                </a:cubicBezTo>
                <a:cubicBezTo>
                  <a:pt x="336559" y="60405"/>
                  <a:pt x="334057" y="64326"/>
                  <a:pt x="331794" y="68852"/>
                </a:cubicBezTo>
                <a:cubicBezTo>
                  <a:pt x="329530" y="73379"/>
                  <a:pt x="327857" y="78288"/>
                  <a:pt x="326773" y="83579"/>
                </a:cubicBezTo>
                <a:lnTo>
                  <a:pt x="319218" y="121926"/>
                </a:lnTo>
                <a:cubicBezTo>
                  <a:pt x="319091" y="122436"/>
                  <a:pt x="318868" y="122866"/>
                  <a:pt x="318549" y="123217"/>
                </a:cubicBezTo>
                <a:cubicBezTo>
                  <a:pt x="318230" y="123568"/>
                  <a:pt x="317752" y="123871"/>
                  <a:pt x="317115" y="124126"/>
                </a:cubicBezTo>
                <a:cubicBezTo>
                  <a:pt x="316477" y="124381"/>
                  <a:pt x="315632" y="124572"/>
                  <a:pt x="314580" y="124699"/>
                </a:cubicBezTo>
                <a:cubicBezTo>
                  <a:pt x="313529" y="124827"/>
                  <a:pt x="312238" y="124891"/>
                  <a:pt x="310708" y="124891"/>
                </a:cubicBezTo>
                <a:cubicBezTo>
                  <a:pt x="309114" y="124891"/>
                  <a:pt x="307823" y="124827"/>
                  <a:pt x="306835" y="124699"/>
                </a:cubicBezTo>
                <a:cubicBezTo>
                  <a:pt x="305846" y="124572"/>
                  <a:pt x="305081" y="124381"/>
                  <a:pt x="304540" y="124126"/>
                </a:cubicBezTo>
                <a:cubicBezTo>
                  <a:pt x="303998" y="123871"/>
                  <a:pt x="303647" y="123568"/>
                  <a:pt x="303488" y="123217"/>
                </a:cubicBezTo>
                <a:cubicBezTo>
                  <a:pt x="303328" y="122866"/>
                  <a:pt x="303312" y="122436"/>
                  <a:pt x="303440" y="121926"/>
                </a:cubicBezTo>
                <a:lnTo>
                  <a:pt x="320557" y="35765"/>
                </a:lnTo>
                <a:cubicBezTo>
                  <a:pt x="320621" y="35319"/>
                  <a:pt x="320812" y="34904"/>
                  <a:pt x="321131" y="34522"/>
                </a:cubicBezTo>
                <a:cubicBezTo>
                  <a:pt x="321450" y="34139"/>
                  <a:pt x="321928" y="33821"/>
                  <a:pt x="322565" y="33566"/>
                </a:cubicBezTo>
                <a:cubicBezTo>
                  <a:pt x="323203" y="33311"/>
                  <a:pt x="323984" y="33135"/>
                  <a:pt x="324908" y="33040"/>
                </a:cubicBezTo>
                <a:cubicBezTo>
                  <a:pt x="325833" y="32944"/>
                  <a:pt x="326932" y="32896"/>
                  <a:pt x="328208" y="32896"/>
                </a:cubicBezTo>
                <a:cubicBezTo>
                  <a:pt x="329546" y="32896"/>
                  <a:pt x="330646" y="32944"/>
                  <a:pt x="331507" y="33040"/>
                </a:cubicBezTo>
                <a:cubicBezTo>
                  <a:pt x="332367" y="33135"/>
                  <a:pt x="333037" y="33311"/>
                  <a:pt x="333515" y="33566"/>
                </a:cubicBezTo>
                <a:cubicBezTo>
                  <a:pt x="333993" y="33821"/>
                  <a:pt x="334296" y="34139"/>
                  <a:pt x="334423" y="34522"/>
                </a:cubicBezTo>
                <a:cubicBezTo>
                  <a:pt x="334551" y="34904"/>
                  <a:pt x="334583" y="35319"/>
                  <a:pt x="334519" y="35765"/>
                </a:cubicBezTo>
                <a:lnTo>
                  <a:pt x="331363" y="51448"/>
                </a:lnTo>
                <a:cubicBezTo>
                  <a:pt x="332830" y="48834"/>
                  <a:pt x="334567" y="46316"/>
                  <a:pt x="336575" y="43893"/>
                </a:cubicBezTo>
                <a:cubicBezTo>
                  <a:pt x="338583" y="41471"/>
                  <a:pt x="340767" y="39351"/>
                  <a:pt x="343126" y="37534"/>
                </a:cubicBezTo>
                <a:cubicBezTo>
                  <a:pt x="345484" y="35717"/>
                  <a:pt x="347955" y="34267"/>
                  <a:pt x="350537" y="33183"/>
                </a:cubicBezTo>
                <a:cubicBezTo>
                  <a:pt x="353119" y="32099"/>
                  <a:pt x="355653" y="31557"/>
                  <a:pt x="358139" y="31557"/>
                </a:cubicBezTo>
                <a:cubicBezTo>
                  <a:pt x="359223" y="31557"/>
                  <a:pt x="360323" y="31637"/>
                  <a:pt x="361438" y="31796"/>
                </a:cubicBezTo>
                <a:cubicBezTo>
                  <a:pt x="362554" y="31956"/>
                  <a:pt x="363590" y="32147"/>
                  <a:pt x="364546" y="32370"/>
                </a:cubicBezTo>
                <a:cubicBezTo>
                  <a:pt x="365503" y="32593"/>
                  <a:pt x="366347" y="32848"/>
                  <a:pt x="367080" y="33135"/>
                </a:cubicBezTo>
                <a:cubicBezTo>
                  <a:pt x="367814" y="33422"/>
                  <a:pt x="368371" y="33757"/>
                  <a:pt x="368754" y="34139"/>
                </a:cubicBezTo>
                <a:cubicBezTo>
                  <a:pt x="369136" y="34522"/>
                  <a:pt x="369328" y="35127"/>
                  <a:pt x="369328" y="35956"/>
                </a:cubicBezTo>
                <a:close/>
                <a:moveTo>
                  <a:pt x="453052" y="53456"/>
                </a:moveTo>
                <a:cubicBezTo>
                  <a:pt x="453052" y="57855"/>
                  <a:pt x="452032" y="61808"/>
                  <a:pt x="449992" y="65314"/>
                </a:cubicBezTo>
                <a:cubicBezTo>
                  <a:pt x="447952" y="68821"/>
                  <a:pt x="444764" y="71817"/>
                  <a:pt x="440429" y="74303"/>
                </a:cubicBezTo>
                <a:cubicBezTo>
                  <a:pt x="436094" y="76790"/>
                  <a:pt x="430548" y="78702"/>
                  <a:pt x="423790" y="80041"/>
                </a:cubicBezTo>
                <a:cubicBezTo>
                  <a:pt x="417032" y="81380"/>
                  <a:pt x="408936" y="82049"/>
                  <a:pt x="399500" y="82049"/>
                </a:cubicBezTo>
                <a:lnTo>
                  <a:pt x="389364" y="82049"/>
                </a:lnTo>
                <a:cubicBezTo>
                  <a:pt x="388917" y="84159"/>
                  <a:pt x="388615" y="86205"/>
                  <a:pt x="388455" y="88187"/>
                </a:cubicBezTo>
                <a:cubicBezTo>
                  <a:pt x="388296" y="90170"/>
                  <a:pt x="388216" y="92024"/>
                  <a:pt x="388216" y="93752"/>
                </a:cubicBezTo>
                <a:cubicBezTo>
                  <a:pt x="388216" y="100147"/>
                  <a:pt x="389794" y="105039"/>
                  <a:pt x="392950" y="108428"/>
                </a:cubicBezTo>
                <a:cubicBezTo>
                  <a:pt x="396105" y="111816"/>
                  <a:pt x="401222" y="113511"/>
                  <a:pt x="408298" y="113511"/>
                </a:cubicBezTo>
                <a:cubicBezTo>
                  <a:pt x="412378" y="113511"/>
                  <a:pt x="416044" y="113203"/>
                  <a:pt x="419295" y="112587"/>
                </a:cubicBezTo>
                <a:cubicBezTo>
                  <a:pt x="422547" y="111972"/>
                  <a:pt x="425368" y="111307"/>
                  <a:pt x="427758" y="110594"/>
                </a:cubicBezTo>
                <a:cubicBezTo>
                  <a:pt x="430149" y="109881"/>
                  <a:pt x="432110" y="109217"/>
                  <a:pt x="433640" y="108601"/>
                </a:cubicBezTo>
                <a:cubicBezTo>
                  <a:pt x="435170" y="107985"/>
                  <a:pt x="436222" y="107677"/>
                  <a:pt x="436795" y="107677"/>
                </a:cubicBezTo>
                <a:cubicBezTo>
                  <a:pt x="437369" y="107677"/>
                  <a:pt x="437799" y="107886"/>
                  <a:pt x="438086" y="108302"/>
                </a:cubicBezTo>
                <a:cubicBezTo>
                  <a:pt x="438373" y="108718"/>
                  <a:pt x="438517" y="109311"/>
                  <a:pt x="438517" y="110080"/>
                </a:cubicBezTo>
                <a:cubicBezTo>
                  <a:pt x="438517" y="110722"/>
                  <a:pt x="438453" y="111491"/>
                  <a:pt x="438325" y="112387"/>
                </a:cubicBezTo>
                <a:cubicBezTo>
                  <a:pt x="438198" y="113284"/>
                  <a:pt x="438007" y="114197"/>
                  <a:pt x="437752" y="115128"/>
                </a:cubicBezTo>
                <a:cubicBezTo>
                  <a:pt x="437497" y="116056"/>
                  <a:pt x="437162" y="116937"/>
                  <a:pt x="436747" y="117772"/>
                </a:cubicBezTo>
                <a:cubicBezTo>
                  <a:pt x="436333" y="118605"/>
                  <a:pt x="435871" y="119309"/>
                  <a:pt x="435361" y="119885"/>
                </a:cubicBezTo>
                <a:cubicBezTo>
                  <a:pt x="434596" y="120654"/>
                  <a:pt x="433241" y="121407"/>
                  <a:pt x="431297" y="122144"/>
                </a:cubicBezTo>
                <a:cubicBezTo>
                  <a:pt x="429352" y="122881"/>
                  <a:pt x="427041" y="123555"/>
                  <a:pt x="424364" y="124164"/>
                </a:cubicBezTo>
                <a:cubicBezTo>
                  <a:pt x="421686" y="124772"/>
                  <a:pt x="418753" y="125268"/>
                  <a:pt x="415566" y="125653"/>
                </a:cubicBezTo>
                <a:cubicBezTo>
                  <a:pt x="412378" y="126037"/>
                  <a:pt x="409191" y="126229"/>
                  <a:pt x="406003" y="126229"/>
                </a:cubicBezTo>
                <a:cubicBezTo>
                  <a:pt x="400329" y="126229"/>
                  <a:pt x="395356" y="125592"/>
                  <a:pt x="391085" y="124317"/>
                </a:cubicBezTo>
                <a:cubicBezTo>
                  <a:pt x="386814" y="123040"/>
                  <a:pt x="383259" y="121077"/>
                  <a:pt x="380422" y="118430"/>
                </a:cubicBezTo>
                <a:cubicBezTo>
                  <a:pt x="377585" y="115780"/>
                  <a:pt x="375466" y="112477"/>
                  <a:pt x="374063" y="108520"/>
                </a:cubicBezTo>
                <a:cubicBezTo>
                  <a:pt x="372661" y="104564"/>
                  <a:pt x="371959" y="99905"/>
                  <a:pt x="371959" y="94544"/>
                </a:cubicBezTo>
                <a:cubicBezTo>
                  <a:pt x="371959" y="90396"/>
                  <a:pt x="372358" y="85945"/>
                  <a:pt x="373155" y="81191"/>
                </a:cubicBezTo>
                <a:cubicBezTo>
                  <a:pt x="373952" y="76436"/>
                  <a:pt x="375211" y="71729"/>
                  <a:pt x="376932" y="67071"/>
                </a:cubicBezTo>
                <a:cubicBezTo>
                  <a:pt x="378653" y="62413"/>
                  <a:pt x="380885" y="57947"/>
                  <a:pt x="383626" y="53671"/>
                </a:cubicBezTo>
                <a:cubicBezTo>
                  <a:pt x="386367" y="49394"/>
                  <a:pt x="389635" y="45629"/>
                  <a:pt x="393428" y="42375"/>
                </a:cubicBezTo>
                <a:cubicBezTo>
                  <a:pt x="397221" y="39120"/>
                  <a:pt x="401604" y="36503"/>
                  <a:pt x="406577" y="34525"/>
                </a:cubicBezTo>
                <a:cubicBezTo>
                  <a:pt x="411549" y="32546"/>
                  <a:pt x="417160" y="31557"/>
                  <a:pt x="423407" y="31557"/>
                </a:cubicBezTo>
                <a:cubicBezTo>
                  <a:pt x="428763" y="31557"/>
                  <a:pt x="433305" y="32227"/>
                  <a:pt x="437034" y="33566"/>
                </a:cubicBezTo>
                <a:cubicBezTo>
                  <a:pt x="440764" y="34904"/>
                  <a:pt x="443824" y="36626"/>
                  <a:pt x="446215" y="38729"/>
                </a:cubicBezTo>
                <a:cubicBezTo>
                  <a:pt x="448605" y="40833"/>
                  <a:pt x="450343" y="43176"/>
                  <a:pt x="451426" y="45758"/>
                </a:cubicBezTo>
                <a:cubicBezTo>
                  <a:pt x="452510" y="48340"/>
                  <a:pt x="453052" y="50906"/>
                  <a:pt x="453052" y="53456"/>
                </a:cubicBezTo>
                <a:moveTo>
                  <a:pt x="436891" y="54891"/>
                </a:moveTo>
                <a:cubicBezTo>
                  <a:pt x="436891" y="51639"/>
                  <a:pt x="435616" y="49010"/>
                  <a:pt x="433066" y="47001"/>
                </a:cubicBezTo>
                <a:cubicBezTo>
                  <a:pt x="430516" y="44993"/>
                  <a:pt x="426882" y="43989"/>
                  <a:pt x="422164" y="43989"/>
                </a:cubicBezTo>
                <a:cubicBezTo>
                  <a:pt x="418020" y="43989"/>
                  <a:pt x="414355" y="44706"/>
                  <a:pt x="411167" y="46141"/>
                </a:cubicBezTo>
                <a:cubicBezTo>
                  <a:pt x="407979" y="47575"/>
                  <a:pt x="405158" y="49504"/>
                  <a:pt x="402704" y="51926"/>
                </a:cubicBezTo>
                <a:cubicBezTo>
                  <a:pt x="400249" y="54349"/>
                  <a:pt x="398146" y="57170"/>
                  <a:pt x="396392" y="60389"/>
                </a:cubicBezTo>
                <a:cubicBezTo>
                  <a:pt x="394639" y="63609"/>
                  <a:pt x="393221" y="67004"/>
                  <a:pt x="392137" y="70574"/>
                </a:cubicBezTo>
                <a:lnTo>
                  <a:pt x="401891" y="70574"/>
                </a:lnTo>
                <a:cubicBezTo>
                  <a:pt x="408585" y="70574"/>
                  <a:pt x="414179" y="70159"/>
                  <a:pt x="418674" y="69331"/>
                </a:cubicBezTo>
                <a:cubicBezTo>
                  <a:pt x="423168" y="68502"/>
                  <a:pt x="426770" y="67370"/>
                  <a:pt x="429480" y="65936"/>
                </a:cubicBezTo>
                <a:cubicBezTo>
                  <a:pt x="432189" y="64501"/>
                  <a:pt x="434102" y="62828"/>
                  <a:pt x="435217" y="60915"/>
                </a:cubicBezTo>
                <a:cubicBezTo>
                  <a:pt x="436333" y="59003"/>
                  <a:pt x="436891" y="56994"/>
                  <a:pt x="436891" y="54891"/>
                </a:cubicBezTo>
                <a:close/>
                <a:moveTo>
                  <a:pt x="529449" y="40642"/>
                </a:moveTo>
                <a:cubicBezTo>
                  <a:pt x="529449" y="41280"/>
                  <a:pt x="529354" y="42124"/>
                  <a:pt x="529163" y="43176"/>
                </a:cubicBezTo>
                <a:cubicBezTo>
                  <a:pt x="528971" y="44228"/>
                  <a:pt x="528700" y="45264"/>
                  <a:pt x="528350" y="46284"/>
                </a:cubicBezTo>
                <a:cubicBezTo>
                  <a:pt x="527999" y="47304"/>
                  <a:pt x="527585" y="48165"/>
                  <a:pt x="527107" y="48866"/>
                </a:cubicBezTo>
                <a:cubicBezTo>
                  <a:pt x="526628" y="49567"/>
                  <a:pt x="526102" y="49918"/>
                  <a:pt x="525529" y="49918"/>
                </a:cubicBezTo>
                <a:cubicBezTo>
                  <a:pt x="524764" y="49918"/>
                  <a:pt x="523855" y="49610"/>
                  <a:pt x="522803" y="48995"/>
                </a:cubicBezTo>
                <a:cubicBezTo>
                  <a:pt x="521751" y="48379"/>
                  <a:pt x="520460" y="47683"/>
                  <a:pt x="518930" y="46906"/>
                </a:cubicBezTo>
                <a:cubicBezTo>
                  <a:pt x="517400" y="46129"/>
                  <a:pt x="515567" y="45416"/>
                  <a:pt x="513432" y="44769"/>
                </a:cubicBezTo>
                <a:cubicBezTo>
                  <a:pt x="511296" y="44122"/>
                  <a:pt x="508762" y="43798"/>
                  <a:pt x="505829" y="43798"/>
                </a:cubicBezTo>
                <a:cubicBezTo>
                  <a:pt x="503024" y="43798"/>
                  <a:pt x="500538" y="44197"/>
                  <a:pt x="498370" y="44996"/>
                </a:cubicBezTo>
                <a:cubicBezTo>
                  <a:pt x="496203" y="45793"/>
                  <a:pt x="494386" y="46879"/>
                  <a:pt x="492919" y="48253"/>
                </a:cubicBezTo>
                <a:cubicBezTo>
                  <a:pt x="491453" y="49626"/>
                  <a:pt x="490337" y="51191"/>
                  <a:pt x="489572" y="52948"/>
                </a:cubicBezTo>
                <a:cubicBezTo>
                  <a:pt x="488807" y="54703"/>
                  <a:pt x="488425" y="56539"/>
                  <a:pt x="488425" y="58456"/>
                </a:cubicBezTo>
                <a:cubicBezTo>
                  <a:pt x="488425" y="61008"/>
                  <a:pt x="489270" y="63130"/>
                  <a:pt x="490959" y="64821"/>
                </a:cubicBezTo>
                <a:cubicBezTo>
                  <a:pt x="492648" y="66512"/>
                  <a:pt x="494768" y="68029"/>
                  <a:pt x="497318" y="69369"/>
                </a:cubicBezTo>
                <a:cubicBezTo>
                  <a:pt x="499868" y="70708"/>
                  <a:pt x="502626" y="72032"/>
                  <a:pt x="505590" y="73341"/>
                </a:cubicBezTo>
                <a:cubicBezTo>
                  <a:pt x="508555" y="74650"/>
                  <a:pt x="511296" y="76246"/>
                  <a:pt x="513814" y="78128"/>
                </a:cubicBezTo>
                <a:cubicBezTo>
                  <a:pt x="516332" y="80011"/>
                  <a:pt x="518436" y="82276"/>
                  <a:pt x="520126" y="84924"/>
                </a:cubicBezTo>
                <a:cubicBezTo>
                  <a:pt x="521815" y="87572"/>
                  <a:pt x="522660" y="90906"/>
                  <a:pt x="522660" y="94926"/>
                </a:cubicBezTo>
                <a:cubicBezTo>
                  <a:pt x="522660" y="99395"/>
                  <a:pt x="521783" y="103559"/>
                  <a:pt x="520030" y="107420"/>
                </a:cubicBezTo>
                <a:cubicBezTo>
                  <a:pt x="518277" y="111281"/>
                  <a:pt x="515759" y="114600"/>
                  <a:pt x="512475" y="117375"/>
                </a:cubicBezTo>
                <a:cubicBezTo>
                  <a:pt x="509192" y="120150"/>
                  <a:pt x="505224" y="122320"/>
                  <a:pt x="500570" y="123883"/>
                </a:cubicBezTo>
                <a:cubicBezTo>
                  <a:pt x="495916" y="125447"/>
                  <a:pt x="490720" y="126229"/>
                  <a:pt x="484982" y="126229"/>
                </a:cubicBezTo>
                <a:cubicBezTo>
                  <a:pt x="481986" y="126229"/>
                  <a:pt x="479165" y="126003"/>
                  <a:pt x="476519" y="125551"/>
                </a:cubicBezTo>
                <a:cubicBezTo>
                  <a:pt x="473873" y="125099"/>
                  <a:pt x="471483" y="124518"/>
                  <a:pt x="469347" y="123809"/>
                </a:cubicBezTo>
                <a:cubicBezTo>
                  <a:pt x="467211" y="123098"/>
                  <a:pt x="465378" y="122306"/>
                  <a:pt x="463848" y="121433"/>
                </a:cubicBezTo>
                <a:cubicBezTo>
                  <a:pt x="462318" y="120560"/>
                  <a:pt x="461139" y="119737"/>
                  <a:pt x="460310" y="118962"/>
                </a:cubicBezTo>
                <a:cubicBezTo>
                  <a:pt x="459800" y="118452"/>
                  <a:pt x="459434" y="117926"/>
                  <a:pt x="459210" y="117384"/>
                </a:cubicBezTo>
                <a:cubicBezTo>
                  <a:pt x="458987" y="116842"/>
                  <a:pt x="458876" y="116188"/>
                  <a:pt x="458876" y="115423"/>
                </a:cubicBezTo>
                <a:cubicBezTo>
                  <a:pt x="458876" y="114913"/>
                  <a:pt x="458908" y="114308"/>
                  <a:pt x="458971" y="113606"/>
                </a:cubicBezTo>
                <a:cubicBezTo>
                  <a:pt x="459035" y="112905"/>
                  <a:pt x="459163" y="112172"/>
                  <a:pt x="459354" y="111407"/>
                </a:cubicBezTo>
                <a:cubicBezTo>
                  <a:pt x="459545" y="110642"/>
                  <a:pt x="459752" y="109909"/>
                  <a:pt x="459975" y="109208"/>
                </a:cubicBezTo>
                <a:cubicBezTo>
                  <a:pt x="460199" y="108506"/>
                  <a:pt x="460470" y="107869"/>
                  <a:pt x="460788" y="107295"/>
                </a:cubicBezTo>
                <a:cubicBezTo>
                  <a:pt x="461107" y="106721"/>
                  <a:pt x="461426" y="106259"/>
                  <a:pt x="461745" y="105908"/>
                </a:cubicBezTo>
                <a:cubicBezTo>
                  <a:pt x="462063" y="105558"/>
                  <a:pt x="462446" y="105382"/>
                  <a:pt x="462892" y="105382"/>
                </a:cubicBezTo>
                <a:cubicBezTo>
                  <a:pt x="463657" y="105382"/>
                  <a:pt x="464582" y="105818"/>
                  <a:pt x="465665" y="106688"/>
                </a:cubicBezTo>
                <a:cubicBezTo>
                  <a:pt x="466749" y="107559"/>
                  <a:pt x="468168" y="108494"/>
                  <a:pt x="469921" y="109494"/>
                </a:cubicBezTo>
                <a:cubicBezTo>
                  <a:pt x="471674" y="110495"/>
                  <a:pt x="473858" y="111430"/>
                  <a:pt x="476471" y="112301"/>
                </a:cubicBezTo>
                <a:cubicBezTo>
                  <a:pt x="479085" y="113171"/>
                  <a:pt x="482337" y="113606"/>
                  <a:pt x="486225" y="113606"/>
                </a:cubicBezTo>
                <a:cubicBezTo>
                  <a:pt x="489732" y="113606"/>
                  <a:pt x="492744" y="113175"/>
                  <a:pt x="495262" y="112312"/>
                </a:cubicBezTo>
                <a:cubicBezTo>
                  <a:pt x="497781" y="111450"/>
                  <a:pt x="499868" y="110300"/>
                  <a:pt x="501526" y="108864"/>
                </a:cubicBezTo>
                <a:cubicBezTo>
                  <a:pt x="503184" y="107427"/>
                  <a:pt x="504411" y="105751"/>
                  <a:pt x="505208" y="103834"/>
                </a:cubicBezTo>
                <a:cubicBezTo>
                  <a:pt x="506005" y="101918"/>
                  <a:pt x="506403" y="99906"/>
                  <a:pt x="506403" y="97798"/>
                </a:cubicBezTo>
                <a:cubicBezTo>
                  <a:pt x="506403" y="95118"/>
                  <a:pt x="505574" y="92933"/>
                  <a:pt x="503917" y="91241"/>
                </a:cubicBezTo>
                <a:cubicBezTo>
                  <a:pt x="502259" y="89550"/>
                  <a:pt x="500171" y="88019"/>
                  <a:pt x="497653" y="86648"/>
                </a:cubicBezTo>
                <a:cubicBezTo>
                  <a:pt x="495135" y="85276"/>
                  <a:pt x="492409" y="83919"/>
                  <a:pt x="489477" y="82578"/>
                </a:cubicBezTo>
                <a:cubicBezTo>
                  <a:pt x="486544" y="81237"/>
                  <a:pt x="483819" y="79657"/>
                  <a:pt x="481301" y="77838"/>
                </a:cubicBezTo>
                <a:cubicBezTo>
                  <a:pt x="478782" y="76020"/>
                  <a:pt x="476679" y="73786"/>
                  <a:pt x="474989" y="71138"/>
                </a:cubicBezTo>
                <a:cubicBezTo>
                  <a:pt x="473300" y="68491"/>
                  <a:pt x="472455" y="65125"/>
                  <a:pt x="472455" y="61041"/>
                </a:cubicBezTo>
                <a:cubicBezTo>
                  <a:pt x="472455" y="56829"/>
                  <a:pt x="473284" y="52920"/>
                  <a:pt x="474941" y="49314"/>
                </a:cubicBezTo>
                <a:cubicBezTo>
                  <a:pt x="476599" y="45708"/>
                  <a:pt x="478942" y="42581"/>
                  <a:pt x="481970" y="39934"/>
                </a:cubicBezTo>
                <a:cubicBezTo>
                  <a:pt x="484998" y="37284"/>
                  <a:pt x="488632" y="35226"/>
                  <a:pt x="492872" y="33760"/>
                </a:cubicBezTo>
                <a:cubicBezTo>
                  <a:pt x="497111" y="32291"/>
                  <a:pt x="501813" y="31557"/>
                  <a:pt x="506977" y="31557"/>
                </a:cubicBezTo>
                <a:cubicBezTo>
                  <a:pt x="509399" y="31557"/>
                  <a:pt x="511742" y="31752"/>
                  <a:pt x="514005" y="32140"/>
                </a:cubicBezTo>
                <a:cubicBezTo>
                  <a:pt x="516269" y="32529"/>
                  <a:pt x="518357" y="33015"/>
                  <a:pt x="520269" y="33598"/>
                </a:cubicBezTo>
                <a:cubicBezTo>
                  <a:pt x="522182" y="34180"/>
                  <a:pt x="523839" y="34828"/>
                  <a:pt x="525242" y="35541"/>
                </a:cubicBezTo>
                <a:cubicBezTo>
                  <a:pt x="526644" y="36252"/>
                  <a:pt x="527696" y="36964"/>
                  <a:pt x="528398" y="37678"/>
                </a:cubicBezTo>
                <a:cubicBezTo>
                  <a:pt x="529099" y="38315"/>
                  <a:pt x="529449" y="39303"/>
                  <a:pt x="529449" y="40642"/>
                </a:cubicBezTo>
                <a:close/>
                <a:moveTo>
                  <a:pt x="600040" y="36721"/>
                </a:moveTo>
                <a:cubicBezTo>
                  <a:pt x="600040" y="37295"/>
                  <a:pt x="600008" y="37917"/>
                  <a:pt x="599945" y="38586"/>
                </a:cubicBezTo>
                <a:cubicBezTo>
                  <a:pt x="599881" y="39255"/>
                  <a:pt x="599753" y="39941"/>
                  <a:pt x="599562" y="40642"/>
                </a:cubicBezTo>
                <a:cubicBezTo>
                  <a:pt x="599371" y="41343"/>
                  <a:pt x="599116" y="42045"/>
                  <a:pt x="598797" y="42746"/>
                </a:cubicBezTo>
                <a:cubicBezTo>
                  <a:pt x="598478" y="43447"/>
                  <a:pt x="598144" y="44069"/>
                  <a:pt x="597793" y="44611"/>
                </a:cubicBezTo>
                <a:cubicBezTo>
                  <a:pt x="597442" y="45153"/>
                  <a:pt x="597044" y="45583"/>
                  <a:pt x="596598" y="45902"/>
                </a:cubicBezTo>
                <a:cubicBezTo>
                  <a:pt x="596151" y="46220"/>
                  <a:pt x="595641" y="46380"/>
                  <a:pt x="595068" y="46380"/>
                </a:cubicBezTo>
                <a:lnTo>
                  <a:pt x="573073" y="46380"/>
                </a:lnTo>
                <a:lnTo>
                  <a:pt x="563415" y="94511"/>
                </a:lnTo>
                <a:cubicBezTo>
                  <a:pt x="563160" y="95853"/>
                  <a:pt x="562936" y="97358"/>
                  <a:pt x="562745" y="99023"/>
                </a:cubicBezTo>
                <a:cubicBezTo>
                  <a:pt x="562554" y="100687"/>
                  <a:pt x="562458" y="102062"/>
                  <a:pt x="562458" y="103150"/>
                </a:cubicBezTo>
                <a:cubicBezTo>
                  <a:pt x="562458" y="106413"/>
                  <a:pt x="563144" y="108797"/>
                  <a:pt x="564514" y="110301"/>
                </a:cubicBezTo>
                <a:cubicBezTo>
                  <a:pt x="565885" y="111803"/>
                  <a:pt x="568100" y="112555"/>
                  <a:pt x="571160" y="112555"/>
                </a:cubicBezTo>
                <a:cubicBezTo>
                  <a:pt x="572882" y="112555"/>
                  <a:pt x="574380" y="112411"/>
                  <a:pt x="575655" y="112124"/>
                </a:cubicBezTo>
                <a:cubicBezTo>
                  <a:pt x="576930" y="111837"/>
                  <a:pt x="578030" y="111534"/>
                  <a:pt x="578954" y="111216"/>
                </a:cubicBezTo>
                <a:cubicBezTo>
                  <a:pt x="579879" y="110897"/>
                  <a:pt x="580691" y="110594"/>
                  <a:pt x="581393" y="110307"/>
                </a:cubicBezTo>
                <a:cubicBezTo>
                  <a:pt x="582094" y="110020"/>
                  <a:pt x="582700" y="109877"/>
                  <a:pt x="583210" y="109877"/>
                </a:cubicBezTo>
                <a:cubicBezTo>
                  <a:pt x="583720" y="109877"/>
                  <a:pt x="584118" y="110052"/>
                  <a:pt x="584405" y="110403"/>
                </a:cubicBezTo>
                <a:cubicBezTo>
                  <a:pt x="584692" y="110754"/>
                  <a:pt x="584835" y="111407"/>
                  <a:pt x="584835" y="112363"/>
                </a:cubicBezTo>
                <a:cubicBezTo>
                  <a:pt x="584835" y="113192"/>
                  <a:pt x="584756" y="114101"/>
                  <a:pt x="584596" y="115089"/>
                </a:cubicBezTo>
                <a:cubicBezTo>
                  <a:pt x="584437" y="116077"/>
                  <a:pt x="584230" y="117049"/>
                  <a:pt x="583975" y="118005"/>
                </a:cubicBezTo>
                <a:cubicBezTo>
                  <a:pt x="583720" y="118962"/>
                  <a:pt x="583401" y="119822"/>
                  <a:pt x="583018" y="120587"/>
                </a:cubicBezTo>
                <a:cubicBezTo>
                  <a:pt x="582636" y="121352"/>
                  <a:pt x="582221" y="121958"/>
                  <a:pt x="581775" y="122404"/>
                </a:cubicBezTo>
                <a:cubicBezTo>
                  <a:pt x="581265" y="122851"/>
                  <a:pt x="580500" y="123297"/>
                  <a:pt x="579480" y="123743"/>
                </a:cubicBezTo>
                <a:cubicBezTo>
                  <a:pt x="578460" y="124189"/>
                  <a:pt x="577281" y="124588"/>
                  <a:pt x="575942" y="124938"/>
                </a:cubicBezTo>
                <a:cubicBezTo>
                  <a:pt x="574603" y="125289"/>
                  <a:pt x="573185" y="125560"/>
                  <a:pt x="571686" y="125751"/>
                </a:cubicBezTo>
                <a:cubicBezTo>
                  <a:pt x="570188" y="125942"/>
                  <a:pt x="568706" y="126038"/>
                  <a:pt x="567240" y="126038"/>
                </a:cubicBezTo>
                <a:cubicBezTo>
                  <a:pt x="563670" y="126038"/>
                  <a:pt x="560578" y="125655"/>
                  <a:pt x="557964" y="124888"/>
                </a:cubicBezTo>
                <a:cubicBezTo>
                  <a:pt x="555350" y="124121"/>
                  <a:pt x="553150" y="122923"/>
                  <a:pt x="551365" y="121296"/>
                </a:cubicBezTo>
                <a:cubicBezTo>
                  <a:pt x="549580" y="119666"/>
                  <a:pt x="548257" y="117622"/>
                  <a:pt x="547397" y="115163"/>
                </a:cubicBezTo>
                <a:cubicBezTo>
                  <a:pt x="546536" y="112703"/>
                  <a:pt x="546106" y="109748"/>
                  <a:pt x="546106" y="106300"/>
                </a:cubicBezTo>
                <a:cubicBezTo>
                  <a:pt x="546106" y="105533"/>
                  <a:pt x="546138" y="104686"/>
                  <a:pt x="546201" y="103760"/>
                </a:cubicBezTo>
                <a:cubicBezTo>
                  <a:pt x="546265" y="102833"/>
                  <a:pt x="546377" y="101859"/>
                  <a:pt x="546536" y="100837"/>
                </a:cubicBezTo>
                <a:cubicBezTo>
                  <a:pt x="546696" y="99815"/>
                  <a:pt x="546855" y="98793"/>
                  <a:pt x="547014" y="97771"/>
                </a:cubicBezTo>
                <a:cubicBezTo>
                  <a:pt x="547174" y="96749"/>
                  <a:pt x="547349" y="95791"/>
                  <a:pt x="547540" y="94896"/>
                </a:cubicBezTo>
                <a:lnTo>
                  <a:pt x="557199" y="46380"/>
                </a:lnTo>
                <a:lnTo>
                  <a:pt x="545245" y="46380"/>
                </a:lnTo>
                <a:cubicBezTo>
                  <a:pt x="544544" y="46380"/>
                  <a:pt x="544002" y="46173"/>
                  <a:pt x="543620" y="45758"/>
                </a:cubicBezTo>
                <a:cubicBezTo>
                  <a:pt x="543237" y="45344"/>
                  <a:pt x="543046" y="44531"/>
                  <a:pt x="543046" y="43320"/>
                </a:cubicBezTo>
                <a:cubicBezTo>
                  <a:pt x="543046" y="42427"/>
                  <a:pt x="543141" y="41391"/>
                  <a:pt x="543333" y="40212"/>
                </a:cubicBezTo>
                <a:cubicBezTo>
                  <a:pt x="543524" y="39032"/>
                  <a:pt x="543811" y="37933"/>
                  <a:pt x="544193" y="36913"/>
                </a:cubicBezTo>
                <a:cubicBezTo>
                  <a:pt x="544576" y="35892"/>
                  <a:pt x="545070" y="35032"/>
                  <a:pt x="545676" y="34331"/>
                </a:cubicBezTo>
                <a:cubicBezTo>
                  <a:pt x="546281" y="33629"/>
                  <a:pt x="546998" y="33279"/>
                  <a:pt x="547827" y="33279"/>
                </a:cubicBezTo>
                <a:lnTo>
                  <a:pt x="559876" y="33279"/>
                </a:lnTo>
                <a:lnTo>
                  <a:pt x="563988" y="12814"/>
                </a:lnTo>
                <a:cubicBezTo>
                  <a:pt x="564052" y="12368"/>
                  <a:pt x="564259" y="11954"/>
                  <a:pt x="564610" y="11571"/>
                </a:cubicBezTo>
                <a:cubicBezTo>
                  <a:pt x="564961" y="11189"/>
                  <a:pt x="565455" y="10854"/>
                  <a:pt x="566092" y="10567"/>
                </a:cubicBezTo>
                <a:cubicBezTo>
                  <a:pt x="566730" y="10280"/>
                  <a:pt x="567574" y="10073"/>
                  <a:pt x="568626" y="9945"/>
                </a:cubicBezTo>
                <a:cubicBezTo>
                  <a:pt x="569678" y="9818"/>
                  <a:pt x="570969" y="9754"/>
                  <a:pt x="572499" y="9754"/>
                </a:cubicBezTo>
                <a:cubicBezTo>
                  <a:pt x="574029" y="9754"/>
                  <a:pt x="575288" y="9818"/>
                  <a:pt x="576277" y="9945"/>
                </a:cubicBezTo>
                <a:cubicBezTo>
                  <a:pt x="577265" y="10073"/>
                  <a:pt x="578030" y="10280"/>
                  <a:pt x="578572" y="10567"/>
                </a:cubicBezTo>
                <a:cubicBezTo>
                  <a:pt x="579114" y="10854"/>
                  <a:pt x="579464" y="11189"/>
                  <a:pt x="579624" y="11571"/>
                </a:cubicBezTo>
                <a:cubicBezTo>
                  <a:pt x="579783" y="11954"/>
                  <a:pt x="579831" y="12368"/>
                  <a:pt x="579767" y="12814"/>
                </a:cubicBezTo>
                <a:lnTo>
                  <a:pt x="575655" y="33279"/>
                </a:lnTo>
                <a:lnTo>
                  <a:pt x="597650" y="33279"/>
                </a:lnTo>
                <a:cubicBezTo>
                  <a:pt x="598606" y="33279"/>
                  <a:pt x="599243" y="33629"/>
                  <a:pt x="599562" y="34331"/>
                </a:cubicBezTo>
                <a:cubicBezTo>
                  <a:pt x="599881" y="35032"/>
                  <a:pt x="600040" y="35829"/>
                  <a:pt x="600040" y="36721"/>
                </a:cubicBezTo>
                <a:close/>
                <a:moveTo>
                  <a:pt x="744059" y="26450"/>
                </a:moveTo>
                <a:cubicBezTo>
                  <a:pt x="744059" y="30843"/>
                  <a:pt x="743438" y="35013"/>
                  <a:pt x="742195" y="38960"/>
                </a:cubicBezTo>
                <a:cubicBezTo>
                  <a:pt x="740951" y="42906"/>
                  <a:pt x="739071" y="46535"/>
                  <a:pt x="736553" y="49846"/>
                </a:cubicBezTo>
                <a:cubicBezTo>
                  <a:pt x="734034" y="53155"/>
                  <a:pt x="730879" y="56099"/>
                  <a:pt x="727085" y="58677"/>
                </a:cubicBezTo>
                <a:cubicBezTo>
                  <a:pt x="723292" y="61255"/>
                  <a:pt x="718877" y="63340"/>
                  <a:pt x="713841" y="64932"/>
                </a:cubicBezTo>
                <a:cubicBezTo>
                  <a:pt x="717220" y="66145"/>
                  <a:pt x="719961" y="68699"/>
                  <a:pt x="722065" y="72594"/>
                </a:cubicBezTo>
                <a:cubicBezTo>
                  <a:pt x="724169" y="76487"/>
                  <a:pt x="725794" y="81626"/>
                  <a:pt x="726942" y="88011"/>
                </a:cubicBezTo>
                <a:lnTo>
                  <a:pt x="732010" y="115408"/>
                </a:lnTo>
                <a:cubicBezTo>
                  <a:pt x="732201" y="116622"/>
                  <a:pt x="732377" y="117755"/>
                  <a:pt x="732536" y="118809"/>
                </a:cubicBezTo>
                <a:cubicBezTo>
                  <a:pt x="732696" y="119861"/>
                  <a:pt x="732775" y="120802"/>
                  <a:pt x="732775" y="121633"/>
                </a:cubicBezTo>
                <a:cubicBezTo>
                  <a:pt x="732775" y="122209"/>
                  <a:pt x="732616" y="122704"/>
                  <a:pt x="732297" y="123118"/>
                </a:cubicBezTo>
                <a:cubicBezTo>
                  <a:pt x="731978" y="123533"/>
                  <a:pt x="731468" y="123869"/>
                  <a:pt x="730767" y="124126"/>
                </a:cubicBezTo>
                <a:cubicBezTo>
                  <a:pt x="730066" y="124381"/>
                  <a:pt x="729094" y="124572"/>
                  <a:pt x="727850" y="124699"/>
                </a:cubicBezTo>
                <a:cubicBezTo>
                  <a:pt x="726607" y="124827"/>
                  <a:pt x="725093" y="124891"/>
                  <a:pt x="723308" y="124891"/>
                </a:cubicBezTo>
                <a:cubicBezTo>
                  <a:pt x="721650" y="124891"/>
                  <a:pt x="720312" y="124827"/>
                  <a:pt x="719292" y="124699"/>
                </a:cubicBezTo>
                <a:cubicBezTo>
                  <a:pt x="718272" y="124572"/>
                  <a:pt x="717491" y="124349"/>
                  <a:pt x="716949" y="124030"/>
                </a:cubicBezTo>
                <a:cubicBezTo>
                  <a:pt x="716407" y="123709"/>
                  <a:pt x="716024" y="123310"/>
                  <a:pt x="715801" y="122832"/>
                </a:cubicBezTo>
                <a:cubicBezTo>
                  <a:pt x="715578" y="122353"/>
                  <a:pt x="715403" y="121699"/>
                  <a:pt x="715275" y="120868"/>
                </a:cubicBezTo>
                <a:lnTo>
                  <a:pt x="710398" y="91746"/>
                </a:lnTo>
                <a:cubicBezTo>
                  <a:pt x="709888" y="88362"/>
                  <a:pt x="709171" y="85296"/>
                  <a:pt x="708247" y="82551"/>
                </a:cubicBezTo>
                <a:cubicBezTo>
                  <a:pt x="707322" y="79804"/>
                  <a:pt x="706031" y="77425"/>
                  <a:pt x="704374" y="75415"/>
                </a:cubicBezTo>
                <a:cubicBezTo>
                  <a:pt x="702716" y="73403"/>
                  <a:pt x="700596" y="71838"/>
                  <a:pt x="698014" y="70720"/>
                </a:cubicBezTo>
                <a:cubicBezTo>
                  <a:pt x="695432" y="69602"/>
                  <a:pt x="692293" y="69044"/>
                  <a:pt x="688595" y="69044"/>
                </a:cubicBezTo>
                <a:lnTo>
                  <a:pt x="677598" y="69044"/>
                </a:lnTo>
                <a:lnTo>
                  <a:pt x="666983" y="121920"/>
                </a:lnTo>
                <a:cubicBezTo>
                  <a:pt x="666855" y="122366"/>
                  <a:pt x="666632" y="122782"/>
                  <a:pt x="666314" y="123166"/>
                </a:cubicBezTo>
                <a:cubicBezTo>
                  <a:pt x="665995" y="123549"/>
                  <a:pt x="665485" y="123853"/>
                  <a:pt x="664783" y="124078"/>
                </a:cubicBezTo>
                <a:cubicBezTo>
                  <a:pt x="664082" y="124301"/>
                  <a:pt x="663190" y="124492"/>
                  <a:pt x="662106" y="124652"/>
                </a:cubicBezTo>
                <a:cubicBezTo>
                  <a:pt x="661022" y="124811"/>
                  <a:pt x="659683" y="124891"/>
                  <a:pt x="658090" y="124891"/>
                </a:cubicBezTo>
                <a:cubicBezTo>
                  <a:pt x="656623" y="124891"/>
                  <a:pt x="655364" y="124827"/>
                  <a:pt x="654312" y="124699"/>
                </a:cubicBezTo>
                <a:cubicBezTo>
                  <a:pt x="653260" y="124572"/>
                  <a:pt x="652447" y="124397"/>
                  <a:pt x="651874" y="124173"/>
                </a:cubicBezTo>
                <a:cubicBezTo>
                  <a:pt x="651300" y="123948"/>
                  <a:pt x="650901" y="123644"/>
                  <a:pt x="650678" y="123262"/>
                </a:cubicBezTo>
                <a:cubicBezTo>
                  <a:pt x="650455" y="122879"/>
                  <a:pt x="650407" y="122432"/>
                  <a:pt x="650535" y="121920"/>
                </a:cubicBezTo>
                <a:lnTo>
                  <a:pt x="673486" y="7259"/>
                </a:lnTo>
                <a:cubicBezTo>
                  <a:pt x="673996" y="4776"/>
                  <a:pt x="675016" y="3042"/>
                  <a:pt x="676546" y="2056"/>
                </a:cubicBezTo>
                <a:cubicBezTo>
                  <a:pt x="678076" y="1068"/>
                  <a:pt x="679765" y="574"/>
                  <a:pt x="681614" y="574"/>
                </a:cubicBezTo>
                <a:lnTo>
                  <a:pt x="708486" y="574"/>
                </a:lnTo>
                <a:cubicBezTo>
                  <a:pt x="714351" y="574"/>
                  <a:pt x="719499" y="1147"/>
                  <a:pt x="723930" y="2292"/>
                </a:cubicBezTo>
                <a:cubicBezTo>
                  <a:pt x="728360" y="3438"/>
                  <a:pt x="732074" y="5109"/>
                  <a:pt x="735070" y="7307"/>
                </a:cubicBezTo>
                <a:cubicBezTo>
                  <a:pt x="738067" y="9502"/>
                  <a:pt x="740314" y="12208"/>
                  <a:pt x="741812" y="15423"/>
                </a:cubicBezTo>
                <a:cubicBezTo>
                  <a:pt x="743310" y="18637"/>
                  <a:pt x="744059" y="22312"/>
                  <a:pt x="744059" y="26450"/>
                </a:cubicBezTo>
                <a:moveTo>
                  <a:pt x="726272" y="29038"/>
                </a:moveTo>
                <a:cubicBezTo>
                  <a:pt x="726272" y="26875"/>
                  <a:pt x="725890" y="24870"/>
                  <a:pt x="725125" y="23025"/>
                </a:cubicBezTo>
                <a:cubicBezTo>
                  <a:pt x="724360" y="21181"/>
                  <a:pt x="723165" y="19591"/>
                  <a:pt x="721539" y="18256"/>
                </a:cubicBezTo>
                <a:cubicBezTo>
                  <a:pt x="719913" y="16919"/>
                  <a:pt x="717778" y="15901"/>
                  <a:pt x="715132" y="15202"/>
                </a:cubicBezTo>
                <a:cubicBezTo>
                  <a:pt x="712486" y="14503"/>
                  <a:pt x="709346" y="14153"/>
                  <a:pt x="705712" y="14153"/>
                </a:cubicBezTo>
                <a:lnTo>
                  <a:pt x="688595" y="14153"/>
                </a:lnTo>
                <a:lnTo>
                  <a:pt x="680180" y="55751"/>
                </a:lnTo>
                <a:lnTo>
                  <a:pt x="694715" y="55751"/>
                </a:lnTo>
                <a:cubicBezTo>
                  <a:pt x="700389" y="55751"/>
                  <a:pt x="705218" y="54988"/>
                  <a:pt x="709203" y="53462"/>
                </a:cubicBezTo>
                <a:cubicBezTo>
                  <a:pt x="713187" y="51936"/>
                  <a:pt x="716439" y="49917"/>
                  <a:pt x="718957" y="47405"/>
                </a:cubicBezTo>
                <a:cubicBezTo>
                  <a:pt x="721475" y="44891"/>
                  <a:pt x="723324" y="42044"/>
                  <a:pt x="724503" y="38864"/>
                </a:cubicBezTo>
                <a:cubicBezTo>
                  <a:pt x="725683" y="35684"/>
                  <a:pt x="726272" y="32409"/>
                  <a:pt x="726272" y="29038"/>
                </a:cubicBezTo>
                <a:close/>
                <a:moveTo>
                  <a:pt x="827281" y="121926"/>
                </a:moveTo>
                <a:cubicBezTo>
                  <a:pt x="827026" y="123010"/>
                  <a:pt x="826324" y="123775"/>
                  <a:pt x="825177" y="124221"/>
                </a:cubicBezTo>
                <a:cubicBezTo>
                  <a:pt x="824029" y="124667"/>
                  <a:pt x="822117" y="124891"/>
                  <a:pt x="819439" y="124891"/>
                </a:cubicBezTo>
                <a:cubicBezTo>
                  <a:pt x="818164" y="124891"/>
                  <a:pt x="817112" y="124827"/>
                  <a:pt x="816283" y="124699"/>
                </a:cubicBezTo>
                <a:cubicBezTo>
                  <a:pt x="815455" y="124572"/>
                  <a:pt x="814785" y="124397"/>
                  <a:pt x="814275" y="124173"/>
                </a:cubicBezTo>
                <a:cubicBezTo>
                  <a:pt x="813765" y="123950"/>
                  <a:pt x="813415" y="123663"/>
                  <a:pt x="813223" y="123313"/>
                </a:cubicBezTo>
                <a:cubicBezTo>
                  <a:pt x="813032" y="122962"/>
                  <a:pt x="813032" y="122500"/>
                  <a:pt x="813223" y="121926"/>
                </a:cubicBezTo>
                <a:lnTo>
                  <a:pt x="816379" y="105669"/>
                </a:lnTo>
                <a:cubicBezTo>
                  <a:pt x="815550" y="107719"/>
                  <a:pt x="814052" y="109962"/>
                  <a:pt x="811885" y="112396"/>
                </a:cubicBezTo>
                <a:cubicBezTo>
                  <a:pt x="809717" y="114829"/>
                  <a:pt x="807151" y="117070"/>
                  <a:pt x="804186" y="119120"/>
                </a:cubicBezTo>
                <a:cubicBezTo>
                  <a:pt x="801222" y="121170"/>
                  <a:pt x="797923" y="122867"/>
                  <a:pt x="794289" y="124212"/>
                </a:cubicBezTo>
                <a:cubicBezTo>
                  <a:pt x="790655" y="125557"/>
                  <a:pt x="786957" y="126229"/>
                  <a:pt x="783196" y="126229"/>
                </a:cubicBezTo>
                <a:cubicBezTo>
                  <a:pt x="778096" y="126229"/>
                  <a:pt x="773872" y="125336"/>
                  <a:pt x="770525" y="123549"/>
                </a:cubicBezTo>
                <a:cubicBezTo>
                  <a:pt x="767178" y="121762"/>
                  <a:pt x="764517" y="119401"/>
                  <a:pt x="762540" y="116466"/>
                </a:cubicBezTo>
                <a:cubicBezTo>
                  <a:pt x="760564" y="113530"/>
                  <a:pt x="759209" y="110211"/>
                  <a:pt x="758476" y="106509"/>
                </a:cubicBezTo>
                <a:cubicBezTo>
                  <a:pt x="757743" y="102807"/>
                  <a:pt x="757376" y="99010"/>
                  <a:pt x="757376" y="95117"/>
                </a:cubicBezTo>
                <a:cubicBezTo>
                  <a:pt x="757376" y="91545"/>
                  <a:pt x="757711" y="87494"/>
                  <a:pt x="758380" y="82964"/>
                </a:cubicBezTo>
                <a:cubicBezTo>
                  <a:pt x="759050" y="78431"/>
                  <a:pt x="760134" y="73804"/>
                  <a:pt x="761632" y="69082"/>
                </a:cubicBezTo>
                <a:cubicBezTo>
                  <a:pt x="763130" y="64359"/>
                  <a:pt x="765074" y="59764"/>
                  <a:pt x="767465" y="55297"/>
                </a:cubicBezTo>
                <a:cubicBezTo>
                  <a:pt x="769856" y="50830"/>
                  <a:pt x="772741" y="46826"/>
                  <a:pt x="776120" y="43284"/>
                </a:cubicBezTo>
                <a:cubicBezTo>
                  <a:pt x="779498" y="39742"/>
                  <a:pt x="783419" y="36902"/>
                  <a:pt x="787882" y="34764"/>
                </a:cubicBezTo>
                <a:cubicBezTo>
                  <a:pt x="792344" y="32626"/>
                  <a:pt x="797413" y="31557"/>
                  <a:pt x="803087" y="31557"/>
                </a:cubicBezTo>
                <a:cubicBezTo>
                  <a:pt x="808761" y="31557"/>
                  <a:pt x="813622" y="32705"/>
                  <a:pt x="817670" y="35000"/>
                </a:cubicBezTo>
                <a:cubicBezTo>
                  <a:pt x="821718" y="37295"/>
                  <a:pt x="825336" y="40451"/>
                  <a:pt x="828524" y="44467"/>
                </a:cubicBezTo>
                <a:lnTo>
                  <a:pt x="830341" y="35765"/>
                </a:lnTo>
                <a:cubicBezTo>
                  <a:pt x="830596" y="34745"/>
                  <a:pt x="831329" y="34012"/>
                  <a:pt x="832540" y="33566"/>
                </a:cubicBezTo>
                <a:cubicBezTo>
                  <a:pt x="833752" y="33119"/>
                  <a:pt x="835632" y="32896"/>
                  <a:pt x="838182" y="32896"/>
                </a:cubicBezTo>
                <a:cubicBezTo>
                  <a:pt x="839457" y="32896"/>
                  <a:pt x="840525" y="32944"/>
                  <a:pt x="841386" y="33040"/>
                </a:cubicBezTo>
                <a:cubicBezTo>
                  <a:pt x="842247" y="33135"/>
                  <a:pt x="842932" y="33311"/>
                  <a:pt x="843442" y="33566"/>
                </a:cubicBezTo>
                <a:cubicBezTo>
                  <a:pt x="843952" y="33821"/>
                  <a:pt x="844271" y="34139"/>
                  <a:pt x="844398" y="34522"/>
                </a:cubicBezTo>
                <a:cubicBezTo>
                  <a:pt x="844526" y="34904"/>
                  <a:pt x="844558" y="35319"/>
                  <a:pt x="844494" y="35765"/>
                </a:cubicBezTo>
                <a:lnTo>
                  <a:pt x="827281" y="121926"/>
                </a:lnTo>
                <a:moveTo>
                  <a:pt x="824316" y="58333"/>
                </a:moveTo>
                <a:cubicBezTo>
                  <a:pt x="821320" y="53934"/>
                  <a:pt x="818084" y="50635"/>
                  <a:pt x="814610" y="48436"/>
                </a:cubicBezTo>
                <a:cubicBezTo>
                  <a:pt x="811135" y="46236"/>
                  <a:pt x="807231" y="45137"/>
                  <a:pt x="802895" y="45137"/>
                </a:cubicBezTo>
                <a:cubicBezTo>
                  <a:pt x="799453" y="45137"/>
                  <a:pt x="796345" y="45950"/>
                  <a:pt x="793572" y="47578"/>
                </a:cubicBezTo>
                <a:cubicBezTo>
                  <a:pt x="790798" y="49206"/>
                  <a:pt x="788344" y="51360"/>
                  <a:pt x="786208" y="54042"/>
                </a:cubicBezTo>
                <a:cubicBezTo>
                  <a:pt x="784073" y="56724"/>
                  <a:pt x="782224" y="59773"/>
                  <a:pt x="780662" y="63189"/>
                </a:cubicBezTo>
                <a:cubicBezTo>
                  <a:pt x="779100" y="66604"/>
                  <a:pt x="777825" y="70131"/>
                  <a:pt x="776837" y="73771"/>
                </a:cubicBezTo>
                <a:cubicBezTo>
                  <a:pt x="775849" y="77409"/>
                  <a:pt x="775115" y="80984"/>
                  <a:pt x="774637" y="84497"/>
                </a:cubicBezTo>
                <a:cubicBezTo>
                  <a:pt x="774159" y="88007"/>
                  <a:pt x="773920" y="91167"/>
                  <a:pt x="773920" y="93976"/>
                </a:cubicBezTo>
                <a:cubicBezTo>
                  <a:pt x="773920" y="96211"/>
                  <a:pt x="774095" y="98430"/>
                  <a:pt x="774446" y="100634"/>
                </a:cubicBezTo>
                <a:cubicBezTo>
                  <a:pt x="774797" y="102835"/>
                  <a:pt x="775466" y="104845"/>
                  <a:pt x="776454" y="106664"/>
                </a:cubicBezTo>
                <a:cubicBezTo>
                  <a:pt x="777442" y="108483"/>
                  <a:pt x="778797" y="109952"/>
                  <a:pt x="780518" y="111069"/>
                </a:cubicBezTo>
                <a:cubicBezTo>
                  <a:pt x="782240" y="112187"/>
                  <a:pt x="784471" y="112746"/>
                  <a:pt x="787212" y="112746"/>
                </a:cubicBezTo>
                <a:cubicBezTo>
                  <a:pt x="790719" y="112746"/>
                  <a:pt x="794241" y="111772"/>
                  <a:pt x="797779" y="109823"/>
                </a:cubicBezTo>
                <a:cubicBezTo>
                  <a:pt x="801318" y="107873"/>
                  <a:pt x="804617" y="105172"/>
                  <a:pt x="807677" y="101722"/>
                </a:cubicBezTo>
                <a:cubicBezTo>
                  <a:pt x="810737" y="98271"/>
                  <a:pt x="813446" y="94213"/>
                  <a:pt x="815805" y="89547"/>
                </a:cubicBezTo>
                <a:cubicBezTo>
                  <a:pt x="818164" y="84881"/>
                  <a:pt x="819917" y="79736"/>
                  <a:pt x="821065" y="74112"/>
                </a:cubicBezTo>
                <a:lnTo>
                  <a:pt x="824316" y="58333"/>
                </a:lnTo>
                <a:close/>
                <a:moveTo>
                  <a:pt x="918488" y="36721"/>
                </a:moveTo>
                <a:cubicBezTo>
                  <a:pt x="918488" y="37295"/>
                  <a:pt x="918456" y="37917"/>
                  <a:pt x="918392" y="38586"/>
                </a:cubicBezTo>
                <a:cubicBezTo>
                  <a:pt x="918328" y="39255"/>
                  <a:pt x="918201" y="39941"/>
                  <a:pt x="918010" y="40642"/>
                </a:cubicBezTo>
                <a:cubicBezTo>
                  <a:pt x="917818" y="41343"/>
                  <a:pt x="917563" y="42045"/>
                  <a:pt x="917245" y="42746"/>
                </a:cubicBezTo>
                <a:cubicBezTo>
                  <a:pt x="916926" y="43447"/>
                  <a:pt x="916591" y="44069"/>
                  <a:pt x="916241" y="44611"/>
                </a:cubicBezTo>
                <a:cubicBezTo>
                  <a:pt x="915890" y="45153"/>
                  <a:pt x="915492" y="45583"/>
                  <a:pt x="915045" y="45902"/>
                </a:cubicBezTo>
                <a:cubicBezTo>
                  <a:pt x="914599" y="46220"/>
                  <a:pt x="914089" y="46380"/>
                  <a:pt x="913515" y="46380"/>
                </a:cubicBezTo>
                <a:lnTo>
                  <a:pt x="891521" y="46380"/>
                </a:lnTo>
                <a:lnTo>
                  <a:pt x="881862" y="94511"/>
                </a:lnTo>
                <a:cubicBezTo>
                  <a:pt x="881607" y="95853"/>
                  <a:pt x="881384" y="97358"/>
                  <a:pt x="881193" y="99023"/>
                </a:cubicBezTo>
                <a:cubicBezTo>
                  <a:pt x="881002" y="100687"/>
                  <a:pt x="880906" y="102062"/>
                  <a:pt x="880906" y="103150"/>
                </a:cubicBezTo>
                <a:cubicBezTo>
                  <a:pt x="880906" y="106413"/>
                  <a:pt x="881591" y="108797"/>
                  <a:pt x="882962" y="110301"/>
                </a:cubicBezTo>
                <a:cubicBezTo>
                  <a:pt x="884333" y="111803"/>
                  <a:pt x="886548" y="112555"/>
                  <a:pt x="889608" y="112555"/>
                </a:cubicBezTo>
                <a:cubicBezTo>
                  <a:pt x="891329" y="112555"/>
                  <a:pt x="892828" y="112411"/>
                  <a:pt x="894103" y="112124"/>
                </a:cubicBezTo>
                <a:cubicBezTo>
                  <a:pt x="895378" y="111837"/>
                  <a:pt x="896477" y="111534"/>
                  <a:pt x="897402" y="111216"/>
                </a:cubicBezTo>
                <a:cubicBezTo>
                  <a:pt x="898326" y="110897"/>
                  <a:pt x="899139" y="110594"/>
                  <a:pt x="899840" y="110307"/>
                </a:cubicBezTo>
                <a:cubicBezTo>
                  <a:pt x="900542" y="110020"/>
                  <a:pt x="901147" y="109877"/>
                  <a:pt x="901657" y="109877"/>
                </a:cubicBezTo>
                <a:cubicBezTo>
                  <a:pt x="902167" y="109877"/>
                  <a:pt x="902566" y="110052"/>
                  <a:pt x="902853" y="110403"/>
                </a:cubicBezTo>
                <a:cubicBezTo>
                  <a:pt x="903140" y="110754"/>
                  <a:pt x="903283" y="111407"/>
                  <a:pt x="903283" y="112363"/>
                </a:cubicBezTo>
                <a:cubicBezTo>
                  <a:pt x="903283" y="113192"/>
                  <a:pt x="903203" y="114101"/>
                  <a:pt x="903044" y="115089"/>
                </a:cubicBezTo>
                <a:cubicBezTo>
                  <a:pt x="902885" y="116077"/>
                  <a:pt x="902677" y="117049"/>
                  <a:pt x="902422" y="118005"/>
                </a:cubicBezTo>
                <a:cubicBezTo>
                  <a:pt x="902167" y="118962"/>
                  <a:pt x="901849" y="119822"/>
                  <a:pt x="901466" y="120587"/>
                </a:cubicBezTo>
                <a:cubicBezTo>
                  <a:pt x="901084" y="121352"/>
                  <a:pt x="900669" y="121958"/>
                  <a:pt x="900223" y="122404"/>
                </a:cubicBezTo>
                <a:cubicBezTo>
                  <a:pt x="899713" y="122851"/>
                  <a:pt x="898948" y="123297"/>
                  <a:pt x="897928" y="123743"/>
                </a:cubicBezTo>
                <a:cubicBezTo>
                  <a:pt x="896908" y="124189"/>
                  <a:pt x="895728" y="124588"/>
                  <a:pt x="894390" y="124938"/>
                </a:cubicBezTo>
                <a:cubicBezTo>
                  <a:pt x="893051" y="125289"/>
                  <a:pt x="891632" y="125560"/>
                  <a:pt x="890134" y="125751"/>
                </a:cubicBezTo>
                <a:cubicBezTo>
                  <a:pt x="888636" y="125942"/>
                  <a:pt x="887154" y="126038"/>
                  <a:pt x="885687" y="126038"/>
                </a:cubicBezTo>
                <a:cubicBezTo>
                  <a:pt x="882117" y="126038"/>
                  <a:pt x="879025" y="125655"/>
                  <a:pt x="876411" y="124888"/>
                </a:cubicBezTo>
                <a:cubicBezTo>
                  <a:pt x="873798" y="124121"/>
                  <a:pt x="871598" y="122923"/>
                  <a:pt x="869813" y="121296"/>
                </a:cubicBezTo>
                <a:cubicBezTo>
                  <a:pt x="868028" y="119666"/>
                  <a:pt x="866705" y="117622"/>
                  <a:pt x="865844" y="115163"/>
                </a:cubicBezTo>
                <a:cubicBezTo>
                  <a:pt x="864984" y="112703"/>
                  <a:pt x="864553" y="109748"/>
                  <a:pt x="864553" y="106300"/>
                </a:cubicBezTo>
                <a:cubicBezTo>
                  <a:pt x="864553" y="105533"/>
                  <a:pt x="864585" y="104686"/>
                  <a:pt x="864649" y="103760"/>
                </a:cubicBezTo>
                <a:cubicBezTo>
                  <a:pt x="864713" y="102833"/>
                  <a:pt x="864824" y="101859"/>
                  <a:pt x="864984" y="100837"/>
                </a:cubicBezTo>
                <a:cubicBezTo>
                  <a:pt x="865143" y="99815"/>
                  <a:pt x="865303" y="98793"/>
                  <a:pt x="865462" y="97771"/>
                </a:cubicBezTo>
                <a:cubicBezTo>
                  <a:pt x="865621" y="96749"/>
                  <a:pt x="865797" y="95791"/>
                  <a:pt x="865988" y="94896"/>
                </a:cubicBezTo>
                <a:lnTo>
                  <a:pt x="875646" y="46380"/>
                </a:lnTo>
                <a:lnTo>
                  <a:pt x="863693" y="46380"/>
                </a:lnTo>
                <a:cubicBezTo>
                  <a:pt x="862992" y="46380"/>
                  <a:pt x="862450" y="46173"/>
                  <a:pt x="862067" y="45758"/>
                </a:cubicBezTo>
                <a:cubicBezTo>
                  <a:pt x="861685" y="45344"/>
                  <a:pt x="861493" y="44531"/>
                  <a:pt x="861493" y="43320"/>
                </a:cubicBezTo>
                <a:cubicBezTo>
                  <a:pt x="861493" y="42427"/>
                  <a:pt x="861589" y="41391"/>
                  <a:pt x="861780" y="40212"/>
                </a:cubicBezTo>
                <a:cubicBezTo>
                  <a:pt x="861972" y="39032"/>
                  <a:pt x="862258" y="37933"/>
                  <a:pt x="862641" y="36913"/>
                </a:cubicBezTo>
                <a:cubicBezTo>
                  <a:pt x="863023" y="35892"/>
                  <a:pt x="863518" y="35032"/>
                  <a:pt x="864123" y="34331"/>
                </a:cubicBezTo>
                <a:cubicBezTo>
                  <a:pt x="864729" y="33629"/>
                  <a:pt x="865446" y="33279"/>
                  <a:pt x="866275" y="33279"/>
                </a:cubicBezTo>
                <a:lnTo>
                  <a:pt x="878324" y="33279"/>
                </a:lnTo>
                <a:lnTo>
                  <a:pt x="882436" y="12814"/>
                </a:lnTo>
                <a:cubicBezTo>
                  <a:pt x="882500" y="12368"/>
                  <a:pt x="882707" y="11954"/>
                  <a:pt x="883058" y="11571"/>
                </a:cubicBezTo>
                <a:cubicBezTo>
                  <a:pt x="883408" y="11189"/>
                  <a:pt x="883902" y="10854"/>
                  <a:pt x="884540" y="10567"/>
                </a:cubicBezTo>
                <a:cubicBezTo>
                  <a:pt x="885177" y="10280"/>
                  <a:pt x="886022" y="10073"/>
                  <a:pt x="887074" y="9945"/>
                </a:cubicBezTo>
                <a:cubicBezTo>
                  <a:pt x="888126" y="9818"/>
                  <a:pt x="889417" y="9754"/>
                  <a:pt x="890947" y="9754"/>
                </a:cubicBezTo>
                <a:cubicBezTo>
                  <a:pt x="892477" y="9754"/>
                  <a:pt x="893736" y="9818"/>
                  <a:pt x="894724" y="9945"/>
                </a:cubicBezTo>
                <a:cubicBezTo>
                  <a:pt x="895712" y="10073"/>
                  <a:pt x="896477" y="10280"/>
                  <a:pt x="897019" y="10567"/>
                </a:cubicBezTo>
                <a:cubicBezTo>
                  <a:pt x="897561" y="10854"/>
                  <a:pt x="897912" y="11189"/>
                  <a:pt x="898071" y="11571"/>
                </a:cubicBezTo>
                <a:cubicBezTo>
                  <a:pt x="898231" y="11954"/>
                  <a:pt x="898278" y="12368"/>
                  <a:pt x="898215" y="12814"/>
                </a:cubicBezTo>
                <a:lnTo>
                  <a:pt x="894103" y="33279"/>
                </a:lnTo>
                <a:lnTo>
                  <a:pt x="916097" y="33279"/>
                </a:lnTo>
                <a:cubicBezTo>
                  <a:pt x="917053" y="33279"/>
                  <a:pt x="917691" y="33629"/>
                  <a:pt x="918010" y="34331"/>
                </a:cubicBezTo>
                <a:cubicBezTo>
                  <a:pt x="918328" y="35032"/>
                  <a:pt x="918488" y="35829"/>
                  <a:pt x="918488" y="36721"/>
                </a:cubicBezTo>
                <a:close/>
                <a:moveTo>
                  <a:pt x="1002794" y="53456"/>
                </a:moveTo>
                <a:cubicBezTo>
                  <a:pt x="1002794" y="57855"/>
                  <a:pt x="1001774" y="61808"/>
                  <a:pt x="999734" y="65314"/>
                </a:cubicBezTo>
                <a:cubicBezTo>
                  <a:pt x="997694" y="68821"/>
                  <a:pt x="994506" y="71817"/>
                  <a:pt x="990171" y="74303"/>
                </a:cubicBezTo>
                <a:cubicBezTo>
                  <a:pt x="985836" y="76790"/>
                  <a:pt x="980289" y="78702"/>
                  <a:pt x="973531" y="80041"/>
                </a:cubicBezTo>
                <a:cubicBezTo>
                  <a:pt x="966774" y="81380"/>
                  <a:pt x="958677" y="82049"/>
                  <a:pt x="949242" y="82049"/>
                </a:cubicBezTo>
                <a:lnTo>
                  <a:pt x="939105" y="82049"/>
                </a:lnTo>
                <a:cubicBezTo>
                  <a:pt x="938659" y="84159"/>
                  <a:pt x="938356" y="86205"/>
                  <a:pt x="938197" y="88187"/>
                </a:cubicBezTo>
                <a:cubicBezTo>
                  <a:pt x="938037" y="90170"/>
                  <a:pt x="937958" y="92024"/>
                  <a:pt x="937958" y="93752"/>
                </a:cubicBezTo>
                <a:cubicBezTo>
                  <a:pt x="937958" y="100147"/>
                  <a:pt x="939536" y="105039"/>
                  <a:pt x="942691" y="108428"/>
                </a:cubicBezTo>
                <a:cubicBezTo>
                  <a:pt x="945847" y="111816"/>
                  <a:pt x="950963" y="113511"/>
                  <a:pt x="958040" y="113511"/>
                </a:cubicBezTo>
                <a:cubicBezTo>
                  <a:pt x="962120" y="113511"/>
                  <a:pt x="965786" y="113203"/>
                  <a:pt x="969037" y="112587"/>
                </a:cubicBezTo>
                <a:cubicBezTo>
                  <a:pt x="972288" y="111972"/>
                  <a:pt x="975109" y="111307"/>
                  <a:pt x="977500" y="110594"/>
                </a:cubicBezTo>
                <a:cubicBezTo>
                  <a:pt x="979891" y="109881"/>
                  <a:pt x="981851" y="109217"/>
                  <a:pt x="983381" y="108601"/>
                </a:cubicBezTo>
                <a:cubicBezTo>
                  <a:pt x="984911" y="107985"/>
                  <a:pt x="985963" y="107677"/>
                  <a:pt x="986537" y="107677"/>
                </a:cubicBezTo>
                <a:cubicBezTo>
                  <a:pt x="987111" y="107677"/>
                  <a:pt x="987541" y="107886"/>
                  <a:pt x="987828" y="108302"/>
                </a:cubicBezTo>
                <a:cubicBezTo>
                  <a:pt x="988115" y="108718"/>
                  <a:pt x="988258" y="109311"/>
                  <a:pt x="988258" y="110080"/>
                </a:cubicBezTo>
                <a:cubicBezTo>
                  <a:pt x="988258" y="110722"/>
                  <a:pt x="988194" y="111491"/>
                  <a:pt x="988067" y="112387"/>
                </a:cubicBezTo>
                <a:cubicBezTo>
                  <a:pt x="987939" y="113284"/>
                  <a:pt x="987748" y="114197"/>
                  <a:pt x="987493" y="115128"/>
                </a:cubicBezTo>
                <a:cubicBezTo>
                  <a:pt x="987238" y="116056"/>
                  <a:pt x="986903" y="116937"/>
                  <a:pt x="986489" y="117772"/>
                </a:cubicBezTo>
                <a:cubicBezTo>
                  <a:pt x="986075" y="118605"/>
                  <a:pt x="985612" y="119309"/>
                  <a:pt x="985102" y="119885"/>
                </a:cubicBezTo>
                <a:cubicBezTo>
                  <a:pt x="984337" y="120654"/>
                  <a:pt x="982983" y="121407"/>
                  <a:pt x="981038" y="122144"/>
                </a:cubicBezTo>
                <a:cubicBezTo>
                  <a:pt x="979094" y="122881"/>
                  <a:pt x="976783" y="123555"/>
                  <a:pt x="974105" y="124164"/>
                </a:cubicBezTo>
                <a:cubicBezTo>
                  <a:pt x="971428" y="124772"/>
                  <a:pt x="968495" y="125268"/>
                  <a:pt x="965307" y="125653"/>
                </a:cubicBezTo>
                <a:cubicBezTo>
                  <a:pt x="962120" y="126037"/>
                  <a:pt x="958932" y="126229"/>
                  <a:pt x="955745" y="126229"/>
                </a:cubicBezTo>
                <a:cubicBezTo>
                  <a:pt x="950071" y="126229"/>
                  <a:pt x="945098" y="125592"/>
                  <a:pt x="940827" y="124317"/>
                </a:cubicBezTo>
                <a:cubicBezTo>
                  <a:pt x="936555" y="123040"/>
                  <a:pt x="933001" y="121077"/>
                  <a:pt x="930164" y="118430"/>
                </a:cubicBezTo>
                <a:cubicBezTo>
                  <a:pt x="927327" y="115780"/>
                  <a:pt x="925207" y="112477"/>
                  <a:pt x="923805" y="108520"/>
                </a:cubicBezTo>
                <a:cubicBezTo>
                  <a:pt x="922402" y="104564"/>
                  <a:pt x="921701" y="99905"/>
                  <a:pt x="921701" y="94544"/>
                </a:cubicBezTo>
                <a:cubicBezTo>
                  <a:pt x="921701" y="90396"/>
                  <a:pt x="922099" y="85945"/>
                  <a:pt x="922896" y="81191"/>
                </a:cubicBezTo>
                <a:cubicBezTo>
                  <a:pt x="923693" y="76436"/>
                  <a:pt x="924952" y="71729"/>
                  <a:pt x="926674" y="67071"/>
                </a:cubicBezTo>
                <a:cubicBezTo>
                  <a:pt x="928395" y="62413"/>
                  <a:pt x="930626" y="57947"/>
                  <a:pt x="933368" y="53671"/>
                </a:cubicBezTo>
                <a:cubicBezTo>
                  <a:pt x="936109" y="49394"/>
                  <a:pt x="939376" y="45629"/>
                  <a:pt x="943169" y="42375"/>
                </a:cubicBezTo>
                <a:cubicBezTo>
                  <a:pt x="946963" y="39120"/>
                  <a:pt x="951346" y="36503"/>
                  <a:pt x="956318" y="34525"/>
                </a:cubicBezTo>
                <a:cubicBezTo>
                  <a:pt x="961291" y="32546"/>
                  <a:pt x="966901" y="31557"/>
                  <a:pt x="973149" y="31557"/>
                </a:cubicBezTo>
                <a:cubicBezTo>
                  <a:pt x="978504" y="31557"/>
                  <a:pt x="983046" y="32227"/>
                  <a:pt x="986776" y="33566"/>
                </a:cubicBezTo>
                <a:cubicBezTo>
                  <a:pt x="990505" y="34904"/>
                  <a:pt x="993566" y="36626"/>
                  <a:pt x="995956" y="38729"/>
                </a:cubicBezTo>
                <a:cubicBezTo>
                  <a:pt x="998347" y="40833"/>
                  <a:pt x="1000084" y="43176"/>
                  <a:pt x="1001168" y="45758"/>
                </a:cubicBezTo>
                <a:cubicBezTo>
                  <a:pt x="1002252" y="48340"/>
                  <a:pt x="1002794" y="50906"/>
                  <a:pt x="1002794" y="53456"/>
                </a:cubicBezTo>
                <a:moveTo>
                  <a:pt x="986633" y="54891"/>
                </a:moveTo>
                <a:cubicBezTo>
                  <a:pt x="986633" y="51639"/>
                  <a:pt x="985357" y="49010"/>
                  <a:pt x="982807" y="47001"/>
                </a:cubicBezTo>
                <a:cubicBezTo>
                  <a:pt x="980257" y="44993"/>
                  <a:pt x="976623" y="43989"/>
                  <a:pt x="971906" y="43989"/>
                </a:cubicBezTo>
                <a:cubicBezTo>
                  <a:pt x="967762" y="43989"/>
                  <a:pt x="964096" y="44706"/>
                  <a:pt x="960908" y="46141"/>
                </a:cubicBezTo>
                <a:cubicBezTo>
                  <a:pt x="957721" y="47575"/>
                  <a:pt x="954900" y="49504"/>
                  <a:pt x="952445" y="51926"/>
                </a:cubicBezTo>
                <a:cubicBezTo>
                  <a:pt x="949991" y="54349"/>
                  <a:pt x="947887" y="57170"/>
                  <a:pt x="946134" y="60389"/>
                </a:cubicBezTo>
                <a:cubicBezTo>
                  <a:pt x="944381" y="63609"/>
                  <a:pt x="942962" y="67004"/>
                  <a:pt x="941878" y="70574"/>
                </a:cubicBezTo>
                <a:lnTo>
                  <a:pt x="951633" y="70574"/>
                </a:lnTo>
                <a:cubicBezTo>
                  <a:pt x="958327" y="70574"/>
                  <a:pt x="963921" y="70159"/>
                  <a:pt x="968415" y="69331"/>
                </a:cubicBezTo>
                <a:cubicBezTo>
                  <a:pt x="972910" y="68502"/>
                  <a:pt x="976512" y="67370"/>
                  <a:pt x="979221" y="65936"/>
                </a:cubicBezTo>
                <a:cubicBezTo>
                  <a:pt x="981931" y="64501"/>
                  <a:pt x="983843" y="62828"/>
                  <a:pt x="984959" y="60915"/>
                </a:cubicBezTo>
                <a:cubicBezTo>
                  <a:pt x="986075" y="59003"/>
                  <a:pt x="986633" y="56994"/>
                  <a:pt x="986633" y="54891"/>
                </a:cubicBez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CAC7F-E1FA-4FC9-84C7-96BFE8EF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949" y="1164057"/>
            <a:ext cx="1149975" cy="110164"/>
          </a:xfrm>
          <a:custGeom xmlns:a="http://schemas.openxmlformats.org/drawingml/2006/main">
            <a:pathLst>
              <a:path w="1149975" h="110164">
                <a:moveTo>
                  <a:pt x="0" y="55082"/>
                </a:moveTo>
                <a:lnTo>
                  <a:pt x="110164" y="110164"/>
                </a:lnTo>
                <a:lnTo>
                  <a:pt x="110164" y="73443"/>
                </a:lnTo>
                <a:lnTo>
                  <a:pt x="121779" y="73443"/>
                </a:lnTo>
                <a:lnTo>
                  <a:pt x="121779" y="36721"/>
                </a:lnTo>
                <a:lnTo>
                  <a:pt x="110164" y="36721"/>
                </a:lnTo>
                <a:lnTo>
                  <a:pt x="110164" y="0"/>
                </a:lnTo>
                <a:lnTo>
                  <a:pt x="0" y="55082"/>
                </a:lnTo>
                <a:close/>
                <a:moveTo>
                  <a:pt x="231943" y="73443"/>
                </a:moveTo>
                <a:lnTo>
                  <a:pt x="378828" y="73443"/>
                </a:lnTo>
                <a:lnTo>
                  <a:pt x="378828" y="36721"/>
                </a:lnTo>
                <a:lnTo>
                  <a:pt x="231943" y="36721"/>
                </a:lnTo>
                <a:lnTo>
                  <a:pt x="231943" y="73443"/>
                </a:lnTo>
                <a:close/>
                <a:moveTo>
                  <a:pt x="488992" y="73444"/>
                </a:moveTo>
                <a:lnTo>
                  <a:pt x="635877" y="73444"/>
                </a:lnTo>
                <a:lnTo>
                  <a:pt x="635877" y="36723"/>
                </a:lnTo>
                <a:lnTo>
                  <a:pt x="488992" y="36723"/>
                </a:lnTo>
                <a:lnTo>
                  <a:pt x="488992" y="73444"/>
                </a:lnTo>
                <a:close/>
                <a:moveTo>
                  <a:pt x="746041" y="73444"/>
                </a:moveTo>
                <a:lnTo>
                  <a:pt x="892926" y="73444"/>
                </a:lnTo>
                <a:lnTo>
                  <a:pt x="892926" y="36723"/>
                </a:lnTo>
                <a:lnTo>
                  <a:pt x="746041" y="36723"/>
                </a:lnTo>
                <a:lnTo>
                  <a:pt x="746041" y="73444"/>
                </a:lnTo>
                <a:close/>
                <a:moveTo>
                  <a:pt x="1003089" y="73444"/>
                </a:moveTo>
                <a:lnTo>
                  <a:pt x="1149975" y="73444"/>
                </a:lnTo>
                <a:lnTo>
                  <a:pt x="1149975" y="36723"/>
                </a:lnTo>
                <a:lnTo>
                  <a:pt x="1003089" y="36723"/>
                </a:lnTo>
                <a:lnTo>
                  <a:pt x="1003089" y="73444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6EF31-D2E3-4C41-A593-E160561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126" y="3007800"/>
            <a:ext cx="1161920" cy="110161"/>
          </a:xfrm>
          <a:custGeom xmlns:a="http://schemas.openxmlformats.org/drawingml/2006/main">
            <a:pathLst>
              <a:path w="1161920" h="110161">
                <a:moveTo>
                  <a:pt x="1015037" y="67455"/>
                </a:moveTo>
                <a:lnTo>
                  <a:pt x="1161920" y="66483"/>
                </a:lnTo>
                <a:lnTo>
                  <a:pt x="1161676" y="29761"/>
                </a:lnTo>
                <a:lnTo>
                  <a:pt x="1014795" y="30733"/>
                </a:lnTo>
                <a:lnTo>
                  <a:pt x="1015037" y="67455"/>
                </a:lnTo>
                <a:close/>
                <a:moveTo>
                  <a:pt x="904876" y="68183"/>
                </a:moveTo>
                <a:lnTo>
                  <a:pt x="904634" y="31463"/>
                </a:lnTo>
                <a:lnTo>
                  <a:pt x="757751" y="32435"/>
                </a:lnTo>
                <a:lnTo>
                  <a:pt x="757995" y="69155"/>
                </a:lnTo>
                <a:lnTo>
                  <a:pt x="904876" y="68183"/>
                </a:lnTo>
                <a:close/>
                <a:moveTo>
                  <a:pt x="647833" y="69884"/>
                </a:moveTo>
                <a:lnTo>
                  <a:pt x="647590" y="33163"/>
                </a:lnTo>
                <a:lnTo>
                  <a:pt x="500708" y="34135"/>
                </a:lnTo>
                <a:lnTo>
                  <a:pt x="500952" y="70856"/>
                </a:lnTo>
                <a:lnTo>
                  <a:pt x="647833" y="69884"/>
                </a:lnTo>
                <a:close/>
                <a:moveTo>
                  <a:pt x="390789" y="71584"/>
                </a:moveTo>
                <a:lnTo>
                  <a:pt x="390547" y="34864"/>
                </a:lnTo>
                <a:lnTo>
                  <a:pt x="243665" y="35836"/>
                </a:lnTo>
                <a:lnTo>
                  <a:pt x="243908" y="72556"/>
                </a:lnTo>
                <a:lnTo>
                  <a:pt x="390789" y="71584"/>
                </a:lnTo>
                <a:close/>
                <a:moveTo>
                  <a:pt x="133504" y="36565"/>
                </a:moveTo>
                <a:lnTo>
                  <a:pt x="110039" y="36720"/>
                </a:lnTo>
                <a:lnTo>
                  <a:pt x="109797" y="0"/>
                </a:lnTo>
                <a:lnTo>
                  <a:pt x="0" y="55809"/>
                </a:lnTo>
                <a:lnTo>
                  <a:pt x="110525" y="110161"/>
                </a:lnTo>
                <a:lnTo>
                  <a:pt x="110282" y="73441"/>
                </a:lnTo>
                <a:lnTo>
                  <a:pt x="133746" y="73286"/>
                </a:lnTo>
                <a:lnTo>
                  <a:pt x="133504" y="36565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E1FC0-6DB7-4F62-8ABE-079BA55A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950" y="619229"/>
            <a:ext cx="5400159" cy="197338"/>
          </a:xfrm>
          <a:custGeom xmlns:a="http://schemas.openxmlformats.org/drawingml/2006/main">
            <a:pathLst>
              <a:path w="5400159" h="197338">
                <a:moveTo>
                  <a:pt x="110164" y="73443"/>
                </a:moveTo>
                <a:lnTo>
                  <a:pt x="126026" y="73443"/>
                </a:lnTo>
                <a:lnTo>
                  <a:pt x="126026" y="36721"/>
                </a:lnTo>
                <a:lnTo>
                  <a:pt x="110164" y="36721"/>
                </a:lnTo>
                <a:lnTo>
                  <a:pt x="110164" y="0"/>
                </a:lnTo>
                <a:lnTo>
                  <a:pt x="0" y="55082"/>
                </a:lnTo>
                <a:lnTo>
                  <a:pt x="110164" y="110164"/>
                </a:lnTo>
                <a:lnTo>
                  <a:pt x="110164" y="73443"/>
                </a:lnTo>
                <a:close/>
                <a:moveTo>
                  <a:pt x="383075" y="36721"/>
                </a:moveTo>
                <a:lnTo>
                  <a:pt x="236190" y="36721"/>
                </a:lnTo>
                <a:lnTo>
                  <a:pt x="236190" y="73443"/>
                </a:lnTo>
                <a:lnTo>
                  <a:pt x="383075" y="73443"/>
                </a:lnTo>
                <a:lnTo>
                  <a:pt x="383075" y="36721"/>
                </a:lnTo>
                <a:close/>
                <a:moveTo>
                  <a:pt x="493239" y="36721"/>
                </a:moveTo>
                <a:lnTo>
                  <a:pt x="493239" y="73443"/>
                </a:lnTo>
                <a:lnTo>
                  <a:pt x="640124" y="73443"/>
                </a:lnTo>
                <a:lnTo>
                  <a:pt x="640124" y="36721"/>
                </a:lnTo>
                <a:lnTo>
                  <a:pt x="493239" y="36721"/>
                </a:lnTo>
                <a:close/>
                <a:moveTo>
                  <a:pt x="750288" y="36721"/>
                </a:moveTo>
                <a:lnTo>
                  <a:pt x="750288" y="73443"/>
                </a:lnTo>
                <a:lnTo>
                  <a:pt x="897173" y="73443"/>
                </a:lnTo>
                <a:lnTo>
                  <a:pt x="897173" y="36721"/>
                </a:lnTo>
                <a:lnTo>
                  <a:pt x="750288" y="36721"/>
                </a:lnTo>
                <a:close/>
                <a:moveTo>
                  <a:pt x="1154222" y="36721"/>
                </a:moveTo>
                <a:lnTo>
                  <a:pt x="1007337" y="36721"/>
                </a:lnTo>
                <a:lnTo>
                  <a:pt x="1007337" y="73443"/>
                </a:lnTo>
                <a:lnTo>
                  <a:pt x="1154222" y="73443"/>
                </a:lnTo>
                <a:lnTo>
                  <a:pt x="1154222" y="36721"/>
                </a:lnTo>
                <a:close/>
                <a:moveTo>
                  <a:pt x="1264386" y="36721"/>
                </a:moveTo>
                <a:lnTo>
                  <a:pt x="1264386" y="73443"/>
                </a:lnTo>
                <a:lnTo>
                  <a:pt x="1411271" y="73443"/>
                </a:lnTo>
                <a:lnTo>
                  <a:pt x="1411271" y="36721"/>
                </a:lnTo>
                <a:lnTo>
                  <a:pt x="1264386" y="36721"/>
                </a:lnTo>
                <a:close/>
                <a:moveTo>
                  <a:pt x="1521435" y="36721"/>
                </a:moveTo>
                <a:lnTo>
                  <a:pt x="1521435" y="73443"/>
                </a:lnTo>
                <a:lnTo>
                  <a:pt x="1668320" y="73443"/>
                </a:lnTo>
                <a:lnTo>
                  <a:pt x="1668320" y="36721"/>
                </a:lnTo>
                <a:lnTo>
                  <a:pt x="1521435" y="36721"/>
                </a:lnTo>
                <a:close/>
                <a:moveTo>
                  <a:pt x="1925369" y="36721"/>
                </a:moveTo>
                <a:lnTo>
                  <a:pt x="1778484" y="36721"/>
                </a:lnTo>
                <a:lnTo>
                  <a:pt x="1778484" y="73443"/>
                </a:lnTo>
                <a:lnTo>
                  <a:pt x="1925369" y="73443"/>
                </a:lnTo>
                <a:lnTo>
                  <a:pt x="1925369" y="36721"/>
                </a:lnTo>
                <a:close/>
                <a:moveTo>
                  <a:pt x="2035533" y="36721"/>
                </a:moveTo>
                <a:lnTo>
                  <a:pt x="2035533" y="73443"/>
                </a:lnTo>
                <a:lnTo>
                  <a:pt x="2182418" y="73443"/>
                </a:lnTo>
                <a:lnTo>
                  <a:pt x="2182418" y="36721"/>
                </a:lnTo>
                <a:lnTo>
                  <a:pt x="2035533" y="36721"/>
                </a:lnTo>
                <a:close/>
                <a:moveTo>
                  <a:pt x="2292582" y="36721"/>
                </a:moveTo>
                <a:lnTo>
                  <a:pt x="2292582" y="73443"/>
                </a:lnTo>
                <a:lnTo>
                  <a:pt x="2439467" y="73443"/>
                </a:lnTo>
                <a:lnTo>
                  <a:pt x="2439467" y="36721"/>
                </a:lnTo>
                <a:lnTo>
                  <a:pt x="2292582" y="36721"/>
                </a:lnTo>
                <a:close/>
                <a:moveTo>
                  <a:pt x="2696516" y="36721"/>
                </a:moveTo>
                <a:lnTo>
                  <a:pt x="2549631" y="36721"/>
                </a:lnTo>
                <a:lnTo>
                  <a:pt x="2549631" y="73443"/>
                </a:lnTo>
                <a:lnTo>
                  <a:pt x="2696516" y="73443"/>
                </a:lnTo>
                <a:lnTo>
                  <a:pt x="2696516" y="36721"/>
                </a:lnTo>
                <a:close/>
                <a:moveTo>
                  <a:pt x="2806680" y="36721"/>
                </a:moveTo>
                <a:lnTo>
                  <a:pt x="2806680" y="73443"/>
                </a:lnTo>
                <a:lnTo>
                  <a:pt x="2953565" y="73443"/>
                </a:lnTo>
                <a:lnTo>
                  <a:pt x="2953565" y="36721"/>
                </a:lnTo>
                <a:lnTo>
                  <a:pt x="2806680" y="36721"/>
                </a:lnTo>
                <a:close/>
                <a:moveTo>
                  <a:pt x="3063729" y="36721"/>
                </a:moveTo>
                <a:lnTo>
                  <a:pt x="3063729" y="73443"/>
                </a:lnTo>
                <a:lnTo>
                  <a:pt x="3210614" y="73443"/>
                </a:lnTo>
                <a:lnTo>
                  <a:pt x="3210614" y="36721"/>
                </a:lnTo>
                <a:lnTo>
                  <a:pt x="3063729" y="36721"/>
                </a:lnTo>
                <a:close/>
                <a:moveTo>
                  <a:pt x="3467663" y="36721"/>
                </a:moveTo>
                <a:lnTo>
                  <a:pt x="3320777" y="36721"/>
                </a:lnTo>
                <a:lnTo>
                  <a:pt x="3320777" y="73443"/>
                </a:lnTo>
                <a:lnTo>
                  <a:pt x="3467663" y="73443"/>
                </a:lnTo>
                <a:lnTo>
                  <a:pt x="3467663" y="36721"/>
                </a:lnTo>
                <a:close/>
                <a:moveTo>
                  <a:pt x="3577826" y="36721"/>
                </a:moveTo>
                <a:lnTo>
                  <a:pt x="3577826" y="73443"/>
                </a:lnTo>
                <a:lnTo>
                  <a:pt x="3724712" y="73443"/>
                </a:lnTo>
                <a:lnTo>
                  <a:pt x="3724712" y="36721"/>
                </a:lnTo>
                <a:lnTo>
                  <a:pt x="3577826" y="36721"/>
                </a:lnTo>
                <a:close/>
                <a:moveTo>
                  <a:pt x="3834875" y="36721"/>
                </a:moveTo>
                <a:lnTo>
                  <a:pt x="3834875" y="73443"/>
                </a:lnTo>
                <a:lnTo>
                  <a:pt x="3981760" y="73443"/>
                </a:lnTo>
                <a:lnTo>
                  <a:pt x="3981760" y="36721"/>
                </a:lnTo>
                <a:lnTo>
                  <a:pt x="3834875" y="36721"/>
                </a:lnTo>
                <a:close/>
                <a:moveTo>
                  <a:pt x="4238809" y="36721"/>
                </a:moveTo>
                <a:lnTo>
                  <a:pt x="4091924" y="36721"/>
                </a:lnTo>
                <a:lnTo>
                  <a:pt x="4091924" y="73443"/>
                </a:lnTo>
                <a:lnTo>
                  <a:pt x="4238809" y="73443"/>
                </a:lnTo>
                <a:lnTo>
                  <a:pt x="4238809" y="36721"/>
                </a:lnTo>
                <a:close/>
                <a:moveTo>
                  <a:pt x="4348973" y="36721"/>
                </a:moveTo>
                <a:lnTo>
                  <a:pt x="4348973" y="73443"/>
                </a:lnTo>
                <a:lnTo>
                  <a:pt x="4495858" y="73443"/>
                </a:lnTo>
                <a:lnTo>
                  <a:pt x="4495858" y="36721"/>
                </a:lnTo>
                <a:lnTo>
                  <a:pt x="4348973" y="36721"/>
                </a:lnTo>
                <a:close/>
                <a:moveTo>
                  <a:pt x="4606022" y="36721"/>
                </a:moveTo>
                <a:lnTo>
                  <a:pt x="4606022" y="73443"/>
                </a:lnTo>
                <a:lnTo>
                  <a:pt x="4752907" y="73443"/>
                </a:lnTo>
                <a:lnTo>
                  <a:pt x="4752907" y="36721"/>
                </a:lnTo>
                <a:lnTo>
                  <a:pt x="4606022" y="36721"/>
                </a:lnTo>
                <a:close/>
                <a:moveTo>
                  <a:pt x="4863071" y="36721"/>
                </a:moveTo>
                <a:lnTo>
                  <a:pt x="4863071" y="73443"/>
                </a:lnTo>
                <a:lnTo>
                  <a:pt x="5009956" y="73443"/>
                </a:lnTo>
                <a:lnTo>
                  <a:pt x="5009956" y="36721"/>
                </a:lnTo>
                <a:lnTo>
                  <a:pt x="4863071" y="36721"/>
                </a:lnTo>
                <a:close/>
                <a:moveTo>
                  <a:pt x="5120120" y="36721"/>
                </a:moveTo>
                <a:lnTo>
                  <a:pt x="5120120" y="73443"/>
                </a:lnTo>
                <a:lnTo>
                  <a:pt x="5267005" y="73443"/>
                </a:lnTo>
                <a:lnTo>
                  <a:pt x="5267005" y="36721"/>
                </a:lnTo>
                <a:lnTo>
                  <a:pt x="5120120" y="36721"/>
                </a:lnTo>
                <a:close/>
                <a:moveTo>
                  <a:pt x="5363438" y="197338"/>
                </a:moveTo>
                <a:lnTo>
                  <a:pt x="5400159" y="197338"/>
                </a:lnTo>
                <a:lnTo>
                  <a:pt x="5400159" y="36721"/>
                </a:lnTo>
                <a:lnTo>
                  <a:pt x="5377169" y="36721"/>
                </a:lnTo>
                <a:lnTo>
                  <a:pt x="5377169" y="68813"/>
                </a:lnTo>
                <a:lnTo>
                  <a:pt x="5363438" y="55082"/>
                </a:lnTo>
                <a:lnTo>
                  <a:pt x="5363438" y="197338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BCC50-BD6A-4D79-92E9-FEBCE854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686" y="2695385"/>
            <a:ext cx="5416717" cy="1022555"/>
          </a:xfrm>
          <a:custGeom xmlns:a="http://schemas.openxmlformats.org/drawingml/2006/main">
            <a:pathLst>
              <a:path w="5416717" h="1022555">
                <a:moveTo>
                  <a:pt x="196655" y="985834"/>
                </a:moveTo>
                <a:lnTo>
                  <a:pt x="196655" y="949113"/>
                </a:lnTo>
                <a:lnTo>
                  <a:pt x="110164" y="949113"/>
                </a:lnTo>
                <a:lnTo>
                  <a:pt x="110164" y="912392"/>
                </a:lnTo>
                <a:lnTo>
                  <a:pt x="0" y="967474"/>
                </a:lnTo>
                <a:lnTo>
                  <a:pt x="110164" y="1022555"/>
                </a:lnTo>
                <a:lnTo>
                  <a:pt x="110164" y="985834"/>
                </a:lnTo>
                <a:lnTo>
                  <a:pt x="196655" y="985834"/>
                </a:lnTo>
                <a:close/>
                <a:moveTo>
                  <a:pt x="453704" y="949113"/>
                </a:moveTo>
                <a:lnTo>
                  <a:pt x="306819" y="949113"/>
                </a:lnTo>
                <a:lnTo>
                  <a:pt x="306819" y="985834"/>
                </a:lnTo>
                <a:lnTo>
                  <a:pt x="453704" y="985834"/>
                </a:lnTo>
                <a:lnTo>
                  <a:pt x="453704" y="949113"/>
                </a:lnTo>
                <a:close/>
                <a:moveTo>
                  <a:pt x="710753" y="985834"/>
                </a:moveTo>
                <a:lnTo>
                  <a:pt x="710753" y="949113"/>
                </a:lnTo>
                <a:lnTo>
                  <a:pt x="563867" y="949113"/>
                </a:lnTo>
                <a:lnTo>
                  <a:pt x="563867" y="985834"/>
                </a:lnTo>
                <a:lnTo>
                  <a:pt x="710753" y="985834"/>
                </a:lnTo>
                <a:close/>
                <a:moveTo>
                  <a:pt x="967802" y="949113"/>
                </a:moveTo>
                <a:lnTo>
                  <a:pt x="820916" y="949113"/>
                </a:lnTo>
                <a:lnTo>
                  <a:pt x="820916" y="985834"/>
                </a:lnTo>
                <a:lnTo>
                  <a:pt x="967802" y="985834"/>
                </a:lnTo>
                <a:lnTo>
                  <a:pt x="967802" y="949113"/>
                </a:lnTo>
                <a:close/>
                <a:moveTo>
                  <a:pt x="1224850" y="949113"/>
                </a:moveTo>
                <a:lnTo>
                  <a:pt x="1077965" y="949113"/>
                </a:lnTo>
                <a:lnTo>
                  <a:pt x="1077965" y="985834"/>
                </a:lnTo>
                <a:lnTo>
                  <a:pt x="1224850" y="985834"/>
                </a:lnTo>
                <a:lnTo>
                  <a:pt x="1224850" y="949113"/>
                </a:lnTo>
                <a:close/>
                <a:moveTo>
                  <a:pt x="1481899" y="985834"/>
                </a:moveTo>
                <a:lnTo>
                  <a:pt x="1481899" y="949113"/>
                </a:lnTo>
                <a:lnTo>
                  <a:pt x="1335014" y="949113"/>
                </a:lnTo>
                <a:lnTo>
                  <a:pt x="1335014" y="985834"/>
                </a:lnTo>
                <a:lnTo>
                  <a:pt x="1481899" y="985834"/>
                </a:lnTo>
                <a:close/>
                <a:moveTo>
                  <a:pt x="1738948" y="949113"/>
                </a:moveTo>
                <a:lnTo>
                  <a:pt x="1592063" y="949113"/>
                </a:lnTo>
                <a:lnTo>
                  <a:pt x="1592063" y="985834"/>
                </a:lnTo>
                <a:lnTo>
                  <a:pt x="1738948" y="985834"/>
                </a:lnTo>
                <a:lnTo>
                  <a:pt x="1738948" y="949113"/>
                </a:lnTo>
                <a:close/>
                <a:moveTo>
                  <a:pt x="1995997" y="949113"/>
                </a:moveTo>
                <a:lnTo>
                  <a:pt x="1849112" y="949113"/>
                </a:lnTo>
                <a:lnTo>
                  <a:pt x="1849112" y="985834"/>
                </a:lnTo>
                <a:lnTo>
                  <a:pt x="1995997" y="985834"/>
                </a:lnTo>
                <a:lnTo>
                  <a:pt x="1995997" y="949113"/>
                </a:lnTo>
                <a:close/>
                <a:moveTo>
                  <a:pt x="2253046" y="949113"/>
                </a:moveTo>
                <a:lnTo>
                  <a:pt x="2106161" y="949113"/>
                </a:lnTo>
                <a:lnTo>
                  <a:pt x="2106161" y="985834"/>
                </a:lnTo>
                <a:lnTo>
                  <a:pt x="2253046" y="985834"/>
                </a:lnTo>
                <a:lnTo>
                  <a:pt x="2253046" y="949113"/>
                </a:lnTo>
                <a:close/>
                <a:moveTo>
                  <a:pt x="2510095" y="949113"/>
                </a:moveTo>
                <a:lnTo>
                  <a:pt x="2363210" y="949113"/>
                </a:lnTo>
                <a:lnTo>
                  <a:pt x="2363210" y="985834"/>
                </a:lnTo>
                <a:lnTo>
                  <a:pt x="2510095" y="985834"/>
                </a:lnTo>
                <a:lnTo>
                  <a:pt x="2510095" y="949113"/>
                </a:lnTo>
                <a:close/>
                <a:moveTo>
                  <a:pt x="2767144" y="949113"/>
                </a:moveTo>
                <a:lnTo>
                  <a:pt x="2620259" y="949113"/>
                </a:lnTo>
                <a:lnTo>
                  <a:pt x="2620259" y="985834"/>
                </a:lnTo>
                <a:lnTo>
                  <a:pt x="2767144" y="985834"/>
                </a:lnTo>
                <a:lnTo>
                  <a:pt x="2767144" y="949113"/>
                </a:lnTo>
                <a:close/>
                <a:moveTo>
                  <a:pt x="3024193" y="949113"/>
                </a:moveTo>
                <a:lnTo>
                  <a:pt x="2877308" y="949113"/>
                </a:lnTo>
                <a:lnTo>
                  <a:pt x="2877308" y="985834"/>
                </a:lnTo>
                <a:lnTo>
                  <a:pt x="3024193" y="985834"/>
                </a:lnTo>
                <a:lnTo>
                  <a:pt x="3024193" y="949113"/>
                </a:lnTo>
                <a:close/>
                <a:moveTo>
                  <a:pt x="5379995" y="0"/>
                </a:moveTo>
                <a:lnTo>
                  <a:pt x="5379995" y="146885"/>
                </a:lnTo>
                <a:lnTo>
                  <a:pt x="5416717" y="146885"/>
                </a:lnTo>
                <a:lnTo>
                  <a:pt x="5416717" y="0"/>
                </a:lnTo>
                <a:lnTo>
                  <a:pt x="5379995" y="0"/>
                </a:lnTo>
                <a:close/>
                <a:moveTo>
                  <a:pt x="5379995" y="257049"/>
                </a:moveTo>
                <a:lnTo>
                  <a:pt x="5379995" y="403934"/>
                </a:lnTo>
                <a:lnTo>
                  <a:pt x="5416717" y="403934"/>
                </a:lnTo>
                <a:lnTo>
                  <a:pt x="5416717" y="257049"/>
                </a:lnTo>
                <a:lnTo>
                  <a:pt x="5379995" y="257049"/>
                </a:lnTo>
                <a:close/>
                <a:moveTo>
                  <a:pt x="5379995" y="514098"/>
                </a:moveTo>
                <a:lnTo>
                  <a:pt x="5379995" y="660983"/>
                </a:lnTo>
                <a:lnTo>
                  <a:pt x="5416717" y="660983"/>
                </a:lnTo>
                <a:lnTo>
                  <a:pt x="5416717" y="514098"/>
                </a:lnTo>
                <a:lnTo>
                  <a:pt x="5379995" y="514098"/>
                </a:lnTo>
                <a:close/>
                <a:moveTo>
                  <a:pt x="5379995" y="771147"/>
                </a:moveTo>
                <a:lnTo>
                  <a:pt x="5379995" y="918032"/>
                </a:lnTo>
                <a:lnTo>
                  <a:pt x="5416717" y="918032"/>
                </a:lnTo>
                <a:lnTo>
                  <a:pt x="5416717" y="771147"/>
                </a:lnTo>
                <a:lnTo>
                  <a:pt x="5379995" y="771147"/>
                </a:lnTo>
                <a:close/>
                <a:moveTo>
                  <a:pt x="3281242" y="949113"/>
                </a:moveTo>
                <a:lnTo>
                  <a:pt x="3134357" y="949113"/>
                </a:lnTo>
                <a:lnTo>
                  <a:pt x="3134357" y="985834"/>
                </a:lnTo>
                <a:lnTo>
                  <a:pt x="3281242" y="985834"/>
                </a:lnTo>
                <a:lnTo>
                  <a:pt x="3281242" y="949113"/>
                </a:lnTo>
                <a:close/>
                <a:moveTo>
                  <a:pt x="3538291" y="949113"/>
                </a:moveTo>
                <a:lnTo>
                  <a:pt x="3391406" y="949113"/>
                </a:lnTo>
                <a:lnTo>
                  <a:pt x="3391406" y="985834"/>
                </a:lnTo>
                <a:lnTo>
                  <a:pt x="3538291" y="985834"/>
                </a:lnTo>
                <a:lnTo>
                  <a:pt x="3538291" y="949113"/>
                </a:lnTo>
                <a:close/>
                <a:moveTo>
                  <a:pt x="3795340" y="985834"/>
                </a:moveTo>
                <a:lnTo>
                  <a:pt x="3795340" y="949113"/>
                </a:lnTo>
                <a:lnTo>
                  <a:pt x="3648455" y="949113"/>
                </a:lnTo>
                <a:lnTo>
                  <a:pt x="3648455" y="985834"/>
                </a:lnTo>
                <a:lnTo>
                  <a:pt x="3795340" y="985834"/>
                </a:lnTo>
                <a:close/>
                <a:moveTo>
                  <a:pt x="4052389" y="949113"/>
                </a:moveTo>
                <a:lnTo>
                  <a:pt x="3905504" y="949113"/>
                </a:lnTo>
                <a:lnTo>
                  <a:pt x="3905504" y="985834"/>
                </a:lnTo>
                <a:lnTo>
                  <a:pt x="4052389" y="985834"/>
                </a:lnTo>
                <a:lnTo>
                  <a:pt x="4052389" y="949113"/>
                </a:lnTo>
                <a:close/>
                <a:moveTo>
                  <a:pt x="4309438" y="949113"/>
                </a:moveTo>
                <a:lnTo>
                  <a:pt x="4162553" y="949113"/>
                </a:lnTo>
                <a:lnTo>
                  <a:pt x="4162553" y="985834"/>
                </a:lnTo>
                <a:lnTo>
                  <a:pt x="4309438" y="985834"/>
                </a:lnTo>
                <a:lnTo>
                  <a:pt x="4309438" y="949113"/>
                </a:lnTo>
                <a:close/>
                <a:moveTo>
                  <a:pt x="4566487" y="949113"/>
                </a:moveTo>
                <a:lnTo>
                  <a:pt x="4419602" y="949113"/>
                </a:lnTo>
                <a:lnTo>
                  <a:pt x="4419602" y="985834"/>
                </a:lnTo>
                <a:lnTo>
                  <a:pt x="4566487" y="985834"/>
                </a:lnTo>
                <a:lnTo>
                  <a:pt x="4566487" y="949113"/>
                </a:lnTo>
                <a:close/>
                <a:moveTo>
                  <a:pt x="4823536" y="949113"/>
                </a:moveTo>
                <a:lnTo>
                  <a:pt x="4676651" y="949113"/>
                </a:lnTo>
                <a:lnTo>
                  <a:pt x="4676651" y="985834"/>
                </a:lnTo>
                <a:lnTo>
                  <a:pt x="4823536" y="985834"/>
                </a:lnTo>
                <a:lnTo>
                  <a:pt x="4823536" y="949113"/>
                </a:lnTo>
                <a:close/>
                <a:moveTo>
                  <a:pt x="5080585" y="949113"/>
                </a:moveTo>
                <a:lnTo>
                  <a:pt x="4933700" y="949113"/>
                </a:lnTo>
                <a:lnTo>
                  <a:pt x="4933700" y="985834"/>
                </a:lnTo>
                <a:lnTo>
                  <a:pt x="5080585" y="985834"/>
                </a:lnTo>
                <a:lnTo>
                  <a:pt x="5080585" y="949113"/>
                </a:lnTo>
                <a:close/>
                <a:moveTo>
                  <a:pt x="5337634" y="949113"/>
                </a:moveTo>
                <a:lnTo>
                  <a:pt x="5190749" y="949113"/>
                </a:lnTo>
                <a:lnTo>
                  <a:pt x="5190749" y="985834"/>
                </a:lnTo>
                <a:lnTo>
                  <a:pt x="5337634" y="985834"/>
                </a:lnTo>
                <a:lnTo>
                  <a:pt x="5337634" y="949113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MarketDynamics">
            <a:extLst xmlns:a="http://schemas.openxmlformats.org/drawingml/2006/main">
              <a:ext uri="{FF2B5EF4-FFF2-40B4-BE49-F238E27FC236}">
                <a16:creationId xmlns:a16="http://schemas.microsoft.com/office/drawing/2014/main" id="{A7400F0A-5C14-4B72-90F7-B9ED5F59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01" y="1317376"/>
            <a:ext cx="1590068" cy="199636"/>
          </a:xfrm>
          <a:custGeom xmlns:a="http://schemas.openxmlformats.org/drawingml/2006/main">
            <a:pathLst>
              <a:path w="1590068" h="199636">
                <a:moveTo>
                  <a:pt x="159777" y="155348"/>
                </a:moveTo>
                <a:cubicBezTo>
                  <a:pt x="159777" y="155954"/>
                  <a:pt x="159626" y="156484"/>
                  <a:pt x="159323" y="156938"/>
                </a:cubicBezTo>
                <a:cubicBezTo>
                  <a:pt x="159020" y="157392"/>
                  <a:pt x="158490" y="157752"/>
                  <a:pt x="157733" y="158017"/>
                </a:cubicBezTo>
                <a:cubicBezTo>
                  <a:pt x="156976" y="158282"/>
                  <a:pt x="156011" y="158509"/>
                  <a:pt x="154837" y="158698"/>
                </a:cubicBezTo>
                <a:cubicBezTo>
                  <a:pt x="153664" y="158887"/>
                  <a:pt x="152131" y="158982"/>
                  <a:pt x="150238" y="158982"/>
                </a:cubicBezTo>
                <a:cubicBezTo>
                  <a:pt x="148497" y="158982"/>
                  <a:pt x="147002" y="158887"/>
                  <a:pt x="145753" y="158698"/>
                </a:cubicBezTo>
                <a:cubicBezTo>
                  <a:pt x="144503" y="158509"/>
                  <a:pt x="143519" y="158282"/>
                  <a:pt x="142800" y="158017"/>
                </a:cubicBezTo>
                <a:cubicBezTo>
                  <a:pt x="142081" y="157752"/>
                  <a:pt x="141570" y="157392"/>
                  <a:pt x="141267" y="156938"/>
                </a:cubicBezTo>
                <a:cubicBezTo>
                  <a:pt x="140964" y="156484"/>
                  <a:pt x="140813" y="155954"/>
                  <a:pt x="140813" y="155348"/>
                </a:cubicBezTo>
                <a:lnTo>
                  <a:pt x="140813" y="27368"/>
                </a:lnTo>
                <a:lnTo>
                  <a:pt x="140586" y="27368"/>
                </a:lnTo>
                <a:lnTo>
                  <a:pt x="88235" y="155916"/>
                </a:lnTo>
                <a:cubicBezTo>
                  <a:pt x="88008" y="156446"/>
                  <a:pt x="87686" y="156900"/>
                  <a:pt x="87270" y="157279"/>
                </a:cubicBezTo>
                <a:cubicBezTo>
                  <a:pt x="86853" y="157657"/>
                  <a:pt x="86248" y="157979"/>
                  <a:pt x="85453" y="158244"/>
                </a:cubicBezTo>
                <a:cubicBezTo>
                  <a:pt x="84658" y="158509"/>
                  <a:pt x="83712" y="158698"/>
                  <a:pt x="82614" y="158812"/>
                </a:cubicBezTo>
                <a:cubicBezTo>
                  <a:pt x="81516" y="158925"/>
                  <a:pt x="80210" y="158982"/>
                  <a:pt x="78696" y="158982"/>
                </a:cubicBezTo>
                <a:cubicBezTo>
                  <a:pt x="77106" y="158982"/>
                  <a:pt x="75744" y="158906"/>
                  <a:pt x="74608" y="158755"/>
                </a:cubicBezTo>
                <a:cubicBezTo>
                  <a:pt x="73472" y="158604"/>
                  <a:pt x="72526" y="158395"/>
                  <a:pt x="71769" y="158130"/>
                </a:cubicBezTo>
                <a:cubicBezTo>
                  <a:pt x="71012" y="157865"/>
                  <a:pt x="70425" y="157544"/>
                  <a:pt x="70009" y="157165"/>
                </a:cubicBezTo>
                <a:cubicBezTo>
                  <a:pt x="69593" y="156787"/>
                  <a:pt x="69309" y="156370"/>
                  <a:pt x="69157" y="155916"/>
                </a:cubicBezTo>
                <a:lnTo>
                  <a:pt x="19078" y="27368"/>
                </a:lnTo>
                <a:lnTo>
                  <a:pt x="18964" y="27368"/>
                </a:lnTo>
                <a:lnTo>
                  <a:pt x="18964" y="155348"/>
                </a:lnTo>
                <a:cubicBezTo>
                  <a:pt x="18964" y="155954"/>
                  <a:pt x="18813" y="156484"/>
                  <a:pt x="18510" y="156938"/>
                </a:cubicBezTo>
                <a:cubicBezTo>
                  <a:pt x="18207" y="157392"/>
                  <a:pt x="17677" y="157752"/>
                  <a:pt x="16920" y="158017"/>
                </a:cubicBezTo>
                <a:cubicBezTo>
                  <a:pt x="16163" y="158282"/>
                  <a:pt x="15179" y="158509"/>
                  <a:pt x="13968" y="158698"/>
                </a:cubicBezTo>
                <a:cubicBezTo>
                  <a:pt x="12756" y="158887"/>
                  <a:pt x="11204" y="158982"/>
                  <a:pt x="9312" y="158982"/>
                </a:cubicBezTo>
                <a:cubicBezTo>
                  <a:pt x="7495" y="158982"/>
                  <a:pt x="5981" y="158887"/>
                  <a:pt x="4769" y="158698"/>
                </a:cubicBezTo>
                <a:cubicBezTo>
                  <a:pt x="3558" y="158509"/>
                  <a:pt x="2593" y="158282"/>
                  <a:pt x="1874" y="158017"/>
                </a:cubicBezTo>
                <a:cubicBezTo>
                  <a:pt x="1155" y="157752"/>
                  <a:pt x="662" y="157392"/>
                  <a:pt x="397" y="156938"/>
                </a:cubicBezTo>
                <a:cubicBezTo>
                  <a:pt x="132" y="156484"/>
                  <a:pt x="0" y="155954"/>
                  <a:pt x="0" y="155348"/>
                </a:cubicBezTo>
                <a:lnTo>
                  <a:pt x="0" y="20213"/>
                </a:lnTo>
                <a:cubicBezTo>
                  <a:pt x="0" y="17034"/>
                  <a:pt x="833" y="14763"/>
                  <a:pt x="2498" y="13400"/>
                </a:cubicBezTo>
                <a:cubicBezTo>
                  <a:pt x="4164" y="12037"/>
                  <a:pt x="6019" y="11356"/>
                  <a:pt x="8063" y="11356"/>
                </a:cubicBezTo>
                <a:lnTo>
                  <a:pt x="19873" y="11356"/>
                </a:lnTo>
                <a:cubicBezTo>
                  <a:pt x="22295" y="11356"/>
                  <a:pt x="24415" y="11583"/>
                  <a:pt x="26232" y="12037"/>
                </a:cubicBezTo>
                <a:cubicBezTo>
                  <a:pt x="28049" y="12491"/>
                  <a:pt x="29639" y="13211"/>
                  <a:pt x="31002" y="14195"/>
                </a:cubicBezTo>
                <a:cubicBezTo>
                  <a:pt x="32364" y="15179"/>
                  <a:pt x="33500" y="16428"/>
                  <a:pt x="34408" y="17942"/>
                </a:cubicBezTo>
                <a:cubicBezTo>
                  <a:pt x="35317" y="19456"/>
                  <a:pt x="36112" y="21235"/>
                  <a:pt x="36793" y="23280"/>
                </a:cubicBezTo>
                <a:lnTo>
                  <a:pt x="79377" y="129684"/>
                </a:lnTo>
                <a:lnTo>
                  <a:pt x="79945" y="129684"/>
                </a:lnTo>
                <a:lnTo>
                  <a:pt x="124233" y="23620"/>
                </a:lnTo>
                <a:cubicBezTo>
                  <a:pt x="125066" y="21349"/>
                  <a:pt x="125974" y="19419"/>
                  <a:pt x="126959" y="17829"/>
                </a:cubicBezTo>
                <a:cubicBezTo>
                  <a:pt x="127943" y="16239"/>
                  <a:pt x="129022" y="14971"/>
                  <a:pt x="130195" y="14025"/>
                </a:cubicBezTo>
                <a:cubicBezTo>
                  <a:pt x="131368" y="13078"/>
                  <a:pt x="132674" y="12397"/>
                  <a:pt x="134113" y="11980"/>
                </a:cubicBezTo>
                <a:cubicBezTo>
                  <a:pt x="135551" y="11564"/>
                  <a:pt x="137217" y="11356"/>
                  <a:pt x="139109" y="11356"/>
                </a:cubicBezTo>
                <a:lnTo>
                  <a:pt x="151487" y="11356"/>
                </a:lnTo>
                <a:cubicBezTo>
                  <a:pt x="152623" y="11356"/>
                  <a:pt x="153702" y="11526"/>
                  <a:pt x="154724" y="11867"/>
                </a:cubicBezTo>
                <a:cubicBezTo>
                  <a:pt x="155746" y="12208"/>
                  <a:pt x="156616" y="12737"/>
                  <a:pt x="157335" y="13457"/>
                </a:cubicBezTo>
                <a:cubicBezTo>
                  <a:pt x="158055" y="14176"/>
                  <a:pt x="158641" y="15084"/>
                  <a:pt x="159096" y="16182"/>
                </a:cubicBezTo>
                <a:cubicBezTo>
                  <a:pt x="159550" y="17280"/>
                  <a:pt x="159777" y="18624"/>
                  <a:pt x="159777" y="20213"/>
                </a:cubicBezTo>
                <a:lnTo>
                  <a:pt x="159777" y="155348"/>
                </a:lnTo>
                <a:close/>
                <a:moveTo>
                  <a:pt x="270681" y="155575"/>
                </a:moveTo>
                <a:cubicBezTo>
                  <a:pt x="270681" y="156484"/>
                  <a:pt x="270378" y="157165"/>
                  <a:pt x="269772" y="157619"/>
                </a:cubicBezTo>
                <a:cubicBezTo>
                  <a:pt x="269167" y="158074"/>
                  <a:pt x="268334" y="158414"/>
                  <a:pt x="267274" y="158641"/>
                </a:cubicBezTo>
                <a:cubicBezTo>
                  <a:pt x="266214" y="158869"/>
                  <a:pt x="264662" y="158982"/>
                  <a:pt x="262618" y="158982"/>
                </a:cubicBezTo>
                <a:cubicBezTo>
                  <a:pt x="260650" y="158982"/>
                  <a:pt x="259079" y="158869"/>
                  <a:pt x="257905" y="158641"/>
                </a:cubicBezTo>
                <a:cubicBezTo>
                  <a:pt x="256732" y="158414"/>
                  <a:pt x="255880" y="158074"/>
                  <a:pt x="255350" y="157619"/>
                </a:cubicBezTo>
                <a:cubicBezTo>
                  <a:pt x="254820" y="157165"/>
                  <a:pt x="254555" y="156484"/>
                  <a:pt x="254555" y="155575"/>
                </a:cubicBezTo>
                <a:lnTo>
                  <a:pt x="254555" y="145355"/>
                </a:lnTo>
                <a:cubicBezTo>
                  <a:pt x="250089" y="150125"/>
                  <a:pt x="245111" y="153853"/>
                  <a:pt x="239622" y="156541"/>
                </a:cubicBezTo>
                <a:cubicBezTo>
                  <a:pt x="234134" y="159228"/>
                  <a:pt x="228323" y="160572"/>
                  <a:pt x="222191" y="160572"/>
                </a:cubicBezTo>
                <a:cubicBezTo>
                  <a:pt x="216816" y="160572"/>
                  <a:pt x="211952" y="159869"/>
                  <a:pt x="207599" y="158464"/>
                </a:cubicBezTo>
                <a:cubicBezTo>
                  <a:pt x="203246" y="157059"/>
                  <a:pt x="199536" y="155026"/>
                  <a:pt x="196470" y="152367"/>
                </a:cubicBezTo>
                <a:cubicBezTo>
                  <a:pt x="193404" y="149708"/>
                  <a:pt x="191019" y="146442"/>
                  <a:pt x="189316" y="142569"/>
                </a:cubicBezTo>
                <a:cubicBezTo>
                  <a:pt x="187613" y="138694"/>
                  <a:pt x="186761" y="134287"/>
                  <a:pt x="186761" y="129347"/>
                </a:cubicBezTo>
                <a:cubicBezTo>
                  <a:pt x="186761" y="123574"/>
                  <a:pt x="187934" y="118561"/>
                  <a:pt x="190281" y="114307"/>
                </a:cubicBezTo>
                <a:cubicBezTo>
                  <a:pt x="192628" y="110051"/>
                  <a:pt x="195997" y="106518"/>
                  <a:pt x="200388" y="103707"/>
                </a:cubicBezTo>
                <a:cubicBezTo>
                  <a:pt x="204779" y="100897"/>
                  <a:pt x="210154" y="98789"/>
                  <a:pt x="216513" y="97384"/>
                </a:cubicBezTo>
                <a:cubicBezTo>
                  <a:pt x="222873" y="95978"/>
                  <a:pt x="230027" y="95276"/>
                  <a:pt x="237976" y="95276"/>
                </a:cubicBezTo>
                <a:lnTo>
                  <a:pt x="252057" y="95276"/>
                </a:lnTo>
                <a:lnTo>
                  <a:pt x="252057" y="87355"/>
                </a:lnTo>
                <a:cubicBezTo>
                  <a:pt x="252057" y="83432"/>
                  <a:pt x="251641" y="79963"/>
                  <a:pt x="250808" y="76947"/>
                </a:cubicBezTo>
                <a:cubicBezTo>
                  <a:pt x="249975" y="73928"/>
                  <a:pt x="248631" y="71419"/>
                  <a:pt x="246777" y="69420"/>
                </a:cubicBezTo>
                <a:cubicBezTo>
                  <a:pt x="244922" y="67421"/>
                  <a:pt x="242518" y="65913"/>
                  <a:pt x="239566" y="64895"/>
                </a:cubicBezTo>
                <a:cubicBezTo>
                  <a:pt x="236613" y="63876"/>
                  <a:pt x="232979" y="63366"/>
                  <a:pt x="228664" y="63366"/>
                </a:cubicBezTo>
                <a:cubicBezTo>
                  <a:pt x="224046" y="63366"/>
                  <a:pt x="219901" y="63909"/>
                  <a:pt x="216229" y="64995"/>
                </a:cubicBezTo>
                <a:cubicBezTo>
                  <a:pt x="212558" y="66080"/>
                  <a:pt x="209340" y="67279"/>
                  <a:pt x="206577" y="68589"/>
                </a:cubicBezTo>
                <a:cubicBezTo>
                  <a:pt x="203814" y="69900"/>
                  <a:pt x="201505" y="71098"/>
                  <a:pt x="199650" y="72184"/>
                </a:cubicBezTo>
                <a:cubicBezTo>
                  <a:pt x="197795" y="73270"/>
                  <a:pt x="196413" y="73813"/>
                  <a:pt x="195505" y="73813"/>
                </a:cubicBezTo>
                <a:cubicBezTo>
                  <a:pt x="194899" y="73813"/>
                  <a:pt x="194369" y="73662"/>
                  <a:pt x="193915" y="73359"/>
                </a:cubicBezTo>
                <a:cubicBezTo>
                  <a:pt x="193461" y="73056"/>
                  <a:pt x="193063" y="72602"/>
                  <a:pt x="192723" y="71996"/>
                </a:cubicBezTo>
                <a:cubicBezTo>
                  <a:pt x="192382" y="71391"/>
                  <a:pt x="192136" y="70615"/>
                  <a:pt x="191985" y="69668"/>
                </a:cubicBezTo>
                <a:cubicBezTo>
                  <a:pt x="191833" y="68722"/>
                  <a:pt x="191757" y="67681"/>
                  <a:pt x="191757" y="66545"/>
                </a:cubicBezTo>
                <a:cubicBezTo>
                  <a:pt x="191757" y="64653"/>
                  <a:pt x="191890" y="63158"/>
                  <a:pt x="192155" y="62060"/>
                </a:cubicBezTo>
                <a:cubicBezTo>
                  <a:pt x="192420" y="60962"/>
                  <a:pt x="193063" y="59921"/>
                  <a:pt x="194085" y="58937"/>
                </a:cubicBezTo>
                <a:cubicBezTo>
                  <a:pt x="195107" y="57953"/>
                  <a:pt x="196868" y="56807"/>
                  <a:pt x="199366" y="55498"/>
                </a:cubicBezTo>
                <a:cubicBezTo>
                  <a:pt x="201864" y="54188"/>
                  <a:pt x="204741" y="52990"/>
                  <a:pt x="207996" y="51907"/>
                </a:cubicBezTo>
                <a:cubicBezTo>
                  <a:pt x="211252" y="50823"/>
                  <a:pt x="214810" y="49927"/>
                  <a:pt x="218671" y="49217"/>
                </a:cubicBezTo>
                <a:cubicBezTo>
                  <a:pt x="222532" y="48505"/>
                  <a:pt x="226431" y="48149"/>
                  <a:pt x="230367" y="48149"/>
                </a:cubicBezTo>
                <a:cubicBezTo>
                  <a:pt x="237711" y="48149"/>
                  <a:pt x="243957" y="48982"/>
                  <a:pt x="249105" y="50647"/>
                </a:cubicBezTo>
                <a:cubicBezTo>
                  <a:pt x="254253" y="52313"/>
                  <a:pt x="258416" y="54754"/>
                  <a:pt x="261596" y="57972"/>
                </a:cubicBezTo>
                <a:cubicBezTo>
                  <a:pt x="264776" y="61189"/>
                  <a:pt x="267085" y="65183"/>
                  <a:pt x="268523" y="69952"/>
                </a:cubicBezTo>
                <a:cubicBezTo>
                  <a:pt x="269962" y="74722"/>
                  <a:pt x="270681" y="80286"/>
                  <a:pt x="270681" y="86645"/>
                </a:cubicBezTo>
                <a:lnTo>
                  <a:pt x="270681" y="155575"/>
                </a:lnTo>
                <a:moveTo>
                  <a:pt x="252057" y="108789"/>
                </a:moveTo>
                <a:lnTo>
                  <a:pt x="236045" y="108789"/>
                </a:lnTo>
                <a:cubicBezTo>
                  <a:pt x="230897" y="108789"/>
                  <a:pt x="226431" y="109228"/>
                  <a:pt x="222645" y="110106"/>
                </a:cubicBezTo>
                <a:cubicBezTo>
                  <a:pt x="218860" y="110981"/>
                  <a:pt x="215718" y="112275"/>
                  <a:pt x="213220" y="113988"/>
                </a:cubicBezTo>
                <a:cubicBezTo>
                  <a:pt x="210722" y="115701"/>
                  <a:pt x="208886" y="117758"/>
                  <a:pt x="207712" y="120159"/>
                </a:cubicBezTo>
                <a:cubicBezTo>
                  <a:pt x="206539" y="122558"/>
                  <a:pt x="205952" y="125319"/>
                  <a:pt x="205952" y="128442"/>
                </a:cubicBezTo>
                <a:cubicBezTo>
                  <a:pt x="205952" y="133774"/>
                  <a:pt x="207637" y="138021"/>
                  <a:pt x="211006" y="141182"/>
                </a:cubicBezTo>
                <a:cubicBezTo>
                  <a:pt x="214375" y="144342"/>
                  <a:pt x="219087" y="145923"/>
                  <a:pt x="225144" y="145923"/>
                </a:cubicBezTo>
                <a:cubicBezTo>
                  <a:pt x="230065" y="145923"/>
                  <a:pt x="234626" y="144667"/>
                  <a:pt x="238828" y="142154"/>
                </a:cubicBezTo>
                <a:cubicBezTo>
                  <a:pt x="243029" y="139639"/>
                  <a:pt x="247439" y="135792"/>
                  <a:pt x="252057" y="130614"/>
                </a:cubicBezTo>
                <a:lnTo>
                  <a:pt x="252057" y="108789"/>
                </a:lnTo>
                <a:close/>
                <a:moveTo>
                  <a:pt x="363680" y="59959"/>
                </a:moveTo>
                <a:cubicBezTo>
                  <a:pt x="363680" y="61624"/>
                  <a:pt x="363642" y="63025"/>
                  <a:pt x="363567" y="64161"/>
                </a:cubicBezTo>
                <a:cubicBezTo>
                  <a:pt x="363491" y="65296"/>
                  <a:pt x="363340" y="66186"/>
                  <a:pt x="363113" y="66829"/>
                </a:cubicBezTo>
                <a:cubicBezTo>
                  <a:pt x="362885" y="67473"/>
                  <a:pt x="362602" y="67965"/>
                  <a:pt x="362261" y="68306"/>
                </a:cubicBezTo>
                <a:cubicBezTo>
                  <a:pt x="361920" y="68646"/>
                  <a:pt x="361447" y="68817"/>
                  <a:pt x="360841" y="68817"/>
                </a:cubicBezTo>
                <a:cubicBezTo>
                  <a:pt x="360236" y="68817"/>
                  <a:pt x="359498" y="68646"/>
                  <a:pt x="358627" y="68306"/>
                </a:cubicBezTo>
                <a:cubicBezTo>
                  <a:pt x="357756" y="67965"/>
                  <a:pt x="356772" y="67624"/>
                  <a:pt x="355674" y="67283"/>
                </a:cubicBezTo>
                <a:cubicBezTo>
                  <a:pt x="354577" y="66943"/>
                  <a:pt x="353347" y="66621"/>
                  <a:pt x="351984" y="66318"/>
                </a:cubicBezTo>
                <a:cubicBezTo>
                  <a:pt x="350621" y="66015"/>
                  <a:pt x="349145" y="65864"/>
                  <a:pt x="347555" y="65864"/>
                </a:cubicBezTo>
                <a:cubicBezTo>
                  <a:pt x="345662" y="65864"/>
                  <a:pt x="343808" y="66243"/>
                  <a:pt x="341991" y="67000"/>
                </a:cubicBezTo>
                <a:cubicBezTo>
                  <a:pt x="340174" y="67757"/>
                  <a:pt x="338262" y="69006"/>
                  <a:pt x="336256" y="70747"/>
                </a:cubicBezTo>
                <a:cubicBezTo>
                  <a:pt x="334250" y="72488"/>
                  <a:pt x="332149" y="74797"/>
                  <a:pt x="329953" y="77674"/>
                </a:cubicBezTo>
                <a:cubicBezTo>
                  <a:pt x="327758" y="80551"/>
                  <a:pt x="325335" y="84071"/>
                  <a:pt x="322686" y="88235"/>
                </a:cubicBezTo>
                <a:lnTo>
                  <a:pt x="322686" y="155462"/>
                </a:lnTo>
                <a:cubicBezTo>
                  <a:pt x="322686" y="156067"/>
                  <a:pt x="322534" y="156578"/>
                  <a:pt x="322231" y="156995"/>
                </a:cubicBezTo>
                <a:cubicBezTo>
                  <a:pt x="321929" y="157411"/>
                  <a:pt x="321437" y="157771"/>
                  <a:pt x="320755" y="158074"/>
                </a:cubicBezTo>
                <a:cubicBezTo>
                  <a:pt x="320074" y="158376"/>
                  <a:pt x="319128" y="158604"/>
                  <a:pt x="317916" y="158755"/>
                </a:cubicBezTo>
                <a:cubicBezTo>
                  <a:pt x="316705" y="158906"/>
                  <a:pt x="315153" y="158982"/>
                  <a:pt x="313260" y="158982"/>
                </a:cubicBezTo>
                <a:cubicBezTo>
                  <a:pt x="311443" y="158982"/>
                  <a:pt x="309929" y="158906"/>
                  <a:pt x="308718" y="158755"/>
                </a:cubicBezTo>
                <a:cubicBezTo>
                  <a:pt x="307507" y="158604"/>
                  <a:pt x="306541" y="158376"/>
                  <a:pt x="305822" y="158074"/>
                </a:cubicBezTo>
                <a:cubicBezTo>
                  <a:pt x="305103" y="157771"/>
                  <a:pt x="304611" y="157411"/>
                  <a:pt x="304346" y="156995"/>
                </a:cubicBezTo>
                <a:cubicBezTo>
                  <a:pt x="304081" y="156578"/>
                  <a:pt x="303949" y="156067"/>
                  <a:pt x="303949" y="155462"/>
                </a:cubicBezTo>
                <a:lnTo>
                  <a:pt x="303949" y="53259"/>
                </a:lnTo>
                <a:cubicBezTo>
                  <a:pt x="303949" y="52653"/>
                  <a:pt x="304062" y="52142"/>
                  <a:pt x="304289" y="51726"/>
                </a:cubicBezTo>
                <a:cubicBezTo>
                  <a:pt x="304516" y="51310"/>
                  <a:pt x="304971" y="50931"/>
                  <a:pt x="305652" y="50590"/>
                </a:cubicBezTo>
                <a:cubicBezTo>
                  <a:pt x="306333" y="50250"/>
                  <a:pt x="307204" y="50023"/>
                  <a:pt x="308264" y="49909"/>
                </a:cubicBezTo>
                <a:cubicBezTo>
                  <a:pt x="309324" y="49795"/>
                  <a:pt x="310724" y="49739"/>
                  <a:pt x="312465" y="49739"/>
                </a:cubicBezTo>
                <a:cubicBezTo>
                  <a:pt x="314131" y="49739"/>
                  <a:pt x="315513" y="49795"/>
                  <a:pt x="316610" y="49909"/>
                </a:cubicBezTo>
                <a:cubicBezTo>
                  <a:pt x="317708" y="50023"/>
                  <a:pt x="318560" y="50250"/>
                  <a:pt x="319165" y="50590"/>
                </a:cubicBezTo>
                <a:cubicBezTo>
                  <a:pt x="319771" y="50931"/>
                  <a:pt x="320206" y="51310"/>
                  <a:pt x="320471" y="51726"/>
                </a:cubicBezTo>
                <a:cubicBezTo>
                  <a:pt x="320736" y="52142"/>
                  <a:pt x="320869" y="52653"/>
                  <a:pt x="320869" y="53259"/>
                </a:cubicBezTo>
                <a:lnTo>
                  <a:pt x="320869" y="68135"/>
                </a:lnTo>
                <a:cubicBezTo>
                  <a:pt x="323670" y="64047"/>
                  <a:pt x="326301" y="60716"/>
                  <a:pt x="328761" y="58142"/>
                </a:cubicBezTo>
                <a:cubicBezTo>
                  <a:pt x="331221" y="55568"/>
                  <a:pt x="333549" y="53543"/>
                  <a:pt x="335745" y="52067"/>
                </a:cubicBezTo>
                <a:cubicBezTo>
                  <a:pt x="337940" y="50590"/>
                  <a:pt x="340117" y="49568"/>
                  <a:pt x="342275" y="49001"/>
                </a:cubicBezTo>
                <a:cubicBezTo>
                  <a:pt x="344432" y="48433"/>
                  <a:pt x="346609" y="48149"/>
                  <a:pt x="348804" y="48149"/>
                </a:cubicBezTo>
                <a:cubicBezTo>
                  <a:pt x="349788" y="48149"/>
                  <a:pt x="350905" y="48206"/>
                  <a:pt x="352154" y="48319"/>
                </a:cubicBezTo>
                <a:cubicBezTo>
                  <a:pt x="353403" y="48433"/>
                  <a:pt x="354709" y="48641"/>
                  <a:pt x="356072" y="48944"/>
                </a:cubicBezTo>
                <a:cubicBezTo>
                  <a:pt x="357435" y="49247"/>
                  <a:pt x="358665" y="49587"/>
                  <a:pt x="359763" y="49966"/>
                </a:cubicBezTo>
                <a:cubicBezTo>
                  <a:pt x="360860" y="50344"/>
                  <a:pt x="361636" y="50723"/>
                  <a:pt x="362091" y="51101"/>
                </a:cubicBezTo>
                <a:cubicBezTo>
                  <a:pt x="362545" y="51480"/>
                  <a:pt x="362848" y="51840"/>
                  <a:pt x="362999" y="52180"/>
                </a:cubicBezTo>
                <a:cubicBezTo>
                  <a:pt x="363150" y="52521"/>
                  <a:pt x="363283" y="52956"/>
                  <a:pt x="363396" y="53486"/>
                </a:cubicBezTo>
                <a:cubicBezTo>
                  <a:pt x="363510" y="54016"/>
                  <a:pt x="363586" y="54792"/>
                  <a:pt x="363624" y="55814"/>
                </a:cubicBezTo>
                <a:cubicBezTo>
                  <a:pt x="363661" y="56836"/>
                  <a:pt x="363680" y="58218"/>
                  <a:pt x="363680" y="59959"/>
                </a:cubicBezTo>
                <a:close/>
                <a:moveTo>
                  <a:pt x="467430" y="155348"/>
                </a:moveTo>
                <a:cubicBezTo>
                  <a:pt x="467430" y="155954"/>
                  <a:pt x="467278" y="156484"/>
                  <a:pt x="466976" y="156938"/>
                </a:cubicBezTo>
                <a:cubicBezTo>
                  <a:pt x="466673" y="157392"/>
                  <a:pt x="466162" y="157771"/>
                  <a:pt x="465443" y="158074"/>
                </a:cubicBezTo>
                <a:cubicBezTo>
                  <a:pt x="464723" y="158376"/>
                  <a:pt x="463720" y="158604"/>
                  <a:pt x="462433" y="158755"/>
                </a:cubicBezTo>
                <a:cubicBezTo>
                  <a:pt x="461146" y="158906"/>
                  <a:pt x="459519" y="158982"/>
                  <a:pt x="457550" y="158982"/>
                </a:cubicBezTo>
                <a:cubicBezTo>
                  <a:pt x="455506" y="158982"/>
                  <a:pt x="453822" y="158925"/>
                  <a:pt x="452497" y="158812"/>
                </a:cubicBezTo>
                <a:cubicBezTo>
                  <a:pt x="451172" y="158698"/>
                  <a:pt x="450055" y="158509"/>
                  <a:pt x="449147" y="158244"/>
                </a:cubicBezTo>
                <a:cubicBezTo>
                  <a:pt x="448238" y="157979"/>
                  <a:pt x="447500" y="157600"/>
                  <a:pt x="446933" y="157108"/>
                </a:cubicBezTo>
                <a:cubicBezTo>
                  <a:pt x="446365" y="156616"/>
                  <a:pt x="445854" y="156030"/>
                  <a:pt x="445400" y="155348"/>
                </a:cubicBezTo>
                <a:lnTo>
                  <a:pt x="402247" y="98796"/>
                </a:lnTo>
                <a:lnTo>
                  <a:pt x="402247" y="155462"/>
                </a:lnTo>
                <a:cubicBezTo>
                  <a:pt x="402247" y="156067"/>
                  <a:pt x="402096" y="156578"/>
                  <a:pt x="401793" y="156995"/>
                </a:cubicBezTo>
                <a:cubicBezTo>
                  <a:pt x="401490" y="157411"/>
                  <a:pt x="400998" y="157771"/>
                  <a:pt x="400317" y="158074"/>
                </a:cubicBezTo>
                <a:cubicBezTo>
                  <a:pt x="399635" y="158376"/>
                  <a:pt x="398689" y="158604"/>
                  <a:pt x="397478" y="158755"/>
                </a:cubicBezTo>
                <a:cubicBezTo>
                  <a:pt x="396266" y="158906"/>
                  <a:pt x="394715" y="158982"/>
                  <a:pt x="392822" y="158982"/>
                </a:cubicBezTo>
                <a:cubicBezTo>
                  <a:pt x="391005" y="158982"/>
                  <a:pt x="389491" y="158906"/>
                  <a:pt x="388280" y="158755"/>
                </a:cubicBezTo>
                <a:cubicBezTo>
                  <a:pt x="387068" y="158604"/>
                  <a:pt x="386103" y="158376"/>
                  <a:pt x="385384" y="158074"/>
                </a:cubicBezTo>
                <a:cubicBezTo>
                  <a:pt x="384665" y="157771"/>
                  <a:pt x="384172" y="157411"/>
                  <a:pt x="383908" y="156995"/>
                </a:cubicBezTo>
                <a:cubicBezTo>
                  <a:pt x="383643" y="156576"/>
                  <a:pt x="383510" y="156064"/>
                  <a:pt x="383510" y="155458"/>
                </a:cubicBezTo>
                <a:lnTo>
                  <a:pt x="383510" y="3637"/>
                </a:lnTo>
                <a:cubicBezTo>
                  <a:pt x="383510" y="3032"/>
                  <a:pt x="383643" y="2502"/>
                  <a:pt x="383908" y="2048"/>
                </a:cubicBezTo>
                <a:cubicBezTo>
                  <a:pt x="384172" y="1591"/>
                  <a:pt x="384665" y="1211"/>
                  <a:pt x="385384" y="908"/>
                </a:cubicBezTo>
                <a:cubicBezTo>
                  <a:pt x="386103" y="606"/>
                  <a:pt x="387068" y="379"/>
                  <a:pt x="388280" y="227"/>
                </a:cubicBezTo>
                <a:cubicBezTo>
                  <a:pt x="389491" y="76"/>
                  <a:pt x="391005" y="0"/>
                  <a:pt x="392822" y="0"/>
                </a:cubicBezTo>
                <a:cubicBezTo>
                  <a:pt x="394715" y="0"/>
                  <a:pt x="396266" y="76"/>
                  <a:pt x="397478" y="227"/>
                </a:cubicBezTo>
                <a:cubicBezTo>
                  <a:pt x="398689" y="379"/>
                  <a:pt x="399635" y="606"/>
                  <a:pt x="400317" y="908"/>
                </a:cubicBezTo>
                <a:cubicBezTo>
                  <a:pt x="400998" y="1211"/>
                  <a:pt x="401490" y="1591"/>
                  <a:pt x="401793" y="2048"/>
                </a:cubicBezTo>
                <a:cubicBezTo>
                  <a:pt x="402096" y="2502"/>
                  <a:pt x="402247" y="3032"/>
                  <a:pt x="402247" y="3637"/>
                </a:cubicBezTo>
                <a:lnTo>
                  <a:pt x="402247" y="96184"/>
                </a:lnTo>
                <a:lnTo>
                  <a:pt x="440857" y="53713"/>
                </a:lnTo>
                <a:cubicBezTo>
                  <a:pt x="441463" y="52956"/>
                  <a:pt x="442106" y="52332"/>
                  <a:pt x="442788" y="51840"/>
                </a:cubicBezTo>
                <a:cubicBezTo>
                  <a:pt x="443469" y="51347"/>
                  <a:pt x="444283" y="50931"/>
                  <a:pt x="445229" y="50590"/>
                </a:cubicBezTo>
                <a:cubicBezTo>
                  <a:pt x="446175" y="50250"/>
                  <a:pt x="447292" y="50023"/>
                  <a:pt x="448579" y="49909"/>
                </a:cubicBezTo>
                <a:cubicBezTo>
                  <a:pt x="449866" y="49795"/>
                  <a:pt x="451418" y="49739"/>
                  <a:pt x="453235" y="49739"/>
                </a:cubicBezTo>
                <a:cubicBezTo>
                  <a:pt x="455128" y="49739"/>
                  <a:pt x="456718" y="49795"/>
                  <a:pt x="458005" y="49909"/>
                </a:cubicBezTo>
                <a:cubicBezTo>
                  <a:pt x="459292" y="50023"/>
                  <a:pt x="460332" y="50212"/>
                  <a:pt x="461127" y="50477"/>
                </a:cubicBezTo>
                <a:cubicBezTo>
                  <a:pt x="461922" y="50742"/>
                  <a:pt x="462490" y="51082"/>
                  <a:pt x="462831" y="51499"/>
                </a:cubicBezTo>
                <a:cubicBezTo>
                  <a:pt x="463171" y="51915"/>
                  <a:pt x="463342" y="52464"/>
                  <a:pt x="463342" y="53145"/>
                </a:cubicBezTo>
                <a:cubicBezTo>
                  <a:pt x="463342" y="54054"/>
                  <a:pt x="463096" y="54962"/>
                  <a:pt x="462604" y="55871"/>
                </a:cubicBezTo>
                <a:cubicBezTo>
                  <a:pt x="462112" y="56779"/>
                  <a:pt x="461298" y="57839"/>
                  <a:pt x="460162" y="59050"/>
                </a:cubicBezTo>
                <a:lnTo>
                  <a:pt x="423142" y="96071"/>
                </a:lnTo>
                <a:lnTo>
                  <a:pt x="464704" y="150011"/>
                </a:lnTo>
                <a:cubicBezTo>
                  <a:pt x="465689" y="151298"/>
                  <a:pt x="466389" y="152339"/>
                  <a:pt x="466805" y="153134"/>
                </a:cubicBezTo>
                <a:cubicBezTo>
                  <a:pt x="467222" y="153929"/>
                  <a:pt x="467430" y="154667"/>
                  <a:pt x="467430" y="155348"/>
                </a:cubicBezTo>
                <a:close/>
                <a:moveTo>
                  <a:pt x="567495" y="99932"/>
                </a:moveTo>
                <a:cubicBezTo>
                  <a:pt x="567495" y="102884"/>
                  <a:pt x="566756" y="104985"/>
                  <a:pt x="565280" y="106234"/>
                </a:cubicBezTo>
                <a:cubicBezTo>
                  <a:pt x="563804" y="107483"/>
                  <a:pt x="562120" y="108108"/>
                  <a:pt x="560227" y="108108"/>
                </a:cubicBezTo>
                <a:lnTo>
                  <a:pt x="493227" y="108108"/>
                </a:lnTo>
                <a:cubicBezTo>
                  <a:pt x="493227" y="113802"/>
                  <a:pt x="493795" y="118928"/>
                  <a:pt x="494931" y="123484"/>
                </a:cubicBezTo>
                <a:cubicBezTo>
                  <a:pt x="496066" y="128041"/>
                  <a:pt x="497959" y="131952"/>
                  <a:pt x="500609" y="135216"/>
                </a:cubicBezTo>
                <a:cubicBezTo>
                  <a:pt x="503258" y="138481"/>
                  <a:pt x="506703" y="140988"/>
                  <a:pt x="510942" y="142736"/>
                </a:cubicBezTo>
                <a:cubicBezTo>
                  <a:pt x="515182" y="144482"/>
                  <a:pt x="520368" y="145355"/>
                  <a:pt x="526500" y="145355"/>
                </a:cubicBezTo>
                <a:cubicBezTo>
                  <a:pt x="531345" y="145355"/>
                  <a:pt x="535660" y="144958"/>
                  <a:pt x="539446" y="144163"/>
                </a:cubicBezTo>
                <a:cubicBezTo>
                  <a:pt x="543231" y="143368"/>
                  <a:pt x="546505" y="142478"/>
                  <a:pt x="549268" y="141494"/>
                </a:cubicBezTo>
                <a:cubicBezTo>
                  <a:pt x="552032" y="140510"/>
                  <a:pt x="554303" y="139620"/>
                  <a:pt x="556082" y="138825"/>
                </a:cubicBezTo>
                <a:cubicBezTo>
                  <a:pt x="557861" y="138031"/>
                  <a:pt x="559205" y="137633"/>
                  <a:pt x="560113" y="137633"/>
                </a:cubicBezTo>
                <a:cubicBezTo>
                  <a:pt x="560643" y="137633"/>
                  <a:pt x="561116" y="137766"/>
                  <a:pt x="561533" y="138031"/>
                </a:cubicBezTo>
                <a:cubicBezTo>
                  <a:pt x="561949" y="138295"/>
                  <a:pt x="562271" y="138693"/>
                  <a:pt x="562498" y="139223"/>
                </a:cubicBezTo>
                <a:cubicBezTo>
                  <a:pt x="562725" y="139753"/>
                  <a:pt x="562895" y="140491"/>
                  <a:pt x="563009" y="141437"/>
                </a:cubicBezTo>
                <a:cubicBezTo>
                  <a:pt x="563123" y="142384"/>
                  <a:pt x="563179" y="143538"/>
                  <a:pt x="563179" y="144901"/>
                </a:cubicBezTo>
                <a:cubicBezTo>
                  <a:pt x="563179" y="145885"/>
                  <a:pt x="563142" y="146737"/>
                  <a:pt x="563066" y="147456"/>
                </a:cubicBezTo>
                <a:cubicBezTo>
                  <a:pt x="562990" y="148175"/>
                  <a:pt x="562895" y="148819"/>
                  <a:pt x="562782" y="149386"/>
                </a:cubicBezTo>
                <a:cubicBezTo>
                  <a:pt x="562668" y="149954"/>
                  <a:pt x="562479" y="150465"/>
                  <a:pt x="562214" y="150919"/>
                </a:cubicBezTo>
                <a:cubicBezTo>
                  <a:pt x="561949" y="151374"/>
                  <a:pt x="561608" y="151809"/>
                  <a:pt x="561192" y="152225"/>
                </a:cubicBezTo>
                <a:cubicBezTo>
                  <a:pt x="560776" y="152642"/>
                  <a:pt x="559546" y="153323"/>
                  <a:pt x="557501" y="154269"/>
                </a:cubicBezTo>
                <a:cubicBezTo>
                  <a:pt x="555457" y="155216"/>
                  <a:pt x="552808" y="156143"/>
                  <a:pt x="549552" y="157052"/>
                </a:cubicBezTo>
                <a:cubicBezTo>
                  <a:pt x="546297" y="157960"/>
                  <a:pt x="542531" y="158774"/>
                  <a:pt x="538253" y="159493"/>
                </a:cubicBezTo>
                <a:cubicBezTo>
                  <a:pt x="533976" y="160212"/>
                  <a:pt x="529415" y="160572"/>
                  <a:pt x="524569" y="160572"/>
                </a:cubicBezTo>
                <a:cubicBezTo>
                  <a:pt x="516166" y="160572"/>
                  <a:pt x="508804" y="159397"/>
                  <a:pt x="502482" y="157048"/>
                </a:cubicBezTo>
                <a:cubicBezTo>
                  <a:pt x="496161" y="154699"/>
                  <a:pt x="490843" y="151213"/>
                  <a:pt x="486527" y="146590"/>
                </a:cubicBezTo>
                <a:cubicBezTo>
                  <a:pt x="482212" y="141967"/>
                  <a:pt x="478957" y="136170"/>
                  <a:pt x="476761" y="129198"/>
                </a:cubicBezTo>
                <a:cubicBezTo>
                  <a:pt x="474566" y="122226"/>
                  <a:pt x="473468" y="114117"/>
                  <a:pt x="473468" y="104871"/>
                </a:cubicBezTo>
                <a:cubicBezTo>
                  <a:pt x="473468" y="96080"/>
                  <a:pt x="474604" y="88179"/>
                  <a:pt x="476875" y="81170"/>
                </a:cubicBezTo>
                <a:cubicBezTo>
                  <a:pt x="479146" y="74160"/>
                  <a:pt x="482420" y="68211"/>
                  <a:pt x="486698" y="63323"/>
                </a:cubicBezTo>
                <a:cubicBezTo>
                  <a:pt x="490975" y="58435"/>
                  <a:pt x="496142" y="54684"/>
                  <a:pt x="502198" y="52070"/>
                </a:cubicBezTo>
                <a:cubicBezTo>
                  <a:pt x="508255" y="49456"/>
                  <a:pt x="515031" y="48149"/>
                  <a:pt x="522525" y="48149"/>
                </a:cubicBezTo>
                <a:cubicBezTo>
                  <a:pt x="530550" y="48149"/>
                  <a:pt x="537383" y="49436"/>
                  <a:pt x="543023" y="52010"/>
                </a:cubicBezTo>
                <a:cubicBezTo>
                  <a:pt x="548663" y="54584"/>
                  <a:pt x="553300" y="58047"/>
                  <a:pt x="556934" y="62400"/>
                </a:cubicBezTo>
                <a:cubicBezTo>
                  <a:pt x="560568" y="66754"/>
                  <a:pt x="563236" y="71864"/>
                  <a:pt x="564940" y="77731"/>
                </a:cubicBezTo>
                <a:cubicBezTo>
                  <a:pt x="566643" y="83598"/>
                  <a:pt x="567495" y="89863"/>
                  <a:pt x="567495" y="96525"/>
                </a:cubicBezTo>
                <a:lnTo>
                  <a:pt x="567495" y="99932"/>
                </a:lnTo>
                <a:moveTo>
                  <a:pt x="548644" y="94367"/>
                </a:moveTo>
                <a:cubicBezTo>
                  <a:pt x="548871" y="84525"/>
                  <a:pt x="546694" y="76803"/>
                  <a:pt x="542114" y="71201"/>
                </a:cubicBezTo>
                <a:cubicBezTo>
                  <a:pt x="537534" y="65599"/>
                  <a:pt x="530739" y="62798"/>
                  <a:pt x="521730" y="62798"/>
                </a:cubicBezTo>
                <a:cubicBezTo>
                  <a:pt x="517112" y="62798"/>
                  <a:pt x="513062" y="63669"/>
                  <a:pt x="509580" y="65410"/>
                </a:cubicBezTo>
                <a:cubicBezTo>
                  <a:pt x="506097" y="67151"/>
                  <a:pt x="503183" y="69460"/>
                  <a:pt x="500836" y="72337"/>
                </a:cubicBezTo>
                <a:cubicBezTo>
                  <a:pt x="498489" y="75214"/>
                  <a:pt x="496672" y="78564"/>
                  <a:pt x="495385" y="82387"/>
                </a:cubicBezTo>
                <a:cubicBezTo>
                  <a:pt x="494098" y="86210"/>
                  <a:pt x="493379" y="90203"/>
                  <a:pt x="493227" y="94367"/>
                </a:cubicBezTo>
                <a:lnTo>
                  <a:pt x="548644" y="94367"/>
                </a:lnTo>
                <a:close/>
                <a:moveTo>
                  <a:pt x="645548" y="148080"/>
                </a:moveTo>
                <a:cubicBezTo>
                  <a:pt x="645548" y="150276"/>
                  <a:pt x="645397" y="152017"/>
                  <a:pt x="645094" y="153304"/>
                </a:cubicBezTo>
                <a:cubicBezTo>
                  <a:pt x="644791" y="154591"/>
                  <a:pt x="644337" y="155537"/>
                  <a:pt x="643731" y="156143"/>
                </a:cubicBezTo>
                <a:cubicBezTo>
                  <a:pt x="643126" y="156749"/>
                  <a:pt x="642217" y="157317"/>
                  <a:pt x="641006" y="157846"/>
                </a:cubicBezTo>
                <a:cubicBezTo>
                  <a:pt x="639794" y="158376"/>
                  <a:pt x="638413" y="158812"/>
                  <a:pt x="636861" y="159152"/>
                </a:cubicBezTo>
                <a:cubicBezTo>
                  <a:pt x="635309" y="159493"/>
                  <a:pt x="633662" y="159777"/>
                  <a:pt x="631921" y="160004"/>
                </a:cubicBezTo>
                <a:cubicBezTo>
                  <a:pt x="630180" y="160231"/>
                  <a:pt x="628439" y="160345"/>
                  <a:pt x="626697" y="160345"/>
                </a:cubicBezTo>
                <a:cubicBezTo>
                  <a:pt x="621398" y="160345"/>
                  <a:pt x="616856" y="159643"/>
                  <a:pt x="613070" y="158240"/>
                </a:cubicBezTo>
                <a:cubicBezTo>
                  <a:pt x="609285" y="156835"/>
                  <a:pt x="606181" y="154709"/>
                  <a:pt x="603759" y="151863"/>
                </a:cubicBezTo>
                <a:cubicBezTo>
                  <a:pt x="601336" y="149017"/>
                  <a:pt x="599576" y="145413"/>
                  <a:pt x="598478" y="141050"/>
                </a:cubicBezTo>
                <a:cubicBezTo>
                  <a:pt x="597380" y="136688"/>
                  <a:pt x="596831" y="131547"/>
                  <a:pt x="596831" y="125628"/>
                </a:cubicBezTo>
                <a:lnTo>
                  <a:pt x="596831" y="65750"/>
                </a:lnTo>
                <a:lnTo>
                  <a:pt x="582523" y="65750"/>
                </a:lnTo>
                <a:cubicBezTo>
                  <a:pt x="581387" y="65750"/>
                  <a:pt x="580479" y="65145"/>
                  <a:pt x="579798" y="63934"/>
                </a:cubicBezTo>
                <a:cubicBezTo>
                  <a:pt x="579116" y="62722"/>
                  <a:pt x="578776" y="60754"/>
                  <a:pt x="578776" y="58028"/>
                </a:cubicBezTo>
                <a:cubicBezTo>
                  <a:pt x="578776" y="56590"/>
                  <a:pt x="578870" y="55379"/>
                  <a:pt x="579060" y="54395"/>
                </a:cubicBezTo>
                <a:cubicBezTo>
                  <a:pt x="579249" y="53410"/>
                  <a:pt x="579495" y="52597"/>
                  <a:pt x="579798" y="51953"/>
                </a:cubicBezTo>
                <a:cubicBezTo>
                  <a:pt x="580100" y="51310"/>
                  <a:pt x="580498" y="50855"/>
                  <a:pt x="580990" y="50590"/>
                </a:cubicBezTo>
                <a:cubicBezTo>
                  <a:pt x="581482" y="50325"/>
                  <a:pt x="582031" y="50193"/>
                  <a:pt x="582637" y="50193"/>
                </a:cubicBezTo>
                <a:lnTo>
                  <a:pt x="596831" y="50193"/>
                </a:lnTo>
                <a:lnTo>
                  <a:pt x="596831" y="25891"/>
                </a:lnTo>
                <a:cubicBezTo>
                  <a:pt x="596831" y="25361"/>
                  <a:pt x="596964" y="24869"/>
                  <a:pt x="597229" y="24415"/>
                </a:cubicBezTo>
                <a:cubicBezTo>
                  <a:pt x="597494" y="23961"/>
                  <a:pt x="597986" y="23563"/>
                  <a:pt x="598705" y="23223"/>
                </a:cubicBezTo>
                <a:cubicBezTo>
                  <a:pt x="599424" y="22882"/>
                  <a:pt x="600390" y="22636"/>
                  <a:pt x="601601" y="22485"/>
                </a:cubicBezTo>
                <a:cubicBezTo>
                  <a:pt x="602812" y="22333"/>
                  <a:pt x="604326" y="22257"/>
                  <a:pt x="606143" y="22257"/>
                </a:cubicBezTo>
                <a:cubicBezTo>
                  <a:pt x="608036" y="22257"/>
                  <a:pt x="609588" y="22333"/>
                  <a:pt x="610799" y="22485"/>
                </a:cubicBezTo>
                <a:cubicBezTo>
                  <a:pt x="612010" y="22636"/>
                  <a:pt x="612957" y="22882"/>
                  <a:pt x="613638" y="23223"/>
                </a:cubicBezTo>
                <a:cubicBezTo>
                  <a:pt x="614319" y="23563"/>
                  <a:pt x="614812" y="23961"/>
                  <a:pt x="615114" y="24415"/>
                </a:cubicBezTo>
                <a:cubicBezTo>
                  <a:pt x="615417" y="24869"/>
                  <a:pt x="615569" y="25361"/>
                  <a:pt x="615569" y="25891"/>
                </a:cubicBezTo>
                <a:lnTo>
                  <a:pt x="615569" y="50193"/>
                </a:lnTo>
                <a:lnTo>
                  <a:pt x="641801" y="50193"/>
                </a:lnTo>
                <a:cubicBezTo>
                  <a:pt x="642406" y="50193"/>
                  <a:pt x="642936" y="50325"/>
                  <a:pt x="643390" y="50590"/>
                </a:cubicBezTo>
                <a:cubicBezTo>
                  <a:pt x="643845" y="50855"/>
                  <a:pt x="644242" y="51310"/>
                  <a:pt x="644583" y="51953"/>
                </a:cubicBezTo>
                <a:cubicBezTo>
                  <a:pt x="644924" y="52597"/>
                  <a:pt x="645170" y="53410"/>
                  <a:pt x="645321" y="54395"/>
                </a:cubicBezTo>
                <a:cubicBezTo>
                  <a:pt x="645472" y="55379"/>
                  <a:pt x="645548" y="56590"/>
                  <a:pt x="645548" y="58028"/>
                </a:cubicBezTo>
                <a:cubicBezTo>
                  <a:pt x="645548" y="60754"/>
                  <a:pt x="645207" y="62722"/>
                  <a:pt x="644526" y="63934"/>
                </a:cubicBezTo>
                <a:cubicBezTo>
                  <a:pt x="643845" y="65145"/>
                  <a:pt x="642936" y="65750"/>
                  <a:pt x="641801" y="65750"/>
                </a:cubicBezTo>
                <a:lnTo>
                  <a:pt x="615569" y="65750"/>
                </a:lnTo>
                <a:lnTo>
                  <a:pt x="615569" y="122924"/>
                </a:lnTo>
                <a:cubicBezTo>
                  <a:pt x="615569" y="129983"/>
                  <a:pt x="616610" y="135317"/>
                  <a:pt x="618691" y="138925"/>
                </a:cubicBezTo>
                <a:cubicBezTo>
                  <a:pt x="620773" y="142530"/>
                  <a:pt x="624502" y="144333"/>
                  <a:pt x="629877" y="144333"/>
                </a:cubicBezTo>
                <a:cubicBezTo>
                  <a:pt x="631618" y="144333"/>
                  <a:pt x="633170" y="144163"/>
                  <a:pt x="634533" y="143822"/>
                </a:cubicBezTo>
                <a:cubicBezTo>
                  <a:pt x="635896" y="143481"/>
                  <a:pt x="637107" y="143122"/>
                  <a:pt x="638167" y="142743"/>
                </a:cubicBezTo>
                <a:cubicBezTo>
                  <a:pt x="639227" y="142365"/>
                  <a:pt x="640135" y="142005"/>
                  <a:pt x="640892" y="141664"/>
                </a:cubicBezTo>
                <a:cubicBezTo>
                  <a:pt x="641649" y="141324"/>
                  <a:pt x="642331" y="141153"/>
                  <a:pt x="642936" y="141153"/>
                </a:cubicBezTo>
                <a:cubicBezTo>
                  <a:pt x="643315" y="141153"/>
                  <a:pt x="643674" y="141248"/>
                  <a:pt x="644015" y="141437"/>
                </a:cubicBezTo>
                <a:cubicBezTo>
                  <a:pt x="644356" y="141627"/>
                  <a:pt x="644621" y="141986"/>
                  <a:pt x="644810" y="142516"/>
                </a:cubicBezTo>
                <a:cubicBezTo>
                  <a:pt x="644999" y="143046"/>
                  <a:pt x="645170" y="143765"/>
                  <a:pt x="645321" y="144674"/>
                </a:cubicBezTo>
                <a:cubicBezTo>
                  <a:pt x="645472" y="145582"/>
                  <a:pt x="645548" y="146718"/>
                  <a:pt x="645548" y="148080"/>
                </a:cubicBezTo>
                <a:close/>
                <a:moveTo>
                  <a:pt x="836208" y="82671"/>
                </a:moveTo>
                <a:cubicBezTo>
                  <a:pt x="836208" y="95389"/>
                  <a:pt x="834580" y="106499"/>
                  <a:pt x="831325" y="116000"/>
                </a:cubicBezTo>
                <a:cubicBezTo>
                  <a:pt x="828069" y="125501"/>
                  <a:pt x="823319" y="133375"/>
                  <a:pt x="817073" y="139620"/>
                </a:cubicBezTo>
                <a:cubicBezTo>
                  <a:pt x="810827" y="145866"/>
                  <a:pt x="803162" y="150541"/>
                  <a:pt x="794078" y="153645"/>
                </a:cubicBezTo>
                <a:cubicBezTo>
                  <a:pt x="784993" y="156749"/>
                  <a:pt x="774167" y="158301"/>
                  <a:pt x="761600" y="158301"/>
                </a:cubicBezTo>
                <a:lnTo>
                  <a:pt x="730485" y="158301"/>
                </a:lnTo>
                <a:cubicBezTo>
                  <a:pt x="728743" y="158301"/>
                  <a:pt x="727097" y="157714"/>
                  <a:pt x="725545" y="156541"/>
                </a:cubicBezTo>
                <a:cubicBezTo>
                  <a:pt x="723993" y="155367"/>
                  <a:pt x="723217" y="153304"/>
                  <a:pt x="723217" y="150352"/>
                </a:cubicBezTo>
                <a:lnTo>
                  <a:pt x="723217" y="19305"/>
                </a:lnTo>
                <a:cubicBezTo>
                  <a:pt x="723217" y="16352"/>
                  <a:pt x="723993" y="14289"/>
                  <a:pt x="725545" y="13116"/>
                </a:cubicBezTo>
                <a:cubicBezTo>
                  <a:pt x="727097" y="11943"/>
                  <a:pt x="728743" y="11356"/>
                  <a:pt x="730485" y="11356"/>
                </a:cubicBezTo>
                <a:lnTo>
                  <a:pt x="763757" y="11356"/>
                </a:lnTo>
                <a:cubicBezTo>
                  <a:pt x="776476" y="11356"/>
                  <a:pt x="787226" y="13002"/>
                  <a:pt x="796008" y="16296"/>
                </a:cubicBezTo>
                <a:cubicBezTo>
                  <a:pt x="804790" y="19589"/>
                  <a:pt x="812152" y="24320"/>
                  <a:pt x="818095" y="30490"/>
                </a:cubicBezTo>
                <a:cubicBezTo>
                  <a:pt x="824038" y="36661"/>
                  <a:pt x="828543" y="44136"/>
                  <a:pt x="831609" y="52918"/>
                </a:cubicBezTo>
                <a:cubicBezTo>
                  <a:pt x="834675" y="61700"/>
                  <a:pt x="836208" y="71618"/>
                  <a:pt x="836208" y="82671"/>
                </a:cubicBezTo>
                <a:moveTo>
                  <a:pt x="815654" y="83466"/>
                </a:moveTo>
                <a:cubicBezTo>
                  <a:pt x="815654" y="75516"/>
                  <a:pt x="814670" y="68116"/>
                  <a:pt x="812701" y="61265"/>
                </a:cubicBezTo>
                <a:cubicBezTo>
                  <a:pt x="810733" y="54414"/>
                  <a:pt x="807648" y="48490"/>
                  <a:pt x="803446" y="43493"/>
                </a:cubicBezTo>
                <a:cubicBezTo>
                  <a:pt x="799244" y="38496"/>
                  <a:pt x="793926" y="34598"/>
                  <a:pt x="787491" y="31796"/>
                </a:cubicBezTo>
                <a:cubicBezTo>
                  <a:pt x="781056" y="28995"/>
                  <a:pt x="772766" y="27595"/>
                  <a:pt x="762622" y="27595"/>
                </a:cubicBezTo>
                <a:lnTo>
                  <a:pt x="742749" y="27595"/>
                </a:lnTo>
                <a:lnTo>
                  <a:pt x="742749" y="141948"/>
                </a:lnTo>
                <a:lnTo>
                  <a:pt x="762849" y="141948"/>
                </a:lnTo>
                <a:cubicBezTo>
                  <a:pt x="772236" y="141948"/>
                  <a:pt x="780148" y="140775"/>
                  <a:pt x="786583" y="138428"/>
                </a:cubicBezTo>
                <a:cubicBezTo>
                  <a:pt x="793018" y="136081"/>
                  <a:pt x="798393" y="132485"/>
                  <a:pt x="802708" y="127640"/>
                </a:cubicBezTo>
                <a:cubicBezTo>
                  <a:pt x="807023" y="122795"/>
                  <a:pt x="810260" y="116719"/>
                  <a:pt x="812417" y="109414"/>
                </a:cubicBezTo>
                <a:cubicBezTo>
                  <a:pt x="814575" y="102108"/>
                  <a:pt x="815654" y="93459"/>
                  <a:pt x="815654" y="83466"/>
                </a:cubicBezTo>
                <a:close/>
                <a:moveTo>
                  <a:pt x="908345" y="158301"/>
                </a:moveTo>
                <a:lnTo>
                  <a:pt x="894718" y="195889"/>
                </a:lnTo>
                <a:cubicBezTo>
                  <a:pt x="894264" y="197100"/>
                  <a:pt x="893110" y="198027"/>
                  <a:pt x="891255" y="198671"/>
                </a:cubicBezTo>
                <a:cubicBezTo>
                  <a:pt x="889400" y="199314"/>
                  <a:pt x="886580" y="199636"/>
                  <a:pt x="882795" y="199636"/>
                </a:cubicBezTo>
                <a:cubicBezTo>
                  <a:pt x="880826" y="199636"/>
                  <a:pt x="879236" y="199541"/>
                  <a:pt x="878025" y="199352"/>
                </a:cubicBezTo>
                <a:cubicBezTo>
                  <a:pt x="876814" y="199163"/>
                  <a:pt x="875886" y="198841"/>
                  <a:pt x="875243" y="198387"/>
                </a:cubicBezTo>
                <a:cubicBezTo>
                  <a:pt x="874599" y="197933"/>
                  <a:pt x="874240" y="197327"/>
                  <a:pt x="874164" y="196570"/>
                </a:cubicBezTo>
                <a:cubicBezTo>
                  <a:pt x="874088" y="195813"/>
                  <a:pt x="874278" y="194904"/>
                  <a:pt x="874732" y="193845"/>
                </a:cubicBezTo>
                <a:lnTo>
                  <a:pt x="888813" y="158301"/>
                </a:lnTo>
                <a:cubicBezTo>
                  <a:pt x="888132" y="157998"/>
                  <a:pt x="887488" y="157506"/>
                  <a:pt x="886883" y="156824"/>
                </a:cubicBezTo>
                <a:cubicBezTo>
                  <a:pt x="886277" y="156143"/>
                  <a:pt x="885861" y="155424"/>
                  <a:pt x="885634" y="154667"/>
                </a:cubicBezTo>
                <a:lnTo>
                  <a:pt x="849181" y="57006"/>
                </a:lnTo>
                <a:cubicBezTo>
                  <a:pt x="848576" y="55417"/>
                  <a:pt x="848273" y="54167"/>
                  <a:pt x="848273" y="53259"/>
                </a:cubicBezTo>
                <a:cubicBezTo>
                  <a:pt x="848273" y="52351"/>
                  <a:pt x="848576" y="51631"/>
                  <a:pt x="849181" y="51101"/>
                </a:cubicBezTo>
                <a:cubicBezTo>
                  <a:pt x="849787" y="50571"/>
                  <a:pt x="850771" y="50212"/>
                  <a:pt x="852134" y="50023"/>
                </a:cubicBezTo>
                <a:cubicBezTo>
                  <a:pt x="853497" y="49833"/>
                  <a:pt x="855313" y="49739"/>
                  <a:pt x="857585" y="49739"/>
                </a:cubicBezTo>
                <a:cubicBezTo>
                  <a:pt x="859856" y="49739"/>
                  <a:pt x="861635" y="49795"/>
                  <a:pt x="862922" y="49909"/>
                </a:cubicBezTo>
                <a:cubicBezTo>
                  <a:pt x="864209" y="50023"/>
                  <a:pt x="865231" y="50231"/>
                  <a:pt x="865988" y="50534"/>
                </a:cubicBezTo>
                <a:cubicBezTo>
                  <a:pt x="866745" y="50836"/>
                  <a:pt x="867294" y="51272"/>
                  <a:pt x="867635" y="51840"/>
                </a:cubicBezTo>
                <a:cubicBezTo>
                  <a:pt x="867975" y="52407"/>
                  <a:pt x="868335" y="53183"/>
                  <a:pt x="868713" y="54167"/>
                </a:cubicBezTo>
                <a:lnTo>
                  <a:pt x="897898" y="136157"/>
                </a:lnTo>
                <a:lnTo>
                  <a:pt x="898239" y="136157"/>
                </a:lnTo>
                <a:lnTo>
                  <a:pt x="926401" y="53713"/>
                </a:lnTo>
                <a:cubicBezTo>
                  <a:pt x="926855" y="52275"/>
                  <a:pt x="927404" y="51347"/>
                  <a:pt x="928048" y="50931"/>
                </a:cubicBezTo>
                <a:cubicBezTo>
                  <a:pt x="928691" y="50515"/>
                  <a:pt x="929657" y="50212"/>
                  <a:pt x="930943" y="50023"/>
                </a:cubicBezTo>
                <a:cubicBezTo>
                  <a:pt x="932230" y="49833"/>
                  <a:pt x="934085" y="49739"/>
                  <a:pt x="936508" y="49739"/>
                </a:cubicBezTo>
                <a:cubicBezTo>
                  <a:pt x="938628" y="49739"/>
                  <a:pt x="940369" y="49833"/>
                  <a:pt x="941732" y="50023"/>
                </a:cubicBezTo>
                <a:cubicBezTo>
                  <a:pt x="943094" y="50212"/>
                  <a:pt x="944097" y="50571"/>
                  <a:pt x="944741" y="51101"/>
                </a:cubicBezTo>
                <a:cubicBezTo>
                  <a:pt x="945384" y="51631"/>
                  <a:pt x="945706" y="52351"/>
                  <a:pt x="945706" y="53259"/>
                </a:cubicBezTo>
                <a:cubicBezTo>
                  <a:pt x="945706" y="54167"/>
                  <a:pt x="945479" y="55303"/>
                  <a:pt x="945025" y="56666"/>
                </a:cubicBezTo>
                <a:lnTo>
                  <a:pt x="908345" y="158301"/>
                </a:lnTo>
                <a:close/>
                <a:moveTo>
                  <a:pt x="1053775" y="155462"/>
                </a:moveTo>
                <a:cubicBezTo>
                  <a:pt x="1053775" y="156067"/>
                  <a:pt x="1053624" y="156578"/>
                  <a:pt x="1053321" y="156995"/>
                </a:cubicBezTo>
                <a:cubicBezTo>
                  <a:pt x="1053018" y="157411"/>
                  <a:pt x="1052526" y="157771"/>
                  <a:pt x="1051845" y="158074"/>
                </a:cubicBezTo>
                <a:cubicBezTo>
                  <a:pt x="1051164" y="158376"/>
                  <a:pt x="1050217" y="158604"/>
                  <a:pt x="1049006" y="158755"/>
                </a:cubicBezTo>
                <a:cubicBezTo>
                  <a:pt x="1047795" y="158906"/>
                  <a:pt x="1046281" y="158982"/>
                  <a:pt x="1044464" y="158982"/>
                </a:cubicBezTo>
                <a:cubicBezTo>
                  <a:pt x="1042571" y="158982"/>
                  <a:pt x="1041019" y="158906"/>
                  <a:pt x="1039808" y="158755"/>
                </a:cubicBezTo>
                <a:cubicBezTo>
                  <a:pt x="1038596" y="158604"/>
                  <a:pt x="1037650" y="158376"/>
                  <a:pt x="1036969" y="158074"/>
                </a:cubicBezTo>
                <a:cubicBezTo>
                  <a:pt x="1036287" y="157771"/>
                  <a:pt x="1035795" y="157411"/>
                  <a:pt x="1035492" y="156995"/>
                </a:cubicBezTo>
                <a:cubicBezTo>
                  <a:pt x="1035190" y="156578"/>
                  <a:pt x="1035038" y="156067"/>
                  <a:pt x="1035038" y="155462"/>
                </a:cubicBezTo>
                <a:lnTo>
                  <a:pt x="1035038" y="95616"/>
                </a:lnTo>
                <a:cubicBezTo>
                  <a:pt x="1035038" y="89787"/>
                  <a:pt x="1034584" y="85093"/>
                  <a:pt x="1033675" y="81535"/>
                </a:cubicBezTo>
                <a:cubicBezTo>
                  <a:pt x="1032767" y="77977"/>
                  <a:pt x="1031442" y="74911"/>
                  <a:pt x="1029701" y="72337"/>
                </a:cubicBezTo>
                <a:cubicBezTo>
                  <a:pt x="1027960" y="69763"/>
                  <a:pt x="1025707" y="67795"/>
                  <a:pt x="1022944" y="66432"/>
                </a:cubicBezTo>
                <a:cubicBezTo>
                  <a:pt x="1020181" y="65069"/>
                  <a:pt x="1016982" y="64388"/>
                  <a:pt x="1013349" y="64388"/>
                </a:cubicBezTo>
                <a:cubicBezTo>
                  <a:pt x="1008655" y="64388"/>
                  <a:pt x="1003961" y="66053"/>
                  <a:pt x="999267" y="69384"/>
                </a:cubicBezTo>
                <a:cubicBezTo>
                  <a:pt x="994573" y="72715"/>
                  <a:pt x="989653" y="77598"/>
                  <a:pt x="984505" y="84033"/>
                </a:cubicBezTo>
                <a:lnTo>
                  <a:pt x="984505" y="155462"/>
                </a:lnTo>
                <a:cubicBezTo>
                  <a:pt x="984505" y="156067"/>
                  <a:pt x="984353" y="156578"/>
                  <a:pt x="984050" y="156995"/>
                </a:cubicBezTo>
                <a:cubicBezTo>
                  <a:pt x="983748" y="157411"/>
                  <a:pt x="983255" y="157771"/>
                  <a:pt x="982574" y="158074"/>
                </a:cubicBezTo>
                <a:cubicBezTo>
                  <a:pt x="981893" y="158376"/>
                  <a:pt x="980946" y="158604"/>
                  <a:pt x="979735" y="158755"/>
                </a:cubicBezTo>
                <a:cubicBezTo>
                  <a:pt x="978524" y="158906"/>
                  <a:pt x="976972" y="158982"/>
                  <a:pt x="975079" y="158982"/>
                </a:cubicBezTo>
                <a:cubicBezTo>
                  <a:pt x="973262" y="158982"/>
                  <a:pt x="971748" y="158906"/>
                  <a:pt x="970537" y="158755"/>
                </a:cubicBezTo>
                <a:cubicBezTo>
                  <a:pt x="969326" y="158604"/>
                  <a:pt x="968360" y="158376"/>
                  <a:pt x="967641" y="158074"/>
                </a:cubicBezTo>
                <a:cubicBezTo>
                  <a:pt x="966922" y="157771"/>
                  <a:pt x="966430" y="157411"/>
                  <a:pt x="966165" y="156995"/>
                </a:cubicBezTo>
                <a:cubicBezTo>
                  <a:pt x="965900" y="156578"/>
                  <a:pt x="965767" y="156067"/>
                  <a:pt x="965767" y="155462"/>
                </a:cubicBezTo>
                <a:lnTo>
                  <a:pt x="965767" y="53259"/>
                </a:lnTo>
                <a:cubicBezTo>
                  <a:pt x="965767" y="52653"/>
                  <a:pt x="965881" y="52142"/>
                  <a:pt x="966108" y="51726"/>
                </a:cubicBezTo>
                <a:cubicBezTo>
                  <a:pt x="966335" y="51310"/>
                  <a:pt x="966789" y="50931"/>
                  <a:pt x="967471" y="50590"/>
                </a:cubicBezTo>
                <a:cubicBezTo>
                  <a:pt x="968152" y="50250"/>
                  <a:pt x="969023" y="50023"/>
                  <a:pt x="970083" y="49909"/>
                </a:cubicBezTo>
                <a:cubicBezTo>
                  <a:pt x="971143" y="49795"/>
                  <a:pt x="972543" y="49739"/>
                  <a:pt x="974284" y="49739"/>
                </a:cubicBezTo>
                <a:cubicBezTo>
                  <a:pt x="975950" y="49739"/>
                  <a:pt x="977331" y="49795"/>
                  <a:pt x="978429" y="49909"/>
                </a:cubicBezTo>
                <a:cubicBezTo>
                  <a:pt x="979527" y="50023"/>
                  <a:pt x="980379" y="50250"/>
                  <a:pt x="980984" y="50590"/>
                </a:cubicBezTo>
                <a:cubicBezTo>
                  <a:pt x="981590" y="50931"/>
                  <a:pt x="982025" y="51310"/>
                  <a:pt x="982290" y="51726"/>
                </a:cubicBezTo>
                <a:cubicBezTo>
                  <a:pt x="982555" y="52142"/>
                  <a:pt x="982688" y="52653"/>
                  <a:pt x="982688" y="53259"/>
                </a:cubicBezTo>
                <a:lnTo>
                  <a:pt x="982688" y="66772"/>
                </a:lnTo>
                <a:cubicBezTo>
                  <a:pt x="988441" y="60337"/>
                  <a:pt x="994176" y="55625"/>
                  <a:pt x="999892" y="52634"/>
                </a:cubicBezTo>
                <a:cubicBezTo>
                  <a:pt x="1005608" y="49644"/>
                  <a:pt x="1011380" y="48149"/>
                  <a:pt x="1017209" y="48149"/>
                </a:cubicBezTo>
                <a:cubicBezTo>
                  <a:pt x="1024023" y="48149"/>
                  <a:pt x="1029758" y="49303"/>
                  <a:pt x="1034414" y="51612"/>
                </a:cubicBezTo>
                <a:cubicBezTo>
                  <a:pt x="1039070" y="53921"/>
                  <a:pt x="1042836" y="57006"/>
                  <a:pt x="1045713" y="60867"/>
                </a:cubicBezTo>
                <a:cubicBezTo>
                  <a:pt x="1048590" y="64728"/>
                  <a:pt x="1050653" y="69252"/>
                  <a:pt x="1051902" y="74438"/>
                </a:cubicBezTo>
                <a:cubicBezTo>
                  <a:pt x="1053151" y="79624"/>
                  <a:pt x="1053775" y="85850"/>
                  <a:pt x="1053775" y="93118"/>
                </a:cubicBezTo>
                <a:lnTo>
                  <a:pt x="1053775" y="155462"/>
                </a:lnTo>
                <a:close/>
                <a:moveTo>
                  <a:pt x="1162091" y="155575"/>
                </a:moveTo>
                <a:cubicBezTo>
                  <a:pt x="1162091" y="156484"/>
                  <a:pt x="1161788" y="157165"/>
                  <a:pt x="1161182" y="157619"/>
                </a:cubicBezTo>
                <a:cubicBezTo>
                  <a:pt x="1160577" y="158074"/>
                  <a:pt x="1159744" y="158414"/>
                  <a:pt x="1158684" y="158641"/>
                </a:cubicBezTo>
                <a:cubicBezTo>
                  <a:pt x="1157624" y="158869"/>
                  <a:pt x="1156072" y="158982"/>
                  <a:pt x="1154028" y="158982"/>
                </a:cubicBezTo>
                <a:cubicBezTo>
                  <a:pt x="1152060" y="158982"/>
                  <a:pt x="1150489" y="158869"/>
                  <a:pt x="1149316" y="158641"/>
                </a:cubicBezTo>
                <a:cubicBezTo>
                  <a:pt x="1148142" y="158414"/>
                  <a:pt x="1147290" y="158074"/>
                  <a:pt x="1146760" y="157619"/>
                </a:cubicBezTo>
                <a:cubicBezTo>
                  <a:pt x="1146231" y="157165"/>
                  <a:pt x="1145966" y="156484"/>
                  <a:pt x="1145966" y="155575"/>
                </a:cubicBezTo>
                <a:lnTo>
                  <a:pt x="1145966" y="145355"/>
                </a:lnTo>
                <a:cubicBezTo>
                  <a:pt x="1141499" y="150125"/>
                  <a:pt x="1136521" y="153853"/>
                  <a:pt x="1131033" y="156541"/>
                </a:cubicBezTo>
                <a:cubicBezTo>
                  <a:pt x="1125544" y="159228"/>
                  <a:pt x="1119734" y="160572"/>
                  <a:pt x="1113601" y="160572"/>
                </a:cubicBezTo>
                <a:cubicBezTo>
                  <a:pt x="1108226" y="160572"/>
                  <a:pt x="1103362" y="159869"/>
                  <a:pt x="1099009" y="158464"/>
                </a:cubicBezTo>
                <a:cubicBezTo>
                  <a:pt x="1094656" y="157059"/>
                  <a:pt x="1090946" y="155026"/>
                  <a:pt x="1087880" y="152367"/>
                </a:cubicBezTo>
                <a:cubicBezTo>
                  <a:pt x="1084814" y="149708"/>
                  <a:pt x="1082430" y="146442"/>
                  <a:pt x="1080726" y="142569"/>
                </a:cubicBezTo>
                <a:cubicBezTo>
                  <a:pt x="1079023" y="138694"/>
                  <a:pt x="1078171" y="134287"/>
                  <a:pt x="1078171" y="129347"/>
                </a:cubicBezTo>
                <a:cubicBezTo>
                  <a:pt x="1078171" y="123574"/>
                  <a:pt x="1079344" y="118561"/>
                  <a:pt x="1081691" y="114307"/>
                </a:cubicBezTo>
                <a:cubicBezTo>
                  <a:pt x="1084038" y="110051"/>
                  <a:pt x="1087407" y="106518"/>
                  <a:pt x="1091798" y="103707"/>
                </a:cubicBezTo>
                <a:cubicBezTo>
                  <a:pt x="1096189" y="100897"/>
                  <a:pt x="1101564" y="98789"/>
                  <a:pt x="1107923" y="97384"/>
                </a:cubicBezTo>
                <a:cubicBezTo>
                  <a:pt x="1114283" y="95978"/>
                  <a:pt x="1121437" y="95276"/>
                  <a:pt x="1129386" y="95276"/>
                </a:cubicBezTo>
                <a:lnTo>
                  <a:pt x="1143467" y="95276"/>
                </a:lnTo>
                <a:lnTo>
                  <a:pt x="1143467" y="87355"/>
                </a:lnTo>
                <a:cubicBezTo>
                  <a:pt x="1143467" y="83432"/>
                  <a:pt x="1143051" y="79963"/>
                  <a:pt x="1142218" y="76947"/>
                </a:cubicBezTo>
                <a:cubicBezTo>
                  <a:pt x="1141385" y="73928"/>
                  <a:pt x="1140042" y="71419"/>
                  <a:pt x="1138187" y="69420"/>
                </a:cubicBezTo>
                <a:cubicBezTo>
                  <a:pt x="1136332" y="67421"/>
                  <a:pt x="1133928" y="65913"/>
                  <a:pt x="1130976" y="64895"/>
                </a:cubicBezTo>
                <a:cubicBezTo>
                  <a:pt x="1128023" y="63876"/>
                  <a:pt x="1124389" y="63366"/>
                  <a:pt x="1120074" y="63366"/>
                </a:cubicBezTo>
                <a:cubicBezTo>
                  <a:pt x="1115456" y="63366"/>
                  <a:pt x="1111311" y="63909"/>
                  <a:pt x="1107640" y="64995"/>
                </a:cubicBezTo>
                <a:cubicBezTo>
                  <a:pt x="1103968" y="66080"/>
                  <a:pt x="1100750" y="67279"/>
                  <a:pt x="1097987" y="68589"/>
                </a:cubicBezTo>
                <a:cubicBezTo>
                  <a:pt x="1095224" y="69900"/>
                  <a:pt x="1092915" y="71098"/>
                  <a:pt x="1091060" y="72184"/>
                </a:cubicBezTo>
                <a:cubicBezTo>
                  <a:pt x="1089205" y="73270"/>
                  <a:pt x="1087824" y="73813"/>
                  <a:pt x="1086915" y="73813"/>
                </a:cubicBezTo>
                <a:cubicBezTo>
                  <a:pt x="1086309" y="73813"/>
                  <a:pt x="1085779" y="73662"/>
                  <a:pt x="1085325" y="73359"/>
                </a:cubicBezTo>
                <a:cubicBezTo>
                  <a:pt x="1084871" y="73056"/>
                  <a:pt x="1084474" y="72602"/>
                  <a:pt x="1084133" y="71996"/>
                </a:cubicBezTo>
                <a:cubicBezTo>
                  <a:pt x="1083792" y="71391"/>
                  <a:pt x="1083546" y="70615"/>
                  <a:pt x="1083395" y="69668"/>
                </a:cubicBezTo>
                <a:cubicBezTo>
                  <a:pt x="1083243" y="68722"/>
                  <a:pt x="1083168" y="67681"/>
                  <a:pt x="1083168" y="66545"/>
                </a:cubicBezTo>
                <a:cubicBezTo>
                  <a:pt x="1083168" y="64653"/>
                  <a:pt x="1083300" y="63158"/>
                  <a:pt x="1083565" y="62060"/>
                </a:cubicBezTo>
                <a:cubicBezTo>
                  <a:pt x="1083830" y="60962"/>
                  <a:pt x="1084474" y="59921"/>
                  <a:pt x="1085496" y="58937"/>
                </a:cubicBezTo>
                <a:cubicBezTo>
                  <a:pt x="1086518" y="57953"/>
                  <a:pt x="1088278" y="56807"/>
                  <a:pt x="1090776" y="55498"/>
                </a:cubicBezTo>
                <a:cubicBezTo>
                  <a:pt x="1093274" y="54188"/>
                  <a:pt x="1096151" y="52990"/>
                  <a:pt x="1099407" y="51907"/>
                </a:cubicBezTo>
                <a:cubicBezTo>
                  <a:pt x="1102662" y="50823"/>
                  <a:pt x="1106220" y="49927"/>
                  <a:pt x="1110081" y="49217"/>
                </a:cubicBezTo>
                <a:cubicBezTo>
                  <a:pt x="1113942" y="48505"/>
                  <a:pt x="1117841" y="48149"/>
                  <a:pt x="1121778" y="48149"/>
                </a:cubicBezTo>
                <a:cubicBezTo>
                  <a:pt x="1129121" y="48149"/>
                  <a:pt x="1135367" y="48982"/>
                  <a:pt x="1140515" y="50647"/>
                </a:cubicBezTo>
                <a:cubicBezTo>
                  <a:pt x="1145663" y="52313"/>
                  <a:pt x="1149827" y="54754"/>
                  <a:pt x="1153006" y="57972"/>
                </a:cubicBezTo>
                <a:cubicBezTo>
                  <a:pt x="1156186" y="61189"/>
                  <a:pt x="1158495" y="65183"/>
                  <a:pt x="1159933" y="69952"/>
                </a:cubicBezTo>
                <a:cubicBezTo>
                  <a:pt x="1161372" y="74722"/>
                  <a:pt x="1162091" y="80286"/>
                  <a:pt x="1162091" y="86645"/>
                </a:cubicBezTo>
                <a:lnTo>
                  <a:pt x="1162091" y="155575"/>
                </a:lnTo>
                <a:moveTo>
                  <a:pt x="1143467" y="108789"/>
                </a:moveTo>
                <a:lnTo>
                  <a:pt x="1127456" y="108789"/>
                </a:lnTo>
                <a:cubicBezTo>
                  <a:pt x="1122308" y="108789"/>
                  <a:pt x="1117841" y="109228"/>
                  <a:pt x="1114056" y="110106"/>
                </a:cubicBezTo>
                <a:cubicBezTo>
                  <a:pt x="1110270" y="110981"/>
                  <a:pt x="1107129" y="112275"/>
                  <a:pt x="1104630" y="113988"/>
                </a:cubicBezTo>
                <a:cubicBezTo>
                  <a:pt x="1102132" y="115701"/>
                  <a:pt x="1100296" y="117758"/>
                  <a:pt x="1099123" y="120159"/>
                </a:cubicBezTo>
                <a:cubicBezTo>
                  <a:pt x="1097949" y="122558"/>
                  <a:pt x="1097362" y="125319"/>
                  <a:pt x="1097362" y="128442"/>
                </a:cubicBezTo>
                <a:cubicBezTo>
                  <a:pt x="1097362" y="133774"/>
                  <a:pt x="1099047" y="138021"/>
                  <a:pt x="1102416" y="141182"/>
                </a:cubicBezTo>
                <a:cubicBezTo>
                  <a:pt x="1105785" y="144342"/>
                  <a:pt x="1110497" y="145923"/>
                  <a:pt x="1116554" y="145923"/>
                </a:cubicBezTo>
                <a:cubicBezTo>
                  <a:pt x="1121475" y="145923"/>
                  <a:pt x="1126036" y="144667"/>
                  <a:pt x="1130238" y="142154"/>
                </a:cubicBezTo>
                <a:cubicBezTo>
                  <a:pt x="1134439" y="139639"/>
                  <a:pt x="1138849" y="135792"/>
                  <a:pt x="1143467" y="130614"/>
                </a:cubicBezTo>
                <a:lnTo>
                  <a:pt x="1143467" y="108789"/>
                </a:lnTo>
                <a:close/>
                <a:moveTo>
                  <a:pt x="1346960" y="155462"/>
                </a:moveTo>
                <a:cubicBezTo>
                  <a:pt x="1346960" y="156067"/>
                  <a:pt x="1346808" y="156578"/>
                  <a:pt x="1346505" y="156995"/>
                </a:cubicBezTo>
                <a:cubicBezTo>
                  <a:pt x="1346202" y="157411"/>
                  <a:pt x="1345710" y="157771"/>
                  <a:pt x="1345029" y="158074"/>
                </a:cubicBezTo>
                <a:cubicBezTo>
                  <a:pt x="1344348" y="158376"/>
                  <a:pt x="1343401" y="158604"/>
                  <a:pt x="1342190" y="158755"/>
                </a:cubicBezTo>
                <a:cubicBezTo>
                  <a:pt x="1340979" y="158906"/>
                  <a:pt x="1339465" y="158982"/>
                  <a:pt x="1337648" y="158982"/>
                </a:cubicBezTo>
                <a:cubicBezTo>
                  <a:pt x="1335755" y="158982"/>
                  <a:pt x="1334203" y="158906"/>
                  <a:pt x="1332992" y="158755"/>
                </a:cubicBezTo>
                <a:cubicBezTo>
                  <a:pt x="1331781" y="158604"/>
                  <a:pt x="1330815" y="158376"/>
                  <a:pt x="1330096" y="158074"/>
                </a:cubicBezTo>
                <a:cubicBezTo>
                  <a:pt x="1329377" y="157771"/>
                  <a:pt x="1328866" y="157411"/>
                  <a:pt x="1328563" y="156995"/>
                </a:cubicBezTo>
                <a:cubicBezTo>
                  <a:pt x="1328260" y="156578"/>
                  <a:pt x="1328109" y="156067"/>
                  <a:pt x="1328109" y="155462"/>
                </a:cubicBezTo>
                <a:lnTo>
                  <a:pt x="1328109" y="93345"/>
                </a:lnTo>
                <a:cubicBezTo>
                  <a:pt x="1328109" y="89030"/>
                  <a:pt x="1327730" y="85093"/>
                  <a:pt x="1326973" y="81535"/>
                </a:cubicBezTo>
                <a:cubicBezTo>
                  <a:pt x="1326216" y="77977"/>
                  <a:pt x="1325005" y="74911"/>
                  <a:pt x="1323339" y="72337"/>
                </a:cubicBezTo>
                <a:cubicBezTo>
                  <a:pt x="1321674" y="69763"/>
                  <a:pt x="1319554" y="67795"/>
                  <a:pt x="1316980" y="66432"/>
                </a:cubicBezTo>
                <a:cubicBezTo>
                  <a:pt x="1314406" y="65069"/>
                  <a:pt x="1311378" y="64388"/>
                  <a:pt x="1307895" y="64388"/>
                </a:cubicBezTo>
                <a:cubicBezTo>
                  <a:pt x="1303580" y="64388"/>
                  <a:pt x="1299246" y="66053"/>
                  <a:pt x="1294893" y="69384"/>
                </a:cubicBezTo>
                <a:cubicBezTo>
                  <a:pt x="1290540" y="72715"/>
                  <a:pt x="1285751" y="77598"/>
                  <a:pt x="1280528" y="84033"/>
                </a:cubicBezTo>
                <a:lnTo>
                  <a:pt x="1280528" y="155462"/>
                </a:lnTo>
                <a:cubicBezTo>
                  <a:pt x="1280528" y="156067"/>
                  <a:pt x="1280376" y="156578"/>
                  <a:pt x="1280073" y="156995"/>
                </a:cubicBezTo>
                <a:cubicBezTo>
                  <a:pt x="1279771" y="157411"/>
                  <a:pt x="1279260" y="157771"/>
                  <a:pt x="1278540" y="158074"/>
                </a:cubicBezTo>
                <a:cubicBezTo>
                  <a:pt x="1277821" y="158376"/>
                  <a:pt x="1276856" y="158604"/>
                  <a:pt x="1275645" y="158755"/>
                </a:cubicBezTo>
                <a:cubicBezTo>
                  <a:pt x="1274433" y="158906"/>
                  <a:pt x="1272919" y="158982"/>
                  <a:pt x="1271102" y="158982"/>
                </a:cubicBezTo>
                <a:cubicBezTo>
                  <a:pt x="1269361" y="158982"/>
                  <a:pt x="1267866" y="158906"/>
                  <a:pt x="1266617" y="158755"/>
                </a:cubicBezTo>
                <a:cubicBezTo>
                  <a:pt x="1265368" y="158604"/>
                  <a:pt x="1264383" y="158376"/>
                  <a:pt x="1263664" y="158074"/>
                </a:cubicBezTo>
                <a:cubicBezTo>
                  <a:pt x="1262945" y="157771"/>
                  <a:pt x="1262453" y="157411"/>
                  <a:pt x="1262188" y="156995"/>
                </a:cubicBezTo>
                <a:cubicBezTo>
                  <a:pt x="1261923" y="156578"/>
                  <a:pt x="1261791" y="156067"/>
                  <a:pt x="1261791" y="155462"/>
                </a:cubicBezTo>
                <a:lnTo>
                  <a:pt x="1261791" y="93345"/>
                </a:lnTo>
                <a:cubicBezTo>
                  <a:pt x="1261791" y="89030"/>
                  <a:pt x="1261374" y="85093"/>
                  <a:pt x="1260541" y="81535"/>
                </a:cubicBezTo>
                <a:cubicBezTo>
                  <a:pt x="1259709" y="77977"/>
                  <a:pt x="1258459" y="74911"/>
                  <a:pt x="1256794" y="72337"/>
                </a:cubicBezTo>
                <a:cubicBezTo>
                  <a:pt x="1255128" y="69763"/>
                  <a:pt x="1253028" y="67795"/>
                  <a:pt x="1250491" y="66432"/>
                </a:cubicBezTo>
                <a:cubicBezTo>
                  <a:pt x="1247955" y="65069"/>
                  <a:pt x="1244946" y="64388"/>
                  <a:pt x="1241464" y="64388"/>
                </a:cubicBezTo>
                <a:cubicBezTo>
                  <a:pt x="1237148" y="64388"/>
                  <a:pt x="1232795" y="66053"/>
                  <a:pt x="1228404" y="69384"/>
                </a:cubicBezTo>
                <a:cubicBezTo>
                  <a:pt x="1224013" y="72715"/>
                  <a:pt x="1219244" y="77598"/>
                  <a:pt x="1214096" y="84033"/>
                </a:cubicBezTo>
                <a:lnTo>
                  <a:pt x="1214096" y="155462"/>
                </a:lnTo>
                <a:cubicBezTo>
                  <a:pt x="1214096" y="156067"/>
                  <a:pt x="1213944" y="156578"/>
                  <a:pt x="1213642" y="156995"/>
                </a:cubicBezTo>
                <a:cubicBezTo>
                  <a:pt x="1213339" y="157411"/>
                  <a:pt x="1212847" y="157771"/>
                  <a:pt x="1212165" y="158074"/>
                </a:cubicBezTo>
                <a:cubicBezTo>
                  <a:pt x="1211484" y="158376"/>
                  <a:pt x="1210538" y="158604"/>
                  <a:pt x="1209326" y="158755"/>
                </a:cubicBezTo>
                <a:cubicBezTo>
                  <a:pt x="1208115" y="158906"/>
                  <a:pt x="1206563" y="158982"/>
                  <a:pt x="1204671" y="158982"/>
                </a:cubicBezTo>
                <a:cubicBezTo>
                  <a:pt x="1202854" y="158982"/>
                  <a:pt x="1201339" y="158906"/>
                  <a:pt x="1200128" y="158755"/>
                </a:cubicBezTo>
                <a:cubicBezTo>
                  <a:pt x="1198917" y="158604"/>
                  <a:pt x="1197952" y="158376"/>
                  <a:pt x="1197232" y="158074"/>
                </a:cubicBezTo>
                <a:cubicBezTo>
                  <a:pt x="1196513" y="157771"/>
                  <a:pt x="1196021" y="157411"/>
                  <a:pt x="1195756" y="156995"/>
                </a:cubicBezTo>
                <a:cubicBezTo>
                  <a:pt x="1195491" y="156578"/>
                  <a:pt x="1195359" y="156067"/>
                  <a:pt x="1195359" y="155462"/>
                </a:cubicBezTo>
                <a:lnTo>
                  <a:pt x="1195359" y="53259"/>
                </a:lnTo>
                <a:cubicBezTo>
                  <a:pt x="1195359" y="52653"/>
                  <a:pt x="1195472" y="52142"/>
                  <a:pt x="1195699" y="51726"/>
                </a:cubicBezTo>
                <a:cubicBezTo>
                  <a:pt x="1195927" y="51310"/>
                  <a:pt x="1196381" y="50931"/>
                  <a:pt x="1197062" y="50590"/>
                </a:cubicBezTo>
                <a:cubicBezTo>
                  <a:pt x="1197743" y="50250"/>
                  <a:pt x="1198614" y="50023"/>
                  <a:pt x="1199674" y="49909"/>
                </a:cubicBezTo>
                <a:cubicBezTo>
                  <a:pt x="1200734" y="49795"/>
                  <a:pt x="1202134" y="49739"/>
                  <a:pt x="1203876" y="49739"/>
                </a:cubicBezTo>
                <a:cubicBezTo>
                  <a:pt x="1205541" y="49739"/>
                  <a:pt x="1206923" y="49795"/>
                  <a:pt x="1208021" y="49909"/>
                </a:cubicBezTo>
                <a:cubicBezTo>
                  <a:pt x="1209118" y="50023"/>
                  <a:pt x="1209970" y="50250"/>
                  <a:pt x="1210576" y="50590"/>
                </a:cubicBezTo>
                <a:cubicBezTo>
                  <a:pt x="1211181" y="50931"/>
                  <a:pt x="1211617" y="51310"/>
                  <a:pt x="1211882" y="51726"/>
                </a:cubicBezTo>
                <a:cubicBezTo>
                  <a:pt x="1212146" y="52142"/>
                  <a:pt x="1212279" y="52653"/>
                  <a:pt x="1212279" y="53259"/>
                </a:cubicBezTo>
                <a:lnTo>
                  <a:pt x="1212279" y="66772"/>
                </a:lnTo>
                <a:cubicBezTo>
                  <a:pt x="1218033" y="60337"/>
                  <a:pt x="1223616" y="55625"/>
                  <a:pt x="1229029" y="52634"/>
                </a:cubicBezTo>
                <a:cubicBezTo>
                  <a:pt x="1234442" y="49644"/>
                  <a:pt x="1239912" y="48149"/>
                  <a:pt x="1245438" y="48149"/>
                </a:cubicBezTo>
                <a:cubicBezTo>
                  <a:pt x="1249678" y="48149"/>
                  <a:pt x="1253482" y="48641"/>
                  <a:pt x="1256851" y="49625"/>
                </a:cubicBezTo>
                <a:cubicBezTo>
                  <a:pt x="1260220" y="50609"/>
                  <a:pt x="1263191" y="51991"/>
                  <a:pt x="1265765" y="53770"/>
                </a:cubicBezTo>
                <a:cubicBezTo>
                  <a:pt x="1268339" y="55549"/>
                  <a:pt x="1270535" y="57669"/>
                  <a:pt x="1272351" y="60129"/>
                </a:cubicBezTo>
                <a:cubicBezTo>
                  <a:pt x="1274168" y="62590"/>
                  <a:pt x="1275683" y="65334"/>
                  <a:pt x="1276894" y="68362"/>
                </a:cubicBezTo>
                <a:cubicBezTo>
                  <a:pt x="1280301" y="64653"/>
                  <a:pt x="1283537" y="61511"/>
                  <a:pt x="1286603" y="58937"/>
                </a:cubicBezTo>
                <a:cubicBezTo>
                  <a:pt x="1289669" y="56363"/>
                  <a:pt x="1292622" y="54281"/>
                  <a:pt x="1295461" y="52691"/>
                </a:cubicBezTo>
                <a:cubicBezTo>
                  <a:pt x="1298300" y="51101"/>
                  <a:pt x="1301063" y="49947"/>
                  <a:pt x="1303750" y="49228"/>
                </a:cubicBezTo>
                <a:cubicBezTo>
                  <a:pt x="1306438" y="48508"/>
                  <a:pt x="1309144" y="48149"/>
                  <a:pt x="1311870" y="48149"/>
                </a:cubicBezTo>
                <a:cubicBezTo>
                  <a:pt x="1318456" y="48149"/>
                  <a:pt x="1323983" y="49303"/>
                  <a:pt x="1328449" y="51612"/>
                </a:cubicBezTo>
                <a:cubicBezTo>
                  <a:pt x="1332916" y="53921"/>
                  <a:pt x="1336531" y="57006"/>
                  <a:pt x="1339294" y="60867"/>
                </a:cubicBezTo>
                <a:cubicBezTo>
                  <a:pt x="1342058" y="64728"/>
                  <a:pt x="1344026" y="69252"/>
                  <a:pt x="1345199" y="74438"/>
                </a:cubicBezTo>
                <a:cubicBezTo>
                  <a:pt x="1346373" y="79624"/>
                  <a:pt x="1346960" y="85093"/>
                  <a:pt x="1346960" y="90847"/>
                </a:cubicBezTo>
                <a:lnTo>
                  <a:pt x="1346960" y="155462"/>
                </a:lnTo>
                <a:close/>
                <a:moveTo>
                  <a:pt x="1396220" y="155462"/>
                </a:moveTo>
                <a:cubicBezTo>
                  <a:pt x="1396220" y="156067"/>
                  <a:pt x="1396069" y="156578"/>
                  <a:pt x="1395766" y="156995"/>
                </a:cubicBezTo>
                <a:cubicBezTo>
                  <a:pt x="1395463" y="157411"/>
                  <a:pt x="1394971" y="157771"/>
                  <a:pt x="1394290" y="158074"/>
                </a:cubicBezTo>
                <a:cubicBezTo>
                  <a:pt x="1393608" y="158376"/>
                  <a:pt x="1392662" y="158604"/>
                  <a:pt x="1391451" y="158755"/>
                </a:cubicBezTo>
                <a:cubicBezTo>
                  <a:pt x="1390239" y="158906"/>
                  <a:pt x="1388687" y="158982"/>
                  <a:pt x="1386795" y="158982"/>
                </a:cubicBezTo>
                <a:cubicBezTo>
                  <a:pt x="1384978" y="158982"/>
                  <a:pt x="1383464" y="158906"/>
                  <a:pt x="1382252" y="158755"/>
                </a:cubicBezTo>
                <a:cubicBezTo>
                  <a:pt x="1381041" y="158604"/>
                  <a:pt x="1380076" y="158376"/>
                  <a:pt x="1379357" y="158074"/>
                </a:cubicBezTo>
                <a:cubicBezTo>
                  <a:pt x="1378637" y="157771"/>
                  <a:pt x="1378145" y="157411"/>
                  <a:pt x="1377880" y="156995"/>
                </a:cubicBezTo>
                <a:cubicBezTo>
                  <a:pt x="1377615" y="156578"/>
                  <a:pt x="1377483" y="156067"/>
                  <a:pt x="1377483" y="155462"/>
                </a:cubicBezTo>
                <a:lnTo>
                  <a:pt x="1377483" y="53259"/>
                </a:lnTo>
                <a:cubicBezTo>
                  <a:pt x="1377483" y="52729"/>
                  <a:pt x="1377615" y="52237"/>
                  <a:pt x="1377880" y="51783"/>
                </a:cubicBezTo>
                <a:cubicBezTo>
                  <a:pt x="1378145" y="51329"/>
                  <a:pt x="1378637" y="50950"/>
                  <a:pt x="1379357" y="50647"/>
                </a:cubicBezTo>
                <a:cubicBezTo>
                  <a:pt x="1380076" y="50344"/>
                  <a:pt x="1381041" y="50117"/>
                  <a:pt x="1382252" y="49966"/>
                </a:cubicBezTo>
                <a:cubicBezTo>
                  <a:pt x="1383464" y="49814"/>
                  <a:pt x="1384978" y="49739"/>
                  <a:pt x="1386795" y="49739"/>
                </a:cubicBezTo>
                <a:cubicBezTo>
                  <a:pt x="1388687" y="49739"/>
                  <a:pt x="1390239" y="49814"/>
                  <a:pt x="1391451" y="49966"/>
                </a:cubicBezTo>
                <a:cubicBezTo>
                  <a:pt x="1392662" y="50117"/>
                  <a:pt x="1393608" y="50344"/>
                  <a:pt x="1394290" y="50647"/>
                </a:cubicBezTo>
                <a:cubicBezTo>
                  <a:pt x="1394971" y="50950"/>
                  <a:pt x="1395463" y="51329"/>
                  <a:pt x="1395766" y="51783"/>
                </a:cubicBezTo>
                <a:cubicBezTo>
                  <a:pt x="1396069" y="52237"/>
                  <a:pt x="1396220" y="52729"/>
                  <a:pt x="1396220" y="53259"/>
                </a:cubicBezTo>
                <a:lnTo>
                  <a:pt x="1396220" y="155462"/>
                </a:lnTo>
                <a:moveTo>
                  <a:pt x="1398378" y="18624"/>
                </a:moveTo>
                <a:cubicBezTo>
                  <a:pt x="1398378" y="23015"/>
                  <a:pt x="1397545" y="26005"/>
                  <a:pt x="1395879" y="27595"/>
                </a:cubicBezTo>
                <a:cubicBezTo>
                  <a:pt x="1394214" y="29185"/>
                  <a:pt x="1391148" y="29979"/>
                  <a:pt x="1386681" y="29979"/>
                </a:cubicBezTo>
                <a:cubicBezTo>
                  <a:pt x="1382290" y="29979"/>
                  <a:pt x="1379281" y="29204"/>
                  <a:pt x="1377653" y="27652"/>
                </a:cubicBezTo>
                <a:cubicBezTo>
                  <a:pt x="1376025" y="26100"/>
                  <a:pt x="1375212" y="23166"/>
                  <a:pt x="1375212" y="18851"/>
                </a:cubicBezTo>
                <a:cubicBezTo>
                  <a:pt x="1375212" y="14460"/>
                  <a:pt x="1376044" y="11469"/>
                  <a:pt x="1377710" y="9880"/>
                </a:cubicBezTo>
                <a:cubicBezTo>
                  <a:pt x="1379375" y="8290"/>
                  <a:pt x="1382442" y="7495"/>
                  <a:pt x="1386908" y="7495"/>
                </a:cubicBezTo>
                <a:cubicBezTo>
                  <a:pt x="1391299" y="7495"/>
                  <a:pt x="1394308" y="8271"/>
                  <a:pt x="1395936" y="9823"/>
                </a:cubicBezTo>
                <a:cubicBezTo>
                  <a:pt x="1397564" y="11375"/>
                  <a:pt x="1398378" y="14308"/>
                  <a:pt x="1398378" y="18624"/>
                </a:cubicBezTo>
                <a:close/>
                <a:moveTo>
                  <a:pt x="1503074" y="140018"/>
                </a:moveTo>
                <a:cubicBezTo>
                  <a:pt x="1503074" y="141305"/>
                  <a:pt x="1503036" y="142421"/>
                  <a:pt x="1502960" y="143368"/>
                </a:cubicBezTo>
                <a:cubicBezTo>
                  <a:pt x="1502884" y="144314"/>
                  <a:pt x="1502752" y="145109"/>
                  <a:pt x="1502563" y="145753"/>
                </a:cubicBezTo>
                <a:cubicBezTo>
                  <a:pt x="1502373" y="146396"/>
                  <a:pt x="1502146" y="146964"/>
                  <a:pt x="1501881" y="147456"/>
                </a:cubicBezTo>
                <a:cubicBezTo>
                  <a:pt x="1501616" y="147948"/>
                  <a:pt x="1501011" y="148667"/>
                  <a:pt x="1500064" y="149613"/>
                </a:cubicBezTo>
                <a:cubicBezTo>
                  <a:pt x="1499118" y="150560"/>
                  <a:pt x="1497509" y="151733"/>
                  <a:pt x="1495238" y="153134"/>
                </a:cubicBezTo>
                <a:cubicBezTo>
                  <a:pt x="1492967" y="154534"/>
                  <a:pt x="1490412" y="155784"/>
                  <a:pt x="1487573" y="156881"/>
                </a:cubicBezTo>
                <a:cubicBezTo>
                  <a:pt x="1484734" y="157979"/>
                  <a:pt x="1481649" y="158869"/>
                  <a:pt x="1478318" y="159550"/>
                </a:cubicBezTo>
                <a:cubicBezTo>
                  <a:pt x="1474987" y="160231"/>
                  <a:pt x="1471542" y="160572"/>
                  <a:pt x="1467984" y="160572"/>
                </a:cubicBezTo>
                <a:cubicBezTo>
                  <a:pt x="1460641" y="160572"/>
                  <a:pt x="1454130" y="159358"/>
                  <a:pt x="1448452" y="156931"/>
                </a:cubicBezTo>
                <a:cubicBezTo>
                  <a:pt x="1442774" y="154504"/>
                  <a:pt x="1438024" y="150957"/>
                  <a:pt x="1434200" y="146292"/>
                </a:cubicBezTo>
                <a:cubicBezTo>
                  <a:pt x="1430377" y="141627"/>
                  <a:pt x="1427463" y="135899"/>
                  <a:pt x="1425456" y="129109"/>
                </a:cubicBezTo>
                <a:cubicBezTo>
                  <a:pt x="1423450" y="122319"/>
                  <a:pt x="1422447" y="114487"/>
                  <a:pt x="1422447" y="105613"/>
                </a:cubicBezTo>
                <a:cubicBezTo>
                  <a:pt x="1422447" y="95523"/>
                  <a:pt x="1423677" y="86856"/>
                  <a:pt x="1426138" y="79612"/>
                </a:cubicBezTo>
                <a:cubicBezTo>
                  <a:pt x="1428598" y="72368"/>
                  <a:pt x="1431967" y="66432"/>
                  <a:pt x="1436244" y="61804"/>
                </a:cubicBezTo>
                <a:cubicBezTo>
                  <a:pt x="1440522" y="57177"/>
                  <a:pt x="1445556" y="53744"/>
                  <a:pt x="1451348" y="51506"/>
                </a:cubicBezTo>
                <a:cubicBezTo>
                  <a:pt x="1457139" y="49268"/>
                  <a:pt x="1463404" y="48149"/>
                  <a:pt x="1470142" y="48149"/>
                </a:cubicBezTo>
                <a:cubicBezTo>
                  <a:pt x="1473397" y="48149"/>
                  <a:pt x="1476558" y="48452"/>
                  <a:pt x="1479624" y="49057"/>
                </a:cubicBezTo>
                <a:cubicBezTo>
                  <a:pt x="1482690" y="49663"/>
                  <a:pt x="1485510" y="50458"/>
                  <a:pt x="1488084" y="51442"/>
                </a:cubicBezTo>
                <a:cubicBezTo>
                  <a:pt x="1490658" y="52426"/>
                  <a:pt x="1492948" y="53562"/>
                  <a:pt x="1494954" y="54849"/>
                </a:cubicBezTo>
                <a:cubicBezTo>
                  <a:pt x="1496960" y="56136"/>
                  <a:pt x="1498418" y="57234"/>
                  <a:pt x="1499326" y="58142"/>
                </a:cubicBezTo>
                <a:cubicBezTo>
                  <a:pt x="1500235" y="59050"/>
                  <a:pt x="1500859" y="59770"/>
                  <a:pt x="1501200" y="60300"/>
                </a:cubicBezTo>
                <a:cubicBezTo>
                  <a:pt x="1501541" y="60830"/>
                  <a:pt x="1501825" y="61454"/>
                  <a:pt x="1502052" y="62173"/>
                </a:cubicBezTo>
                <a:cubicBezTo>
                  <a:pt x="1502279" y="62893"/>
                  <a:pt x="1502430" y="63706"/>
                  <a:pt x="1502506" y="64615"/>
                </a:cubicBezTo>
                <a:cubicBezTo>
                  <a:pt x="1502582" y="65523"/>
                  <a:pt x="1502619" y="66659"/>
                  <a:pt x="1502619" y="68022"/>
                </a:cubicBezTo>
                <a:cubicBezTo>
                  <a:pt x="1502619" y="70974"/>
                  <a:pt x="1502279" y="73037"/>
                  <a:pt x="1501597" y="74211"/>
                </a:cubicBezTo>
                <a:cubicBezTo>
                  <a:pt x="1500916" y="75384"/>
                  <a:pt x="1500083" y="75971"/>
                  <a:pt x="1499099" y="75971"/>
                </a:cubicBezTo>
                <a:cubicBezTo>
                  <a:pt x="1497964" y="75971"/>
                  <a:pt x="1496658" y="75346"/>
                  <a:pt x="1495181" y="74097"/>
                </a:cubicBezTo>
                <a:cubicBezTo>
                  <a:pt x="1493705" y="72848"/>
                  <a:pt x="1491831" y="71466"/>
                  <a:pt x="1489560" y="69952"/>
                </a:cubicBezTo>
                <a:cubicBezTo>
                  <a:pt x="1487289" y="68438"/>
                  <a:pt x="1484545" y="67056"/>
                  <a:pt x="1481327" y="65807"/>
                </a:cubicBezTo>
                <a:cubicBezTo>
                  <a:pt x="1478110" y="64558"/>
                  <a:pt x="1474306" y="63934"/>
                  <a:pt x="1469915" y="63934"/>
                </a:cubicBezTo>
                <a:cubicBezTo>
                  <a:pt x="1460906" y="63934"/>
                  <a:pt x="1453997" y="67408"/>
                  <a:pt x="1449190" y="74356"/>
                </a:cubicBezTo>
                <a:cubicBezTo>
                  <a:pt x="1444383" y="81302"/>
                  <a:pt x="1441979" y="91379"/>
                  <a:pt x="1441979" y="104588"/>
                </a:cubicBezTo>
                <a:cubicBezTo>
                  <a:pt x="1441979" y="111193"/>
                  <a:pt x="1442604" y="116982"/>
                  <a:pt x="1443853" y="121955"/>
                </a:cubicBezTo>
                <a:cubicBezTo>
                  <a:pt x="1445102" y="126928"/>
                  <a:pt x="1446938" y="131085"/>
                  <a:pt x="1449361" y="134425"/>
                </a:cubicBezTo>
                <a:cubicBezTo>
                  <a:pt x="1451783" y="137766"/>
                  <a:pt x="1454755" y="140252"/>
                  <a:pt x="1458275" y="141884"/>
                </a:cubicBezTo>
                <a:cubicBezTo>
                  <a:pt x="1461795" y="143517"/>
                  <a:pt x="1465827" y="144333"/>
                  <a:pt x="1470369" y="144333"/>
                </a:cubicBezTo>
                <a:cubicBezTo>
                  <a:pt x="1474684" y="144333"/>
                  <a:pt x="1478469" y="143652"/>
                  <a:pt x="1481725" y="142289"/>
                </a:cubicBezTo>
                <a:cubicBezTo>
                  <a:pt x="1484980" y="140926"/>
                  <a:pt x="1487800" y="139431"/>
                  <a:pt x="1490185" y="137803"/>
                </a:cubicBezTo>
                <a:cubicBezTo>
                  <a:pt x="1492570" y="136176"/>
                  <a:pt x="1494576" y="134699"/>
                  <a:pt x="1496203" y="133375"/>
                </a:cubicBezTo>
                <a:cubicBezTo>
                  <a:pt x="1497831" y="132050"/>
                  <a:pt x="1499099" y="131387"/>
                  <a:pt x="1500008" y="131387"/>
                </a:cubicBezTo>
                <a:cubicBezTo>
                  <a:pt x="1500538" y="131387"/>
                  <a:pt x="1500992" y="131539"/>
                  <a:pt x="1501370" y="131842"/>
                </a:cubicBezTo>
                <a:cubicBezTo>
                  <a:pt x="1501749" y="132144"/>
                  <a:pt x="1502071" y="132655"/>
                  <a:pt x="1502336" y="133375"/>
                </a:cubicBezTo>
                <a:cubicBezTo>
                  <a:pt x="1502601" y="134094"/>
                  <a:pt x="1502790" y="135002"/>
                  <a:pt x="1502903" y="136100"/>
                </a:cubicBezTo>
                <a:cubicBezTo>
                  <a:pt x="1503017" y="137198"/>
                  <a:pt x="1503074" y="138504"/>
                  <a:pt x="1503074" y="140018"/>
                </a:cubicBezTo>
                <a:close/>
                <a:moveTo>
                  <a:pt x="1590068" y="127722"/>
                </a:moveTo>
                <a:cubicBezTo>
                  <a:pt x="1590068" y="132950"/>
                  <a:pt x="1589103" y="137611"/>
                  <a:pt x="1587173" y="141703"/>
                </a:cubicBezTo>
                <a:cubicBezTo>
                  <a:pt x="1585242" y="145794"/>
                  <a:pt x="1582498" y="149242"/>
                  <a:pt x="1578940" y="152048"/>
                </a:cubicBezTo>
                <a:cubicBezTo>
                  <a:pt x="1575381" y="154851"/>
                  <a:pt x="1571142" y="156972"/>
                  <a:pt x="1566221" y="158411"/>
                </a:cubicBezTo>
                <a:cubicBezTo>
                  <a:pt x="1561300" y="159852"/>
                  <a:pt x="1555887" y="160572"/>
                  <a:pt x="1549982" y="160572"/>
                </a:cubicBezTo>
                <a:cubicBezTo>
                  <a:pt x="1546348" y="160572"/>
                  <a:pt x="1542885" y="160288"/>
                  <a:pt x="1539592" y="159720"/>
                </a:cubicBezTo>
                <a:cubicBezTo>
                  <a:pt x="1536298" y="159152"/>
                  <a:pt x="1533346" y="158433"/>
                  <a:pt x="1530734" y="157563"/>
                </a:cubicBezTo>
                <a:cubicBezTo>
                  <a:pt x="1528122" y="156692"/>
                  <a:pt x="1525908" y="155784"/>
                  <a:pt x="1524091" y="154837"/>
                </a:cubicBezTo>
                <a:cubicBezTo>
                  <a:pt x="1522274" y="153891"/>
                  <a:pt x="1520949" y="153039"/>
                  <a:pt x="1520116" y="152282"/>
                </a:cubicBezTo>
                <a:cubicBezTo>
                  <a:pt x="1519283" y="151525"/>
                  <a:pt x="1518678" y="150465"/>
                  <a:pt x="1518299" y="149102"/>
                </a:cubicBezTo>
                <a:cubicBezTo>
                  <a:pt x="1517921" y="147740"/>
                  <a:pt x="1517732" y="145885"/>
                  <a:pt x="1517732" y="143538"/>
                </a:cubicBezTo>
                <a:cubicBezTo>
                  <a:pt x="1517732" y="142100"/>
                  <a:pt x="1517807" y="140888"/>
                  <a:pt x="1517959" y="139904"/>
                </a:cubicBezTo>
                <a:cubicBezTo>
                  <a:pt x="1518110" y="138920"/>
                  <a:pt x="1518299" y="138125"/>
                  <a:pt x="1518526" y="137520"/>
                </a:cubicBezTo>
                <a:cubicBezTo>
                  <a:pt x="1518754" y="136914"/>
                  <a:pt x="1519075" y="136479"/>
                  <a:pt x="1519492" y="136214"/>
                </a:cubicBezTo>
                <a:cubicBezTo>
                  <a:pt x="1519908" y="135949"/>
                  <a:pt x="1520381" y="135816"/>
                  <a:pt x="1520911" y="135816"/>
                </a:cubicBezTo>
                <a:cubicBezTo>
                  <a:pt x="1521744" y="135816"/>
                  <a:pt x="1522974" y="136327"/>
                  <a:pt x="1524602" y="137349"/>
                </a:cubicBezTo>
                <a:cubicBezTo>
                  <a:pt x="1526229" y="138371"/>
                  <a:pt x="1528236" y="139488"/>
                  <a:pt x="1530620" y="140699"/>
                </a:cubicBezTo>
                <a:cubicBezTo>
                  <a:pt x="1533005" y="141910"/>
                  <a:pt x="1535825" y="143027"/>
                  <a:pt x="1539081" y="144049"/>
                </a:cubicBezTo>
                <a:cubicBezTo>
                  <a:pt x="1542336" y="145071"/>
                  <a:pt x="1546083" y="145582"/>
                  <a:pt x="1550323" y="145582"/>
                </a:cubicBezTo>
                <a:cubicBezTo>
                  <a:pt x="1553502" y="145582"/>
                  <a:pt x="1556379" y="145241"/>
                  <a:pt x="1558953" y="144560"/>
                </a:cubicBezTo>
                <a:cubicBezTo>
                  <a:pt x="1561527" y="143876"/>
                  <a:pt x="1563761" y="142871"/>
                  <a:pt x="1565653" y="141544"/>
                </a:cubicBezTo>
                <a:cubicBezTo>
                  <a:pt x="1567546" y="140217"/>
                  <a:pt x="1569003" y="138529"/>
                  <a:pt x="1570025" y="136480"/>
                </a:cubicBezTo>
                <a:cubicBezTo>
                  <a:pt x="1571047" y="134431"/>
                  <a:pt x="1571558" y="132004"/>
                  <a:pt x="1571558" y="129198"/>
                </a:cubicBezTo>
                <a:cubicBezTo>
                  <a:pt x="1571558" y="126319"/>
                  <a:pt x="1570820" y="123894"/>
                  <a:pt x="1569344" y="121923"/>
                </a:cubicBezTo>
                <a:cubicBezTo>
                  <a:pt x="1567868" y="119952"/>
                  <a:pt x="1565918" y="118210"/>
                  <a:pt x="1563496" y="116696"/>
                </a:cubicBezTo>
                <a:cubicBezTo>
                  <a:pt x="1561073" y="115179"/>
                  <a:pt x="1558348" y="113834"/>
                  <a:pt x="1555319" y="112661"/>
                </a:cubicBezTo>
                <a:cubicBezTo>
                  <a:pt x="1552291" y="111485"/>
                  <a:pt x="1549168" y="110254"/>
                  <a:pt x="1545951" y="108967"/>
                </a:cubicBezTo>
                <a:cubicBezTo>
                  <a:pt x="1542733" y="107677"/>
                  <a:pt x="1539592" y="106218"/>
                  <a:pt x="1536525" y="104588"/>
                </a:cubicBezTo>
                <a:cubicBezTo>
                  <a:pt x="1533459" y="102957"/>
                  <a:pt x="1530715" y="100968"/>
                  <a:pt x="1528292" y="98619"/>
                </a:cubicBezTo>
                <a:cubicBezTo>
                  <a:pt x="1525870" y="96269"/>
                  <a:pt x="1523920" y="93466"/>
                  <a:pt x="1522444" y="90208"/>
                </a:cubicBezTo>
                <a:cubicBezTo>
                  <a:pt x="1520968" y="86950"/>
                  <a:pt x="1520230" y="83048"/>
                  <a:pt x="1520230" y="78501"/>
                </a:cubicBezTo>
                <a:cubicBezTo>
                  <a:pt x="1520230" y="74484"/>
                  <a:pt x="1521006" y="70638"/>
                  <a:pt x="1522558" y="66964"/>
                </a:cubicBezTo>
                <a:cubicBezTo>
                  <a:pt x="1524110" y="63288"/>
                  <a:pt x="1526438" y="60067"/>
                  <a:pt x="1529542" y="57301"/>
                </a:cubicBezTo>
                <a:cubicBezTo>
                  <a:pt x="1532646" y="54533"/>
                  <a:pt x="1536525" y="52316"/>
                  <a:pt x="1541181" y="50651"/>
                </a:cubicBezTo>
                <a:cubicBezTo>
                  <a:pt x="1545837" y="48983"/>
                  <a:pt x="1551269" y="48149"/>
                  <a:pt x="1557477" y="48149"/>
                </a:cubicBezTo>
                <a:cubicBezTo>
                  <a:pt x="1560202" y="48149"/>
                  <a:pt x="1562928" y="48380"/>
                  <a:pt x="1565653" y="48841"/>
                </a:cubicBezTo>
                <a:cubicBezTo>
                  <a:pt x="1568379" y="49302"/>
                  <a:pt x="1570839" y="49878"/>
                  <a:pt x="1573035" y="50569"/>
                </a:cubicBezTo>
                <a:cubicBezTo>
                  <a:pt x="1575230" y="51260"/>
                  <a:pt x="1577104" y="52009"/>
                  <a:pt x="1578656" y="52815"/>
                </a:cubicBezTo>
                <a:cubicBezTo>
                  <a:pt x="1580208" y="53622"/>
                  <a:pt x="1581381" y="54333"/>
                  <a:pt x="1582176" y="54948"/>
                </a:cubicBezTo>
                <a:cubicBezTo>
                  <a:pt x="1582971" y="55563"/>
                  <a:pt x="1583501" y="56098"/>
                  <a:pt x="1583766" y="56552"/>
                </a:cubicBezTo>
                <a:cubicBezTo>
                  <a:pt x="1584031" y="57006"/>
                  <a:pt x="1584220" y="57517"/>
                  <a:pt x="1584334" y="58085"/>
                </a:cubicBezTo>
                <a:cubicBezTo>
                  <a:pt x="1584447" y="58653"/>
                  <a:pt x="1584561" y="59353"/>
                  <a:pt x="1584674" y="60186"/>
                </a:cubicBezTo>
                <a:cubicBezTo>
                  <a:pt x="1584788" y="61019"/>
                  <a:pt x="1584845" y="62041"/>
                  <a:pt x="1584845" y="63252"/>
                </a:cubicBezTo>
                <a:cubicBezTo>
                  <a:pt x="1584845" y="64539"/>
                  <a:pt x="1584788" y="65656"/>
                  <a:pt x="1584674" y="66602"/>
                </a:cubicBezTo>
                <a:cubicBezTo>
                  <a:pt x="1584561" y="67548"/>
                  <a:pt x="1584371" y="68324"/>
                  <a:pt x="1584107" y="68930"/>
                </a:cubicBezTo>
                <a:cubicBezTo>
                  <a:pt x="1583842" y="69536"/>
                  <a:pt x="1583520" y="69971"/>
                  <a:pt x="1583141" y="70236"/>
                </a:cubicBezTo>
                <a:cubicBezTo>
                  <a:pt x="1582763" y="70501"/>
                  <a:pt x="1582346" y="70633"/>
                  <a:pt x="1581892" y="70633"/>
                </a:cubicBezTo>
                <a:cubicBezTo>
                  <a:pt x="1581211" y="70633"/>
                  <a:pt x="1580227" y="70211"/>
                  <a:pt x="1578940" y="69367"/>
                </a:cubicBezTo>
                <a:cubicBezTo>
                  <a:pt x="1577653" y="68522"/>
                  <a:pt x="1575987" y="67619"/>
                  <a:pt x="1573943" y="66659"/>
                </a:cubicBezTo>
                <a:cubicBezTo>
                  <a:pt x="1571899" y="65698"/>
                  <a:pt x="1569495" y="64796"/>
                  <a:pt x="1566732" y="63951"/>
                </a:cubicBezTo>
                <a:cubicBezTo>
                  <a:pt x="1563969" y="63107"/>
                  <a:pt x="1560808" y="62684"/>
                  <a:pt x="1557250" y="62684"/>
                </a:cubicBezTo>
                <a:cubicBezTo>
                  <a:pt x="1554070" y="62684"/>
                  <a:pt x="1551269" y="63045"/>
                  <a:pt x="1548847" y="63767"/>
                </a:cubicBezTo>
                <a:cubicBezTo>
                  <a:pt x="1546424" y="64486"/>
                  <a:pt x="1544437" y="65509"/>
                  <a:pt x="1542885" y="66836"/>
                </a:cubicBezTo>
                <a:cubicBezTo>
                  <a:pt x="1541333" y="68164"/>
                  <a:pt x="1540159" y="69738"/>
                  <a:pt x="1539364" y="71560"/>
                </a:cubicBezTo>
                <a:cubicBezTo>
                  <a:pt x="1538570" y="73379"/>
                  <a:pt x="1538172" y="75351"/>
                  <a:pt x="1538172" y="77475"/>
                </a:cubicBezTo>
                <a:cubicBezTo>
                  <a:pt x="1538172" y="80430"/>
                  <a:pt x="1538929" y="82912"/>
                  <a:pt x="1540443" y="84921"/>
                </a:cubicBezTo>
                <a:cubicBezTo>
                  <a:pt x="1541957" y="86929"/>
                  <a:pt x="1543926" y="88692"/>
                  <a:pt x="1546348" y="90208"/>
                </a:cubicBezTo>
                <a:cubicBezTo>
                  <a:pt x="1548771" y="91722"/>
                  <a:pt x="1551534" y="93086"/>
                  <a:pt x="1554638" y="94300"/>
                </a:cubicBezTo>
                <a:cubicBezTo>
                  <a:pt x="1557742" y="95511"/>
                  <a:pt x="1560903" y="96761"/>
                  <a:pt x="1564120" y="98051"/>
                </a:cubicBezTo>
                <a:cubicBezTo>
                  <a:pt x="1567338" y="99338"/>
                  <a:pt x="1570517" y="100777"/>
                  <a:pt x="1573659" y="102370"/>
                </a:cubicBezTo>
                <a:cubicBezTo>
                  <a:pt x="1576801" y="103962"/>
                  <a:pt x="1579583" y="105895"/>
                  <a:pt x="1582006" y="108168"/>
                </a:cubicBezTo>
                <a:cubicBezTo>
                  <a:pt x="1584428" y="110442"/>
                  <a:pt x="1586378" y="113171"/>
                  <a:pt x="1587854" y="116355"/>
                </a:cubicBezTo>
                <a:cubicBezTo>
                  <a:pt x="1589330" y="119537"/>
                  <a:pt x="1590068" y="123326"/>
                  <a:pt x="1590068" y="12772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Income">
            <a:extLst xmlns:a="http://schemas.openxmlformats.org/drawingml/2006/main">
              <a:ext uri="{FF2B5EF4-FFF2-40B4-BE49-F238E27FC236}">
                <a16:creationId xmlns:a16="http://schemas.microsoft.com/office/drawing/2014/main" id="{7284E20E-433A-4888-B8DD-61EF500D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01" y="1745205"/>
            <a:ext cx="659964" cy="149897"/>
          </a:xfrm>
          <a:custGeom xmlns:a="http://schemas.openxmlformats.org/drawingml/2006/main">
            <a:pathLst>
              <a:path w="659964" h="149897">
                <a:moveTo>
                  <a:pt x="19532" y="144674"/>
                </a:moveTo>
                <a:cubicBezTo>
                  <a:pt x="19532" y="145279"/>
                  <a:pt x="19381" y="145809"/>
                  <a:pt x="19078" y="146264"/>
                </a:cubicBezTo>
                <a:cubicBezTo>
                  <a:pt x="18775" y="146718"/>
                  <a:pt x="18245" y="147077"/>
                  <a:pt x="17488" y="147342"/>
                </a:cubicBezTo>
                <a:cubicBezTo>
                  <a:pt x="16731" y="147607"/>
                  <a:pt x="15728" y="147834"/>
                  <a:pt x="14479" y="148024"/>
                </a:cubicBezTo>
                <a:cubicBezTo>
                  <a:pt x="13230" y="148213"/>
                  <a:pt x="11659" y="148308"/>
                  <a:pt x="9766" y="148308"/>
                </a:cubicBezTo>
                <a:cubicBezTo>
                  <a:pt x="7949" y="148308"/>
                  <a:pt x="6397" y="148213"/>
                  <a:pt x="5110" y="148024"/>
                </a:cubicBezTo>
                <a:cubicBezTo>
                  <a:pt x="3823" y="147834"/>
                  <a:pt x="2801" y="147607"/>
                  <a:pt x="2044" y="147342"/>
                </a:cubicBezTo>
                <a:cubicBezTo>
                  <a:pt x="1287" y="147077"/>
                  <a:pt x="757" y="146718"/>
                  <a:pt x="454" y="146264"/>
                </a:cubicBezTo>
                <a:cubicBezTo>
                  <a:pt x="151" y="145809"/>
                  <a:pt x="0" y="145279"/>
                  <a:pt x="0" y="144674"/>
                </a:cubicBezTo>
                <a:lnTo>
                  <a:pt x="0" y="3634"/>
                </a:lnTo>
                <a:cubicBezTo>
                  <a:pt x="0" y="3028"/>
                  <a:pt x="170" y="2498"/>
                  <a:pt x="511" y="2044"/>
                </a:cubicBezTo>
                <a:cubicBezTo>
                  <a:pt x="852" y="1590"/>
                  <a:pt x="1419" y="1230"/>
                  <a:pt x="2214" y="965"/>
                </a:cubicBezTo>
                <a:cubicBezTo>
                  <a:pt x="3009" y="700"/>
                  <a:pt x="4031" y="473"/>
                  <a:pt x="5280" y="284"/>
                </a:cubicBezTo>
                <a:cubicBezTo>
                  <a:pt x="6530" y="95"/>
                  <a:pt x="8025" y="0"/>
                  <a:pt x="9766" y="0"/>
                </a:cubicBezTo>
                <a:cubicBezTo>
                  <a:pt x="11659" y="0"/>
                  <a:pt x="13230" y="95"/>
                  <a:pt x="14479" y="284"/>
                </a:cubicBezTo>
                <a:cubicBezTo>
                  <a:pt x="15728" y="473"/>
                  <a:pt x="16731" y="700"/>
                  <a:pt x="17488" y="965"/>
                </a:cubicBezTo>
                <a:cubicBezTo>
                  <a:pt x="18245" y="1230"/>
                  <a:pt x="18775" y="1590"/>
                  <a:pt x="19078" y="2044"/>
                </a:cubicBezTo>
                <a:cubicBezTo>
                  <a:pt x="19381" y="2498"/>
                  <a:pt x="19532" y="3028"/>
                  <a:pt x="19532" y="3634"/>
                </a:cubicBezTo>
                <a:lnTo>
                  <a:pt x="19532" y="144674"/>
                </a:lnTo>
                <a:close/>
                <a:moveTo>
                  <a:pt x="143992" y="144787"/>
                </a:moveTo>
                <a:cubicBezTo>
                  <a:pt x="143992" y="145393"/>
                  <a:pt x="143841" y="145904"/>
                  <a:pt x="143538" y="146320"/>
                </a:cubicBezTo>
                <a:cubicBezTo>
                  <a:pt x="143235" y="146737"/>
                  <a:pt x="142743" y="147096"/>
                  <a:pt x="142062" y="147399"/>
                </a:cubicBezTo>
                <a:cubicBezTo>
                  <a:pt x="141380" y="147702"/>
                  <a:pt x="140434" y="147929"/>
                  <a:pt x="139223" y="148080"/>
                </a:cubicBezTo>
                <a:cubicBezTo>
                  <a:pt x="138012" y="148232"/>
                  <a:pt x="136497" y="148308"/>
                  <a:pt x="134681" y="148308"/>
                </a:cubicBezTo>
                <a:cubicBezTo>
                  <a:pt x="132788" y="148308"/>
                  <a:pt x="131236" y="148232"/>
                  <a:pt x="130025" y="148080"/>
                </a:cubicBezTo>
                <a:cubicBezTo>
                  <a:pt x="128813" y="147929"/>
                  <a:pt x="127867" y="147702"/>
                  <a:pt x="127186" y="147399"/>
                </a:cubicBezTo>
                <a:cubicBezTo>
                  <a:pt x="126504" y="147096"/>
                  <a:pt x="126012" y="146737"/>
                  <a:pt x="125709" y="146320"/>
                </a:cubicBezTo>
                <a:cubicBezTo>
                  <a:pt x="125407" y="145904"/>
                  <a:pt x="125255" y="145393"/>
                  <a:pt x="125255" y="144787"/>
                </a:cubicBezTo>
                <a:lnTo>
                  <a:pt x="125255" y="84942"/>
                </a:lnTo>
                <a:cubicBezTo>
                  <a:pt x="125255" y="79113"/>
                  <a:pt x="124801" y="74419"/>
                  <a:pt x="123892" y="70861"/>
                </a:cubicBezTo>
                <a:cubicBezTo>
                  <a:pt x="122984" y="67302"/>
                  <a:pt x="121659" y="64236"/>
                  <a:pt x="119918" y="61662"/>
                </a:cubicBezTo>
                <a:cubicBezTo>
                  <a:pt x="118177" y="59088"/>
                  <a:pt x="115924" y="57120"/>
                  <a:pt x="113161" y="55757"/>
                </a:cubicBezTo>
                <a:cubicBezTo>
                  <a:pt x="110398" y="54395"/>
                  <a:pt x="107199" y="53713"/>
                  <a:pt x="103565" y="53713"/>
                </a:cubicBezTo>
                <a:cubicBezTo>
                  <a:pt x="98872" y="53713"/>
                  <a:pt x="94178" y="55379"/>
                  <a:pt x="89484" y="58710"/>
                </a:cubicBezTo>
                <a:cubicBezTo>
                  <a:pt x="84790" y="62041"/>
                  <a:pt x="79870" y="66924"/>
                  <a:pt x="74722" y="73359"/>
                </a:cubicBezTo>
                <a:lnTo>
                  <a:pt x="74722" y="144787"/>
                </a:lnTo>
                <a:cubicBezTo>
                  <a:pt x="74722" y="145393"/>
                  <a:pt x="74570" y="145904"/>
                  <a:pt x="74267" y="146320"/>
                </a:cubicBezTo>
                <a:cubicBezTo>
                  <a:pt x="73965" y="146737"/>
                  <a:pt x="73472" y="147096"/>
                  <a:pt x="72791" y="147399"/>
                </a:cubicBezTo>
                <a:cubicBezTo>
                  <a:pt x="72110" y="147702"/>
                  <a:pt x="71163" y="147929"/>
                  <a:pt x="69952" y="148080"/>
                </a:cubicBezTo>
                <a:cubicBezTo>
                  <a:pt x="68741" y="148232"/>
                  <a:pt x="67189" y="148308"/>
                  <a:pt x="65296" y="148308"/>
                </a:cubicBezTo>
                <a:cubicBezTo>
                  <a:pt x="63479" y="148308"/>
                  <a:pt x="61965" y="148232"/>
                  <a:pt x="60754" y="148080"/>
                </a:cubicBezTo>
                <a:cubicBezTo>
                  <a:pt x="59543" y="147929"/>
                  <a:pt x="58577" y="147702"/>
                  <a:pt x="57858" y="147399"/>
                </a:cubicBezTo>
                <a:cubicBezTo>
                  <a:pt x="57139" y="147096"/>
                  <a:pt x="56647" y="146737"/>
                  <a:pt x="56382" y="146320"/>
                </a:cubicBezTo>
                <a:cubicBezTo>
                  <a:pt x="56117" y="145904"/>
                  <a:pt x="55984" y="145393"/>
                  <a:pt x="55984" y="144787"/>
                </a:cubicBezTo>
                <a:lnTo>
                  <a:pt x="55984" y="42584"/>
                </a:lnTo>
                <a:cubicBezTo>
                  <a:pt x="55984" y="41979"/>
                  <a:pt x="56098" y="41468"/>
                  <a:pt x="56325" y="41051"/>
                </a:cubicBezTo>
                <a:cubicBezTo>
                  <a:pt x="56552" y="40635"/>
                  <a:pt x="57006" y="40257"/>
                  <a:pt x="57688" y="39916"/>
                </a:cubicBezTo>
                <a:cubicBezTo>
                  <a:pt x="58369" y="39575"/>
                  <a:pt x="59240" y="39348"/>
                  <a:pt x="60300" y="39234"/>
                </a:cubicBezTo>
                <a:cubicBezTo>
                  <a:pt x="61360" y="39121"/>
                  <a:pt x="62760" y="39064"/>
                  <a:pt x="64501" y="39064"/>
                </a:cubicBezTo>
                <a:cubicBezTo>
                  <a:pt x="66167" y="39064"/>
                  <a:pt x="67548" y="39121"/>
                  <a:pt x="68646" y="39234"/>
                </a:cubicBezTo>
                <a:cubicBezTo>
                  <a:pt x="69744" y="39348"/>
                  <a:pt x="70596" y="39575"/>
                  <a:pt x="71201" y="39916"/>
                </a:cubicBezTo>
                <a:cubicBezTo>
                  <a:pt x="71807" y="40257"/>
                  <a:pt x="72242" y="40635"/>
                  <a:pt x="72507" y="41051"/>
                </a:cubicBezTo>
                <a:cubicBezTo>
                  <a:pt x="72772" y="41468"/>
                  <a:pt x="72905" y="41979"/>
                  <a:pt x="72905" y="42584"/>
                </a:cubicBezTo>
                <a:lnTo>
                  <a:pt x="72905" y="56098"/>
                </a:lnTo>
                <a:cubicBezTo>
                  <a:pt x="78658" y="49663"/>
                  <a:pt x="84393" y="44950"/>
                  <a:pt x="90109" y="41960"/>
                </a:cubicBezTo>
                <a:cubicBezTo>
                  <a:pt x="95825" y="38970"/>
                  <a:pt x="101597" y="37474"/>
                  <a:pt x="107426" y="37474"/>
                </a:cubicBezTo>
                <a:cubicBezTo>
                  <a:pt x="114240" y="37474"/>
                  <a:pt x="119975" y="38629"/>
                  <a:pt x="124631" y="40938"/>
                </a:cubicBezTo>
                <a:cubicBezTo>
                  <a:pt x="129287" y="43247"/>
                  <a:pt x="133053" y="46332"/>
                  <a:pt x="135930" y="50193"/>
                </a:cubicBezTo>
                <a:cubicBezTo>
                  <a:pt x="138806" y="54054"/>
                  <a:pt x="140869" y="58577"/>
                  <a:pt x="142119" y="63763"/>
                </a:cubicBezTo>
                <a:cubicBezTo>
                  <a:pt x="143368" y="68949"/>
                  <a:pt x="143992" y="75176"/>
                  <a:pt x="143992" y="82444"/>
                </a:cubicBezTo>
                <a:lnTo>
                  <a:pt x="143992" y="144787"/>
                </a:lnTo>
                <a:close/>
                <a:moveTo>
                  <a:pt x="248764" y="129343"/>
                </a:moveTo>
                <a:cubicBezTo>
                  <a:pt x="248764" y="130630"/>
                  <a:pt x="248726" y="131747"/>
                  <a:pt x="248651" y="132693"/>
                </a:cubicBezTo>
                <a:cubicBezTo>
                  <a:pt x="248575" y="133640"/>
                  <a:pt x="248443" y="134434"/>
                  <a:pt x="248253" y="135078"/>
                </a:cubicBezTo>
                <a:cubicBezTo>
                  <a:pt x="248064" y="135721"/>
                  <a:pt x="247837" y="136289"/>
                  <a:pt x="247572" y="136781"/>
                </a:cubicBezTo>
                <a:cubicBezTo>
                  <a:pt x="247307" y="137273"/>
                  <a:pt x="246701" y="137993"/>
                  <a:pt x="245755" y="138939"/>
                </a:cubicBezTo>
                <a:cubicBezTo>
                  <a:pt x="244809" y="139885"/>
                  <a:pt x="243200" y="141059"/>
                  <a:pt x="240929" y="142459"/>
                </a:cubicBezTo>
                <a:cubicBezTo>
                  <a:pt x="238658" y="143860"/>
                  <a:pt x="236102" y="145109"/>
                  <a:pt x="233264" y="146207"/>
                </a:cubicBezTo>
                <a:cubicBezTo>
                  <a:pt x="230425" y="147304"/>
                  <a:pt x="227340" y="148194"/>
                  <a:pt x="224009" y="148875"/>
                </a:cubicBezTo>
                <a:cubicBezTo>
                  <a:pt x="220677" y="149557"/>
                  <a:pt x="217233" y="149897"/>
                  <a:pt x="213675" y="149897"/>
                </a:cubicBezTo>
                <a:cubicBezTo>
                  <a:pt x="206331" y="149897"/>
                  <a:pt x="199821" y="148684"/>
                  <a:pt x="194143" y="146256"/>
                </a:cubicBezTo>
                <a:cubicBezTo>
                  <a:pt x="188465" y="143829"/>
                  <a:pt x="183714" y="140283"/>
                  <a:pt x="179891" y="135617"/>
                </a:cubicBezTo>
                <a:cubicBezTo>
                  <a:pt x="176068" y="130952"/>
                  <a:pt x="173153" y="125224"/>
                  <a:pt x="171147" y="118435"/>
                </a:cubicBezTo>
                <a:cubicBezTo>
                  <a:pt x="169141" y="111645"/>
                  <a:pt x="168138" y="103813"/>
                  <a:pt x="168138" y="94939"/>
                </a:cubicBezTo>
                <a:cubicBezTo>
                  <a:pt x="168138" y="84848"/>
                  <a:pt x="169368" y="76181"/>
                  <a:pt x="171828" y="68937"/>
                </a:cubicBezTo>
                <a:cubicBezTo>
                  <a:pt x="174289" y="61693"/>
                  <a:pt x="177658" y="55757"/>
                  <a:pt x="181935" y="51130"/>
                </a:cubicBezTo>
                <a:cubicBezTo>
                  <a:pt x="186212" y="46502"/>
                  <a:pt x="191247" y="43069"/>
                  <a:pt x="197038" y="40831"/>
                </a:cubicBezTo>
                <a:cubicBezTo>
                  <a:pt x="202830" y="38593"/>
                  <a:pt x="209094" y="37474"/>
                  <a:pt x="215832" y="37474"/>
                </a:cubicBezTo>
                <a:cubicBezTo>
                  <a:pt x="219088" y="37474"/>
                  <a:pt x="222248" y="37777"/>
                  <a:pt x="225314" y="38383"/>
                </a:cubicBezTo>
                <a:cubicBezTo>
                  <a:pt x="228381" y="38988"/>
                  <a:pt x="231201" y="39783"/>
                  <a:pt x="233775" y="40768"/>
                </a:cubicBezTo>
                <a:cubicBezTo>
                  <a:pt x="236349" y="41752"/>
                  <a:pt x="238639" y="42887"/>
                  <a:pt x="240645" y="44174"/>
                </a:cubicBezTo>
                <a:cubicBezTo>
                  <a:pt x="242651" y="45461"/>
                  <a:pt x="244108" y="46559"/>
                  <a:pt x="245017" y="47467"/>
                </a:cubicBezTo>
                <a:cubicBezTo>
                  <a:pt x="245925" y="48376"/>
                  <a:pt x="246550" y="49095"/>
                  <a:pt x="246891" y="49625"/>
                </a:cubicBezTo>
                <a:cubicBezTo>
                  <a:pt x="247231" y="50155"/>
                  <a:pt x="247515" y="50780"/>
                  <a:pt x="247742" y="51499"/>
                </a:cubicBezTo>
                <a:cubicBezTo>
                  <a:pt x="247969" y="52218"/>
                  <a:pt x="248121" y="53032"/>
                  <a:pt x="248196" y="53940"/>
                </a:cubicBezTo>
                <a:cubicBezTo>
                  <a:pt x="248272" y="54849"/>
                  <a:pt x="248310" y="55984"/>
                  <a:pt x="248310" y="57347"/>
                </a:cubicBezTo>
                <a:cubicBezTo>
                  <a:pt x="248310" y="60300"/>
                  <a:pt x="247969" y="62363"/>
                  <a:pt x="247288" y="63536"/>
                </a:cubicBezTo>
                <a:cubicBezTo>
                  <a:pt x="246607" y="64709"/>
                  <a:pt x="245774" y="65296"/>
                  <a:pt x="244790" y="65296"/>
                </a:cubicBezTo>
                <a:cubicBezTo>
                  <a:pt x="243654" y="65296"/>
                  <a:pt x="242348" y="64672"/>
                  <a:pt x="240872" y="63422"/>
                </a:cubicBezTo>
                <a:cubicBezTo>
                  <a:pt x="239396" y="62173"/>
                  <a:pt x="237522" y="60792"/>
                  <a:pt x="235251" y="59278"/>
                </a:cubicBezTo>
                <a:cubicBezTo>
                  <a:pt x="232980" y="57763"/>
                  <a:pt x="230235" y="56382"/>
                  <a:pt x="227018" y="55133"/>
                </a:cubicBezTo>
                <a:cubicBezTo>
                  <a:pt x="223800" y="53884"/>
                  <a:pt x="219996" y="53259"/>
                  <a:pt x="215605" y="53259"/>
                </a:cubicBezTo>
                <a:cubicBezTo>
                  <a:pt x="206596" y="53259"/>
                  <a:pt x="199688" y="56733"/>
                  <a:pt x="194881" y="63682"/>
                </a:cubicBezTo>
                <a:cubicBezTo>
                  <a:pt x="190073" y="70628"/>
                  <a:pt x="187670" y="80705"/>
                  <a:pt x="187670" y="93913"/>
                </a:cubicBezTo>
                <a:cubicBezTo>
                  <a:pt x="187670" y="100518"/>
                  <a:pt x="188294" y="106307"/>
                  <a:pt x="189543" y="111280"/>
                </a:cubicBezTo>
                <a:cubicBezTo>
                  <a:pt x="190793" y="116253"/>
                  <a:pt x="192628" y="120410"/>
                  <a:pt x="195051" y="123751"/>
                </a:cubicBezTo>
                <a:cubicBezTo>
                  <a:pt x="197474" y="127091"/>
                  <a:pt x="200445" y="129577"/>
                  <a:pt x="203965" y="131210"/>
                </a:cubicBezTo>
                <a:cubicBezTo>
                  <a:pt x="207486" y="132842"/>
                  <a:pt x="211517" y="133658"/>
                  <a:pt x="216059" y="133658"/>
                </a:cubicBezTo>
                <a:cubicBezTo>
                  <a:pt x="220375" y="133658"/>
                  <a:pt x="224160" y="132977"/>
                  <a:pt x="227415" y="131614"/>
                </a:cubicBezTo>
                <a:cubicBezTo>
                  <a:pt x="230671" y="130252"/>
                  <a:pt x="233491" y="128757"/>
                  <a:pt x="235875" y="127129"/>
                </a:cubicBezTo>
                <a:cubicBezTo>
                  <a:pt x="238260" y="125501"/>
                  <a:pt x="240266" y="124025"/>
                  <a:pt x="241894" y="122700"/>
                </a:cubicBezTo>
                <a:cubicBezTo>
                  <a:pt x="243522" y="121375"/>
                  <a:pt x="244790" y="120713"/>
                  <a:pt x="245698" y="120713"/>
                </a:cubicBezTo>
                <a:cubicBezTo>
                  <a:pt x="246228" y="120713"/>
                  <a:pt x="246682" y="120864"/>
                  <a:pt x="247061" y="121167"/>
                </a:cubicBezTo>
                <a:cubicBezTo>
                  <a:pt x="247439" y="121470"/>
                  <a:pt x="247761" y="121981"/>
                  <a:pt x="248026" y="122700"/>
                </a:cubicBezTo>
                <a:cubicBezTo>
                  <a:pt x="248291" y="123419"/>
                  <a:pt x="248480" y="124328"/>
                  <a:pt x="248594" y="125425"/>
                </a:cubicBezTo>
                <a:cubicBezTo>
                  <a:pt x="248708" y="126523"/>
                  <a:pt x="248764" y="127829"/>
                  <a:pt x="248764" y="129343"/>
                </a:cubicBezTo>
                <a:close/>
                <a:moveTo>
                  <a:pt x="364763" y="92607"/>
                </a:moveTo>
                <a:cubicBezTo>
                  <a:pt x="364763" y="100942"/>
                  <a:pt x="363665" y="108614"/>
                  <a:pt x="361470" y="115624"/>
                </a:cubicBezTo>
                <a:cubicBezTo>
                  <a:pt x="359274" y="122634"/>
                  <a:pt x="356000" y="128678"/>
                  <a:pt x="351647" y="133758"/>
                </a:cubicBezTo>
                <a:cubicBezTo>
                  <a:pt x="347294" y="138835"/>
                  <a:pt x="341843" y="142794"/>
                  <a:pt x="335295" y="145635"/>
                </a:cubicBezTo>
                <a:cubicBezTo>
                  <a:pt x="328746" y="148477"/>
                  <a:pt x="321157" y="149897"/>
                  <a:pt x="312526" y="149897"/>
                </a:cubicBezTo>
                <a:cubicBezTo>
                  <a:pt x="304123" y="149897"/>
                  <a:pt x="296798" y="148647"/>
                  <a:pt x="290552" y="146146"/>
                </a:cubicBezTo>
                <a:cubicBezTo>
                  <a:pt x="284307" y="143646"/>
                  <a:pt x="279102" y="140008"/>
                  <a:pt x="274938" y="135234"/>
                </a:cubicBezTo>
                <a:cubicBezTo>
                  <a:pt x="270774" y="130460"/>
                  <a:pt x="267670" y="124663"/>
                  <a:pt x="265626" y="117842"/>
                </a:cubicBezTo>
                <a:cubicBezTo>
                  <a:pt x="263582" y="111021"/>
                  <a:pt x="262560" y="103291"/>
                  <a:pt x="262560" y="94651"/>
                </a:cubicBezTo>
                <a:cubicBezTo>
                  <a:pt x="262560" y="86316"/>
                  <a:pt x="263639" y="78644"/>
                  <a:pt x="265797" y="71634"/>
                </a:cubicBezTo>
                <a:cubicBezTo>
                  <a:pt x="267954" y="64624"/>
                  <a:pt x="271210" y="58581"/>
                  <a:pt x="275563" y="53504"/>
                </a:cubicBezTo>
                <a:cubicBezTo>
                  <a:pt x="279916" y="48424"/>
                  <a:pt x="285348" y="44483"/>
                  <a:pt x="291858" y="41680"/>
                </a:cubicBezTo>
                <a:cubicBezTo>
                  <a:pt x="298369" y="38876"/>
                  <a:pt x="305978" y="37474"/>
                  <a:pt x="314684" y="37474"/>
                </a:cubicBezTo>
                <a:cubicBezTo>
                  <a:pt x="323087" y="37474"/>
                  <a:pt x="330412" y="38725"/>
                  <a:pt x="336657" y="41225"/>
                </a:cubicBezTo>
                <a:cubicBezTo>
                  <a:pt x="342903" y="43726"/>
                  <a:pt x="348108" y="47363"/>
                  <a:pt x="352272" y="52138"/>
                </a:cubicBezTo>
                <a:cubicBezTo>
                  <a:pt x="356435" y="56912"/>
                  <a:pt x="359558" y="62709"/>
                  <a:pt x="361640" y="69530"/>
                </a:cubicBezTo>
                <a:cubicBezTo>
                  <a:pt x="363722" y="76350"/>
                  <a:pt x="364763" y="84043"/>
                  <a:pt x="364763" y="92607"/>
                </a:cubicBezTo>
                <a:moveTo>
                  <a:pt x="345004" y="93856"/>
                </a:moveTo>
                <a:cubicBezTo>
                  <a:pt x="345004" y="88323"/>
                  <a:pt x="344493" y="83092"/>
                  <a:pt x="343471" y="78164"/>
                </a:cubicBezTo>
                <a:cubicBezTo>
                  <a:pt x="342449" y="73236"/>
                  <a:pt x="340764" y="68915"/>
                  <a:pt x="338417" y="65200"/>
                </a:cubicBezTo>
                <a:cubicBezTo>
                  <a:pt x="336071" y="61486"/>
                  <a:pt x="332891" y="58549"/>
                  <a:pt x="328879" y="56389"/>
                </a:cubicBezTo>
                <a:cubicBezTo>
                  <a:pt x="324866" y="54227"/>
                  <a:pt x="319870" y="53145"/>
                  <a:pt x="313889" y="53145"/>
                </a:cubicBezTo>
                <a:cubicBezTo>
                  <a:pt x="308362" y="53145"/>
                  <a:pt x="303612" y="54131"/>
                  <a:pt x="299637" y="56102"/>
                </a:cubicBezTo>
                <a:cubicBezTo>
                  <a:pt x="295663" y="58072"/>
                  <a:pt x="292388" y="60859"/>
                  <a:pt x="289814" y="64462"/>
                </a:cubicBezTo>
                <a:cubicBezTo>
                  <a:pt x="287240" y="68063"/>
                  <a:pt x="285329" y="72327"/>
                  <a:pt x="284080" y="77255"/>
                </a:cubicBezTo>
                <a:cubicBezTo>
                  <a:pt x="282830" y="82181"/>
                  <a:pt x="282206" y="87563"/>
                  <a:pt x="282206" y="93402"/>
                </a:cubicBezTo>
                <a:cubicBezTo>
                  <a:pt x="282206" y="99011"/>
                  <a:pt x="282717" y="104280"/>
                  <a:pt x="283739" y="109208"/>
                </a:cubicBezTo>
                <a:cubicBezTo>
                  <a:pt x="284761" y="114136"/>
                  <a:pt x="286464" y="118438"/>
                  <a:pt x="288849" y="122115"/>
                </a:cubicBezTo>
                <a:cubicBezTo>
                  <a:pt x="291234" y="125791"/>
                  <a:pt x="294432" y="128710"/>
                  <a:pt x="298445" y="130873"/>
                </a:cubicBezTo>
                <a:cubicBezTo>
                  <a:pt x="302457" y="133033"/>
                  <a:pt x="307454" y="134113"/>
                  <a:pt x="313435" y="134113"/>
                </a:cubicBezTo>
                <a:cubicBezTo>
                  <a:pt x="318885" y="134113"/>
                  <a:pt x="323617" y="133127"/>
                  <a:pt x="327629" y="131157"/>
                </a:cubicBezTo>
                <a:cubicBezTo>
                  <a:pt x="331642" y="129186"/>
                  <a:pt x="334935" y="126419"/>
                  <a:pt x="337509" y="122856"/>
                </a:cubicBezTo>
                <a:cubicBezTo>
                  <a:pt x="340083" y="119291"/>
                  <a:pt x="341976" y="115046"/>
                  <a:pt x="343187" y="110120"/>
                </a:cubicBezTo>
                <a:cubicBezTo>
                  <a:pt x="344398" y="105192"/>
                  <a:pt x="345004" y="99771"/>
                  <a:pt x="345004" y="93856"/>
                </a:cubicBezTo>
                <a:close/>
                <a:moveTo>
                  <a:pt x="542251" y="144787"/>
                </a:moveTo>
                <a:cubicBezTo>
                  <a:pt x="542251" y="145393"/>
                  <a:pt x="542099" y="145904"/>
                  <a:pt x="541796" y="146320"/>
                </a:cubicBezTo>
                <a:cubicBezTo>
                  <a:pt x="541494" y="146737"/>
                  <a:pt x="541001" y="147096"/>
                  <a:pt x="540320" y="147399"/>
                </a:cubicBezTo>
                <a:cubicBezTo>
                  <a:pt x="539639" y="147702"/>
                  <a:pt x="538692" y="147929"/>
                  <a:pt x="537481" y="148080"/>
                </a:cubicBezTo>
                <a:cubicBezTo>
                  <a:pt x="536270" y="148232"/>
                  <a:pt x="534756" y="148308"/>
                  <a:pt x="532939" y="148308"/>
                </a:cubicBezTo>
                <a:cubicBezTo>
                  <a:pt x="531046" y="148308"/>
                  <a:pt x="529494" y="148232"/>
                  <a:pt x="528283" y="148080"/>
                </a:cubicBezTo>
                <a:cubicBezTo>
                  <a:pt x="527072" y="147929"/>
                  <a:pt x="526106" y="147702"/>
                  <a:pt x="525387" y="147399"/>
                </a:cubicBezTo>
                <a:cubicBezTo>
                  <a:pt x="524668" y="147096"/>
                  <a:pt x="524157" y="146737"/>
                  <a:pt x="523854" y="146320"/>
                </a:cubicBezTo>
                <a:cubicBezTo>
                  <a:pt x="523551" y="145904"/>
                  <a:pt x="523400" y="145393"/>
                  <a:pt x="523400" y="144787"/>
                </a:cubicBezTo>
                <a:lnTo>
                  <a:pt x="523400" y="82671"/>
                </a:lnTo>
                <a:cubicBezTo>
                  <a:pt x="523400" y="78355"/>
                  <a:pt x="523021" y="74419"/>
                  <a:pt x="522264" y="70861"/>
                </a:cubicBezTo>
                <a:cubicBezTo>
                  <a:pt x="521507" y="67302"/>
                  <a:pt x="520296" y="64236"/>
                  <a:pt x="518630" y="61662"/>
                </a:cubicBezTo>
                <a:cubicBezTo>
                  <a:pt x="516965" y="59088"/>
                  <a:pt x="514845" y="57120"/>
                  <a:pt x="512271" y="55757"/>
                </a:cubicBezTo>
                <a:cubicBezTo>
                  <a:pt x="509697" y="54395"/>
                  <a:pt x="506669" y="53713"/>
                  <a:pt x="503186" y="53713"/>
                </a:cubicBezTo>
                <a:cubicBezTo>
                  <a:pt x="498871" y="53713"/>
                  <a:pt x="494537" y="55379"/>
                  <a:pt x="490184" y="58710"/>
                </a:cubicBezTo>
                <a:cubicBezTo>
                  <a:pt x="485831" y="62041"/>
                  <a:pt x="481043" y="66924"/>
                  <a:pt x="475819" y="73359"/>
                </a:cubicBezTo>
                <a:lnTo>
                  <a:pt x="475819" y="144787"/>
                </a:lnTo>
                <a:cubicBezTo>
                  <a:pt x="475819" y="145393"/>
                  <a:pt x="475667" y="145904"/>
                  <a:pt x="475365" y="146320"/>
                </a:cubicBezTo>
                <a:cubicBezTo>
                  <a:pt x="475062" y="146737"/>
                  <a:pt x="474551" y="147096"/>
                  <a:pt x="473832" y="147399"/>
                </a:cubicBezTo>
                <a:cubicBezTo>
                  <a:pt x="473112" y="147702"/>
                  <a:pt x="472147" y="147929"/>
                  <a:pt x="470936" y="148080"/>
                </a:cubicBezTo>
                <a:cubicBezTo>
                  <a:pt x="469725" y="148232"/>
                  <a:pt x="468210" y="148308"/>
                  <a:pt x="466393" y="148308"/>
                </a:cubicBezTo>
                <a:cubicBezTo>
                  <a:pt x="464652" y="148308"/>
                  <a:pt x="463157" y="148232"/>
                  <a:pt x="461908" y="148080"/>
                </a:cubicBezTo>
                <a:cubicBezTo>
                  <a:pt x="460659" y="147929"/>
                  <a:pt x="459675" y="147702"/>
                  <a:pt x="458955" y="147399"/>
                </a:cubicBezTo>
                <a:cubicBezTo>
                  <a:pt x="458236" y="147096"/>
                  <a:pt x="457744" y="146737"/>
                  <a:pt x="457479" y="146320"/>
                </a:cubicBezTo>
                <a:cubicBezTo>
                  <a:pt x="457214" y="145904"/>
                  <a:pt x="457082" y="145393"/>
                  <a:pt x="457082" y="144787"/>
                </a:cubicBezTo>
                <a:lnTo>
                  <a:pt x="457082" y="82671"/>
                </a:lnTo>
                <a:cubicBezTo>
                  <a:pt x="457082" y="78355"/>
                  <a:pt x="456665" y="74419"/>
                  <a:pt x="455833" y="70861"/>
                </a:cubicBezTo>
                <a:cubicBezTo>
                  <a:pt x="455000" y="67302"/>
                  <a:pt x="453751" y="64236"/>
                  <a:pt x="452085" y="61662"/>
                </a:cubicBezTo>
                <a:cubicBezTo>
                  <a:pt x="450420" y="59088"/>
                  <a:pt x="448319" y="57120"/>
                  <a:pt x="445783" y="55757"/>
                </a:cubicBezTo>
                <a:cubicBezTo>
                  <a:pt x="443246" y="54395"/>
                  <a:pt x="440237" y="53713"/>
                  <a:pt x="436755" y="53713"/>
                </a:cubicBezTo>
                <a:cubicBezTo>
                  <a:pt x="432439" y="53713"/>
                  <a:pt x="428086" y="55379"/>
                  <a:pt x="423695" y="58710"/>
                </a:cubicBezTo>
                <a:cubicBezTo>
                  <a:pt x="419305" y="62041"/>
                  <a:pt x="414535" y="66924"/>
                  <a:pt x="409387" y="73359"/>
                </a:cubicBezTo>
                <a:lnTo>
                  <a:pt x="409387" y="144787"/>
                </a:lnTo>
                <a:cubicBezTo>
                  <a:pt x="409387" y="145393"/>
                  <a:pt x="409236" y="145904"/>
                  <a:pt x="408933" y="146320"/>
                </a:cubicBezTo>
                <a:cubicBezTo>
                  <a:pt x="408630" y="146737"/>
                  <a:pt x="408138" y="147096"/>
                  <a:pt x="407457" y="147399"/>
                </a:cubicBezTo>
                <a:cubicBezTo>
                  <a:pt x="406775" y="147702"/>
                  <a:pt x="405829" y="147929"/>
                  <a:pt x="404618" y="148080"/>
                </a:cubicBezTo>
                <a:cubicBezTo>
                  <a:pt x="403406" y="148232"/>
                  <a:pt x="401854" y="148308"/>
                  <a:pt x="399962" y="148308"/>
                </a:cubicBezTo>
                <a:cubicBezTo>
                  <a:pt x="398145" y="148308"/>
                  <a:pt x="396631" y="148232"/>
                  <a:pt x="395419" y="148080"/>
                </a:cubicBezTo>
                <a:cubicBezTo>
                  <a:pt x="394208" y="147929"/>
                  <a:pt x="393243" y="147702"/>
                  <a:pt x="392524" y="147399"/>
                </a:cubicBezTo>
                <a:cubicBezTo>
                  <a:pt x="391804" y="147096"/>
                  <a:pt x="391312" y="146737"/>
                  <a:pt x="391047" y="146320"/>
                </a:cubicBezTo>
                <a:cubicBezTo>
                  <a:pt x="390782" y="145904"/>
                  <a:pt x="390650" y="145393"/>
                  <a:pt x="390650" y="144787"/>
                </a:cubicBezTo>
                <a:lnTo>
                  <a:pt x="390650" y="42584"/>
                </a:lnTo>
                <a:cubicBezTo>
                  <a:pt x="390650" y="41979"/>
                  <a:pt x="390763" y="41468"/>
                  <a:pt x="390991" y="41051"/>
                </a:cubicBezTo>
                <a:cubicBezTo>
                  <a:pt x="391218" y="40635"/>
                  <a:pt x="391672" y="40257"/>
                  <a:pt x="392353" y="39916"/>
                </a:cubicBezTo>
                <a:cubicBezTo>
                  <a:pt x="393035" y="39575"/>
                  <a:pt x="393905" y="39348"/>
                  <a:pt x="394965" y="39234"/>
                </a:cubicBezTo>
                <a:cubicBezTo>
                  <a:pt x="396025" y="39121"/>
                  <a:pt x="397426" y="39064"/>
                  <a:pt x="399167" y="39064"/>
                </a:cubicBezTo>
                <a:cubicBezTo>
                  <a:pt x="400832" y="39064"/>
                  <a:pt x="402214" y="39121"/>
                  <a:pt x="403312" y="39234"/>
                </a:cubicBezTo>
                <a:cubicBezTo>
                  <a:pt x="404409" y="39348"/>
                  <a:pt x="405261" y="39575"/>
                  <a:pt x="405867" y="39916"/>
                </a:cubicBezTo>
                <a:cubicBezTo>
                  <a:pt x="406472" y="40257"/>
                  <a:pt x="406908" y="40635"/>
                  <a:pt x="407173" y="41051"/>
                </a:cubicBezTo>
                <a:cubicBezTo>
                  <a:pt x="407438" y="41468"/>
                  <a:pt x="407570" y="41979"/>
                  <a:pt x="407570" y="42584"/>
                </a:cubicBezTo>
                <a:lnTo>
                  <a:pt x="407570" y="56098"/>
                </a:lnTo>
                <a:cubicBezTo>
                  <a:pt x="413324" y="49663"/>
                  <a:pt x="418907" y="44950"/>
                  <a:pt x="424320" y="41960"/>
                </a:cubicBezTo>
                <a:cubicBezTo>
                  <a:pt x="429733" y="38970"/>
                  <a:pt x="435203" y="37474"/>
                  <a:pt x="440729" y="37474"/>
                </a:cubicBezTo>
                <a:cubicBezTo>
                  <a:pt x="444969" y="37474"/>
                  <a:pt x="448773" y="37966"/>
                  <a:pt x="452142" y="38951"/>
                </a:cubicBezTo>
                <a:cubicBezTo>
                  <a:pt x="455511" y="39935"/>
                  <a:pt x="458482" y="41316"/>
                  <a:pt x="461056" y="43095"/>
                </a:cubicBezTo>
                <a:cubicBezTo>
                  <a:pt x="463630" y="44875"/>
                  <a:pt x="465826" y="46994"/>
                  <a:pt x="467643" y="49455"/>
                </a:cubicBezTo>
                <a:cubicBezTo>
                  <a:pt x="469460" y="51915"/>
                  <a:pt x="470974" y="54660"/>
                  <a:pt x="472185" y="57688"/>
                </a:cubicBezTo>
                <a:cubicBezTo>
                  <a:pt x="475592" y="53978"/>
                  <a:pt x="478828" y="50836"/>
                  <a:pt x="481894" y="48262"/>
                </a:cubicBezTo>
                <a:cubicBezTo>
                  <a:pt x="484960" y="45688"/>
                  <a:pt x="487913" y="43607"/>
                  <a:pt x="490752" y="42017"/>
                </a:cubicBezTo>
                <a:cubicBezTo>
                  <a:pt x="493591" y="40427"/>
                  <a:pt x="496354" y="39272"/>
                  <a:pt x="499042" y="38553"/>
                </a:cubicBezTo>
                <a:cubicBezTo>
                  <a:pt x="501729" y="37834"/>
                  <a:pt x="504436" y="37474"/>
                  <a:pt x="507161" y="37474"/>
                </a:cubicBezTo>
                <a:cubicBezTo>
                  <a:pt x="513747" y="37474"/>
                  <a:pt x="519274" y="38629"/>
                  <a:pt x="523741" y="40938"/>
                </a:cubicBezTo>
                <a:cubicBezTo>
                  <a:pt x="528207" y="43247"/>
                  <a:pt x="531822" y="46332"/>
                  <a:pt x="534585" y="50193"/>
                </a:cubicBezTo>
                <a:cubicBezTo>
                  <a:pt x="537349" y="54054"/>
                  <a:pt x="539317" y="58577"/>
                  <a:pt x="540490" y="63763"/>
                </a:cubicBezTo>
                <a:cubicBezTo>
                  <a:pt x="541664" y="68949"/>
                  <a:pt x="542251" y="74419"/>
                  <a:pt x="542251" y="80172"/>
                </a:cubicBezTo>
                <a:lnTo>
                  <a:pt x="542251" y="144787"/>
                </a:lnTo>
                <a:close/>
                <a:moveTo>
                  <a:pt x="659964" y="89257"/>
                </a:moveTo>
                <a:cubicBezTo>
                  <a:pt x="659964" y="92210"/>
                  <a:pt x="659226" y="94310"/>
                  <a:pt x="657749" y="95560"/>
                </a:cubicBezTo>
                <a:cubicBezTo>
                  <a:pt x="656273" y="96809"/>
                  <a:pt x="654589" y="97433"/>
                  <a:pt x="652696" y="97433"/>
                </a:cubicBezTo>
                <a:lnTo>
                  <a:pt x="585696" y="97433"/>
                </a:lnTo>
                <a:cubicBezTo>
                  <a:pt x="585696" y="103128"/>
                  <a:pt x="586264" y="108253"/>
                  <a:pt x="587400" y="112810"/>
                </a:cubicBezTo>
                <a:cubicBezTo>
                  <a:pt x="588535" y="117366"/>
                  <a:pt x="590428" y="121277"/>
                  <a:pt x="593078" y="124542"/>
                </a:cubicBezTo>
                <a:cubicBezTo>
                  <a:pt x="595727" y="127807"/>
                  <a:pt x="599172" y="130313"/>
                  <a:pt x="603412" y="132062"/>
                </a:cubicBezTo>
                <a:cubicBezTo>
                  <a:pt x="607651" y="133808"/>
                  <a:pt x="612837" y="134681"/>
                  <a:pt x="618969" y="134681"/>
                </a:cubicBezTo>
                <a:cubicBezTo>
                  <a:pt x="623814" y="134681"/>
                  <a:pt x="628129" y="134283"/>
                  <a:pt x="631915" y="133488"/>
                </a:cubicBezTo>
                <a:cubicBezTo>
                  <a:pt x="635700" y="132693"/>
                  <a:pt x="638974" y="131804"/>
                  <a:pt x="641738" y="130820"/>
                </a:cubicBezTo>
                <a:cubicBezTo>
                  <a:pt x="644501" y="129835"/>
                  <a:pt x="646772" y="128946"/>
                  <a:pt x="648551" y="128151"/>
                </a:cubicBezTo>
                <a:cubicBezTo>
                  <a:pt x="650330" y="127356"/>
                  <a:pt x="651674" y="126959"/>
                  <a:pt x="652582" y="126959"/>
                </a:cubicBezTo>
                <a:cubicBezTo>
                  <a:pt x="653112" y="126959"/>
                  <a:pt x="653586" y="127091"/>
                  <a:pt x="654002" y="127356"/>
                </a:cubicBezTo>
                <a:cubicBezTo>
                  <a:pt x="654418" y="127621"/>
                  <a:pt x="654740" y="128018"/>
                  <a:pt x="654967" y="128548"/>
                </a:cubicBezTo>
                <a:cubicBezTo>
                  <a:pt x="655194" y="129078"/>
                  <a:pt x="655365" y="129816"/>
                  <a:pt x="655478" y="130763"/>
                </a:cubicBezTo>
                <a:cubicBezTo>
                  <a:pt x="655592" y="131709"/>
                  <a:pt x="655649" y="132864"/>
                  <a:pt x="655649" y="134226"/>
                </a:cubicBezTo>
                <a:cubicBezTo>
                  <a:pt x="655649" y="135210"/>
                  <a:pt x="655611" y="136062"/>
                  <a:pt x="655535" y="136781"/>
                </a:cubicBezTo>
                <a:cubicBezTo>
                  <a:pt x="655459" y="137501"/>
                  <a:pt x="655365" y="138144"/>
                  <a:pt x="655251" y="138712"/>
                </a:cubicBezTo>
                <a:cubicBezTo>
                  <a:pt x="655137" y="139280"/>
                  <a:pt x="654948" y="139791"/>
                  <a:pt x="654683" y="140245"/>
                </a:cubicBezTo>
                <a:cubicBezTo>
                  <a:pt x="654418" y="140699"/>
                  <a:pt x="654078" y="141134"/>
                  <a:pt x="653661" y="141551"/>
                </a:cubicBezTo>
                <a:cubicBezTo>
                  <a:pt x="653245" y="141967"/>
                  <a:pt x="652015" y="142649"/>
                  <a:pt x="649971" y="143595"/>
                </a:cubicBezTo>
                <a:cubicBezTo>
                  <a:pt x="647927" y="144541"/>
                  <a:pt x="645277" y="145469"/>
                  <a:pt x="642021" y="146377"/>
                </a:cubicBezTo>
                <a:cubicBezTo>
                  <a:pt x="638766" y="147286"/>
                  <a:pt x="635000" y="148099"/>
                  <a:pt x="630722" y="148819"/>
                </a:cubicBezTo>
                <a:cubicBezTo>
                  <a:pt x="626445" y="149538"/>
                  <a:pt x="621884" y="149897"/>
                  <a:pt x="617039" y="149897"/>
                </a:cubicBezTo>
                <a:cubicBezTo>
                  <a:pt x="608635" y="149897"/>
                  <a:pt x="601273" y="148723"/>
                  <a:pt x="594951" y="146374"/>
                </a:cubicBezTo>
                <a:cubicBezTo>
                  <a:pt x="588630" y="144024"/>
                  <a:pt x="583312" y="140538"/>
                  <a:pt x="578996" y="135915"/>
                </a:cubicBezTo>
                <a:cubicBezTo>
                  <a:pt x="574681" y="131293"/>
                  <a:pt x="571426" y="125495"/>
                  <a:pt x="569230" y="118523"/>
                </a:cubicBezTo>
                <a:cubicBezTo>
                  <a:pt x="567035" y="111551"/>
                  <a:pt x="565937" y="103442"/>
                  <a:pt x="565937" y="94197"/>
                </a:cubicBezTo>
                <a:cubicBezTo>
                  <a:pt x="565937" y="85406"/>
                  <a:pt x="567073" y="77505"/>
                  <a:pt x="569344" y="70495"/>
                </a:cubicBezTo>
                <a:cubicBezTo>
                  <a:pt x="571615" y="63485"/>
                  <a:pt x="574889" y="57536"/>
                  <a:pt x="579167" y="52649"/>
                </a:cubicBezTo>
                <a:cubicBezTo>
                  <a:pt x="583444" y="47761"/>
                  <a:pt x="588611" y="44010"/>
                  <a:pt x="594668" y="41396"/>
                </a:cubicBezTo>
                <a:cubicBezTo>
                  <a:pt x="600724" y="38781"/>
                  <a:pt x="607500" y="37474"/>
                  <a:pt x="614995" y="37474"/>
                </a:cubicBezTo>
                <a:cubicBezTo>
                  <a:pt x="623019" y="37474"/>
                  <a:pt x="629852" y="38761"/>
                  <a:pt x="635492" y="41335"/>
                </a:cubicBezTo>
                <a:cubicBezTo>
                  <a:pt x="641132" y="43909"/>
                  <a:pt x="645769" y="47373"/>
                  <a:pt x="649403" y="51726"/>
                </a:cubicBezTo>
                <a:cubicBezTo>
                  <a:pt x="653037" y="56079"/>
                  <a:pt x="655705" y="61189"/>
                  <a:pt x="657409" y="67056"/>
                </a:cubicBezTo>
                <a:cubicBezTo>
                  <a:pt x="659112" y="72924"/>
                  <a:pt x="659964" y="79188"/>
                  <a:pt x="659964" y="85850"/>
                </a:cubicBezTo>
                <a:lnTo>
                  <a:pt x="659964" y="89257"/>
                </a:lnTo>
                <a:moveTo>
                  <a:pt x="641113" y="83693"/>
                </a:moveTo>
                <a:cubicBezTo>
                  <a:pt x="641340" y="73851"/>
                  <a:pt x="639164" y="66129"/>
                  <a:pt x="634583" y="60527"/>
                </a:cubicBezTo>
                <a:cubicBezTo>
                  <a:pt x="630003" y="54925"/>
                  <a:pt x="623209" y="52123"/>
                  <a:pt x="614200" y="52123"/>
                </a:cubicBezTo>
                <a:cubicBezTo>
                  <a:pt x="609582" y="52123"/>
                  <a:pt x="605531" y="52994"/>
                  <a:pt x="602049" y="54735"/>
                </a:cubicBezTo>
                <a:cubicBezTo>
                  <a:pt x="598566" y="56476"/>
                  <a:pt x="595652" y="58786"/>
                  <a:pt x="593305" y="61662"/>
                </a:cubicBezTo>
                <a:cubicBezTo>
                  <a:pt x="590958" y="64539"/>
                  <a:pt x="589141" y="67889"/>
                  <a:pt x="587854" y="71712"/>
                </a:cubicBezTo>
                <a:cubicBezTo>
                  <a:pt x="586567" y="75535"/>
                  <a:pt x="585848" y="79529"/>
                  <a:pt x="585696" y="83693"/>
                </a:cubicBezTo>
                <a:lnTo>
                  <a:pt x="641113" y="836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Savings">
            <a:extLst xmlns:a="http://schemas.openxmlformats.org/drawingml/2006/main">
              <a:ext uri="{FF2B5EF4-FFF2-40B4-BE49-F238E27FC236}">
                <a16:creationId xmlns:a16="http://schemas.microsoft.com/office/drawing/2014/main" id="{0C4DD06D-2A7C-4E35-928A-0FA42604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32" y="2147428"/>
            <a:ext cx="666382" cy="192368"/>
          </a:xfrm>
          <a:custGeom xmlns:a="http://schemas.openxmlformats.org/drawingml/2006/main">
            <a:pathLst>
              <a:path w="666382" h="192368">
                <a:moveTo>
                  <a:pt x="90393" y="109634"/>
                </a:moveTo>
                <a:cubicBezTo>
                  <a:pt x="90393" y="116532"/>
                  <a:pt x="89125" y="122674"/>
                  <a:pt x="86588" y="128059"/>
                </a:cubicBezTo>
                <a:cubicBezTo>
                  <a:pt x="84052" y="133441"/>
                  <a:pt x="80532" y="138009"/>
                  <a:pt x="76028" y="141764"/>
                </a:cubicBezTo>
                <a:cubicBezTo>
                  <a:pt x="71523" y="145516"/>
                  <a:pt x="66224" y="148340"/>
                  <a:pt x="60129" y="150235"/>
                </a:cubicBezTo>
                <a:cubicBezTo>
                  <a:pt x="54035" y="152130"/>
                  <a:pt x="47468" y="153077"/>
                  <a:pt x="40427" y="153077"/>
                </a:cubicBezTo>
                <a:cubicBezTo>
                  <a:pt x="35506" y="153077"/>
                  <a:pt x="30945" y="152661"/>
                  <a:pt x="26743" y="151828"/>
                </a:cubicBezTo>
                <a:cubicBezTo>
                  <a:pt x="22541" y="150995"/>
                  <a:pt x="18794" y="149973"/>
                  <a:pt x="15501" y="148762"/>
                </a:cubicBezTo>
                <a:cubicBezTo>
                  <a:pt x="12208" y="147551"/>
                  <a:pt x="9444" y="146301"/>
                  <a:pt x="7211" y="145014"/>
                </a:cubicBezTo>
                <a:cubicBezTo>
                  <a:pt x="4978" y="143727"/>
                  <a:pt x="3426" y="142630"/>
                  <a:pt x="2555" y="141721"/>
                </a:cubicBezTo>
                <a:cubicBezTo>
                  <a:pt x="1684" y="140813"/>
                  <a:pt x="1041" y="139658"/>
                  <a:pt x="625" y="138258"/>
                </a:cubicBezTo>
                <a:cubicBezTo>
                  <a:pt x="208" y="136857"/>
                  <a:pt x="0" y="134983"/>
                  <a:pt x="0" y="132636"/>
                </a:cubicBezTo>
                <a:cubicBezTo>
                  <a:pt x="0" y="130971"/>
                  <a:pt x="76" y="129589"/>
                  <a:pt x="227" y="128492"/>
                </a:cubicBezTo>
                <a:cubicBezTo>
                  <a:pt x="379" y="127394"/>
                  <a:pt x="606" y="126504"/>
                  <a:pt x="908" y="125823"/>
                </a:cubicBezTo>
                <a:cubicBezTo>
                  <a:pt x="1211" y="125142"/>
                  <a:pt x="1590" y="124668"/>
                  <a:pt x="2044" y="124403"/>
                </a:cubicBezTo>
                <a:cubicBezTo>
                  <a:pt x="2498" y="124139"/>
                  <a:pt x="3028" y="124006"/>
                  <a:pt x="3634" y="124006"/>
                </a:cubicBezTo>
                <a:cubicBezTo>
                  <a:pt x="4694" y="124006"/>
                  <a:pt x="6189" y="124650"/>
                  <a:pt x="8119" y="125937"/>
                </a:cubicBezTo>
                <a:cubicBezTo>
                  <a:pt x="10050" y="127224"/>
                  <a:pt x="12529" y="128624"/>
                  <a:pt x="15558" y="130138"/>
                </a:cubicBezTo>
                <a:cubicBezTo>
                  <a:pt x="18586" y="131652"/>
                  <a:pt x="22239" y="133072"/>
                  <a:pt x="26516" y="134397"/>
                </a:cubicBezTo>
                <a:cubicBezTo>
                  <a:pt x="30793" y="135721"/>
                  <a:pt x="35733" y="136384"/>
                  <a:pt x="41335" y="136384"/>
                </a:cubicBezTo>
                <a:cubicBezTo>
                  <a:pt x="45575" y="136384"/>
                  <a:pt x="49455" y="135815"/>
                  <a:pt x="52975" y="134677"/>
                </a:cubicBezTo>
                <a:cubicBezTo>
                  <a:pt x="56495" y="133539"/>
                  <a:pt x="59524" y="131927"/>
                  <a:pt x="62060" y="129840"/>
                </a:cubicBezTo>
                <a:cubicBezTo>
                  <a:pt x="64596" y="127751"/>
                  <a:pt x="66545" y="125189"/>
                  <a:pt x="67908" y="122154"/>
                </a:cubicBezTo>
                <a:cubicBezTo>
                  <a:pt x="69271" y="119118"/>
                  <a:pt x="69952" y="115665"/>
                  <a:pt x="69952" y="111795"/>
                </a:cubicBezTo>
                <a:cubicBezTo>
                  <a:pt x="69952" y="107624"/>
                  <a:pt x="69006" y="104061"/>
                  <a:pt x="67113" y="101106"/>
                </a:cubicBezTo>
                <a:cubicBezTo>
                  <a:pt x="65221" y="98149"/>
                  <a:pt x="62722" y="95552"/>
                  <a:pt x="59618" y="93317"/>
                </a:cubicBezTo>
                <a:cubicBezTo>
                  <a:pt x="56514" y="91079"/>
                  <a:pt x="52975" y="89031"/>
                  <a:pt x="49001" y="87174"/>
                </a:cubicBezTo>
                <a:cubicBezTo>
                  <a:pt x="45026" y="85314"/>
                  <a:pt x="40957" y="83418"/>
                  <a:pt x="36793" y="81485"/>
                </a:cubicBezTo>
                <a:cubicBezTo>
                  <a:pt x="32629" y="79553"/>
                  <a:pt x="28579" y="77411"/>
                  <a:pt x="24642" y="75062"/>
                </a:cubicBezTo>
                <a:cubicBezTo>
                  <a:pt x="20706" y="72711"/>
                  <a:pt x="17185" y="69943"/>
                  <a:pt x="14081" y="66758"/>
                </a:cubicBezTo>
                <a:cubicBezTo>
                  <a:pt x="10977" y="63574"/>
                  <a:pt x="8460" y="59839"/>
                  <a:pt x="6530" y="55555"/>
                </a:cubicBezTo>
                <a:cubicBezTo>
                  <a:pt x="4599" y="51271"/>
                  <a:pt x="3634" y="46133"/>
                  <a:pt x="3634" y="40143"/>
                </a:cubicBezTo>
                <a:cubicBezTo>
                  <a:pt x="3634" y="34004"/>
                  <a:pt x="4751" y="28527"/>
                  <a:pt x="6984" y="23712"/>
                </a:cubicBezTo>
                <a:cubicBezTo>
                  <a:pt x="9217" y="18896"/>
                  <a:pt x="12321" y="14857"/>
                  <a:pt x="16296" y="11597"/>
                </a:cubicBezTo>
                <a:cubicBezTo>
                  <a:pt x="20270" y="8337"/>
                  <a:pt x="25002" y="5854"/>
                  <a:pt x="30490" y="4148"/>
                </a:cubicBezTo>
                <a:cubicBezTo>
                  <a:pt x="35979" y="2443"/>
                  <a:pt x="41903" y="1590"/>
                  <a:pt x="48262" y="1590"/>
                </a:cubicBezTo>
                <a:cubicBezTo>
                  <a:pt x="51518" y="1590"/>
                  <a:pt x="54792" y="1877"/>
                  <a:pt x="58085" y="2452"/>
                </a:cubicBezTo>
                <a:cubicBezTo>
                  <a:pt x="61378" y="3025"/>
                  <a:pt x="64482" y="3790"/>
                  <a:pt x="67397" y="4748"/>
                </a:cubicBezTo>
                <a:cubicBezTo>
                  <a:pt x="70312" y="5704"/>
                  <a:pt x="72905" y="6776"/>
                  <a:pt x="75176" y="7963"/>
                </a:cubicBezTo>
                <a:cubicBezTo>
                  <a:pt x="77447" y="9149"/>
                  <a:pt x="78942" y="10106"/>
                  <a:pt x="79661" y="10834"/>
                </a:cubicBezTo>
                <a:cubicBezTo>
                  <a:pt x="80381" y="11561"/>
                  <a:pt x="80854" y="12132"/>
                  <a:pt x="81081" y="12548"/>
                </a:cubicBezTo>
                <a:cubicBezTo>
                  <a:pt x="81308" y="12965"/>
                  <a:pt x="81497" y="13495"/>
                  <a:pt x="81649" y="14138"/>
                </a:cubicBezTo>
                <a:cubicBezTo>
                  <a:pt x="81800" y="14782"/>
                  <a:pt x="81914" y="15558"/>
                  <a:pt x="81989" y="16466"/>
                </a:cubicBezTo>
                <a:cubicBezTo>
                  <a:pt x="82065" y="17374"/>
                  <a:pt x="82103" y="18548"/>
                  <a:pt x="82103" y="19986"/>
                </a:cubicBezTo>
                <a:cubicBezTo>
                  <a:pt x="82103" y="21349"/>
                  <a:pt x="82046" y="22560"/>
                  <a:pt x="81933" y="23620"/>
                </a:cubicBezTo>
                <a:cubicBezTo>
                  <a:pt x="81819" y="24680"/>
                  <a:pt x="81649" y="25570"/>
                  <a:pt x="81422" y="26289"/>
                </a:cubicBezTo>
                <a:cubicBezTo>
                  <a:pt x="81194" y="27008"/>
                  <a:pt x="80873" y="27538"/>
                  <a:pt x="80456" y="27879"/>
                </a:cubicBezTo>
                <a:cubicBezTo>
                  <a:pt x="80040" y="28219"/>
                  <a:pt x="79567" y="28390"/>
                  <a:pt x="79037" y="28390"/>
                </a:cubicBezTo>
                <a:cubicBezTo>
                  <a:pt x="78204" y="28390"/>
                  <a:pt x="76898" y="27854"/>
                  <a:pt x="75119" y="26782"/>
                </a:cubicBezTo>
                <a:cubicBezTo>
                  <a:pt x="73340" y="25710"/>
                  <a:pt x="71163" y="24505"/>
                  <a:pt x="68589" y="23166"/>
                </a:cubicBezTo>
                <a:cubicBezTo>
                  <a:pt x="66015" y="21827"/>
                  <a:pt x="62968" y="20603"/>
                  <a:pt x="59448" y="19493"/>
                </a:cubicBezTo>
                <a:cubicBezTo>
                  <a:pt x="55928" y="18383"/>
                  <a:pt x="51972" y="17829"/>
                  <a:pt x="47581" y="17829"/>
                </a:cubicBezTo>
                <a:cubicBezTo>
                  <a:pt x="43493" y="17829"/>
                  <a:pt x="39935" y="18380"/>
                  <a:pt x="36907" y="19482"/>
                </a:cubicBezTo>
                <a:cubicBezTo>
                  <a:pt x="33878" y="20583"/>
                  <a:pt x="31380" y="22043"/>
                  <a:pt x="29412" y="23865"/>
                </a:cubicBezTo>
                <a:cubicBezTo>
                  <a:pt x="27443" y="25687"/>
                  <a:pt x="25967" y="27850"/>
                  <a:pt x="24983" y="30356"/>
                </a:cubicBezTo>
                <a:cubicBezTo>
                  <a:pt x="23999" y="32861"/>
                  <a:pt x="23507" y="35518"/>
                  <a:pt x="23507" y="38326"/>
                </a:cubicBezTo>
                <a:cubicBezTo>
                  <a:pt x="23507" y="42421"/>
                  <a:pt x="24453" y="45947"/>
                  <a:pt x="26346" y="48905"/>
                </a:cubicBezTo>
                <a:cubicBezTo>
                  <a:pt x="28238" y="51860"/>
                  <a:pt x="30755" y="54475"/>
                  <a:pt x="33897" y="56751"/>
                </a:cubicBezTo>
                <a:cubicBezTo>
                  <a:pt x="37039" y="59024"/>
                  <a:pt x="40616" y="61110"/>
                  <a:pt x="44629" y="63007"/>
                </a:cubicBezTo>
                <a:cubicBezTo>
                  <a:pt x="48641" y="64902"/>
                  <a:pt x="52729" y="66816"/>
                  <a:pt x="56893" y="68749"/>
                </a:cubicBezTo>
                <a:cubicBezTo>
                  <a:pt x="61057" y="70682"/>
                  <a:pt x="65145" y="72805"/>
                  <a:pt x="69157" y="75119"/>
                </a:cubicBezTo>
                <a:cubicBezTo>
                  <a:pt x="73170" y="77430"/>
                  <a:pt x="76747" y="80159"/>
                  <a:pt x="79888" y="83306"/>
                </a:cubicBezTo>
                <a:cubicBezTo>
                  <a:pt x="83030" y="86452"/>
                  <a:pt x="85566" y="90168"/>
                  <a:pt x="87497" y="94452"/>
                </a:cubicBezTo>
                <a:cubicBezTo>
                  <a:pt x="89427" y="98734"/>
                  <a:pt x="90393" y="103795"/>
                  <a:pt x="90393" y="109634"/>
                </a:cubicBezTo>
                <a:close/>
                <a:moveTo>
                  <a:pt x="191867" y="148080"/>
                </a:moveTo>
                <a:cubicBezTo>
                  <a:pt x="191867" y="148989"/>
                  <a:pt x="191564" y="149670"/>
                  <a:pt x="190959" y="150125"/>
                </a:cubicBezTo>
                <a:cubicBezTo>
                  <a:pt x="190353" y="150579"/>
                  <a:pt x="189520" y="150919"/>
                  <a:pt x="188460" y="151147"/>
                </a:cubicBezTo>
                <a:cubicBezTo>
                  <a:pt x="187401" y="151374"/>
                  <a:pt x="185849" y="151487"/>
                  <a:pt x="183805" y="151487"/>
                </a:cubicBezTo>
                <a:cubicBezTo>
                  <a:pt x="181836" y="151487"/>
                  <a:pt x="180265" y="151374"/>
                  <a:pt x="179092" y="151147"/>
                </a:cubicBezTo>
                <a:cubicBezTo>
                  <a:pt x="177918" y="150919"/>
                  <a:pt x="177067" y="150579"/>
                  <a:pt x="176537" y="150125"/>
                </a:cubicBezTo>
                <a:cubicBezTo>
                  <a:pt x="176007" y="149670"/>
                  <a:pt x="175742" y="148989"/>
                  <a:pt x="175742" y="148080"/>
                </a:cubicBezTo>
                <a:lnTo>
                  <a:pt x="175742" y="137860"/>
                </a:lnTo>
                <a:cubicBezTo>
                  <a:pt x="171275" y="142630"/>
                  <a:pt x="166298" y="146358"/>
                  <a:pt x="160809" y="149046"/>
                </a:cubicBezTo>
                <a:cubicBezTo>
                  <a:pt x="155320" y="151733"/>
                  <a:pt x="149510" y="153077"/>
                  <a:pt x="143378" y="153077"/>
                </a:cubicBezTo>
                <a:cubicBezTo>
                  <a:pt x="138003" y="153077"/>
                  <a:pt x="133138" y="152374"/>
                  <a:pt x="128785" y="150969"/>
                </a:cubicBezTo>
                <a:cubicBezTo>
                  <a:pt x="124432" y="149564"/>
                  <a:pt x="120723" y="147532"/>
                  <a:pt x="117657" y="144872"/>
                </a:cubicBezTo>
                <a:cubicBezTo>
                  <a:pt x="114591" y="142213"/>
                  <a:pt x="112206" y="138947"/>
                  <a:pt x="110502" y="135074"/>
                </a:cubicBezTo>
                <a:cubicBezTo>
                  <a:pt x="108799" y="131199"/>
                  <a:pt x="107947" y="126792"/>
                  <a:pt x="107947" y="121852"/>
                </a:cubicBezTo>
                <a:cubicBezTo>
                  <a:pt x="107947" y="116079"/>
                  <a:pt x="109121" y="111066"/>
                  <a:pt x="111468" y="106813"/>
                </a:cubicBezTo>
                <a:cubicBezTo>
                  <a:pt x="113815" y="102556"/>
                  <a:pt x="117183" y="99023"/>
                  <a:pt x="121574" y="96213"/>
                </a:cubicBezTo>
                <a:cubicBezTo>
                  <a:pt x="125965" y="93402"/>
                  <a:pt x="131340" y="91294"/>
                  <a:pt x="137700" y="89889"/>
                </a:cubicBezTo>
                <a:cubicBezTo>
                  <a:pt x="144059" y="88483"/>
                  <a:pt x="151213" y="87781"/>
                  <a:pt x="159162" y="87781"/>
                </a:cubicBezTo>
                <a:lnTo>
                  <a:pt x="173244" y="87781"/>
                </a:lnTo>
                <a:lnTo>
                  <a:pt x="173244" y="79860"/>
                </a:lnTo>
                <a:cubicBezTo>
                  <a:pt x="173244" y="75938"/>
                  <a:pt x="172827" y="72468"/>
                  <a:pt x="171994" y="69452"/>
                </a:cubicBezTo>
                <a:cubicBezTo>
                  <a:pt x="171162" y="66433"/>
                  <a:pt x="169818" y="63924"/>
                  <a:pt x="167963" y="61925"/>
                </a:cubicBezTo>
                <a:cubicBezTo>
                  <a:pt x="166108" y="59926"/>
                  <a:pt x="163705" y="58418"/>
                  <a:pt x="160752" y="57400"/>
                </a:cubicBezTo>
                <a:cubicBezTo>
                  <a:pt x="157800" y="56381"/>
                  <a:pt x="154166" y="55871"/>
                  <a:pt x="149851" y="55871"/>
                </a:cubicBezTo>
                <a:cubicBezTo>
                  <a:pt x="145232" y="55871"/>
                  <a:pt x="141088" y="56414"/>
                  <a:pt x="137416" y="57500"/>
                </a:cubicBezTo>
                <a:cubicBezTo>
                  <a:pt x="133744" y="58586"/>
                  <a:pt x="130527" y="59784"/>
                  <a:pt x="127763" y="61095"/>
                </a:cubicBezTo>
                <a:cubicBezTo>
                  <a:pt x="125000" y="62405"/>
                  <a:pt x="122691" y="63603"/>
                  <a:pt x="120836" y="64689"/>
                </a:cubicBezTo>
                <a:cubicBezTo>
                  <a:pt x="118981" y="65775"/>
                  <a:pt x="117600" y="66318"/>
                  <a:pt x="116691" y="66318"/>
                </a:cubicBezTo>
                <a:cubicBezTo>
                  <a:pt x="116086" y="66318"/>
                  <a:pt x="115556" y="66167"/>
                  <a:pt x="115102" y="65864"/>
                </a:cubicBezTo>
                <a:cubicBezTo>
                  <a:pt x="114647" y="65561"/>
                  <a:pt x="114250" y="65107"/>
                  <a:pt x="113909" y="64501"/>
                </a:cubicBezTo>
                <a:cubicBezTo>
                  <a:pt x="113569" y="63896"/>
                  <a:pt x="113322" y="63120"/>
                  <a:pt x="113171" y="62173"/>
                </a:cubicBezTo>
                <a:cubicBezTo>
                  <a:pt x="113020" y="61227"/>
                  <a:pt x="112944" y="60186"/>
                  <a:pt x="112944" y="59050"/>
                </a:cubicBezTo>
                <a:cubicBezTo>
                  <a:pt x="112944" y="57158"/>
                  <a:pt x="113076" y="55663"/>
                  <a:pt x="113341" y="54565"/>
                </a:cubicBezTo>
                <a:cubicBezTo>
                  <a:pt x="113606" y="53467"/>
                  <a:pt x="114250" y="52426"/>
                  <a:pt x="115272" y="51442"/>
                </a:cubicBezTo>
                <a:cubicBezTo>
                  <a:pt x="116294" y="50458"/>
                  <a:pt x="118054" y="49312"/>
                  <a:pt x="120552" y="48003"/>
                </a:cubicBezTo>
                <a:cubicBezTo>
                  <a:pt x="123051" y="46693"/>
                  <a:pt x="125927" y="45496"/>
                  <a:pt x="129183" y="44412"/>
                </a:cubicBezTo>
                <a:cubicBezTo>
                  <a:pt x="132438" y="43329"/>
                  <a:pt x="135996" y="42432"/>
                  <a:pt x="139857" y="41722"/>
                </a:cubicBezTo>
                <a:cubicBezTo>
                  <a:pt x="143718" y="41010"/>
                  <a:pt x="147617" y="40654"/>
                  <a:pt x="151554" y="40654"/>
                </a:cubicBezTo>
                <a:cubicBezTo>
                  <a:pt x="158897" y="40654"/>
                  <a:pt x="165143" y="41487"/>
                  <a:pt x="170291" y="43152"/>
                </a:cubicBezTo>
                <a:cubicBezTo>
                  <a:pt x="175439" y="44818"/>
                  <a:pt x="179603" y="47259"/>
                  <a:pt x="182783" y="50477"/>
                </a:cubicBezTo>
                <a:cubicBezTo>
                  <a:pt x="185962" y="53694"/>
                  <a:pt x="188271" y="57688"/>
                  <a:pt x="189710" y="62457"/>
                </a:cubicBezTo>
                <a:cubicBezTo>
                  <a:pt x="191148" y="67227"/>
                  <a:pt x="191867" y="72791"/>
                  <a:pt x="191867" y="79150"/>
                </a:cubicBezTo>
                <a:lnTo>
                  <a:pt x="191867" y="148080"/>
                </a:lnTo>
                <a:moveTo>
                  <a:pt x="173244" y="101294"/>
                </a:moveTo>
                <a:lnTo>
                  <a:pt x="157232" y="101294"/>
                </a:lnTo>
                <a:cubicBezTo>
                  <a:pt x="152084" y="101294"/>
                  <a:pt x="147617" y="101733"/>
                  <a:pt x="143832" y="102611"/>
                </a:cubicBezTo>
                <a:cubicBezTo>
                  <a:pt x="140047" y="103486"/>
                  <a:pt x="136905" y="104780"/>
                  <a:pt x="134407" y="106493"/>
                </a:cubicBezTo>
                <a:cubicBezTo>
                  <a:pt x="131908" y="108206"/>
                  <a:pt x="130072" y="110263"/>
                  <a:pt x="128899" y="112664"/>
                </a:cubicBezTo>
                <a:cubicBezTo>
                  <a:pt x="127726" y="115063"/>
                  <a:pt x="127139" y="117824"/>
                  <a:pt x="127139" y="120947"/>
                </a:cubicBezTo>
                <a:cubicBezTo>
                  <a:pt x="127139" y="126280"/>
                  <a:pt x="128823" y="130526"/>
                  <a:pt x="132192" y="133687"/>
                </a:cubicBezTo>
                <a:cubicBezTo>
                  <a:pt x="135561" y="136848"/>
                  <a:pt x="140274" y="138428"/>
                  <a:pt x="146330" y="138428"/>
                </a:cubicBezTo>
                <a:cubicBezTo>
                  <a:pt x="151251" y="138428"/>
                  <a:pt x="155812" y="137172"/>
                  <a:pt x="160014" y="134659"/>
                </a:cubicBezTo>
                <a:cubicBezTo>
                  <a:pt x="164216" y="132144"/>
                  <a:pt x="168626" y="128298"/>
                  <a:pt x="173244" y="123119"/>
                </a:cubicBezTo>
                <a:lnTo>
                  <a:pt x="173244" y="101294"/>
                </a:lnTo>
                <a:close/>
                <a:moveTo>
                  <a:pt x="304941" y="45537"/>
                </a:moveTo>
                <a:cubicBezTo>
                  <a:pt x="304941" y="45840"/>
                  <a:pt x="304922" y="46162"/>
                  <a:pt x="304884" y="46502"/>
                </a:cubicBezTo>
                <a:cubicBezTo>
                  <a:pt x="304846" y="46843"/>
                  <a:pt x="304790" y="47203"/>
                  <a:pt x="304714" y="47581"/>
                </a:cubicBezTo>
                <a:cubicBezTo>
                  <a:pt x="304638" y="47960"/>
                  <a:pt x="304544" y="48376"/>
                  <a:pt x="304430" y="48830"/>
                </a:cubicBezTo>
                <a:cubicBezTo>
                  <a:pt x="304316" y="49284"/>
                  <a:pt x="304184" y="49777"/>
                  <a:pt x="304033" y="50306"/>
                </a:cubicBezTo>
                <a:lnTo>
                  <a:pt x="269170" y="147399"/>
                </a:lnTo>
                <a:cubicBezTo>
                  <a:pt x="268867" y="148232"/>
                  <a:pt x="268470" y="148913"/>
                  <a:pt x="267978" y="149443"/>
                </a:cubicBezTo>
                <a:cubicBezTo>
                  <a:pt x="267486" y="149973"/>
                  <a:pt x="266748" y="150389"/>
                  <a:pt x="265763" y="150692"/>
                </a:cubicBezTo>
                <a:cubicBezTo>
                  <a:pt x="264779" y="150995"/>
                  <a:pt x="263530" y="151203"/>
                  <a:pt x="262016" y="151317"/>
                </a:cubicBezTo>
                <a:cubicBezTo>
                  <a:pt x="260502" y="151430"/>
                  <a:pt x="258609" y="151487"/>
                  <a:pt x="256338" y="151487"/>
                </a:cubicBezTo>
                <a:cubicBezTo>
                  <a:pt x="254067" y="151487"/>
                  <a:pt x="252174" y="151412"/>
                  <a:pt x="250660" y="151260"/>
                </a:cubicBezTo>
                <a:cubicBezTo>
                  <a:pt x="249146" y="151109"/>
                  <a:pt x="247916" y="150882"/>
                  <a:pt x="246969" y="150579"/>
                </a:cubicBezTo>
                <a:cubicBezTo>
                  <a:pt x="246023" y="150276"/>
                  <a:pt x="245285" y="149860"/>
                  <a:pt x="244755" y="149330"/>
                </a:cubicBezTo>
                <a:cubicBezTo>
                  <a:pt x="244225" y="148800"/>
                  <a:pt x="243809" y="148156"/>
                  <a:pt x="243506" y="147399"/>
                </a:cubicBezTo>
                <a:lnTo>
                  <a:pt x="208757" y="50306"/>
                </a:lnTo>
                <a:cubicBezTo>
                  <a:pt x="208454" y="49398"/>
                  <a:pt x="208208" y="48603"/>
                  <a:pt x="208019" y="47922"/>
                </a:cubicBezTo>
                <a:cubicBezTo>
                  <a:pt x="207829" y="47240"/>
                  <a:pt x="207716" y="46729"/>
                  <a:pt x="207678" y="46389"/>
                </a:cubicBezTo>
                <a:cubicBezTo>
                  <a:pt x="207640" y="46048"/>
                  <a:pt x="207621" y="45764"/>
                  <a:pt x="207621" y="45537"/>
                </a:cubicBezTo>
                <a:cubicBezTo>
                  <a:pt x="207621" y="44931"/>
                  <a:pt x="207773" y="44401"/>
                  <a:pt x="208076" y="43947"/>
                </a:cubicBezTo>
                <a:cubicBezTo>
                  <a:pt x="208378" y="43493"/>
                  <a:pt x="208889" y="43133"/>
                  <a:pt x="209609" y="42868"/>
                </a:cubicBezTo>
                <a:cubicBezTo>
                  <a:pt x="210328" y="42603"/>
                  <a:pt x="211274" y="42433"/>
                  <a:pt x="212448" y="42357"/>
                </a:cubicBezTo>
                <a:cubicBezTo>
                  <a:pt x="213621" y="42282"/>
                  <a:pt x="215078" y="42244"/>
                  <a:pt x="216820" y="42244"/>
                </a:cubicBezTo>
                <a:cubicBezTo>
                  <a:pt x="219015" y="42244"/>
                  <a:pt x="220775" y="42301"/>
                  <a:pt x="222100" y="42414"/>
                </a:cubicBezTo>
                <a:cubicBezTo>
                  <a:pt x="223425" y="42528"/>
                  <a:pt x="224447" y="42736"/>
                  <a:pt x="225166" y="43039"/>
                </a:cubicBezTo>
                <a:cubicBezTo>
                  <a:pt x="225885" y="43342"/>
                  <a:pt x="226415" y="43720"/>
                  <a:pt x="226756" y="44174"/>
                </a:cubicBezTo>
                <a:cubicBezTo>
                  <a:pt x="227097" y="44629"/>
                  <a:pt x="227418" y="45196"/>
                  <a:pt x="227721" y="45878"/>
                </a:cubicBezTo>
                <a:lnTo>
                  <a:pt x="256565" y="130138"/>
                </a:lnTo>
                <a:lnTo>
                  <a:pt x="257019" y="131501"/>
                </a:lnTo>
                <a:lnTo>
                  <a:pt x="257360" y="130138"/>
                </a:lnTo>
                <a:lnTo>
                  <a:pt x="285863" y="45878"/>
                </a:lnTo>
                <a:cubicBezTo>
                  <a:pt x="286015" y="45196"/>
                  <a:pt x="286280" y="44629"/>
                  <a:pt x="286658" y="44174"/>
                </a:cubicBezTo>
                <a:cubicBezTo>
                  <a:pt x="287037" y="43720"/>
                  <a:pt x="287586" y="43342"/>
                  <a:pt x="288305" y="43039"/>
                </a:cubicBezTo>
                <a:cubicBezTo>
                  <a:pt x="289024" y="42736"/>
                  <a:pt x="290008" y="42528"/>
                  <a:pt x="291257" y="42414"/>
                </a:cubicBezTo>
                <a:cubicBezTo>
                  <a:pt x="292506" y="42301"/>
                  <a:pt x="294153" y="42244"/>
                  <a:pt x="296197" y="42244"/>
                </a:cubicBezTo>
                <a:cubicBezTo>
                  <a:pt x="297938" y="42244"/>
                  <a:pt x="299377" y="42282"/>
                  <a:pt x="300512" y="42357"/>
                </a:cubicBezTo>
                <a:cubicBezTo>
                  <a:pt x="301648" y="42433"/>
                  <a:pt x="302537" y="42622"/>
                  <a:pt x="303181" y="42925"/>
                </a:cubicBezTo>
                <a:cubicBezTo>
                  <a:pt x="303824" y="43228"/>
                  <a:pt x="304279" y="43588"/>
                  <a:pt x="304544" y="44004"/>
                </a:cubicBezTo>
                <a:cubicBezTo>
                  <a:pt x="304809" y="44420"/>
                  <a:pt x="304941" y="44931"/>
                  <a:pt x="304941" y="45537"/>
                </a:cubicBezTo>
                <a:close/>
                <a:moveTo>
                  <a:pt x="342411" y="147967"/>
                </a:moveTo>
                <a:cubicBezTo>
                  <a:pt x="342411" y="148573"/>
                  <a:pt x="342260" y="149084"/>
                  <a:pt x="341957" y="149500"/>
                </a:cubicBezTo>
                <a:cubicBezTo>
                  <a:pt x="341654" y="149916"/>
                  <a:pt x="341162" y="150276"/>
                  <a:pt x="340481" y="150579"/>
                </a:cubicBezTo>
                <a:cubicBezTo>
                  <a:pt x="339799" y="150882"/>
                  <a:pt x="338853" y="151109"/>
                  <a:pt x="337642" y="151260"/>
                </a:cubicBezTo>
                <a:cubicBezTo>
                  <a:pt x="336431" y="151412"/>
                  <a:pt x="334879" y="151487"/>
                  <a:pt x="332986" y="151487"/>
                </a:cubicBezTo>
                <a:cubicBezTo>
                  <a:pt x="331169" y="151487"/>
                  <a:pt x="329655" y="151412"/>
                  <a:pt x="328444" y="151260"/>
                </a:cubicBezTo>
                <a:cubicBezTo>
                  <a:pt x="327232" y="151109"/>
                  <a:pt x="326267" y="150882"/>
                  <a:pt x="325548" y="150579"/>
                </a:cubicBezTo>
                <a:cubicBezTo>
                  <a:pt x="324829" y="150276"/>
                  <a:pt x="324337" y="149916"/>
                  <a:pt x="324072" y="149500"/>
                </a:cubicBezTo>
                <a:cubicBezTo>
                  <a:pt x="323807" y="149084"/>
                  <a:pt x="323674" y="148573"/>
                  <a:pt x="323674" y="147967"/>
                </a:cubicBezTo>
                <a:lnTo>
                  <a:pt x="323674" y="45764"/>
                </a:lnTo>
                <a:cubicBezTo>
                  <a:pt x="323674" y="45234"/>
                  <a:pt x="323807" y="44742"/>
                  <a:pt x="324072" y="44288"/>
                </a:cubicBezTo>
                <a:cubicBezTo>
                  <a:pt x="324337" y="43834"/>
                  <a:pt x="324829" y="43455"/>
                  <a:pt x="325548" y="43152"/>
                </a:cubicBezTo>
                <a:cubicBezTo>
                  <a:pt x="326267" y="42849"/>
                  <a:pt x="327232" y="42622"/>
                  <a:pt x="328444" y="42471"/>
                </a:cubicBezTo>
                <a:cubicBezTo>
                  <a:pt x="329655" y="42320"/>
                  <a:pt x="331169" y="42244"/>
                  <a:pt x="332986" y="42244"/>
                </a:cubicBezTo>
                <a:cubicBezTo>
                  <a:pt x="334879" y="42244"/>
                  <a:pt x="336431" y="42320"/>
                  <a:pt x="337642" y="42471"/>
                </a:cubicBezTo>
                <a:cubicBezTo>
                  <a:pt x="338853" y="42622"/>
                  <a:pt x="339799" y="42849"/>
                  <a:pt x="340481" y="43152"/>
                </a:cubicBezTo>
                <a:cubicBezTo>
                  <a:pt x="341162" y="43455"/>
                  <a:pt x="341654" y="43834"/>
                  <a:pt x="341957" y="44288"/>
                </a:cubicBezTo>
                <a:cubicBezTo>
                  <a:pt x="342260" y="44742"/>
                  <a:pt x="342411" y="45234"/>
                  <a:pt x="342411" y="45764"/>
                </a:cubicBezTo>
                <a:lnTo>
                  <a:pt x="342411" y="147967"/>
                </a:lnTo>
                <a:moveTo>
                  <a:pt x="344569" y="11129"/>
                </a:moveTo>
                <a:cubicBezTo>
                  <a:pt x="344569" y="15520"/>
                  <a:pt x="343736" y="18510"/>
                  <a:pt x="342071" y="20100"/>
                </a:cubicBezTo>
                <a:cubicBezTo>
                  <a:pt x="340405" y="21690"/>
                  <a:pt x="337339" y="22485"/>
                  <a:pt x="332872" y="22485"/>
                </a:cubicBezTo>
                <a:cubicBezTo>
                  <a:pt x="328481" y="22485"/>
                  <a:pt x="325472" y="21709"/>
                  <a:pt x="323844" y="20157"/>
                </a:cubicBezTo>
                <a:cubicBezTo>
                  <a:pt x="322217" y="18605"/>
                  <a:pt x="321403" y="15671"/>
                  <a:pt x="321403" y="11356"/>
                </a:cubicBezTo>
                <a:cubicBezTo>
                  <a:pt x="321403" y="6965"/>
                  <a:pt x="322236" y="3975"/>
                  <a:pt x="323901" y="2385"/>
                </a:cubicBezTo>
                <a:cubicBezTo>
                  <a:pt x="325567" y="795"/>
                  <a:pt x="328633" y="0"/>
                  <a:pt x="333099" y="0"/>
                </a:cubicBezTo>
                <a:cubicBezTo>
                  <a:pt x="337490" y="0"/>
                  <a:pt x="340500" y="776"/>
                  <a:pt x="342127" y="2328"/>
                </a:cubicBezTo>
                <a:cubicBezTo>
                  <a:pt x="343755" y="3880"/>
                  <a:pt x="344569" y="6814"/>
                  <a:pt x="344569" y="11129"/>
                </a:cubicBezTo>
                <a:close/>
                <a:moveTo>
                  <a:pt x="463754" y="147967"/>
                </a:moveTo>
                <a:cubicBezTo>
                  <a:pt x="463754" y="148573"/>
                  <a:pt x="463603" y="149084"/>
                  <a:pt x="463300" y="149500"/>
                </a:cubicBezTo>
                <a:cubicBezTo>
                  <a:pt x="462997" y="149916"/>
                  <a:pt x="462505" y="150276"/>
                  <a:pt x="461824" y="150579"/>
                </a:cubicBezTo>
                <a:cubicBezTo>
                  <a:pt x="461142" y="150882"/>
                  <a:pt x="460196" y="151109"/>
                  <a:pt x="458985" y="151260"/>
                </a:cubicBezTo>
                <a:cubicBezTo>
                  <a:pt x="457773" y="151412"/>
                  <a:pt x="456259" y="151487"/>
                  <a:pt x="454442" y="151487"/>
                </a:cubicBezTo>
                <a:cubicBezTo>
                  <a:pt x="452550" y="151487"/>
                  <a:pt x="450998" y="151412"/>
                  <a:pt x="449786" y="151260"/>
                </a:cubicBezTo>
                <a:cubicBezTo>
                  <a:pt x="448575" y="151109"/>
                  <a:pt x="447629" y="150882"/>
                  <a:pt x="446947" y="150579"/>
                </a:cubicBezTo>
                <a:cubicBezTo>
                  <a:pt x="446266" y="150276"/>
                  <a:pt x="445774" y="149916"/>
                  <a:pt x="445471" y="149500"/>
                </a:cubicBezTo>
                <a:cubicBezTo>
                  <a:pt x="445168" y="149084"/>
                  <a:pt x="445017" y="148573"/>
                  <a:pt x="445017" y="147967"/>
                </a:cubicBezTo>
                <a:lnTo>
                  <a:pt x="445017" y="88121"/>
                </a:lnTo>
                <a:cubicBezTo>
                  <a:pt x="445017" y="82292"/>
                  <a:pt x="444563" y="77598"/>
                  <a:pt x="443654" y="74040"/>
                </a:cubicBezTo>
                <a:cubicBezTo>
                  <a:pt x="442746" y="70482"/>
                  <a:pt x="441421" y="67416"/>
                  <a:pt x="439680" y="64842"/>
                </a:cubicBezTo>
                <a:cubicBezTo>
                  <a:pt x="437938" y="62268"/>
                  <a:pt x="435686" y="60300"/>
                  <a:pt x="432923" y="58937"/>
                </a:cubicBezTo>
                <a:cubicBezTo>
                  <a:pt x="430160" y="57574"/>
                  <a:pt x="426961" y="56893"/>
                  <a:pt x="423327" y="56893"/>
                </a:cubicBezTo>
                <a:cubicBezTo>
                  <a:pt x="418633" y="56893"/>
                  <a:pt x="413940" y="58558"/>
                  <a:pt x="409246" y="61889"/>
                </a:cubicBezTo>
                <a:cubicBezTo>
                  <a:pt x="404552" y="65221"/>
                  <a:pt x="399631" y="70104"/>
                  <a:pt x="394483" y="76539"/>
                </a:cubicBezTo>
                <a:lnTo>
                  <a:pt x="394483" y="147967"/>
                </a:lnTo>
                <a:cubicBezTo>
                  <a:pt x="394483" y="148573"/>
                  <a:pt x="394332" y="149084"/>
                  <a:pt x="394029" y="149500"/>
                </a:cubicBezTo>
                <a:cubicBezTo>
                  <a:pt x="393726" y="149916"/>
                  <a:pt x="393234" y="150276"/>
                  <a:pt x="392553" y="150579"/>
                </a:cubicBezTo>
                <a:cubicBezTo>
                  <a:pt x="391871" y="150882"/>
                  <a:pt x="390925" y="151109"/>
                  <a:pt x="389714" y="151260"/>
                </a:cubicBezTo>
                <a:cubicBezTo>
                  <a:pt x="388502" y="151412"/>
                  <a:pt x="386951" y="151487"/>
                  <a:pt x="385058" y="151487"/>
                </a:cubicBezTo>
                <a:cubicBezTo>
                  <a:pt x="383241" y="151487"/>
                  <a:pt x="381727" y="151412"/>
                  <a:pt x="380516" y="151260"/>
                </a:cubicBezTo>
                <a:cubicBezTo>
                  <a:pt x="379304" y="151109"/>
                  <a:pt x="378339" y="150882"/>
                  <a:pt x="377620" y="150579"/>
                </a:cubicBezTo>
                <a:cubicBezTo>
                  <a:pt x="376901" y="150276"/>
                  <a:pt x="376408" y="149916"/>
                  <a:pt x="376144" y="149500"/>
                </a:cubicBezTo>
                <a:cubicBezTo>
                  <a:pt x="375879" y="149084"/>
                  <a:pt x="375746" y="148573"/>
                  <a:pt x="375746" y="147967"/>
                </a:cubicBezTo>
                <a:lnTo>
                  <a:pt x="375746" y="45764"/>
                </a:lnTo>
                <a:cubicBezTo>
                  <a:pt x="375746" y="45158"/>
                  <a:pt x="375860" y="44647"/>
                  <a:pt x="376087" y="44231"/>
                </a:cubicBezTo>
                <a:cubicBezTo>
                  <a:pt x="376314" y="43815"/>
                  <a:pt x="376768" y="43436"/>
                  <a:pt x="377449" y="43095"/>
                </a:cubicBezTo>
                <a:cubicBezTo>
                  <a:pt x="378131" y="42755"/>
                  <a:pt x="379001" y="42528"/>
                  <a:pt x="380061" y="42414"/>
                </a:cubicBezTo>
                <a:cubicBezTo>
                  <a:pt x="381121" y="42301"/>
                  <a:pt x="382522" y="42244"/>
                  <a:pt x="384263" y="42244"/>
                </a:cubicBezTo>
                <a:cubicBezTo>
                  <a:pt x="385928" y="42244"/>
                  <a:pt x="387310" y="42301"/>
                  <a:pt x="388408" y="42414"/>
                </a:cubicBezTo>
                <a:cubicBezTo>
                  <a:pt x="389506" y="42528"/>
                  <a:pt x="390357" y="42755"/>
                  <a:pt x="390963" y="43095"/>
                </a:cubicBezTo>
                <a:cubicBezTo>
                  <a:pt x="391569" y="43436"/>
                  <a:pt x="392004" y="43815"/>
                  <a:pt x="392269" y="44231"/>
                </a:cubicBezTo>
                <a:cubicBezTo>
                  <a:pt x="392534" y="44647"/>
                  <a:pt x="392666" y="45158"/>
                  <a:pt x="392666" y="45764"/>
                </a:cubicBezTo>
                <a:lnTo>
                  <a:pt x="392666" y="59278"/>
                </a:lnTo>
                <a:cubicBezTo>
                  <a:pt x="398420" y="52843"/>
                  <a:pt x="404155" y="48130"/>
                  <a:pt x="409870" y="45140"/>
                </a:cubicBezTo>
                <a:cubicBezTo>
                  <a:pt x="415586" y="42149"/>
                  <a:pt x="421359" y="40654"/>
                  <a:pt x="427188" y="40654"/>
                </a:cubicBezTo>
                <a:cubicBezTo>
                  <a:pt x="434002" y="40654"/>
                  <a:pt x="439736" y="41809"/>
                  <a:pt x="444392" y="44118"/>
                </a:cubicBezTo>
                <a:cubicBezTo>
                  <a:pt x="449048" y="46427"/>
                  <a:pt x="452815" y="49512"/>
                  <a:pt x="455691" y="53373"/>
                </a:cubicBezTo>
                <a:cubicBezTo>
                  <a:pt x="458568" y="57234"/>
                  <a:pt x="460631" y="61757"/>
                  <a:pt x="461880" y="66943"/>
                </a:cubicBezTo>
                <a:cubicBezTo>
                  <a:pt x="463129" y="72129"/>
                  <a:pt x="463754" y="78355"/>
                  <a:pt x="463754" y="85623"/>
                </a:cubicBezTo>
                <a:lnTo>
                  <a:pt x="463754" y="147967"/>
                </a:lnTo>
                <a:close/>
                <a:moveTo>
                  <a:pt x="580426" y="50306"/>
                </a:moveTo>
                <a:cubicBezTo>
                  <a:pt x="580426" y="52956"/>
                  <a:pt x="580067" y="54868"/>
                  <a:pt x="579348" y="56041"/>
                </a:cubicBezTo>
                <a:cubicBezTo>
                  <a:pt x="578628" y="57215"/>
                  <a:pt x="577701" y="57801"/>
                  <a:pt x="576565" y="57801"/>
                </a:cubicBezTo>
                <a:lnTo>
                  <a:pt x="561916" y="57801"/>
                </a:lnTo>
                <a:cubicBezTo>
                  <a:pt x="564566" y="60534"/>
                  <a:pt x="566421" y="63553"/>
                  <a:pt x="567481" y="66858"/>
                </a:cubicBezTo>
                <a:cubicBezTo>
                  <a:pt x="568541" y="70160"/>
                  <a:pt x="569070" y="73595"/>
                  <a:pt x="569070" y="77163"/>
                </a:cubicBezTo>
                <a:cubicBezTo>
                  <a:pt x="569070" y="83059"/>
                  <a:pt x="568124" y="88274"/>
                  <a:pt x="566231" y="92809"/>
                </a:cubicBezTo>
                <a:cubicBezTo>
                  <a:pt x="564339" y="97345"/>
                  <a:pt x="561632" y="101181"/>
                  <a:pt x="558112" y="104318"/>
                </a:cubicBezTo>
                <a:cubicBezTo>
                  <a:pt x="554592" y="107455"/>
                  <a:pt x="550409" y="109855"/>
                  <a:pt x="545564" y="111518"/>
                </a:cubicBezTo>
                <a:cubicBezTo>
                  <a:pt x="540719" y="113181"/>
                  <a:pt x="535344" y="114013"/>
                  <a:pt x="529438" y="114013"/>
                </a:cubicBezTo>
                <a:cubicBezTo>
                  <a:pt x="525275" y="114013"/>
                  <a:pt x="521319" y="113465"/>
                  <a:pt x="517572" y="112370"/>
                </a:cubicBezTo>
                <a:cubicBezTo>
                  <a:pt x="513824" y="111274"/>
                  <a:pt x="510928" y="109895"/>
                  <a:pt x="508884" y="108232"/>
                </a:cubicBezTo>
                <a:cubicBezTo>
                  <a:pt x="507522" y="109595"/>
                  <a:pt x="506405" y="111147"/>
                  <a:pt x="505534" y="112888"/>
                </a:cubicBezTo>
                <a:cubicBezTo>
                  <a:pt x="504664" y="114627"/>
                  <a:pt x="504228" y="116631"/>
                  <a:pt x="504228" y="118899"/>
                </a:cubicBezTo>
                <a:cubicBezTo>
                  <a:pt x="504228" y="121549"/>
                  <a:pt x="505459" y="123745"/>
                  <a:pt x="507919" y="125486"/>
                </a:cubicBezTo>
                <a:cubicBezTo>
                  <a:pt x="510380" y="127225"/>
                  <a:pt x="513654" y="128170"/>
                  <a:pt x="517742" y="128321"/>
                </a:cubicBezTo>
                <a:lnTo>
                  <a:pt x="544428" y="129460"/>
                </a:lnTo>
                <a:cubicBezTo>
                  <a:pt x="549501" y="129612"/>
                  <a:pt x="554156" y="130314"/>
                  <a:pt x="558396" y="131568"/>
                </a:cubicBezTo>
                <a:cubicBezTo>
                  <a:pt x="562635" y="132822"/>
                  <a:pt x="566307" y="134608"/>
                  <a:pt x="569411" y="136927"/>
                </a:cubicBezTo>
                <a:cubicBezTo>
                  <a:pt x="572515" y="139243"/>
                  <a:pt x="574938" y="142091"/>
                  <a:pt x="576679" y="145472"/>
                </a:cubicBezTo>
                <a:cubicBezTo>
                  <a:pt x="578420" y="148853"/>
                  <a:pt x="579291" y="152785"/>
                  <a:pt x="579291" y="157268"/>
                </a:cubicBezTo>
                <a:cubicBezTo>
                  <a:pt x="579291" y="161978"/>
                  <a:pt x="578307" y="166460"/>
                  <a:pt x="576338" y="170714"/>
                </a:cubicBezTo>
                <a:cubicBezTo>
                  <a:pt x="574370" y="174970"/>
                  <a:pt x="571361" y="178712"/>
                  <a:pt x="567310" y="181939"/>
                </a:cubicBezTo>
                <a:cubicBezTo>
                  <a:pt x="563260" y="185168"/>
                  <a:pt x="558093" y="187714"/>
                  <a:pt x="551810" y="189575"/>
                </a:cubicBezTo>
                <a:cubicBezTo>
                  <a:pt x="545526" y="191437"/>
                  <a:pt x="538107" y="192368"/>
                  <a:pt x="529552" y="192368"/>
                </a:cubicBezTo>
                <a:cubicBezTo>
                  <a:pt x="521300" y="192368"/>
                  <a:pt x="514278" y="191667"/>
                  <a:pt x="508487" y="190264"/>
                </a:cubicBezTo>
                <a:cubicBezTo>
                  <a:pt x="502695" y="188863"/>
                  <a:pt x="497945" y="186951"/>
                  <a:pt x="494235" y="184526"/>
                </a:cubicBezTo>
                <a:cubicBezTo>
                  <a:pt x="490526" y="182103"/>
                  <a:pt x="487838" y="179206"/>
                  <a:pt x="486173" y="175835"/>
                </a:cubicBezTo>
                <a:cubicBezTo>
                  <a:pt x="484507" y="172464"/>
                  <a:pt x="483674" y="168807"/>
                  <a:pt x="483674" y="164866"/>
                </a:cubicBezTo>
                <a:cubicBezTo>
                  <a:pt x="483674" y="162368"/>
                  <a:pt x="483977" y="159944"/>
                  <a:pt x="484583" y="157595"/>
                </a:cubicBezTo>
                <a:cubicBezTo>
                  <a:pt x="485188" y="155245"/>
                  <a:pt x="486116" y="153010"/>
                  <a:pt x="487365" y="150887"/>
                </a:cubicBezTo>
                <a:cubicBezTo>
                  <a:pt x="488614" y="148768"/>
                  <a:pt x="490166" y="146743"/>
                  <a:pt x="492021" y="144812"/>
                </a:cubicBezTo>
                <a:cubicBezTo>
                  <a:pt x="493876" y="142879"/>
                  <a:pt x="496014" y="140965"/>
                  <a:pt x="498437" y="139070"/>
                </a:cubicBezTo>
                <a:cubicBezTo>
                  <a:pt x="494727" y="137171"/>
                  <a:pt x="491983" y="134776"/>
                  <a:pt x="490204" y="131888"/>
                </a:cubicBezTo>
                <a:cubicBezTo>
                  <a:pt x="488425" y="128997"/>
                  <a:pt x="487535" y="125879"/>
                  <a:pt x="487535" y="122533"/>
                </a:cubicBezTo>
                <a:cubicBezTo>
                  <a:pt x="487535" y="117896"/>
                  <a:pt x="488482" y="113753"/>
                  <a:pt x="490374" y="110102"/>
                </a:cubicBezTo>
                <a:cubicBezTo>
                  <a:pt x="492267" y="106452"/>
                  <a:pt x="494614" y="103182"/>
                  <a:pt x="497415" y="100294"/>
                </a:cubicBezTo>
                <a:cubicBezTo>
                  <a:pt x="495068" y="97497"/>
                  <a:pt x="493213" y="94341"/>
                  <a:pt x="491851" y="90826"/>
                </a:cubicBezTo>
                <a:cubicBezTo>
                  <a:pt x="490488" y="87310"/>
                  <a:pt x="489807" y="83059"/>
                  <a:pt x="489807" y="78072"/>
                </a:cubicBezTo>
                <a:cubicBezTo>
                  <a:pt x="489807" y="72252"/>
                  <a:pt x="490791" y="67036"/>
                  <a:pt x="492759" y="62425"/>
                </a:cubicBezTo>
                <a:cubicBezTo>
                  <a:pt x="494727" y="57814"/>
                  <a:pt x="497453" y="53921"/>
                  <a:pt x="500935" y="50747"/>
                </a:cubicBezTo>
                <a:cubicBezTo>
                  <a:pt x="504418" y="47572"/>
                  <a:pt x="508600" y="45134"/>
                  <a:pt x="513484" y="43433"/>
                </a:cubicBezTo>
                <a:cubicBezTo>
                  <a:pt x="518367" y="41732"/>
                  <a:pt x="523685" y="40881"/>
                  <a:pt x="529438" y="40881"/>
                </a:cubicBezTo>
                <a:cubicBezTo>
                  <a:pt x="532542" y="40881"/>
                  <a:pt x="535438" y="41042"/>
                  <a:pt x="538126" y="41364"/>
                </a:cubicBezTo>
                <a:cubicBezTo>
                  <a:pt x="540813" y="41683"/>
                  <a:pt x="543330" y="42128"/>
                  <a:pt x="545677" y="42698"/>
                </a:cubicBezTo>
                <a:lnTo>
                  <a:pt x="576565" y="42698"/>
                </a:lnTo>
                <a:cubicBezTo>
                  <a:pt x="577852" y="42698"/>
                  <a:pt x="578818" y="43323"/>
                  <a:pt x="579461" y="44572"/>
                </a:cubicBezTo>
                <a:cubicBezTo>
                  <a:pt x="580105" y="45821"/>
                  <a:pt x="580426" y="47732"/>
                  <a:pt x="580426" y="50306"/>
                </a:cubicBezTo>
                <a:moveTo>
                  <a:pt x="551128" y="77277"/>
                </a:moveTo>
                <a:cubicBezTo>
                  <a:pt x="551128" y="70331"/>
                  <a:pt x="549217" y="64913"/>
                  <a:pt x="545393" y="61024"/>
                </a:cubicBezTo>
                <a:cubicBezTo>
                  <a:pt x="541570" y="57134"/>
                  <a:pt x="536138" y="55189"/>
                  <a:pt x="529098" y="55189"/>
                </a:cubicBezTo>
                <a:cubicBezTo>
                  <a:pt x="525464" y="55189"/>
                  <a:pt x="522303" y="55794"/>
                  <a:pt x="519616" y="57003"/>
                </a:cubicBezTo>
                <a:cubicBezTo>
                  <a:pt x="516928" y="58209"/>
                  <a:pt x="514695" y="59870"/>
                  <a:pt x="512916" y="61985"/>
                </a:cubicBezTo>
                <a:cubicBezTo>
                  <a:pt x="511137" y="64100"/>
                  <a:pt x="509812" y="66536"/>
                  <a:pt x="508941" y="69292"/>
                </a:cubicBezTo>
                <a:cubicBezTo>
                  <a:pt x="508071" y="72048"/>
                  <a:pt x="507635" y="74937"/>
                  <a:pt x="507635" y="77958"/>
                </a:cubicBezTo>
                <a:cubicBezTo>
                  <a:pt x="507635" y="84677"/>
                  <a:pt x="509547" y="89962"/>
                  <a:pt x="513370" y="93814"/>
                </a:cubicBezTo>
                <a:cubicBezTo>
                  <a:pt x="517193" y="97665"/>
                  <a:pt x="522549" y="99591"/>
                  <a:pt x="529438" y="99591"/>
                </a:cubicBezTo>
                <a:cubicBezTo>
                  <a:pt x="533148" y="99591"/>
                  <a:pt x="536366" y="99007"/>
                  <a:pt x="539091" y="97838"/>
                </a:cubicBezTo>
                <a:cubicBezTo>
                  <a:pt x="541816" y="96667"/>
                  <a:pt x="544069" y="95043"/>
                  <a:pt x="545848" y="92965"/>
                </a:cubicBezTo>
                <a:cubicBezTo>
                  <a:pt x="547627" y="90888"/>
                  <a:pt x="548952" y="88491"/>
                  <a:pt x="549822" y="85772"/>
                </a:cubicBezTo>
                <a:cubicBezTo>
                  <a:pt x="550693" y="83054"/>
                  <a:pt x="551128" y="80222"/>
                  <a:pt x="551128" y="77277"/>
                </a:cubicBezTo>
                <a:moveTo>
                  <a:pt x="560554" y="158287"/>
                </a:moveTo>
                <a:cubicBezTo>
                  <a:pt x="560554" y="153865"/>
                  <a:pt x="558756" y="150455"/>
                  <a:pt x="555160" y="148056"/>
                </a:cubicBezTo>
                <a:cubicBezTo>
                  <a:pt x="551563" y="145654"/>
                  <a:pt x="546699" y="144378"/>
                  <a:pt x="540567" y="144227"/>
                </a:cubicBezTo>
                <a:lnTo>
                  <a:pt x="514108" y="143311"/>
                </a:lnTo>
                <a:cubicBezTo>
                  <a:pt x="511685" y="145215"/>
                  <a:pt x="509698" y="147025"/>
                  <a:pt x="508146" y="148741"/>
                </a:cubicBezTo>
                <a:cubicBezTo>
                  <a:pt x="506594" y="150456"/>
                  <a:pt x="505364" y="152094"/>
                  <a:pt x="504456" y="153655"/>
                </a:cubicBezTo>
                <a:cubicBezTo>
                  <a:pt x="503547" y="155217"/>
                  <a:pt x="502923" y="156759"/>
                  <a:pt x="502582" y="158283"/>
                </a:cubicBezTo>
                <a:cubicBezTo>
                  <a:pt x="502241" y="159809"/>
                  <a:pt x="502071" y="161372"/>
                  <a:pt x="502071" y="162971"/>
                </a:cubicBezTo>
                <a:cubicBezTo>
                  <a:pt x="502071" y="167925"/>
                  <a:pt x="504569" y="171678"/>
                  <a:pt x="509566" y="174231"/>
                </a:cubicBezTo>
                <a:cubicBezTo>
                  <a:pt x="514562" y="176784"/>
                  <a:pt x="521527" y="178060"/>
                  <a:pt x="530461" y="178060"/>
                </a:cubicBezTo>
                <a:cubicBezTo>
                  <a:pt x="536138" y="178060"/>
                  <a:pt x="540889" y="177508"/>
                  <a:pt x="544712" y="176403"/>
                </a:cubicBezTo>
                <a:cubicBezTo>
                  <a:pt x="548535" y="175298"/>
                  <a:pt x="551620" y="173831"/>
                  <a:pt x="553967" y="172002"/>
                </a:cubicBezTo>
                <a:cubicBezTo>
                  <a:pt x="556314" y="170174"/>
                  <a:pt x="557998" y="168077"/>
                  <a:pt x="559021" y="165714"/>
                </a:cubicBezTo>
                <a:cubicBezTo>
                  <a:pt x="560043" y="163353"/>
                  <a:pt x="560554" y="160877"/>
                  <a:pt x="560554" y="158287"/>
                </a:cubicBezTo>
                <a:close/>
                <a:moveTo>
                  <a:pt x="666382" y="120227"/>
                </a:moveTo>
                <a:cubicBezTo>
                  <a:pt x="666382" y="125455"/>
                  <a:pt x="665416" y="130116"/>
                  <a:pt x="663486" y="134209"/>
                </a:cubicBezTo>
                <a:cubicBezTo>
                  <a:pt x="661555" y="138299"/>
                  <a:pt x="658811" y="141747"/>
                  <a:pt x="655253" y="144553"/>
                </a:cubicBezTo>
                <a:cubicBezTo>
                  <a:pt x="651695" y="147357"/>
                  <a:pt x="647455" y="149477"/>
                  <a:pt x="642534" y="150916"/>
                </a:cubicBezTo>
                <a:cubicBezTo>
                  <a:pt x="637613" y="152357"/>
                  <a:pt x="632200" y="153077"/>
                  <a:pt x="626295" y="153077"/>
                </a:cubicBezTo>
                <a:cubicBezTo>
                  <a:pt x="622661" y="153077"/>
                  <a:pt x="619198" y="152793"/>
                  <a:pt x="615905" y="152225"/>
                </a:cubicBezTo>
                <a:cubicBezTo>
                  <a:pt x="612611" y="151658"/>
                  <a:pt x="609659" y="150938"/>
                  <a:pt x="607047" y="150068"/>
                </a:cubicBezTo>
                <a:cubicBezTo>
                  <a:pt x="604435" y="149197"/>
                  <a:pt x="602221" y="148289"/>
                  <a:pt x="600404" y="147342"/>
                </a:cubicBezTo>
                <a:cubicBezTo>
                  <a:pt x="598587" y="146396"/>
                  <a:pt x="597262" y="145544"/>
                  <a:pt x="596429" y="144787"/>
                </a:cubicBezTo>
                <a:cubicBezTo>
                  <a:pt x="595597" y="144030"/>
                  <a:pt x="594991" y="142970"/>
                  <a:pt x="594612" y="141608"/>
                </a:cubicBezTo>
                <a:cubicBezTo>
                  <a:pt x="594234" y="140245"/>
                  <a:pt x="594045" y="138390"/>
                  <a:pt x="594045" y="136043"/>
                </a:cubicBezTo>
                <a:cubicBezTo>
                  <a:pt x="594045" y="134605"/>
                  <a:pt x="594120" y="133394"/>
                  <a:pt x="594272" y="132409"/>
                </a:cubicBezTo>
                <a:cubicBezTo>
                  <a:pt x="594423" y="131425"/>
                  <a:pt x="594612" y="130630"/>
                  <a:pt x="594840" y="130025"/>
                </a:cubicBezTo>
                <a:cubicBezTo>
                  <a:pt x="595067" y="129419"/>
                  <a:pt x="595388" y="128984"/>
                  <a:pt x="595805" y="128719"/>
                </a:cubicBezTo>
                <a:cubicBezTo>
                  <a:pt x="596221" y="128454"/>
                  <a:pt x="596694" y="128321"/>
                  <a:pt x="597224" y="128321"/>
                </a:cubicBezTo>
                <a:cubicBezTo>
                  <a:pt x="598057" y="128321"/>
                  <a:pt x="599287" y="128832"/>
                  <a:pt x="600915" y="129854"/>
                </a:cubicBezTo>
                <a:cubicBezTo>
                  <a:pt x="602543" y="130876"/>
                  <a:pt x="604549" y="131993"/>
                  <a:pt x="606934" y="133204"/>
                </a:cubicBezTo>
                <a:cubicBezTo>
                  <a:pt x="609318" y="134416"/>
                  <a:pt x="612138" y="135532"/>
                  <a:pt x="615394" y="136554"/>
                </a:cubicBezTo>
                <a:cubicBezTo>
                  <a:pt x="618649" y="137576"/>
                  <a:pt x="622396" y="138087"/>
                  <a:pt x="626636" y="138087"/>
                </a:cubicBezTo>
                <a:cubicBezTo>
                  <a:pt x="629816" y="138087"/>
                  <a:pt x="632692" y="137747"/>
                  <a:pt x="635266" y="137065"/>
                </a:cubicBezTo>
                <a:cubicBezTo>
                  <a:pt x="637840" y="136382"/>
                  <a:pt x="640074" y="135376"/>
                  <a:pt x="641966" y="134049"/>
                </a:cubicBezTo>
                <a:cubicBezTo>
                  <a:pt x="643859" y="132722"/>
                  <a:pt x="645316" y="131034"/>
                  <a:pt x="646338" y="128985"/>
                </a:cubicBezTo>
                <a:cubicBezTo>
                  <a:pt x="647360" y="126936"/>
                  <a:pt x="647871" y="124509"/>
                  <a:pt x="647871" y="121703"/>
                </a:cubicBezTo>
                <a:cubicBezTo>
                  <a:pt x="647871" y="118824"/>
                  <a:pt x="647133" y="116399"/>
                  <a:pt x="645657" y="114428"/>
                </a:cubicBezTo>
                <a:cubicBezTo>
                  <a:pt x="644181" y="112457"/>
                  <a:pt x="642231" y="110715"/>
                  <a:pt x="639809" y="109201"/>
                </a:cubicBezTo>
                <a:cubicBezTo>
                  <a:pt x="637386" y="107684"/>
                  <a:pt x="634661" y="106339"/>
                  <a:pt x="631633" y="105166"/>
                </a:cubicBezTo>
                <a:cubicBezTo>
                  <a:pt x="628604" y="103990"/>
                  <a:pt x="625481" y="102759"/>
                  <a:pt x="622264" y="101472"/>
                </a:cubicBezTo>
                <a:cubicBezTo>
                  <a:pt x="619046" y="100182"/>
                  <a:pt x="615905" y="98723"/>
                  <a:pt x="612839" y="97093"/>
                </a:cubicBezTo>
                <a:cubicBezTo>
                  <a:pt x="609773" y="95463"/>
                  <a:pt x="607028" y="93473"/>
                  <a:pt x="604606" y="91124"/>
                </a:cubicBezTo>
                <a:cubicBezTo>
                  <a:pt x="602183" y="88774"/>
                  <a:pt x="600234" y="85971"/>
                  <a:pt x="598757" y="82713"/>
                </a:cubicBezTo>
                <a:cubicBezTo>
                  <a:pt x="597281" y="79456"/>
                  <a:pt x="596543" y="75553"/>
                  <a:pt x="596543" y="71006"/>
                </a:cubicBezTo>
                <a:cubicBezTo>
                  <a:pt x="596543" y="66989"/>
                  <a:pt x="597319" y="63143"/>
                  <a:pt x="598871" y="59469"/>
                </a:cubicBezTo>
                <a:cubicBezTo>
                  <a:pt x="600423" y="55793"/>
                  <a:pt x="602751" y="52572"/>
                  <a:pt x="605855" y="49806"/>
                </a:cubicBezTo>
                <a:cubicBezTo>
                  <a:pt x="608959" y="47038"/>
                  <a:pt x="612839" y="44821"/>
                  <a:pt x="617495" y="43156"/>
                </a:cubicBezTo>
                <a:cubicBezTo>
                  <a:pt x="622150" y="41488"/>
                  <a:pt x="627582" y="40654"/>
                  <a:pt x="633790" y="40654"/>
                </a:cubicBezTo>
                <a:cubicBezTo>
                  <a:pt x="636516" y="40654"/>
                  <a:pt x="639241" y="40885"/>
                  <a:pt x="641966" y="41346"/>
                </a:cubicBezTo>
                <a:cubicBezTo>
                  <a:pt x="644692" y="41807"/>
                  <a:pt x="647152" y="42383"/>
                  <a:pt x="649348" y="43074"/>
                </a:cubicBezTo>
                <a:cubicBezTo>
                  <a:pt x="651543" y="43765"/>
                  <a:pt x="653417" y="44514"/>
                  <a:pt x="654969" y="45321"/>
                </a:cubicBezTo>
                <a:cubicBezTo>
                  <a:pt x="656521" y="46127"/>
                  <a:pt x="657694" y="46838"/>
                  <a:pt x="658489" y="47453"/>
                </a:cubicBezTo>
                <a:cubicBezTo>
                  <a:pt x="659284" y="48068"/>
                  <a:pt x="659814" y="48603"/>
                  <a:pt x="660079" y="49057"/>
                </a:cubicBezTo>
                <a:cubicBezTo>
                  <a:pt x="660344" y="49512"/>
                  <a:pt x="660533" y="50023"/>
                  <a:pt x="660647" y="50590"/>
                </a:cubicBezTo>
                <a:cubicBezTo>
                  <a:pt x="660760" y="51158"/>
                  <a:pt x="660874" y="51858"/>
                  <a:pt x="660987" y="52691"/>
                </a:cubicBezTo>
                <a:cubicBezTo>
                  <a:pt x="661101" y="53524"/>
                  <a:pt x="661158" y="54546"/>
                  <a:pt x="661158" y="55757"/>
                </a:cubicBezTo>
                <a:cubicBezTo>
                  <a:pt x="661158" y="57044"/>
                  <a:pt x="661101" y="58161"/>
                  <a:pt x="660987" y="59107"/>
                </a:cubicBezTo>
                <a:cubicBezTo>
                  <a:pt x="660874" y="60054"/>
                  <a:pt x="660685" y="60830"/>
                  <a:pt x="660420" y="61435"/>
                </a:cubicBezTo>
                <a:cubicBezTo>
                  <a:pt x="660155" y="62041"/>
                  <a:pt x="659833" y="62476"/>
                  <a:pt x="659454" y="62741"/>
                </a:cubicBezTo>
                <a:cubicBezTo>
                  <a:pt x="659076" y="63006"/>
                  <a:pt x="658660" y="63139"/>
                  <a:pt x="658205" y="63139"/>
                </a:cubicBezTo>
                <a:cubicBezTo>
                  <a:pt x="657524" y="63139"/>
                  <a:pt x="656540" y="62716"/>
                  <a:pt x="655253" y="61872"/>
                </a:cubicBezTo>
                <a:cubicBezTo>
                  <a:pt x="653966" y="61027"/>
                  <a:pt x="652300" y="60125"/>
                  <a:pt x="650256" y="59164"/>
                </a:cubicBezTo>
                <a:cubicBezTo>
                  <a:pt x="648212" y="58204"/>
                  <a:pt x="645808" y="57301"/>
                  <a:pt x="643045" y="56456"/>
                </a:cubicBezTo>
                <a:cubicBezTo>
                  <a:pt x="640282" y="55612"/>
                  <a:pt x="637121" y="55189"/>
                  <a:pt x="633563" y="55189"/>
                </a:cubicBezTo>
                <a:cubicBezTo>
                  <a:pt x="630383" y="55189"/>
                  <a:pt x="627582" y="55550"/>
                  <a:pt x="625160" y="56272"/>
                </a:cubicBezTo>
                <a:cubicBezTo>
                  <a:pt x="622737" y="56991"/>
                  <a:pt x="620750" y="58014"/>
                  <a:pt x="619198" y="59341"/>
                </a:cubicBezTo>
                <a:cubicBezTo>
                  <a:pt x="617646" y="60669"/>
                  <a:pt x="616472" y="62243"/>
                  <a:pt x="615678" y="64065"/>
                </a:cubicBezTo>
                <a:cubicBezTo>
                  <a:pt x="614883" y="65884"/>
                  <a:pt x="614485" y="67856"/>
                  <a:pt x="614485" y="69981"/>
                </a:cubicBezTo>
                <a:cubicBezTo>
                  <a:pt x="614485" y="72935"/>
                  <a:pt x="615242" y="75417"/>
                  <a:pt x="616756" y="77426"/>
                </a:cubicBezTo>
                <a:cubicBezTo>
                  <a:pt x="618271" y="79434"/>
                  <a:pt x="620239" y="81197"/>
                  <a:pt x="622661" y="82713"/>
                </a:cubicBezTo>
                <a:cubicBezTo>
                  <a:pt x="625084" y="84227"/>
                  <a:pt x="627847" y="85591"/>
                  <a:pt x="630951" y="86805"/>
                </a:cubicBezTo>
                <a:cubicBezTo>
                  <a:pt x="634055" y="88016"/>
                  <a:pt x="637216" y="89267"/>
                  <a:pt x="640433" y="90556"/>
                </a:cubicBezTo>
                <a:cubicBezTo>
                  <a:pt x="643651" y="91843"/>
                  <a:pt x="646830" y="93282"/>
                  <a:pt x="649972" y="94875"/>
                </a:cubicBezTo>
                <a:cubicBezTo>
                  <a:pt x="653114" y="96467"/>
                  <a:pt x="655896" y="98400"/>
                  <a:pt x="658319" y="100673"/>
                </a:cubicBezTo>
                <a:cubicBezTo>
                  <a:pt x="660741" y="102947"/>
                  <a:pt x="662691" y="105676"/>
                  <a:pt x="664167" y="108860"/>
                </a:cubicBezTo>
                <a:cubicBezTo>
                  <a:pt x="665643" y="112042"/>
                  <a:pt x="666382" y="115831"/>
                  <a:pt x="666382" y="120227"/>
                </a:cubicBez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Consumption">
            <a:extLst xmlns:a="http://schemas.openxmlformats.org/drawingml/2006/main">
              <a:ext uri="{FF2B5EF4-FFF2-40B4-BE49-F238E27FC236}">
                <a16:creationId xmlns:a16="http://schemas.microsoft.com/office/drawing/2014/main" id="{8CC54DD0-29F4-42D7-BBEE-87CE5961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84" y="2561643"/>
            <a:ext cx="1214880" cy="192141"/>
          </a:xfrm>
          <a:custGeom xmlns:a="http://schemas.openxmlformats.org/drawingml/2006/main">
            <a:pathLst>
              <a:path w="1214880" h="192141">
                <a:moveTo>
                  <a:pt x="106632" y="129911"/>
                </a:moveTo>
                <a:cubicBezTo>
                  <a:pt x="106632" y="131122"/>
                  <a:pt x="106594" y="132182"/>
                  <a:pt x="106518" y="133091"/>
                </a:cubicBezTo>
                <a:cubicBezTo>
                  <a:pt x="106442" y="133999"/>
                  <a:pt x="106310" y="134794"/>
                  <a:pt x="106121" y="135475"/>
                </a:cubicBezTo>
                <a:cubicBezTo>
                  <a:pt x="105931" y="136157"/>
                  <a:pt x="105685" y="136762"/>
                  <a:pt x="105382" y="137292"/>
                </a:cubicBezTo>
                <a:cubicBezTo>
                  <a:pt x="105080" y="137822"/>
                  <a:pt x="104550" y="138469"/>
                  <a:pt x="103793" y="139234"/>
                </a:cubicBezTo>
                <a:cubicBezTo>
                  <a:pt x="103036" y="139995"/>
                  <a:pt x="101446" y="141158"/>
                  <a:pt x="99023" y="142722"/>
                </a:cubicBezTo>
                <a:cubicBezTo>
                  <a:pt x="96601" y="144286"/>
                  <a:pt x="93591" y="145812"/>
                  <a:pt x="89995" y="147300"/>
                </a:cubicBezTo>
                <a:cubicBezTo>
                  <a:pt x="86399" y="148788"/>
                  <a:pt x="82273" y="150046"/>
                  <a:pt x="77617" y="151076"/>
                </a:cubicBezTo>
                <a:cubicBezTo>
                  <a:pt x="72961" y="152107"/>
                  <a:pt x="67870" y="152623"/>
                  <a:pt x="62344" y="152623"/>
                </a:cubicBezTo>
                <a:cubicBezTo>
                  <a:pt x="52805" y="152623"/>
                  <a:pt x="44193" y="151033"/>
                  <a:pt x="36509" y="147853"/>
                </a:cubicBezTo>
                <a:cubicBezTo>
                  <a:pt x="28825" y="144674"/>
                  <a:pt x="22276" y="139980"/>
                  <a:pt x="16863" y="133772"/>
                </a:cubicBezTo>
                <a:cubicBezTo>
                  <a:pt x="11450" y="127564"/>
                  <a:pt x="7287" y="119899"/>
                  <a:pt x="4372" y="110776"/>
                </a:cubicBezTo>
                <a:cubicBezTo>
                  <a:pt x="1457" y="101654"/>
                  <a:pt x="0" y="91150"/>
                  <a:pt x="0" y="79264"/>
                </a:cubicBezTo>
                <a:cubicBezTo>
                  <a:pt x="0" y="67075"/>
                  <a:pt x="1571" y="56212"/>
                  <a:pt x="4713" y="46673"/>
                </a:cubicBezTo>
                <a:cubicBezTo>
                  <a:pt x="7854" y="37134"/>
                  <a:pt x="12264" y="29052"/>
                  <a:pt x="17942" y="22428"/>
                </a:cubicBezTo>
                <a:cubicBezTo>
                  <a:pt x="23620" y="15804"/>
                  <a:pt x="30415" y="10750"/>
                  <a:pt x="38326" y="7268"/>
                </a:cubicBezTo>
                <a:cubicBezTo>
                  <a:pt x="46237" y="3785"/>
                  <a:pt x="55000" y="2044"/>
                  <a:pt x="64615" y="2044"/>
                </a:cubicBezTo>
                <a:cubicBezTo>
                  <a:pt x="68854" y="2044"/>
                  <a:pt x="72980" y="2445"/>
                  <a:pt x="76993" y="3247"/>
                </a:cubicBezTo>
                <a:cubicBezTo>
                  <a:pt x="81005" y="4049"/>
                  <a:pt x="84715" y="5060"/>
                  <a:pt x="88121" y="6281"/>
                </a:cubicBezTo>
                <a:cubicBezTo>
                  <a:pt x="91528" y="7502"/>
                  <a:pt x="94556" y="8914"/>
                  <a:pt x="97206" y="10518"/>
                </a:cubicBezTo>
                <a:cubicBezTo>
                  <a:pt x="99856" y="12120"/>
                  <a:pt x="101692" y="13437"/>
                  <a:pt x="102714" y="14468"/>
                </a:cubicBezTo>
                <a:cubicBezTo>
                  <a:pt x="103736" y="15497"/>
                  <a:pt x="104398" y="16277"/>
                  <a:pt x="104701" y="16807"/>
                </a:cubicBezTo>
                <a:cubicBezTo>
                  <a:pt x="105004" y="17337"/>
                  <a:pt x="105250" y="17961"/>
                  <a:pt x="105439" y="18680"/>
                </a:cubicBezTo>
                <a:cubicBezTo>
                  <a:pt x="105628" y="19400"/>
                  <a:pt x="105780" y="20251"/>
                  <a:pt x="105893" y="21235"/>
                </a:cubicBezTo>
                <a:cubicBezTo>
                  <a:pt x="106007" y="22220"/>
                  <a:pt x="106064" y="23393"/>
                  <a:pt x="106064" y="24756"/>
                </a:cubicBezTo>
                <a:cubicBezTo>
                  <a:pt x="106064" y="26270"/>
                  <a:pt x="105988" y="27557"/>
                  <a:pt x="105837" y="28617"/>
                </a:cubicBezTo>
                <a:cubicBezTo>
                  <a:pt x="105685" y="29677"/>
                  <a:pt x="105458" y="30566"/>
                  <a:pt x="105155" y="31285"/>
                </a:cubicBezTo>
                <a:cubicBezTo>
                  <a:pt x="104852" y="32005"/>
                  <a:pt x="104493" y="32535"/>
                  <a:pt x="104076" y="32875"/>
                </a:cubicBezTo>
                <a:cubicBezTo>
                  <a:pt x="103660" y="33216"/>
                  <a:pt x="103149" y="33386"/>
                  <a:pt x="102543" y="33386"/>
                </a:cubicBezTo>
                <a:cubicBezTo>
                  <a:pt x="101484" y="33386"/>
                  <a:pt x="100007" y="32642"/>
                  <a:pt x="98115" y="31154"/>
                </a:cubicBezTo>
                <a:cubicBezTo>
                  <a:pt x="96222" y="29666"/>
                  <a:pt x="93780" y="28025"/>
                  <a:pt x="90790" y="26232"/>
                </a:cubicBezTo>
                <a:cubicBezTo>
                  <a:pt x="87800" y="24439"/>
                  <a:pt x="84166" y="22798"/>
                  <a:pt x="79888" y="21310"/>
                </a:cubicBezTo>
                <a:cubicBezTo>
                  <a:pt x="75611" y="19822"/>
                  <a:pt x="70482" y="19078"/>
                  <a:pt x="64501" y="19078"/>
                </a:cubicBezTo>
                <a:cubicBezTo>
                  <a:pt x="57991" y="19078"/>
                  <a:pt x="52067" y="20384"/>
                  <a:pt x="46729" y="22996"/>
                </a:cubicBezTo>
                <a:cubicBezTo>
                  <a:pt x="41392" y="25607"/>
                  <a:pt x="36831" y="29450"/>
                  <a:pt x="33046" y="34522"/>
                </a:cubicBezTo>
                <a:cubicBezTo>
                  <a:pt x="29260" y="39594"/>
                  <a:pt x="26327" y="45783"/>
                  <a:pt x="24245" y="53089"/>
                </a:cubicBezTo>
                <a:cubicBezTo>
                  <a:pt x="22163" y="60394"/>
                  <a:pt x="21122" y="68741"/>
                  <a:pt x="21122" y="78128"/>
                </a:cubicBezTo>
                <a:cubicBezTo>
                  <a:pt x="21122" y="87440"/>
                  <a:pt x="22125" y="95673"/>
                  <a:pt x="24131" y="102827"/>
                </a:cubicBezTo>
                <a:cubicBezTo>
                  <a:pt x="26137" y="109982"/>
                  <a:pt x="29014" y="115962"/>
                  <a:pt x="32762" y="120770"/>
                </a:cubicBezTo>
                <a:cubicBezTo>
                  <a:pt x="36509" y="125577"/>
                  <a:pt x="41108" y="129211"/>
                  <a:pt x="46559" y="131671"/>
                </a:cubicBezTo>
                <a:cubicBezTo>
                  <a:pt x="52010" y="134132"/>
                  <a:pt x="58180" y="135362"/>
                  <a:pt x="65069" y="135362"/>
                </a:cubicBezTo>
                <a:cubicBezTo>
                  <a:pt x="70898" y="135362"/>
                  <a:pt x="75990" y="134637"/>
                  <a:pt x="80343" y="133187"/>
                </a:cubicBezTo>
                <a:cubicBezTo>
                  <a:pt x="84696" y="131736"/>
                  <a:pt x="88405" y="130115"/>
                  <a:pt x="91471" y="128321"/>
                </a:cubicBezTo>
                <a:cubicBezTo>
                  <a:pt x="94538" y="126528"/>
                  <a:pt x="97055" y="124906"/>
                  <a:pt x="99023" y="123456"/>
                </a:cubicBezTo>
                <a:cubicBezTo>
                  <a:pt x="100991" y="122006"/>
                  <a:pt x="102543" y="121281"/>
                  <a:pt x="103679" y="121281"/>
                </a:cubicBezTo>
                <a:cubicBezTo>
                  <a:pt x="104209" y="121281"/>
                  <a:pt x="104663" y="121394"/>
                  <a:pt x="105042" y="121621"/>
                </a:cubicBezTo>
                <a:cubicBezTo>
                  <a:pt x="105420" y="121848"/>
                  <a:pt x="105723" y="122284"/>
                  <a:pt x="105950" y="122927"/>
                </a:cubicBezTo>
                <a:cubicBezTo>
                  <a:pt x="106177" y="123571"/>
                  <a:pt x="106348" y="124460"/>
                  <a:pt x="106461" y="125596"/>
                </a:cubicBezTo>
                <a:cubicBezTo>
                  <a:pt x="106575" y="126731"/>
                  <a:pt x="106632" y="128170"/>
                  <a:pt x="106632" y="129911"/>
                </a:cubicBezTo>
                <a:close/>
                <a:moveTo>
                  <a:pt x="223808" y="95787"/>
                </a:moveTo>
                <a:cubicBezTo>
                  <a:pt x="223808" y="104121"/>
                  <a:pt x="222711" y="111794"/>
                  <a:pt x="220515" y="118804"/>
                </a:cubicBezTo>
                <a:cubicBezTo>
                  <a:pt x="218320" y="125813"/>
                  <a:pt x="215046" y="131858"/>
                  <a:pt x="210692" y="136938"/>
                </a:cubicBezTo>
                <a:cubicBezTo>
                  <a:pt x="206339" y="142015"/>
                  <a:pt x="200889" y="145974"/>
                  <a:pt x="194340" y="148815"/>
                </a:cubicBezTo>
                <a:cubicBezTo>
                  <a:pt x="187791" y="151656"/>
                  <a:pt x="180202" y="153077"/>
                  <a:pt x="171571" y="153077"/>
                </a:cubicBezTo>
                <a:cubicBezTo>
                  <a:pt x="163168" y="153077"/>
                  <a:pt x="155844" y="151827"/>
                  <a:pt x="149598" y="149326"/>
                </a:cubicBezTo>
                <a:cubicBezTo>
                  <a:pt x="143352" y="146825"/>
                  <a:pt x="138147" y="143188"/>
                  <a:pt x="133984" y="138414"/>
                </a:cubicBezTo>
                <a:cubicBezTo>
                  <a:pt x="129820" y="133640"/>
                  <a:pt x="126716" y="127842"/>
                  <a:pt x="124672" y="121022"/>
                </a:cubicBezTo>
                <a:cubicBezTo>
                  <a:pt x="122628" y="114201"/>
                  <a:pt x="121606" y="106471"/>
                  <a:pt x="121606" y="97831"/>
                </a:cubicBezTo>
                <a:cubicBezTo>
                  <a:pt x="121606" y="89496"/>
                  <a:pt x="122684" y="81824"/>
                  <a:pt x="124842" y="74814"/>
                </a:cubicBezTo>
                <a:cubicBezTo>
                  <a:pt x="127000" y="67804"/>
                  <a:pt x="130255" y="61761"/>
                  <a:pt x="134608" y="56683"/>
                </a:cubicBezTo>
                <a:cubicBezTo>
                  <a:pt x="138961" y="51604"/>
                  <a:pt x="144393" y="47663"/>
                  <a:pt x="150904" y="44859"/>
                </a:cubicBezTo>
                <a:cubicBezTo>
                  <a:pt x="157414" y="42056"/>
                  <a:pt x="165023" y="40654"/>
                  <a:pt x="173729" y="40654"/>
                </a:cubicBezTo>
                <a:cubicBezTo>
                  <a:pt x="182132" y="40654"/>
                  <a:pt x="189457" y="41904"/>
                  <a:pt x="195703" y="44405"/>
                </a:cubicBezTo>
                <a:cubicBezTo>
                  <a:pt x="201948" y="46906"/>
                  <a:pt x="207153" y="50543"/>
                  <a:pt x="211317" y="55317"/>
                </a:cubicBezTo>
                <a:cubicBezTo>
                  <a:pt x="215481" y="60091"/>
                  <a:pt x="218604" y="65889"/>
                  <a:pt x="220686" y="72709"/>
                </a:cubicBezTo>
                <a:cubicBezTo>
                  <a:pt x="222767" y="79530"/>
                  <a:pt x="223808" y="87222"/>
                  <a:pt x="223808" y="95787"/>
                </a:cubicBezTo>
                <a:moveTo>
                  <a:pt x="204049" y="97036"/>
                </a:moveTo>
                <a:cubicBezTo>
                  <a:pt x="204049" y="91502"/>
                  <a:pt x="203538" y="86271"/>
                  <a:pt x="202516" y="81343"/>
                </a:cubicBezTo>
                <a:cubicBezTo>
                  <a:pt x="201494" y="76415"/>
                  <a:pt x="199810" y="72094"/>
                  <a:pt x="197463" y="68380"/>
                </a:cubicBezTo>
                <a:cubicBezTo>
                  <a:pt x="195116" y="64666"/>
                  <a:pt x="191936" y="61729"/>
                  <a:pt x="187924" y="59569"/>
                </a:cubicBezTo>
                <a:cubicBezTo>
                  <a:pt x="183912" y="57406"/>
                  <a:pt x="178915" y="56325"/>
                  <a:pt x="172934" y="56325"/>
                </a:cubicBezTo>
                <a:cubicBezTo>
                  <a:pt x="167408" y="56325"/>
                  <a:pt x="162657" y="57310"/>
                  <a:pt x="158683" y="59281"/>
                </a:cubicBezTo>
                <a:cubicBezTo>
                  <a:pt x="154708" y="61252"/>
                  <a:pt x="151434" y="64039"/>
                  <a:pt x="148860" y="67642"/>
                </a:cubicBezTo>
                <a:cubicBezTo>
                  <a:pt x="146286" y="71243"/>
                  <a:pt x="144374" y="75507"/>
                  <a:pt x="143125" y="80435"/>
                </a:cubicBezTo>
                <a:cubicBezTo>
                  <a:pt x="141876" y="85361"/>
                  <a:pt x="141251" y="90743"/>
                  <a:pt x="141251" y="96582"/>
                </a:cubicBezTo>
                <a:cubicBezTo>
                  <a:pt x="141251" y="102191"/>
                  <a:pt x="141762" y="107460"/>
                  <a:pt x="142784" y="112388"/>
                </a:cubicBezTo>
                <a:cubicBezTo>
                  <a:pt x="143806" y="117316"/>
                  <a:pt x="145510" y="121618"/>
                  <a:pt x="147894" y="125294"/>
                </a:cubicBezTo>
                <a:cubicBezTo>
                  <a:pt x="150279" y="128971"/>
                  <a:pt x="153478" y="131890"/>
                  <a:pt x="157490" y="134052"/>
                </a:cubicBezTo>
                <a:cubicBezTo>
                  <a:pt x="161503" y="136212"/>
                  <a:pt x="166499" y="137292"/>
                  <a:pt x="172480" y="137292"/>
                </a:cubicBezTo>
                <a:cubicBezTo>
                  <a:pt x="177931" y="137292"/>
                  <a:pt x="182662" y="136307"/>
                  <a:pt x="186675" y="134336"/>
                </a:cubicBezTo>
                <a:cubicBezTo>
                  <a:pt x="190687" y="132366"/>
                  <a:pt x="193980" y="129599"/>
                  <a:pt x="196554" y="126036"/>
                </a:cubicBezTo>
                <a:cubicBezTo>
                  <a:pt x="199128" y="122471"/>
                  <a:pt x="201021" y="118225"/>
                  <a:pt x="202232" y="113300"/>
                </a:cubicBezTo>
                <a:cubicBezTo>
                  <a:pt x="203444" y="108372"/>
                  <a:pt x="204049" y="102950"/>
                  <a:pt x="204049" y="97036"/>
                </a:cubicBezTo>
                <a:close/>
                <a:moveTo>
                  <a:pt x="337540" y="147967"/>
                </a:moveTo>
                <a:cubicBezTo>
                  <a:pt x="337540" y="148573"/>
                  <a:pt x="337389" y="149084"/>
                  <a:pt x="337086" y="149500"/>
                </a:cubicBezTo>
                <a:cubicBezTo>
                  <a:pt x="336783" y="149916"/>
                  <a:pt x="336291" y="150276"/>
                  <a:pt x="335610" y="150579"/>
                </a:cubicBezTo>
                <a:cubicBezTo>
                  <a:pt x="334929" y="150882"/>
                  <a:pt x="333982" y="151109"/>
                  <a:pt x="332771" y="151260"/>
                </a:cubicBezTo>
                <a:cubicBezTo>
                  <a:pt x="331560" y="151412"/>
                  <a:pt x="330046" y="151487"/>
                  <a:pt x="328229" y="151487"/>
                </a:cubicBezTo>
                <a:cubicBezTo>
                  <a:pt x="326336" y="151487"/>
                  <a:pt x="324784" y="151412"/>
                  <a:pt x="323573" y="151260"/>
                </a:cubicBezTo>
                <a:cubicBezTo>
                  <a:pt x="322361" y="151109"/>
                  <a:pt x="321415" y="150882"/>
                  <a:pt x="320734" y="150579"/>
                </a:cubicBezTo>
                <a:cubicBezTo>
                  <a:pt x="320052" y="150276"/>
                  <a:pt x="319560" y="149916"/>
                  <a:pt x="319258" y="149500"/>
                </a:cubicBezTo>
                <a:cubicBezTo>
                  <a:pt x="318955" y="149084"/>
                  <a:pt x="318803" y="148573"/>
                  <a:pt x="318803" y="147967"/>
                </a:cubicBezTo>
                <a:lnTo>
                  <a:pt x="318803" y="88121"/>
                </a:lnTo>
                <a:cubicBezTo>
                  <a:pt x="318803" y="82292"/>
                  <a:pt x="318349" y="77598"/>
                  <a:pt x="317441" y="74040"/>
                </a:cubicBezTo>
                <a:cubicBezTo>
                  <a:pt x="316532" y="70482"/>
                  <a:pt x="315207" y="67416"/>
                  <a:pt x="313466" y="64842"/>
                </a:cubicBezTo>
                <a:cubicBezTo>
                  <a:pt x="311725" y="62268"/>
                  <a:pt x="309473" y="60300"/>
                  <a:pt x="306709" y="58937"/>
                </a:cubicBezTo>
                <a:cubicBezTo>
                  <a:pt x="303946" y="57574"/>
                  <a:pt x="300747" y="56893"/>
                  <a:pt x="297114" y="56893"/>
                </a:cubicBezTo>
                <a:cubicBezTo>
                  <a:pt x="292420" y="56893"/>
                  <a:pt x="287726" y="58558"/>
                  <a:pt x="283032" y="61889"/>
                </a:cubicBezTo>
                <a:cubicBezTo>
                  <a:pt x="278339" y="65221"/>
                  <a:pt x="273418" y="70104"/>
                  <a:pt x="268270" y="76539"/>
                </a:cubicBezTo>
                <a:lnTo>
                  <a:pt x="268270" y="147967"/>
                </a:lnTo>
                <a:cubicBezTo>
                  <a:pt x="268270" y="148573"/>
                  <a:pt x="268118" y="149084"/>
                  <a:pt x="267815" y="149500"/>
                </a:cubicBezTo>
                <a:cubicBezTo>
                  <a:pt x="267513" y="149916"/>
                  <a:pt x="267021" y="150276"/>
                  <a:pt x="266339" y="150579"/>
                </a:cubicBezTo>
                <a:cubicBezTo>
                  <a:pt x="265658" y="150882"/>
                  <a:pt x="264712" y="151109"/>
                  <a:pt x="263500" y="151260"/>
                </a:cubicBezTo>
                <a:cubicBezTo>
                  <a:pt x="262289" y="151412"/>
                  <a:pt x="260737" y="151487"/>
                  <a:pt x="258844" y="151487"/>
                </a:cubicBezTo>
                <a:cubicBezTo>
                  <a:pt x="257027" y="151487"/>
                  <a:pt x="255513" y="151412"/>
                  <a:pt x="254302" y="151260"/>
                </a:cubicBezTo>
                <a:cubicBezTo>
                  <a:pt x="253091" y="151109"/>
                  <a:pt x="252125" y="150882"/>
                  <a:pt x="251406" y="150579"/>
                </a:cubicBezTo>
                <a:cubicBezTo>
                  <a:pt x="250687" y="150276"/>
                  <a:pt x="250195" y="149916"/>
                  <a:pt x="249930" y="149500"/>
                </a:cubicBezTo>
                <a:cubicBezTo>
                  <a:pt x="249665" y="149084"/>
                  <a:pt x="249533" y="148573"/>
                  <a:pt x="249533" y="147967"/>
                </a:cubicBezTo>
                <a:lnTo>
                  <a:pt x="249533" y="45764"/>
                </a:lnTo>
                <a:cubicBezTo>
                  <a:pt x="249533" y="45158"/>
                  <a:pt x="249646" y="44647"/>
                  <a:pt x="249873" y="44231"/>
                </a:cubicBezTo>
                <a:cubicBezTo>
                  <a:pt x="250100" y="43815"/>
                  <a:pt x="250555" y="43436"/>
                  <a:pt x="251236" y="43095"/>
                </a:cubicBezTo>
                <a:cubicBezTo>
                  <a:pt x="251917" y="42755"/>
                  <a:pt x="252788" y="42528"/>
                  <a:pt x="253848" y="42414"/>
                </a:cubicBezTo>
                <a:cubicBezTo>
                  <a:pt x="254908" y="42301"/>
                  <a:pt x="256308" y="42244"/>
                  <a:pt x="258049" y="42244"/>
                </a:cubicBezTo>
                <a:cubicBezTo>
                  <a:pt x="259715" y="42244"/>
                  <a:pt x="261097" y="42301"/>
                  <a:pt x="262194" y="42414"/>
                </a:cubicBezTo>
                <a:cubicBezTo>
                  <a:pt x="263292" y="42528"/>
                  <a:pt x="264144" y="42755"/>
                  <a:pt x="264749" y="43095"/>
                </a:cubicBezTo>
                <a:cubicBezTo>
                  <a:pt x="265355" y="43436"/>
                  <a:pt x="265790" y="43815"/>
                  <a:pt x="266055" y="44231"/>
                </a:cubicBezTo>
                <a:cubicBezTo>
                  <a:pt x="266320" y="44647"/>
                  <a:pt x="266453" y="45158"/>
                  <a:pt x="266453" y="45764"/>
                </a:cubicBezTo>
                <a:lnTo>
                  <a:pt x="266453" y="59278"/>
                </a:lnTo>
                <a:cubicBezTo>
                  <a:pt x="272206" y="52843"/>
                  <a:pt x="277941" y="48130"/>
                  <a:pt x="283657" y="45140"/>
                </a:cubicBezTo>
                <a:cubicBezTo>
                  <a:pt x="289373" y="42149"/>
                  <a:pt x="295145" y="40654"/>
                  <a:pt x="300975" y="40654"/>
                </a:cubicBezTo>
                <a:cubicBezTo>
                  <a:pt x="307788" y="40654"/>
                  <a:pt x="313523" y="41809"/>
                  <a:pt x="318179" y="44118"/>
                </a:cubicBezTo>
                <a:cubicBezTo>
                  <a:pt x="322835" y="46427"/>
                  <a:pt x="326601" y="49512"/>
                  <a:pt x="329478" y="53373"/>
                </a:cubicBezTo>
                <a:cubicBezTo>
                  <a:pt x="332355" y="57234"/>
                  <a:pt x="334418" y="61757"/>
                  <a:pt x="335667" y="66943"/>
                </a:cubicBezTo>
                <a:cubicBezTo>
                  <a:pt x="336916" y="72129"/>
                  <a:pt x="337540" y="78355"/>
                  <a:pt x="337540" y="85623"/>
                </a:cubicBezTo>
                <a:lnTo>
                  <a:pt x="337540" y="147967"/>
                </a:lnTo>
                <a:close/>
                <a:moveTo>
                  <a:pt x="433070" y="120227"/>
                </a:moveTo>
                <a:cubicBezTo>
                  <a:pt x="433070" y="125455"/>
                  <a:pt x="432105" y="130116"/>
                  <a:pt x="430175" y="134209"/>
                </a:cubicBezTo>
                <a:cubicBezTo>
                  <a:pt x="428244" y="138299"/>
                  <a:pt x="425500" y="141747"/>
                  <a:pt x="421942" y="144553"/>
                </a:cubicBezTo>
                <a:cubicBezTo>
                  <a:pt x="418383" y="147357"/>
                  <a:pt x="414144" y="149477"/>
                  <a:pt x="409223" y="150916"/>
                </a:cubicBezTo>
                <a:cubicBezTo>
                  <a:pt x="404302" y="152357"/>
                  <a:pt x="398889" y="153077"/>
                  <a:pt x="392984" y="153077"/>
                </a:cubicBezTo>
                <a:cubicBezTo>
                  <a:pt x="389350" y="153077"/>
                  <a:pt x="385887" y="152793"/>
                  <a:pt x="382594" y="152225"/>
                </a:cubicBezTo>
                <a:cubicBezTo>
                  <a:pt x="379300" y="151658"/>
                  <a:pt x="376348" y="150938"/>
                  <a:pt x="373736" y="150068"/>
                </a:cubicBezTo>
                <a:cubicBezTo>
                  <a:pt x="371124" y="149197"/>
                  <a:pt x="368910" y="148289"/>
                  <a:pt x="367093" y="147342"/>
                </a:cubicBezTo>
                <a:cubicBezTo>
                  <a:pt x="365276" y="146396"/>
                  <a:pt x="363951" y="145544"/>
                  <a:pt x="363118" y="144787"/>
                </a:cubicBezTo>
                <a:cubicBezTo>
                  <a:pt x="362285" y="144030"/>
                  <a:pt x="361680" y="142970"/>
                  <a:pt x="361301" y="141608"/>
                </a:cubicBezTo>
                <a:cubicBezTo>
                  <a:pt x="360923" y="140245"/>
                  <a:pt x="360733" y="138390"/>
                  <a:pt x="360733" y="136043"/>
                </a:cubicBezTo>
                <a:cubicBezTo>
                  <a:pt x="360733" y="134605"/>
                  <a:pt x="360809" y="133394"/>
                  <a:pt x="360961" y="132409"/>
                </a:cubicBezTo>
                <a:cubicBezTo>
                  <a:pt x="361112" y="131425"/>
                  <a:pt x="361301" y="130630"/>
                  <a:pt x="361528" y="130025"/>
                </a:cubicBezTo>
                <a:cubicBezTo>
                  <a:pt x="361756" y="129419"/>
                  <a:pt x="362077" y="128984"/>
                  <a:pt x="362494" y="128719"/>
                </a:cubicBezTo>
                <a:cubicBezTo>
                  <a:pt x="362910" y="128454"/>
                  <a:pt x="363383" y="128321"/>
                  <a:pt x="363913" y="128321"/>
                </a:cubicBezTo>
                <a:cubicBezTo>
                  <a:pt x="364746" y="128321"/>
                  <a:pt x="365976" y="128832"/>
                  <a:pt x="367604" y="129854"/>
                </a:cubicBezTo>
                <a:cubicBezTo>
                  <a:pt x="369231" y="130876"/>
                  <a:pt x="371238" y="131993"/>
                  <a:pt x="373622" y="133204"/>
                </a:cubicBezTo>
                <a:cubicBezTo>
                  <a:pt x="376007" y="134416"/>
                  <a:pt x="378827" y="135532"/>
                  <a:pt x="382083" y="136554"/>
                </a:cubicBezTo>
                <a:cubicBezTo>
                  <a:pt x="385338" y="137576"/>
                  <a:pt x="389085" y="138087"/>
                  <a:pt x="393325" y="138087"/>
                </a:cubicBezTo>
                <a:cubicBezTo>
                  <a:pt x="396504" y="138087"/>
                  <a:pt x="399381" y="137747"/>
                  <a:pt x="401955" y="137065"/>
                </a:cubicBezTo>
                <a:cubicBezTo>
                  <a:pt x="404529" y="136382"/>
                  <a:pt x="406763" y="135376"/>
                  <a:pt x="408655" y="134049"/>
                </a:cubicBezTo>
                <a:cubicBezTo>
                  <a:pt x="410548" y="132722"/>
                  <a:pt x="412005" y="131034"/>
                  <a:pt x="413027" y="128985"/>
                </a:cubicBezTo>
                <a:cubicBezTo>
                  <a:pt x="414049" y="126936"/>
                  <a:pt x="414560" y="124509"/>
                  <a:pt x="414560" y="121703"/>
                </a:cubicBezTo>
                <a:cubicBezTo>
                  <a:pt x="414560" y="118824"/>
                  <a:pt x="413822" y="116399"/>
                  <a:pt x="412346" y="114428"/>
                </a:cubicBezTo>
                <a:cubicBezTo>
                  <a:pt x="410870" y="112457"/>
                  <a:pt x="408920" y="110715"/>
                  <a:pt x="406498" y="109201"/>
                </a:cubicBezTo>
                <a:cubicBezTo>
                  <a:pt x="404075" y="107684"/>
                  <a:pt x="401350" y="106339"/>
                  <a:pt x="398321" y="105166"/>
                </a:cubicBezTo>
                <a:cubicBezTo>
                  <a:pt x="395293" y="103990"/>
                  <a:pt x="392170" y="102759"/>
                  <a:pt x="388953" y="101472"/>
                </a:cubicBezTo>
                <a:cubicBezTo>
                  <a:pt x="385735" y="100182"/>
                  <a:pt x="382594" y="98723"/>
                  <a:pt x="379527" y="97093"/>
                </a:cubicBezTo>
                <a:cubicBezTo>
                  <a:pt x="376461" y="95463"/>
                  <a:pt x="373717" y="93473"/>
                  <a:pt x="371294" y="91124"/>
                </a:cubicBezTo>
                <a:cubicBezTo>
                  <a:pt x="368872" y="88774"/>
                  <a:pt x="366922" y="85971"/>
                  <a:pt x="365446" y="82713"/>
                </a:cubicBezTo>
                <a:cubicBezTo>
                  <a:pt x="363970" y="79456"/>
                  <a:pt x="363232" y="75553"/>
                  <a:pt x="363232" y="71006"/>
                </a:cubicBezTo>
                <a:cubicBezTo>
                  <a:pt x="363232" y="66989"/>
                  <a:pt x="364008" y="63143"/>
                  <a:pt x="365560" y="59469"/>
                </a:cubicBezTo>
                <a:cubicBezTo>
                  <a:pt x="367112" y="55793"/>
                  <a:pt x="369440" y="52572"/>
                  <a:pt x="372544" y="49806"/>
                </a:cubicBezTo>
                <a:cubicBezTo>
                  <a:pt x="375648" y="47038"/>
                  <a:pt x="379527" y="44821"/>
                  <a:pt x="384183" y="43156"/>
                </a:cubicBezTo>
                <a:cubicBezTo>
                  <a:pt x="388839" y="41488"/>
                  <a:pt x="394271" y="40654"/>
                  <a:pt x="400479" y="40654"/>
                </a:cubicBezTo>
                <a:cubicBezTo>
                  <a:pt x="403204" y="40654"/>
                  <a:pt x="405930" y="40885"/>
                  <a:pt x="408655" y="41346"/>
                </a:cubicBezTo>
                <a:cubicBezTo>
                  <a:pt x="411381" y="41807"/>
                  <a:pt x="413841" y="42383"/>
                  <a:pt x="416037" y="43074"/>
                </a:cubicBezTo>
                <a:cubicBezTo>
                  <a:pt x="418232" y="43765"/>
                  <a:pt x="420106" y="44514"/>
                  <a:pt x="421658" y="45321"/>
                </a:cubicBezTo>
                <a:cubicBezTo>
                  <a:pt x="423210" y="46127"/>
                  <a:pt x="424383" y="46838"/>
                  <a:pt x="425178" y="47453"/>
                </a:cubicBezTo>
                <a:cubicBezTo>
                  <a:pt x="425973" y="48068"/>
                  <a:pt x="426503" y="48603"/>
                  <a:pt x="426768" y="49057"/>
                </a:cubicBezTo>
                <a:cubicBezTo>
                  <a:pt x="427033" y="49512"/>
                  <a:pt x="427222" y="50023"/>
                  <a:pt x="427336" y="50590"/>
                </a:cubicBezTo>
                <a:cubicBezTo>
                  <a:pt x="427449" y="51158"/>
                  <a:pt x="427563" y="51858"/>
                  <a:pt x="427676" y="52691"/>
                </a:cubicBezTo>
                <a:cubicBezTo>
                  <a:pt x="427790" y="53524"/>
                  <a:pt x="427847" y="54546"/>
                  <a:pt x="427847" y="55757"/>
                </a:cubicBezTo>
                <a:cubicBezTo>
                  <a:pt x="427847" y="57044"/>
                  <a:pt x="427790" y="58161"/>
                  <a:pt x="427676" y="59107"/>
                </a:cubicBezTo>
                <a:cubicBezTo>
                  <a:pt x="427563" y="60054"/>
                  <a:pt x="427373" y="60830"/>
                  <a:pt x="427109" y="61435"/>
                </a:cubicBezTo>
                <a:cubicBezTo>
                  <a:pt x="426844" y="62041"/>
                  <a:pt x="426522" y="62476"/>
                  <a:pt x="426143" y="62741"/>
                </a:cubicBezTo>
                <a:cubicBezTo>
                  <a:pt x="425765" y="63006"/>
                  <a:pt x="425348" y="63139"/>
                  <a:pt x="424894" y="63139"/>
                </a:cubicBezTo>
                <a:cubicBezTo>
                  <a:pt x="424213" y="63139"/>
                  <a:pt x="423229" y="62716"/>
                  <a:pt x="421942" y="61872"/>
                </a:cubicBezTo>
                <a:cubicBezTo>
                  <a:pt x="420655" y="61027"/>
                  <a:pt x="418989" y="60125"/>
                  <a:pt x="416945" y="59164"/>
                </a:cubicBezTo>
                <a:cubicBezTo>
                  <a:pt x="414901" y="58204"/>
                  <a:pt x="412497" y="57301"/>
                  <a:pt x="409734" y="56456"/>
                </a:cubicBezTo>
                <a:cubicBezTo>
                  <a:pt x="406971" y="55612"/>
                  <a:pt x="403810" y="55189"/>
                  <a:pt x="400252" y="55189"/>
                </a:cubicBezTo>
                <a:cubicBezTo>
                  <a:pt x="397072" y="55189"/>
                  <a:pt x="394271" y="55550"/>
                  <a:pt x="391849" y="56272"/>
                </a:cubicBezTo>
                <a:cubicBezTo>
                  <a:pt x="389426" y="56991"/>
                  <a:pt x="387439" y="58014"/>
                  <a:pt x="385887" y="59341"/>
                </a:cubicBezTo>
                <a:cubicBezTo>
                  <a:pt x="384335" y="60669"/>
                  <a:pt x="383161" y="62243"/>
                  <a:pt x="382366" y="64065"/>
                </a:cubicBezTo>
                <a:cubicBezTo>
                  <a:pt x="381571" y="65884"/>
                  <a:pt x="381174" y="67856"/>
                  <a:pt x="381174" y="69981"/>
                </a:cubicBezTo>
                <a:cubicBezTo>
                  <a:pt x="381174" y="72935"/>
                  <a:pt x="381931" y="75417"/>
                  <a:pt x="383445" y="77426"/>
                </a:cubicBezTo>
                <a:cubicBezTo>
                  <a:pt x="384959" y="79434"/>
                  <a:pt x="386928" y="81197"/>
                  <a:pt x="389350" y="82713"/>
                </a:cubicBezTo>
                <a:cubicBezTo>
                  <a:pt x="391773" y="84227"/>
                  <a:pt x="394536" y="85591"/>
                  <a:pt x="397640" y="86805"/>
                </a:cubicBezTo>
                <a:cubicBezTo>
                  <a:pt x="400744" y="88016"/>
                  <a:pt x="403905" y="89267"/>
                  <a:pt x="407122" y="90556"/>
                </a:cubicBezTo>
                <a:cubicBezTo>
                  <a:pt x="410340" y="91843"/>
                  <a:pt x="413519" y="93282"/>
                  <a:pt x="416661" y="94875"/>
                </a:cubicBezTo>
                <a:cubicBezTo>
                  <a:pt x="419803" y="96467"/>
                  <a:pt x="422585" y="98400"/>
                  <a:pt x="425008" y="100673"/>
                </a:cubicBezTo>
                <a:cubicBezTo>
                  <a:pt x="427430" y="102947"/>
                  <a:pt x="429380" y="105676"/>
                  <a:pt x="430856" y="108860"/>
                </a:cubicBezTo>
                <a:cubicBezTo>
                  <a:pt x="432332" y="112042"/>
                  <a:pt x="433070" y="115831"/>
                  <a:pt x="433070" y="120227"/>
                </a:cubicBezTo>
                <a:close/>
                <a:moveTo>
                  <a:pt x="545142" y="147967"/>
                </a:moveTo>
                <a:cubicBezTo>
                  <a:pt x="545142" y="148573"/>
                  <a:pt x="545009" y="149084"/>
                  <a:pt x="544744" y="149500"/>
                </a:cubicBezTo>
                <a:cubicBezTo>
                  <a:pt x="544479" y="149916"/>
                  <a:pt x="544006" y="150276"/>
                  <a:pt x="543325" y="150579"/>
                </a:cubicBezTo>
                <a:cubicBezTo>
                  <a:pt x="542643" y="150882"/>
                  <a:pt x="541754" y="151109"/>
                  <a:pt x="540656" y="151260"/>
                </a:cubicBezTo>
                <a:cubicBezTo>
                  <a:pt x="539558" y="151412"/>
                  <a:pt x="538214" y="151487"/>
                  <a:pt x="536625" y="151487"/>
                </a:cubicBezTo>
                <a:cubicBezTo>
                  <a:pt x="534883" y="151487"/>
                  <a:pt x="533464" y="151412"/>
                  <a:pt x="532366" y="151260"/>
                </a:cubicBezTo>
                <a:cubicBezTo>
                  <a:pt x="531268" y="151109"/>
                  <a:pt x="530398" y="150882"/>
                  <a:pt x="529754" y="150579"/>
                </a:cubicBezTo>
                <a:cubicBezTo>
                  <a:pt x="529111" y="150276"/>
                  <a:pt x="528676" y="149916"/>
                  <a:pt x="528448" y="149500"/>
                </a:cubicBezTo>
                <a:cubicBezTo>
                  <a:pt x="528221" y="149084"/>
                  <a:pt x="528108" y="148573"/>
                  <a:pt x="528108" y="147967"/>
                </a:cubicBezTo>
                <a:lnTo>
                  <a:pt x="528108" y="134453"/>
                </a:lnTo>
                <a:cubicBezTo>
                  <a:pt x="522278" y="140929"/>
                  <a:pt x="516525" y="145652"/>
                  <a:pt x="510847" y="148623"/>
                </a:cubicBezTo>
                <a:cubicBezTo>
                  <a:pt x="505169" y="151592"/>
                  <a:pt x="499415" y="153077"/>
                  <a:pt x="493586" y="153077"/>
                </a:cubicBezTo>
                <a:cubicBezTo>
                  <a:pt x="486772" y="153077"/>
                  <a:pt x="481038" y="151940"/>
                  <a:pt x="476382" y="149667"/>
                </a:cubicBezTo>
                <a:cubicBezTo>
                  <a:pt x="471726" y="147393"/>
                  <a:pt x="467960" y="144306"/>
                  <a:pt x="465083" y="140405"/>
                </a:cubicBezTo>
                <a:cubicBezTo>
                  <a:pt x="462206" y="136501"/>
                  <a:pt x="460143" y="131954"/>
                  <a:pt x="458894" y="126763"/>
                </a:cubicBezTo>
                <a:cubicBezTo>
                  <a:pt x="457645" y="121570"/>
                  <a:pt x="457020" y="115261"/>
                  <a:pt x="457020" y="107835"/>
                </a:cubicBezTo>
                <a:lnTo>
                  <a:pt x="457020" y="45768"/>
                </a:lnTo>
                <a:cubicBezTo>
                  <a:pt x="457020" y="45162"/>
                  <a:pt x="457153" y="44651"/>
                  <a:pt x="457418" y="44235"/>
                </a:cubicBezTo>
                <a:cubicBezTo>
                  <a:pt x="457682" y="43816"/>
                  <a:pt x="458194" y="43436"/>
                  <a:pt x="458951" y="43095"/>
                </a:cubicBezTo>
                <a:cubicBezTo>
                  <a:pt x="459708" y="42755"/>
                  <a:pt x="460692" y="42528"/>
                  <a:pt x="461903" y="42414"/>
                </a:cubicBezTo>
                <a:cubicBezTo>
                  <a:pt x="463114" y="42301"/>
                  <a:pt x="464628" y="42244"/>
                  <a:pt x="466445" y="42244"/>
                </a:cubicBezTo>
                <a:cubicBezTo>
                  <a:pt x="468262" y="42244"/>
                  <a:pt x="469776" y="42301"/>
                  <a:pt x="470988" y="42414"/>
                </a:cubicBezTo>
                <a:cubicBezTo>
                  <a:pt x="472199" y="42528"/>
                  <a:pt x="473164" y="42755"/>
                  <a:pt x="473884" y="43095"/>
                </a:cubicBezTo>
                <a:cubicBezTo>
                  <a:pt x="474603" y="43436"/>
                  <a:pt x="475114" y="43816"/>
                  <a:pt x="475417" y="44235"/>
                </a:cubicBezTo>
                <a:cubicBezTo>
                  <a:pt x="475719" y="44651"/>
                  <a:pt x="475871" y="45162"/>
                  <a:pt x="475871" y="45768"/>
                </a:cubicBezTo>
                <a:lnTo>
                  <a:pt x="475871" y="105343"/>
                </a:lnTo>
                <a:cubicBezTo>
                  <a:pt x="475871" y="111331"/>
                  <a:pt x="476306" y="116126"/>
                  <a:pt x="477177" y="119726"/>
                </a:cubicBezTo>
                <a:cubicBezTo>
                  <a:pt x="478047" y="123327"/>
                  <a:pt x="479372" y="126398"/>
                  <a:pt x="481151" y="128939"/>
                </a:cubicBezTo>
                <a:cubicBezTo>
                  <a:pt x="482930" y="131477"/>
                  <a:pt x="485183" y="133448"/>
                  <a:pt x="487908" y="134851"/>
                </a:cubicBezTo>
                <a:cubicBezTo>
                  <a:pt x="490633" y="136251"/>
                  <a:pt x="493813" y="136952"/>
                  <a:pt x="497447" y="136952"/>
                </a:cubicBezTo>
                <a:cubicBezTo>
                  <a:pt x="502141" y="136952"/>
                  <a:pt x="506816" y="135277"/>
                  <a:pt x="511471" y="131927"/>
                </a:cubicBezTo>
                <a:cubicBezTo>
                  <a:pt x="516127" y="128577"/>
                  <a:pt x="521067" y="123665"/>
                  <a:pt x="526291" y="117193"/>
                </a:cubicBezTo>
                <a:lnTo>
                  <a:pt x="526291" y="45764"/>
                </a:lnTo>
                <a:cubicBezTo>
                  <a:pt x="526291" y="45158"/>
                  <a:pt x="526423" y="44647"/>
                  <a:pt x="526688" y="44231"/>
                </a:cubicBezTo>
                <a:cubicBezTo>
                  <a:pt x="526953" y="43815"/>
                  <a:pt x="527464" y="43436"/>
                  <a:pt x="528221" y="43095"/>
                </a:cubicBezTo>
                <a:cubicBezTo>
                  <a:pt x="528978" y="42755"/>
                  <a:pt x="529944" y="42528"/>
                  <a:pt x="531117" y="42414"/>
                </a:cubicBezTo>
                <a:cubicBezTo>
                  <a:pt x="532291" y="42301"/>
                  <a:pt x="533824" y="42244"/>
                  <a:pt x="535716" y="42244"/>
                </a:cubicBezTo>
                <a:cubicBezTo>
                  <a:pt x="537533" y="42244"/>
                  <a:pt x="539047" y="42301"/>
                  <a:pt x="540259" y="42414"/>
                </a:cubicBezTo>
                <a:cubicBezTo>
                  <a:pt x="541470" y="42528"/>
                  <a:pt x="542416" y="42755"/>
                  <a:pt x="543098" y="43095"/>
                </a:cubicBezTo>
                <a:cubicBezTo>
                  <a:pt x="543779" y="43436"/>
                  <a:pt x="544290" y="43815"/>
                  <a:pt x="544631" y="44231"/>
                </a:cubicBezTo>
                <a:cubicBezTo>
                  <a:pt x="544971" y="44647"/>
                  <a:pt x="545142" y="45158"/>
                  <a:pt x="545142" y="45764"/>
                </a:cubicBezTo>
                <a:lnTo>
                  <a:pt x="545142" y="147967"/>
                </a:lnTo>
                <a:close/>
                <a:moveTo>
                  <a:pt x="728566" y="147967"/>
                </a:moveTo>
                <a:cubicBezTo>
                  <a:pt x="728566" y="148573"/>
                  <a:pt x="728414" y="149084"/>
                  <a:pt x="728112" y="149500"/>
                </a:cubicBezTo>
                <a:cubicBezTo>
                  <a:pt x="727809" y="149916"/>
                  <a:pt x="727317" y="150276"/>
                  <a:pt x="726635" y="150579"/>
                </a:cubicBezTo>
                <a:cubicBezTo>
                  <a:pt x="725954" y="150882"/>
                  <a:pt x="725008" y="151109"/>
                  <a:pt x="723796" y="151260"/>
                </a:cubicBezTo>
                <a:cubicBezTo>
                  <a:pt x="722585" y="151412"/>
                  <a:pt x="721071" y="151487"/>
                  <a:pt x="719254" y="151487"/>
                </a:cubicBezTo>
                <a:cubicBezTo>
                  <a:pt x="717361" y="151487"/>
                  <a:pt x="715809" y="151412"/>
                  <a:pt x="714598" y="151260"/>
                </a:cubicBezTo>
                <a:cubicBezTo>
                  <a:pt x="713387" y="151109"/>
                  <a:pt x="712422" y="150882"/>
                  <a:pt x="711702" y="150579"/>
                </a:cubicBezTo>
                <a:cubicBezTo>
                  <a:pt x="710983" y="150276"/>
                  <a:pt x="710472" y="149916"/>
                  <a:pt x="710169" y="149500"/>
                </a:cubicBezTo>
                <a:cubicBezTo>
                  <a:pt x="709867" y="149084"/>
                  <a:pt x="709715" y="148573"/>
                  <a:pt x="709715" y="147967"/>
                </a:cubicBezTo>
                <a:lnTo>
                  <a:pt x="709715" y="85850"/>
                </a:lnTo>
                <a:cubicBezTo>
                  <a:pt x="709715" y="81535"/>
                  <a:pt x="709337" y="77598"/>
                  <a:pt x="708580" y="74040"/>
                </a:cubicBezTo>
                <a:cubicBezTo>
                  <a:pt x="707822" y="70482"/>
                  <a:pt x="706611" y="67416"/>
                  <a:pt x="704946" y="64842"/>
                </a:cubicBezTo>
                <a:cubicBezTo>
                  <a:pt x="703280" y="62268"/>
                  <a:pt x="701160" y="60300"/>
                  <a:pt x="698586" y="58937"/>
                </a:cubicBezTo>
                <a:cubicBezTo>
                  <a:pt x="696012" y="57574"/>
                  <a:pt x="692984" y="56893"/>
                  <a:pt x="689502" y="56893"/>
                </a:cubicBezTo>
                <a:cubicBezTo>
                  <a:pt x="685186" y="56893"/>
                  <a:pt x="680852" y="58558"/>
                  <a:pt x="676499" y="61889"/>
                </a:cubicBezTo>
                <a:cubicBezTo>
                  <a:pt x="672146" y="65221"/>
                  <a:pt x="667358" y="70104"/>
                  <a:pt x="662134" y="76539"/>
                </a:cubicBezTo>
                <a:lnTo>
                  <a:pt x="662134" y="147967"/>
                </a:lnTo>
                <a:cubicBezTo>
                  <a:pt x="662134" y="148573"/>
                  <a:pt x="661983" y="149084"/>
                  <a:pt x="661680" y="149500"/>
                </a:cubicBezTo>
                <a:cubicBezTo>
                  <a:pt x="661377" y="149916"/>
                  <a:pt x="660866" y="150276"/>
                  <a:pt x="660147" y="150579"/>
                </a:cubicBezTo>
                <a:cubicBezTo>
                  <a:pt x="659428" y="150882"/>
                  <a:pt x="658462" y="151109"/>
                  <a:pt x="657251" y="151260"/>
                </a:cubicBezTo>
                <a:cubicBezTo>
                  <a:pt x="656040" y="151412"/>
                  <a:pt x="654526" y="151487"/>
                  <a:pt x="652709" y="151487"/>
                </a:cubicBezTo>
                <a:cubicBezTo>
                  <a:pt x="650967" y="151487"/>
                  <a:pt x="649472" y="151412"/>
                  <a:pt x="648223" y="151260"/>
                </a:cubicBezTo>
                <a:cubicBezTo>
                  <a:pt x="646974" y="151109"/>
                  <a:pt x="645990" y="150882"/>
                  <a:pt x="645271" y="150579"/>
                </a:cubicBezTo>
                <a:cubicBezTo>
                  <a:pt x="644551" y="150276"/>
                  <a:pt x="644059" y="149916"/>
                  <a:pt x="643794" y="149500"/>
                </a:cubicBezTo>
                <a:cubicBezTo>
                  <a:pt x="643529" y="149084"/>
                  <a:pt x="643397" y="148573"/>
                  <a:pt x="643397" y="147967"/>
                </a:cubicBezTo>
                <a:lnTo>
                  <a:pt x="643397" y="85850"/>
                </a:lnTo>
                <a:cubicBezTo>
                  <a:pt x="643397" y="81535"/>
                  <a:pt x="642980" y="77598"/>
                  <a:pt x="642148" y="74040"/>
                </a:cubicBezTo>
                <a:cubicBezTo>
                  <a:pt x="641315" y="70482"/>
                  <a:pt x="640066" y="67416"/>
                  <a:pt x="638400" y="64842"/>
                </a:cubicBezTo>
                <a:cubicBezTo>
                  <a:pt x="636735" y="62268"/>
                  <a:pt x="634634" y="60300"/>
                  <a:pt x="632098" y="58937"/>
                </a:cubicBezTo>
                <a:cubicBezTo>
                  <a:pt x="629562" y="57574"/>
                  <a:pt x="626552" y="56893"/>
                  <a:pt x="623070" y="56893"/>
                </a:cubicBezTo>
                <a:cubicBezTo>
                  <a:pt x="618755" y="56893"/>
                  <a:pt x="614402" y="58558"/>
                  <a:pt x="610011" y="61889"/>
                </a:cubicBezTo>
                <a:cubicBezTo>
                  <a:pt x="605620" y="65221"/>
                  <a:pt x="600850" y="70104"/>
                  <a:pt x="595702" y="76539"/>
                </a:cubicBezTo>
                <a:lnTo>
                  <a:pt x="595702" y="147967"/>
                </a:lnTo>
                <a:cubicBezTo>
                  <a:pt x="595702" y="148573"/>
                  <a:pt x="595551" y="149084"/>
                  <a:pt x="595248" y="149500"/>
                </a:cubicBezTo>
                <a:cubicBezTo>
                  <a:pt x="594945" y="149916"/>
                  <a:pt x="594453" y="150276"/>
                  <a:pt x="593772" y="150579"/>
                </a:cubicBezTo>
                <a:cubicBezTo>
                  <a:pt x="593090" y="150882"/>
                  <a:pt x="592144" y="151109"/>
                  <a:pt x="590933" y="151260"/>
                </a:cubicBezTo>
                <a:cubicBezTo>
                  <a:pt x="589721" y="151412"/>
                  <a:pt x="588170" y="151487"/>
                  <a:pt x="586277" y="151487"/>
                </a:cubicBezTo>
                <a:cubicBezTo>
                  <a:pt x="584460" y="151487"/>
                  <a:pt x="582946" y="151412"/>
                  <a:pt x="581735" y="151260"/>
                </a:cubicBezTo>
                <a:cubicBezTo>
                  <a:pt x="580523" y="151109"/>
                  <a:pt x="579558" y="150882"/>
                  <a:pt x="578839" y="150579"/>
                </a:cubicBezTo>
                <a:cubicBezTo>
                  <a:pt x="578120" y="150276"/>
                  <a:pt x="577627" y="149916"/>
                  <a:pt x="577363" y="149500"/>
                </a:cubicBezTo>
                <a:cubicBezTo>
                  <a:pt x="577098" y="149084"/>
                  <a:pt x="576965" y="148573"/>
                  <a:pt x="576965" y="147967"/>
                </a:cubicBezTo>
                <a:lnTo>
                  <a:pt x="576965" y="45764"/>
                </a:lnTo>
                <a:cubicBezTo>
                  <a:pt x="576965" y="45158"/>
                  <a:pt x="577079" y="44647"/>
                  <a:pt x="577306" y="44231"/>
                </a:cubicBezTo>
                <a:cubicBezTo>
                  <a:pt x="577533" y="43815"/>
                  <a:pt x="577987" y="43436"/>
                  <a:pt x="578668" y="43095"/>
                </a:cubicBezTo>
                <a:cubicBezTo>
                  <a:pt x="579350" y="42755"/>
                  <a:pt x="580220" y="42528"/>
                  <a:pt x="581280" y="42414"/>
                </a:cubicBezTo>
                <a:cubicBezTo>
                  <a:pt x="582340" y="42301"/>
                  <a:pt x="583741" y="42244"/>
                  <a:pt x="585482" y="42244"/>
                </a:cubicBezTo>
                <a:cubicBezTo>
                  <a:pt x="587147" y="42244"/>
                  <a:pt x="588529" y="42301"/>
                  <a:pt x="589627" y="42414"/>
                </a:cubicBezTo>
                <a:cubicBezTo>
                  <a:pt x="590725" y="42528"/>
                  <a:pt x="591576" y="42755"/>
                  <a:pt x="592182" y="43095"/>
                </a:cubicBezTo>
                <a:cubicBezTo>
                  <a:pt x="592788" y="43436"/>
                  <a:pt x="593223" y="43815"/>
                  <a:pt x="593488" y="44231"/>
                </a:cubicBezTo>
                <a:cubicBezTo>
                  <a:pt x="593753" y="44647"/>
                  <a:pt x="593885" y="45158"/>
                  <a:pt x="593885" y="45764"/>
                </a:cubicBezTo>
                <a:lnTo>
                  <a:pt x="593885" y="59278"/>
                </a:lnTo>
                <a:cubicBezTo>
                  <a:pt x="599639" y="52843"/>
                  <a:pt x="605222" y="48130"/>
                  <a:pt x="610635" y="45140"/>
                </a:cubicBezTo>
                <a:cubicBezTo>
                  <a:pt x="616048" y="42149"/>
                  <a:pt x="621518" y="40654"/>
                  <a:pt x="627044" y="40654"/>
                </a:cubicBezTo>
                <a:cubicBezTo>
                  <a:pt x="631284" y="40654"/>
                  <a:pt x="635088" y="41146"/>
                  <a:pt x="638457" y="42130"/>
                </a:cubicBezTo>
                <a:cubicBezTo>
                  <a:pt x="641826" y="43114"/>
                  <a:pt x="644797" y="44496"/>
                  <a:pt x="647371" y="46275"/>
                </a:cubicBezTo>
                <a:cubicBezTo>
                  <a:pt x="649945" y="48054"/>
                  <a:pt x="652141" y="50174"/>
                  <a:pt x="653958" y="52634"/>
                </a:cubicBezTo>
                <a:cubicBezTo>
                  <a:pt x="655775" y="55095"/>
                  <a:pt x="657289" y="57839"/>
                  <a:pt x="658500" y="60867"/>
                </a:cubicBezTo>
                <a:cubicBezTo>
                  <a:pt x="661907" y="57158"/>
                  <a:pt x="665143" y="54016"/>
                  <a:pt x="668209" y="51442"/>
                </a:cubicBezTo>
                <a:cubicBezTo>
                  <a:pt x="671276" y="48868"/>
                  <a:pt x="674228" y="46786"/>
                  <a:pt x="677067" y="45196"/>
                </a:cubicBezTo>
                <a:cubicBezTo>
                  <a:pt x="679906" y="43607"/>
                  <a:pt x="682669" y="42452"/>
                  <a:pt x="685357" y="41733"/>
                </a:cubicBezTo>
                <a:cubicBezTo>
                  <a:pt x="688044" y="41014"/>
                  <a:pt x="690751" y="40654"/>
                  <a:pt x="693476" y="40654"/>
                </a:cubicBezTo>
                <a:cubicBezTo>
                  <a:pt x="700063" y="40654"/>
                  <a:pt x="705589" y="41809"/>
                  <a:pt x="710056" y="44118"/>
                </a:cubicBezTo>
                <a:cubicBezTo>
                  <a:pt x="714522" y="46427"/>
                  <a:pt x="718137" y="49512"/>
                  <a:pt x="720901" y="53373"/>
                </a:cubicBezTo>
                <a:cubicBezTo>
                  <a:pt x="723664" y="57234"/>
                  <a:pt x="725632" y="61757"/>
                  <a:pt x="726806" y="66943"/>
                </a:cubicBezTo>
                <a:cubicBezTo>
                  <a:pt x="727979" y="72129"/>
                  <a:pt x="728566" y="77598"/>
                  <a:pt x="728566" y="83352"/>
                </a:cubicBezTo>
                <a:lnTo>
                  <a:pt x="728566" y="147967"/>
                </a:lnTo>
                <a:close/>
                <a:moveTo>
                  <a:pt x="853162" y="95332"/>
                </a:moveTo>
                <a:cubicBezTo>
                  <a:pt x="853162" y="104273"/>
                  <a:pt x="852197" y="112305"/>
                  <a:pt x="850266" y="119428"/>
                </a:cubicBezTo>
                <a:cubicBezTo>
                  <a:pt x="848336" y="126552"/>
                  <a:pt x="845497" y="132596"/>
                  <a:pt x="841750" y="137562"/>
                </a:cubicBezTo>
                <a:cubicBezTo>
                  <a:pt x="838002" y="142526"/>
                  <a:pt x="833365" y="146352"/>
                  <a:pt x="827839" y="149042"/>
                </a:cubicBezTo>
                <a:cubicBezTo>
                  <a:pt x="822312" y="151732"/>
                  <a:pt x="815991" y="153077"/>
                  <a:pt x="808874" y="153077"/>
                </a:cubicBezTo>
                <a:cubicBezTo>
                  <a:pt x="805846" y="153077"/>
                  <a:pt x="803045" y="152774"/>
                  <a:pt x="800471" y="152169"/>
                </a:cubicBezTo>
                <a:cubicBezTo>
                  <a:pt x="797897" y="151563"/>
                  <a:pt x="795380" y="150617"/>
                  <a:pt x="792919" y="149330"/>
                </a:cubicBezTo>
                <a:cubicBezTo>
                  <a:pt x="790459" y="148040"/>
                  <a:pt x="788017" y="146410"/>
                  <a:pt x="785595" y="144439"/>
                </a:cubicBezTo>
                <a:cubicBezTo>
                  <a:pt x="783172" y="142469"/>
                  <a:pt x="780598" y="140157"/>
                  <a:pt x="777873" y="137505"/>
                </a:cubicBezTo>
                <a:lnTo>
                  <a:pt x="777873" y="188514"/>
                </a:lnTo>
                <a:cubicBezTo>
                  <a:pt x="777873" y="189118"/>
                  <a:pt x="777721" y="189646"/>
                  <a:pt x="777419" y="190101"/>
                </a:cubicBezTo>
                <a:cubicBezTo>
                  <a:pt x="777116" y="190555"/>
                  <a:pt x="776624" y="190932"/>
                  <a:pt x="775942" y="191233"/>
                </a:cubicBezTo>
                <a:cubicBezTo>
                  <a:pt x="775261" y="191536"/>
                  <a:pt x="774315" y="191763"/>
                  <a:pt x="773103" y="191914"/>
                </a:cubicBezTo>
                <a:cubicBezTo>
                  <a:pt x="771892" y="192065"/>
                  <a:pt x="770340" y="192141"/>
                  <a:pt x="768447" y="192141"/>
                </a:cubicBezTo>
                <a:cubicBezTo>
                  <a:pt x="766631" y="192141"/>
                  <a:pt x="765116" y="192065"/>
                  <a:pt x="763905" y="191914"/>
                </a:cubicBezTo>
                <a:cubicBezTo>
                  <a:pt x="762694" y="191763"/>
                  <a:pt x="761729" y="191536"/>
                  <a:pt x="761009" y="191233"/>
                </a:cubicBezTo>
                <a:cubicBezTo>
                  <a:pt x="760290" y="190930"/>
                  <a:pt x="759798" y="190551"/>
                  <a:pt x="759533" y="190097"/>
                </a:cubicBezTo>
                <a:cubicBezTo>
                  <a:pt x="759268" y="189643"/>
                  <a:pt x="759136" y="189113"/>
                  <a:pt x="759136" y="188507"/>
                </a:cubicBezTo>
                <a:lnTo>
                  <a:pt x="759136" y="45764"/>
                </a:lnTo>
                <a:cubicBezTo>
                  <a:pt x="759136" y="45083"/>
                  <a:pt x="759249" y="44534"/>
                  <a:pt x="759476" y="44118"/>
                </a:cubicBezTo>
                <a:cubicBezTo>
                  <a:pt x="759703" y="43701"/>
                  <a:pt x="760158" y="43342"/>
                  <a:pt x="760839" y="43039"/>
                </a:cubicBezTo>
                <a:cubicBezTo>
                  <a:pt x="761520" y="42736"/>
                  <a:pt x="762391" y="42528"/>
                  <a:pt x="763451" y="42414"/>
                </a:cubicBezTo>
                <a:cubicBezTo>
                  <a:pt x="764511" y="42301"/>
                  <a:pt x="765798" y="42244"/>
                  <a:pt x="767312" y="42244"/>
                </a:cubicBezTo>
                <a:cubicBezTo>
                  <a:pt x="768902" y="42244"/>
                  <a:pt x="770208" y="42301"/>
                  <a:pt x="771230" y="42414"/>
                </a:cubicBezTo>
                <a:cubicBezTo>
                  <a:pt x="772252" y="42528"/>
                  <a:pt x="773103" y="42736"/>
                  <a:pt x="773785" y="43039"/>
                </a:cubicBezTo>
                <a:cubicBezTo>
                  <a:pt x="774466" y="43342"/>
                  <a:pt x="774939" y="43702"/>
                  <a:pt x="775204" y="44121"/>
                </a:cubicBezTo>
                <a:cubicBezTo>
                  <a:pt x="775469" y="44537"/>
                  <a:pt x="775602" y="45086"/>
                  <a:pt x="775602" y="45768"/>
                </a:cubicBezTo>
                <a:lnTo>
                  <a:pt x="775602" y="59522"/>
                </a:lnTo>
                <a:cubicBezTo>
                  <a:pt x="778706" y="56340"/>
                  <a:pt x="781696" y="53575"/>
                  <a:pt x="784573" y="51226"/>
                </a:cubicBezTo>
                <a:cubicBezTo>
                  <a:pt x="787450" y="48876"/>
                  <a:pt x="790345" y="46926"/>
                  <a:pt x="793260" y="45374"/>
                </a:cubicBezTo>
                <a:cubicBezTo>
                  <a:pt x="796175" y="43819"/>
                  <a:pt x="799165" y="42645"/>
                  <a:pt x="802231" y="41850"/>
                </a:cubicBezTo>
                <a:cubicBezTo>
                  <a:pt x="805297" y="41053"/>
                  <a:pt x="808534" y="40654"/>
                  <a:pt x="811940" y="40654"/>
                </a:cubicBezTo>
                <a:cubicBezTo>
                  <a:pt x="819360" y="40654"/>
                  <a:pt x="825681" y="42094"/>
                  <a:pt x="830905" y="44973"/>
                </a:cubicBezTo>
                <a:cubicBezTo>
                  <a:pt x="836128" y="47852"/>
                  <a:pt x="840387" y="51793"/>
                  <a:pt x="843680" y="56797"/>
                </a:cubicBezTo>
                <a:cubicBezTo>
                  <a:pt x="846973" y="61798"/>
                  <a:pt x="849377" y="67615"/>
                  <a:pt x="850891" y="74246"/>
                </a:cubicBezTo>
                <a:cubicBezTo>
                  <a:pt x="852405" y="80875"/>
                  <a:pt x="853162" y="87904"/>
                  <a:pt x="853162" y="95332"/>
                </a:cubicBezTo>
                <a:moveTo>
                  <a:pt x="833403" y="97490"/>
                </a:moveTo>
                <a:cubicBezTo>
                  <a:pt x="833403" y="92259"/>
                  <a:pt x="833006" y="87199"/>
                  <a:pt x="832211" y="82309"/>
                </a:cubicBezTo>
                <a:cubicBezTo>
                  <a:pt x="831416" y="77419"/>
                  <a:pt x="830053" y="73079"/>
                  <a:pt x="828123" y="69289"/>
                </a:cubicBezTo>
                <a:cubicBezTo>
                  <a:pt x="826192" y="65498"/>
                  <a:pt x="823599" y="62467"/>
                  <a:pt x="820344" y="60193"/>
                </a:cubicBezTo>
                <a:cubicBezTo>
                  <a:pt x="817088" y="57917"/>
                  <a:pt x="813038" y="56779"/>
                  <a:pt x="808193" y="56779"/>
                </a:cubicBezTo>
                <a:cubicBezTo>
                  <a:pt x="805770" y="56779"/>
                  <a:pt x="803386" y="57140"/>
                  <a:pt x="801039" y="57862"/>
                </a:cubicBezTo>
                <a:cubicBezTo>
                  <a:pt x="798692" y="58581"/>
                  <a:pt x="796307" y="59718"/>
                  <a:pt x="793885" y="61272"/>
                </a:cubicBezTo>
                <a:cubicBezTo>
                  <a:pt x="791462" y="62826"/>
                  <a:pt x="788926" y="64874"/>
                  <a:pt x="786276" y="67415"/>
                </a:cubicBezTo>
                <a:cubicBezTo>
                  <a:pt x="783626" y="69956"/>
                  <a:pt x="780825" y="73084"/>
                  <a:pt x="777873" y="76801"/>
                </a:cubicBezTo>
                <a:lnTo>
                  <a:pt x="777873" y="117498"/>
                </a:lnTo>
                <a:cubicBezTo>
                  <a:pt x="783021" y="123793"/>
                  <a:pt x="787904" y="128610"/>
                  <a:pt x="792522" y="131948"/>
                </a:cubicBezTo>
                <a:cubicBezTo>
                  <a:pt x="797140" y="135284"/>
                  <a:pt x="801985" y="136952"/>
                  <a:pt x="807057" y="136952"/>
                </a:cubicBezTo>
                <a:cubicBezTo>
                  <a:pt x="811751" y="136952"/>
                  <a:pt x="815782" y="135815"/>
                  <a:pt x="819151" y="133541"/>
                </a:cubicBezTo>
                <a:cubicBezTo>
                  <a:pt x="822520" y="131265"/>
                  <a:pt x="825246" y="128233"/>
                  <a:pt x="827328" y="124443"/>
                </a:cubicBezTo>
                <a:cubicBezTo>
                  <a:pt x="829410" y="120652"/>
                  <a:pt x="830943" y="116407"/>
                  <a:pt x="831927" y="111706"/>
                </a:cubicBezTo>
                <a:cubicBezTo>
                  <a:pt x="832911" y="107005"/>
                  <a:pt x="833403" y="102267"/>
                  <a:pt x="833403" y="97490"/>
                </a:cubicBezTo>
                <a:close/>
                <a:moveTo>
                  <a:pt x="930728" y="140586"/>
                </a:moveTo>
                <a:cubicBezTo>
                  <a:pt x="930728" y="142781"/>
                  <a:pt x="930577" y="144522"/>
                  <a:pt x="930274" y="145809"/>
                </a:cubicBezTo>
                <a:cubicBezTo>
                  <a:pt x="929971" y="147096"/>
                  <a:pt x="929517" y="148043"/>
                  <a:pt x="928911" y="148648"/>
                </a:cubicBezTo>
                <a:cubicBezTo>
                  <a:pt x="928305" y="149254"/>
                  <a:pt x="927397" y="149822"/>
                  <a:pt x="926186" y="150352"/>
                </a:cubicBezTo>
                <a:cubicBezTo>
                  <a:pt x="924974" y="150882"/>
                  <a:pt x="923593" y="151317"/>
                  <a:pt x="922041" y="151658"/>
                </a:cubicBezTo>
                <a:cubicBezTo>
                  <a:pt x="920489" y="151998"/>
                  <a:pt x="918842" y="152282"/>
                  <a:pt x="917101" y="152509"/>
                </a:cubicBezTo>
                <a:cubicBezTo>
                  <a:pt x="915360" y="152736"/>
                  <a:pt x="913618" y="152850"/>
                  <a:pt x="911877" y="152850"/>
                </a:cubicBezTo>
                <a:cubicBezTo>
                  <a:pt x="906578" y="152850"/>
                  <a:pt x="902035" y="152148"/>
                  <a:pt x="898250" y="150746"/>
                </a:cubicBezTo>
                <a:cubicBezTo>
                  <a:pt x="894465" y="149340"/>
                  <a:pt x="891361" y="147215"/>
                  <a:pt x="888938" y="144369"/>
                </a:cubicBezTo>
                <a:cubicBezTo>
                  <a:pt x="886516" y="141522"/>
                  <a:pt x="884756" y="137918"/>
                  <a:pt x="883658" y="133556"/>
                </a:cubicBezTo>
                <a:cubicBezTo>
                  <a:pt x="882560" y="129193"/>
                  <a:pt x="882011" y="124052"/>
                  <a:pt x="882011" y="118133"/>
                </a:cubicBezTo>
                <a:lnTo>
                  <a:pt x="882011" y="58256"/>
                </a:lnTo>
                <a:lnTo>
                  <a:pt x="867703" y="58256"/>
                </a:lnTo>
                <a:cubicBezTo>
                  <a:pt x="866567" y="58256"/>
                  <a:pt x="865659" y="57650"/>
                  <a:pt x="864978" y="56439"/>
                </a:cubicBezTo>
                <a:cubicBezTo>
                  <a:pt x="864296" y="55227"/>
                  <a:pt x="863955" y="53259"/>
                  <a:pt x="863955" y="50534"/>
                </a:cubicBezTo>
                <a:cubicBezTo>
                  <a:pt x="863955" y="49095"/>
                  <a:pt x="864050" y="47884"/>
                  <a:pt x="864239" y="46900"/>
                </a:cubicBezTo>
                <a:cubicBezTo>
                  <a:pt x="864429" y="45916"/>
                  <a:pt x="864675" y="45102"/>
                  <a:pt x="864978" y="44458"/>
                </a:cubicBezTo>
                <a:cubicBezTo>
                  <a:pt x="865280" y="43815"/>
                  <a:pt x="865678" y="43360"/>
                  <a:pt x="866170" y="43095"/>
                </a:cubicBezTo>
                <a:cubicBezTo>
                  <a:pt x="866662" y="42831"/>
                  <a:pt x="867211" y="42698"/>
                  <a:pt x="867816" y="42698"/>
                </a:cubicBezTo>
                <a:lnTo>
                  <a:pt x="882011" y="42698"/>
                </a:lnTo>
                <a:lnTo>
                  <a:pt x="882011" y="18396"/>
                </a:lnTo>
                <a:cubicBezTo>
                  <a:pt x="882011" y="17867"/>
                  <a:pt x="882144" y="17374"/>
                  <a:pt x="882409" y="16920"/>
                </a:cubicBezTo>
                <a:cubicBezTo>
                  <a:pt x="882674" y="16466"/>
                  <a:pt x="883166" y="16069"/>
                  <a:pt x="883885" y="15728"/>
                </a:cubicBezTo>
                <a:cubicBezTo>
                  <a:pt x="884604" y="15387"/>
                  <a:pt x="885569" y="15141"/>
                  <a:pt x="886781" y="14990"/>
                </a:cubicBezTo>
                <a:cubicBezTo>
                  <a:pt x="887992" y="14838"/>
                  <a:pt x="889506" y="14763"/>
                  <a:pt x="891323" y="14763"/>
                </a:cubicBezTo>
                <a:cubicBezTo>
                  <a:pt x="893216" y="14763"/>
                  <a:pt x="894768" y="14838"/>
                  <a:pt x="895979" y="14990"/>
                </a:cubicBezTo>
                <a:cubicBezTo>
                  <a:pt x="897190" y="15141"/>
                  <a:pt x="898137" y="15387"/>
                  <a:pt x="898818" y="15728"/>
                </a:cubicBezTo>
                <a:cubicBezTo>
                  <a:pt x="899499" y="16069"/>
                  <a:pt x="899991" y="16466"/>
                  <a:pt x="900294" y="16920"/>
                </a:cubicBezTo>
                <a:cubicBezTo>
                  <a:pt x="900597" y="17374"/>
                  <a:pt x="900748" y="17867"/>
                  <a:pt x="900748" y="18396"/>
                </a:cubicBezTo>
                <a:lnTo>
                  <a:pt x="900748" y="42698"/>
                </a:lnTo>
                <a:lnTo>
                  <a:pt x="926981" y="42698"/>
                </a:lnTo>
                <a:cubicBezTo>
                  <a:pt x="927586" y="42698"/>
                  <a:pt x="928116" y="42831"/>
                  <a:pt x="928570" y="43095"/>
                </a:cubicBezTo>
                <a:cubicBezTo>
                  <a:pt x="929025" y="43360"/>
                  <a:pt x="929422" y="43815"/>
                  <a:pt x="929763" y="44458"/>
                </a:cubicBezTo>
                <a:cubicBezTo>
                  <a:pt x="930103" y="45102"/>
                  <a:pt x="930349" y="45916"/>
                  <a:pt x="930501" y="46900"/>
                </a:cubicBezTo>
                <a:cubicBezTo>
                  <a:pt x="930652" y="47884"/>
                  <a:pt x="930728" y="49095"/>
                  <a:pt x="930728" y="50534"/>
                </a:cubicBezTo>
                <a:cubicBezTo>
                  <a:pt x="930728" y="53259"/>
                  <a:pt x="930387" y="55227"/>
                  <a:pt x="929706" y="56439"/>
                </a:cubicBezTo>
                <a:cubicBezTo>
                  <a:pt x="929025" y="57650"/>
                  <a:pt x="928116" y="58256"/>
                  <a:pt x="926981" y="58256"/>
                </a:cubicBezTo>
                <a:lnTo>
                  <a:pt x="900748" y="58256"/>
                </a:lnTo>
                <a:lnTo>
                  <a:pt x="900748" y="115429"/>
                </a:lnTo>
                <a:cubicBezTo>
                  <a:pt x="900748" y="122488"/>
                  <a:pt x="901789" y="127822"/>
                  <a:pt x="903871" y="131430"/>
                </a:cubicBezTo>
                <a:cubicBezTo>
                  <a:pt x="905953" y="135035"/>
                  <a:pt x="909682" y="136838"/>
                  <a:pt x="915057" y="136838"/>
                </a:cubicBezTo>
                <a:cubicBezTo>
                  <a:pt x="916798" y="136838"/>
                  <a:pt x="918350" y="136668"/>
                  <a:pt x="919713" y="136327"/>
                </a:cubicBezTo>
                <a:cubicBezTo>
                  <a:pt x="921075" y="135986"/>
                  <a:pt x="922287" y="135627"/>
                  <a:pt x="923347" y="135248"/>
                </a:cubicBezTo>
                <a:cubicBezTo>
                  <a:pt x="924407" y="134870"/>
                  <a:pt x="925315" y="134510"/>
                  <a:pt x="926072" y="134170"/>
                </a:cubicBezTo>
                <a:cubicBezTo>
                  <a:pt x="926829" y="133829"/>
                  <a:pt x="927510" y="133659"/>
                  <a:pt x="928116" y="133659"/>
                </a:cubicBezTo>
                <a:cubicBezTo>
                  <a:pt x="928495" y="133659"/>
                  <a:pt x="928854" y="133753"/>
                  <a:pt x="929195" y="133942"/>
                </a:cubicBezTo>
                <a:cubicBezTo>
                  <a:pt x="929536" y="134132"/>
                  <a:pt x="929801" y="134491"/>
                  <a:pt x="929990" y="135021"/>
                </a:cubicBezTo>
                <a:cubicBezTo>
                  <a:pt x="930179" y="135551"/>
                  <a:pt x="930349" y="136270"/>
                  <a:pt x="930501" y="137179"/>
                </a:cubicBezTo>
                <a:cubicBezTo>
                  <a:pt x="930652" y="138087"/>
                  <a:pt x="930728" y="139223"/>
                  <a:pt x="930728" y="140586"/>
                </a:cubicBezTo>
                <a:close/>
                <a:moveTo>
                  <a:pt x="972904" y="147967"/>
                </a:moveTo>
                <a:cubicBezTo>
                  <a:pt x="972904" y="148573"/>
                  <a:pt x="972753" y="149084"/>
                  <a:pt x="972450" y="149500"/>
                </a:cubicBezTo>
                <a:cubicBezTo>
                  <a:pt x="972147" y="149916"/>
                  <a:pt x="971655" y="150276"/>
                  <a:pt x="970974" y="150579"/>
                </a:cubicBezTo>
                <a:cubicBezTo>
                  <a:pt x="970293" y="150882"/>
                  <a:pt x="969346" y="151109"/>
                  <a:pt x="968135" y="151260"/>
                </a:cubicBezTo>
                <a:cubicBezTo>
                  <a:pt x="966924" y="151412"/>
                  <a:pt x="965372" y="151487"/>
                  <a:pt x="963479" y="151487"/>
                </a:cubicBezTo>
                <a:cubicBezTo>
                  <a:pt x="961662" y="151487"/>
                  <a:pt x="960148" y="151412"/>
                  <a:pt x="958937" y="151260"/>
                </a:cubicBezTo>
                <a:cubicBezTo>
                  <a:pt x="957725" y="151109"/>
                  <a:pt x="956760" y="150882"/>
                  <a:pt x="956041" y="150579"/>
                </a:cubicBezTo>
                <a:cubicBezTo>
                  <a:pt x="955322" y="150276"/>
                  <a:pt x="954830" y="149916"/>
                  <a:pt x="954565" y="149500"/>
                </a:cubicBezTo>
                <a:cubicBezTo>
                  <a:pt x="954300" y="149084"/>
                  <a:pt x="954167" y="148573"/>
                  <a:pt x="954167" y="147967"/>
                </a:cubicBezTo>
                <a:lnTo>
                  <a:pt x="954167" y="45764"/>
                </a:lnTo>
                <a:cubicBezTo>
                  <a:pt x="954167" y="45234"/>
                  <a:pt x="954300" y="44742"/>
                  <a:pt x="954565" y="44288"/>
                </a:cubicBezTo>
                <a:cubicBezTo>
                  <a:pt x="954830" y="43834"/>
                  <a:pt x="955322" y="43455"/>
                  <a:pt x="956041" y="43152"/>
                </a:cubicBezTo>
                <a:cubicBezTo>
                  <a:pt x="956760" y="42849"/>
                  <a:pt x="957725" y="42622"/>
                  <a:pt x="958937" y="42471"/>
                </a:cubicBezTo>
                <a:cubicBezTo>
                  <a:pt x="960148" y="42320"/>
                  <a:pt x="961662" y="42244"/>
                  <a:pt x="963479" y="42244"/>
                </a:cubicBezTo>
                <a:cubicBezTo>
                  <a:pt x="965372" y="42244"/>
                  <a:pt x="966924" y="42320"/>
                  <a:pt x="968135" y="42471"/>
                </a:cubicBezTo>
                <a:cubicBezTo>
                  <a:pt x="969346" y="42622"/>
                  <a:pt x="970293" y="42849"/>
                  <a:pt x="970974" y="43152"/>
                </a:cubicBezTo>
                <a:cubicBezTo>
                  <a:pt x="971655" y="43455"/>
                  <a:pt x="972147" y="43834"/>
                  <a:pt x="972450" y="44288"/>
                </a:cubicBezTo>
                <a:cubicBezTo>
                  <a:pt x="972753" y="44742"/>
                  <a:pt x="972904" y="45234"/>
                  <a:pt x="972904" y="45764"/>
                </a:cubicBezTo>
                <a:lnTo>
                  <a:pt x="972904" y="147967"/>
                </a:lnTo>
                <a:moveTo>
                  <a:pt x="975062" y="11129"/>
                </a:moveTo>
                <a:cubicBezTo>
                  <a:pt x="975062" y="15520"/>
                  <a:pt x="974229" y="18510"/>
                  <a:pt x="972564" y="20100"/>
                </a:cubicBezTo>
                <a:cubicBezTo>
                  <a:pt x="970898" y="21690"/>
                  <a:pt x="967832" y="22485"/>
                  <a:pt x="963365" y="22485"/>
                </a:cubicBezTo>
                <a:cubicBezTo>
                  <a:pt x="958975" y="22485"/>
                  <a:pt x="955965" y="21709"/>
                  <a:pt x="954338" y="20157"/>
                </a:cubicBezTo>
                <a:cubicBezTo>
                  <a:pt x="952710" y="18605"/>
                  <a:pt x="951896" y="15671"/>
                  <a:pt x="951896" y="11356"/>
                </a:cubicBezTo>
                <a:cubicBezTo>
                  <a:pt x="951896" y="6965"/>
                  <a:pt x="952729" y="3975"/>
                  <a:pt x="954394" y="2385"/>
                </a:cubicBezTo>
                <a:cubicBezTo>
                  <a:pt x="956060" y="795"/>
                  <a:pt x="959126" y="0"/>
                  <a:pt x="963593" y="0"/>
                </a:cubicBezTo>
                <a:cubicBezTo>
                  <a:pt x="967984" y="0"/>
                  <a:pt x="970993" y="776"/>
                  <a:pt x="972621" y="2328"/>
                </a:cubicBezTo>
                <a:cubicBezTo>
                  <a:pt x="974248" y="3880"/>
                  <a:pt x="975062" y="6814"/>
                  <a:pt x="975062" y="11129"/>
                </a:cubicBezTo>
                <a:close/>
                <a:moveTo>
                  <a:pt x="1101148" y="95787"/>
                </a:moveTo>
                <a:cubicBezTo>
                  <a:pt x="1101148" y="104121"/>
                  <a:pt x="1100051" y="111794"/>
                  <a:pt x="1097855" y="118804"/>
                </a:cubicBezTo>
                <a:cubicBezTo>
                  <a:pt x="1095660" y="125813"/>
                  <a:pt x="1092385" y="131858"/>
                  <a:pt x="1088032" y="136938"/>
                </a:cubicBezTo>
                <a:cubicBezTo>
                  <a:pt x="1083679" y="142015"/>
                  <a:pt x="1078228" y="145974"/>
                  <a:pt x="1071680" y="148815"/>
                </a:cubicBezTo>
                <a:cubicBezTo>
                  <a:pt x="1065131" y="151656"/>
                  <a:pt x="1057542" y="153077"/>
                  <a:pt x="1048911" y="153077"/>
                </a:cubicBezTo>
                <a:cubicBezTo>
                  <a:pt x="1040508" y="153077"/>
                  <a:pt x="1033183" y="151827"/>
                  <a:pt x="1026938" y="149326"/>
                </a:cubicBezTo>
                <a:cubicBezTo>
                  <a:pt x="1020692" y="146825"/>
                  <a:pt x="1015487" y="143188"/>
                  <a:pt x="1011323" y="138414"/>
                </a:cubicBezTo>
                <a:cubicBezTo>
                  <a:pt x="1007160" y="133640"/>
                  <a:pt x="1004056" y="127842"/>
                  <a:pt x="1002012" y="121022"/>
                </a:cubicBezTo>
                <a:cubicBezTo>
                  <a:pt x="999968" y="114201"/>
                  <a:pt x="998946" y="106471"/>
                  <a:pt x="998946" y="97831"/>
                </a:cubicBezTo>
                <a:cubicBezTo>
                  <a:pt x="998946" y="89496"/>
                  <a:pt x="1000024" y="81824"/>
                  <a:pt x="1002182" y="74814"/>
                </a:cubicBezTo>
                <a:cubicBezTo>
                  <a:pt x="1004340" y="67804"/>
                  <a:pt x="1007595" y="61761"/>
                  <a:pt x="1011948" y="56683"/>
                </a:cubicBezTo>
                <a:cubicBezTo>
                  <a:pt x="1016301" y="51604"/>
                  <a:pt x="1021733" y="47663"/>
                  <a:pt x="1028244" y="44859"/>
                </a:cubicBezTo>
                <a:cubicBezTo>
                  <a:pt x="1034754" y="42056"/>
                  <a:pt x="1042363" y="40654"/>
                  <a:pt x="1051069" y="40654"/>
                </a:cubicBezTo>
                <a:cubicBezTo>
                  <a:pt x="1059472" y="40654"/>
                  <a:pt x="1066797" y="41904"/>
                  <a:pt x="1073043" y="44405"/>
                </a:cubicBezTo>
                <a:cubicBezTo>
                  <a:pt x="1079288" y="46906"/>
                  <a:pt x="1084493" y="50543"/>
                  <a:pt x="1088657" y="55317"/>
                </a:cubicBezTo>
                <a:cubicBezTo>
                  <a:pt x="1092821" y="60091"/>
                  <a:pt x="1095944" y="65889"/>
                  <a:pt x="1098025" y="72709"/>
                </a:cubicBezTo>
                <a:cubicBezTo>
                  <a:pt x="1100107" y="79530"/>
                  <a:pt x="1101148" y="87222"/>
                  <a:pt x="1101148" y="95787"/>
                </a:cubicBezTo>
                <a:moveTo>
                  <a:pt x="1081389" y="97036"/>
                </a:moveTo>
                <a:cubicBezTo>
                  <a:pt x="1081389" y="91502"/>
                  <a:pt x="1080878" y="86271"/>
                  <a:pt x="1079856" y="81343"/>
                </a:cubicBezTo>
                <a:cubicBezTo>
                  <a:pt x="1078834" y="76415"/>
                  <a:pt x="1077150" y="72094"/>
                  <a:pt x="1074803" y="68380"/>
                </a:cubicBezTo>
                <a:cubicBezTo>
                  <a:pt x="1072456" y="64666"/>
                  <a:pt x="1069276" y="61729"/>
                  <a:pt x="1065264" y="59569"/>
                </a:cubicBezTo>
                <a:cubicBezTo>
                  <a:pt x="1061251" y="57406"/>
                  <a:pt x="1056255" y="56325"/>
                  <a:pt x="1050274" y="56325"/>
                </a:cubicBezTo>
                <a:cubicBezTo>
                  <a:pt x="1044748" y="56325"/>
                  <a:pt x="1039997" y="57310"/>
                  <a:pt x="1036022" y="59281"/>
                </a:cubicBezTo>
                <a:cubicBezTo>
                  <a:pt x="1032048" y="61252"/>
                  <a:pt x="1028774" y="64039"/>
                  <a:pt x="1026200" y="67642"/>
                </a:cubicBezTo>
                <a:cubicBezTo>
                  <a:pt x="1023626" y="71243"/>
                  <a:pt x="1021714" y="75507"/>
                  <a:pt x="1020465" y="80435"/>
                </a:cubicBezTo>
                <a:cubicBezTo>
                  <a:pt x="1019216" y="85361"/>
                  <a:pt x="1018591" y="90743"/>
                  <a:pt x="1018591" y="96582"/>
                </a:cubicBezTo>
                <a:cubicBezTo>
                  <a:pt x="1018591" y="102191"/>
                  <a:pt x="1019102" y="107460"/>
                  <a:pt x="1020124" y="112388"/>
                </a:cubicBezTo>
                <a:cubicBezTo>
                  <a:pt x="1021146" y="117316"/>
                  <a:pt x="1022850" y="121618"/>
                  <a:pt x="1025234" y="125294"/>
                </a:cubicBezTo>
                <a:cubicBezTo>
                  <a:pt x="1027619" y="128971"/>
                  <a:pt x="1030818" y="131890"/>
                  <a:pt x="1034830" y="134052"/>
                </a:cubicBezTo>
                <a:cubicBezTo>
                  <a:pt x="1038842" y="136212"/>
                  <a:pt x="1043839" y="137292"/>
                  <a:pt x="1049820" y="137292"/>
                </a:cubicBezTo>
                <a:cubicBezTo>
                  <a:pt x="1055271" y="137292"/>
                  <a:pt x="1060002" y="136307"/>
                  <a:pt x="1064015" y="134336"/>
                </a:cubicBezTo>
                <a:cubicBezTo>
                  <a:pt x="1068027" y="132366"/>
                  <a:pt x="1071320" y="129599"/>
                  <a:pt x="1073894" y="126036"/>
                </a:cubicBezTo>
                <a:cubicBezTo>
                  <a:pt x="1076468" y="122471"/>
                  <a:pt x="1078361" y="118225"/>
                  <a:pt x="1079572" y="113300"/>
                </a:cubicBezTo>
                <a:cubicBezTo>
                  <a:pt x="1080783" y="108372"/>
                  <a:pt x="1081389" y="102950"/>
                  <a:pt x="1081389" y="97036"/>
                </a:cubicBezTo>
                <a:close/>
                <a:moveTo>
                  <a:pt x="1214880" y="147967"/>
                </a:moveTo>
                <a:cubicBezTo>
                  <a:pt x="1214880" y="148573"/>
                  <a:pt x="1214729" y="149084"/>
                  <a:pt x="1214426" y="149500"/>
                </a:cubicBezTo>
                <a:cubicBezTo>
                  <a:pt x="1214123" y="149916"/>
                  <a:pt x="1213631" y="150276"/>
                  <a:pt x="1212950" y="150579"/>
                </a:cubicBezTo>
                <a:cubicBezTo>
                  <a:pt x="1212268" y="150882"/>
                  <a:pt x="1211322" y="151109"/>
                  <a:pt x="1210111" y="151260"/>
                </a:cubicBezTo>
                <a:cubicBezTo>
                  <a:pt x="1208900" y="151412"/>
                  <a:pt x="1207385" y="151487"/>
                  <a:pt x="1205568" y="151487"/>
                </a:cubicBezTo>
                <a:cubicBezTo>
                  <a:pt x="1203676" y="151487"/>
                  <a:pt x="1202124" y="151412"/>
                  <a:pt x="1200913" y="151260"/>
                </a:cubicBezTo>
                <a:cubicBezTo>
                  <a:pt x="1199701" y="151109"/>
                  <a:pt x="1198755" y="150882"/>
                  <a:pt x="1198074" y="150579"/>
                </a:cubicBezTo>
                <a:cubicBezTo>
                  <a:pt x="1197392" y="150276"/>
                  <a:pt x="1196900" y="149916"/>
                  <a:pt x="1196597" y="149500"/>
                </a:cubicBezTo>
                <a:cubicBezTo>
                  <a:pt x="1196295" y="149084"/>
                  <a:pt x="1196143" y="148573"/>
                  <a:pt x="1196143" y="147967"/>
                </a:cubicBezTo>
                <a:lnTo>
                  <a:pt x="1196143" y="88121"/>
                </a:lnTo>
                <a:cubicBezTo>
                  <a:pt x="1196143" y="82292"/>
                  <a:pt x="1195689" y="77598"/>
                  <a:pt x="1194780" y="74040"/>
                </a:cubicBezTo>
                <a:cubicBezTo>
                  <a:pt x="1193872" y="70482"/>
                  <a:pt x="1192547" y="67416"/>
                  <a:pt x="1190806" y="64842"/>
                </a:cubicBezTo>
                <a:cubicBezTo>
                  <a:pt x="1189065" y="62268"/>
                  <a:pt x="1186812" y="60300"/>
                  <a:pt x="1184049" y="58937"/>
                </a:cubicBezTo>
                <a:cubicBezTo>
                  <a:pt x="1181286" y="57574"/>
                  <a:pt x="1178087" y="56893"/>
                  <a:pt x="1174453" y="56893"/>
                </a:cubicBezTo>
                <a:cubicBezTo>
                  <a:pt x="1169760" y="56893"/>
                  <a:pt x="1165066" y="58558"/>
                  <a:pt x="1160372" y="61889"/>
                </a:cubicBezTo>
                <a:cubicBezTo>
                  <a:pt x="1155678" y="65221"/>
                  <a:pt x="1150757" y="70104"/>
                  <a:pt x="1145610" y="76539"/>
                </a:cubicBezTo>
                <a:lnTo>
                  <a:pt x="1145610" y="147967"/>
                </a:lnTo>
                <a:cubicBezTo>
                  <a:pt x="1145610" y="148573"/>
                  <a:pt x="1145458" y="149084"/>
                  <a:pt x="1145155" y="149500"/>
                </a:cubicBezTo>
                <a:cubicBezTo>
                  <a:pt x="1144852" y="149916"/>
                  <a:pt x="1144360" y="150276"/>
                  <a:pt x="1143679" y="150579"/>
                </a:cubicBezTo>
                <a:cubicBezTo>
                  <a:pt x="1142998" y="150882"/>
                  <a:pt x="1142051" y="151109"/>
                  <a:pt x="1140840" y="151260"/>
                </a:cubicBezTo>
                <a:cubicBezTo>
                  <a:pt x="1139629" y="151412"/>
                  <a:pt x="1138077" y="151487"/>
                  <a:pt x="1136184" y="151487"/>
                </a:cubicBezTo>
                <a:cubicBezTo>
                  <a:pt x="1134367" y="151487"/>
                  <a:pt x="1132853" y="151412"/>
                  <a:pt x="1131642" y="151260"/>
                </a:cubicBezTo>
                <a:cubicBezTo>
                  <a:pt x="1130431" y="151109"/>
                  <a:pt x="1129465" y="150882"/>
                  <a:pt x="1128746" y="150579"/>
                </a:cubicBezTo>
                <a:cubicBezTo>
                  <a:pt x="1128027" y="150276"/>
                  <a:pt x="1127535" y="149916"/>
                  <a:pt x="1127270" y="149500"/>
                </a:cubicBezTo>
                <a:cubicBezTo>
                  <a:pt x="1127005" y="149084"/>
                  <a:pt x="1126872" y="148573"/>
                  <a:pt x="1126872" y="147967"/>
                </a:cubicBezTo>
                <a:lnTo>
                  <a:pt x="1126872" y="45764"/>
                </a:lnTo>
                <a:cubicBezTo>
                  <a:pt x="1126872" y="45158"/>
                  <a:pt x="1126986" y="44647"/>
                  <a:pt x="1127213" y="44231"/>
                </a:cubicBezTo>
                <a:cubicBezTo>
                  <a:pt x="1127440" y="43815"/>
                  <a:pt x="1127894" y="43436"/>
                  <a:pt x="1128576" y="43095"/>
                </a:cubicBezTo>
                <a:cubicBezTo>
                  <a:pt x="1129257" y="42755"/>
                  <a:pt x="1130128" y="42528"/>
                  <a:pt x="1131188" y="42414"/>
                </a:cubicBezTo>
                <a:cubicBezTo>
                  <a:pt x="1132247" y="42301"/>
                  <a:pt x="1133648" y="42244"/>
                  <a:pt x="1135389" y="42244"/>
                </a:cubicBezTo>
                <a:cubicBezTo>
                  <a:pt x="1137055" y="42244"/>
                  <a:pt x="1138436" y="42301"/>
                  <a:pt x="1139534" y="42414"/>
                </a:cubicBezTo>
                <a:cubicBezTo>
                  <a:pt x="1140632" y="42528"/>
                  <a:pt x="1141484" y="42755"/>
                  <a:pt x="1142089" y="43095"/>
                </a:cubicBezTo>
                <a:cubicBezTo>
                  <a:pt x="1142695" y="43436"/>
                  <a:pt x="1143130" y="43815"/>
                  <a:pt x="1143395" y="44231"/>
                </a:cubicBezTo>
                <a:cubicBezTo>
                  <a:pt x="1143660" y="44647"/>
                  <a:pt x="1143793" y="45158"/>
                  <a:pt x="1143793" y="45764"/>
                </a:cubicBezTo>
                <a:lnTo>
                  <a:pt x="1143793" y="59278"/>
                </a:lnTo>
                <a:cubicBezTo>
                  <a:pt x="1149546" y="52843"/>
                  <a:pt x="1155281" y="48130"/>
                  <a:pt x="1160997" y="45140"/>
                </a:cubicBezTo>
                <a:cubicBezTo>
                  <a:pt x="1166712" y="42149"/>
                  <a:pt x="1172485" y="40654"/>
                  <a:pt x="1178314" y="40654"/>
                </a:cubicBezTo>
                <a:cubicBezTo>
                  <a:pt x="1185128" y="40654"/>
                  <a:pt x="1190863" y="41809"/>
                  <a:pt x="1195519" y="44118"/>
                </a:cubicBezTo>
                <a:cubicBezTo>
                  <a:pt x="1200174" y="46427"/>
                  <a:pt x="1203941" y="49512"/>
                  <a:pt x="1206818" y="53373"/>
                </a:cubicBezTo>
                <a:cubicBezTo>
                  <a:pt x="1209694" y="57234"/>
                  <a:pt x="1211757" y="61757"/>
                  <a:pt x="1213007" y="66943"/>
                </a:cubicBezTo>
                <a:cubicBezTo>
                  <a:pt x="1214256" y="72129"/>
                  <a:pt x="1214880" y="78355"/>
                  <a:pt x="1214880" y="85623"/>
                </a:cubicBezTo>
                <a:lnTo>
                  <a:pt x="1214880" y="147967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T">
            <a:extLst xmlns:a="http://schemas.openxmlformats.org/drawingml/2006/main">
              <a:ext uri="{FF2B5EF4-FFF2-40B4-BE49-F238E27FC236}">
                <a16:creationId xmlns:a16="http://schemas.microsoft.com/office/drawing/2014/main" id="{C6EB06FF-DF3E-4421-BD86-088B79C8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72" y="2982659"/>
            <a:ext cx="109925" cy="147626"/>
          </a:xfrm>
          <a:custGeom xmlns:a="http://schemas.openxmlformats.org/drawingml/2006/main">
            <a:pathLst>
              <a:path w="109925" h="147626">
                <a:moveTo>
                  <a:pt x="109925" y="8403"/>
                </a:moveTo>
                <a:cubicBezTo>
                  <a:pt x="109925" y="9842"/>
                  <a:pt x="109849" y="11091"/>
                  <a:pt x="109698" y="12151"/>
                </a:cubicBezTo>
                <a:cubicBezTo>
                  <a:pt x="109546" y="13211"/>
                  <a:pt x="109300" y="14062"/>
                  <a:pt x="108960" y="14706"/>
                </a:cubicBezTo>
                <a:cubicBezTo>
                  <a:pt x="108619" y="15349"/>
                  <a:pt x="108202" y="15823"/>
                  <a:pt x="107710" y="16125"/>
                </a:cubicBezTo>
                <a:cubicBezTo>
                  <a:pt x="107218" y="16428"/>
                  <a:pt x="106669" y="16580"/>
                  <a:pt x="106064" y="16580"/>
                </a:cubicBezTo>
                <a:lnTo>
                  <a:pt x="64728" y="16580"/>
                </a:lnTo>
                <a:lnTo>
                  <a:pt x="64728" y="143992"/>
                </a:lnTo>
                <a:cubicBezTo>
                  <a:pt x="64728" y="144598"/>
                  <a:pt x="64577" y="145128"/>
                  <a:pt x="64274" y="145582"/>
                </a:cubicBezTo>
                <a:cubicBezTo>
                  <a:pt x="63971" y="146036"/>
                  <a:pt x="63441" y="146396"/>
                  <a:pt x="62684" y="146661"/>
                </a:cubicBezTo>
                <a:cubicBezTo>
                  <a:pt x="61927" y="146926"/>
                  <a:pt x="60924" y="147153"/>
                  <a:pt x="59675" y="147342"/>
                </a:cubicBezTo>
                <a:cubicBezTo>
                  <a:pt x="58426" y="147532"/>
                  <a:pt x="56855" y="147626"/>
                  <a:pt x="54962" y="147626"/>
                </a:cubicBezTo>
                <a:cubicBezTo>
                  <a:pt x="53145" y="147626"/>
                  <a:pt x="51593" y="147532"/>
                  <a:pt x="50306" y="147342"/>
                </a:cubicBezTo>
                <a:cubicBezTo>
                  <a:pt x="49019" y="147153"/>
                  <a:pt x="47997" y="146926"/>
                  <a:pt x="47240" y="146661"/>
                </a:cubicBezTo>
                <a:cubicBezTo>
                  <a:pt x="46483" y="146396"/>
                  <a:pt x="45953" y="146036"/>
                  <a:pt x="45651" y="145582"/>
                </a:cubicBezTo>
                <a:cubicBezTo>
                  <a:pt x="45348" y="145128"/>
                  <a:pt x="45196" y="144598"/>
                  <a:pt x="45196" y="143992"/>
                </a:cubicBezTo>
                <a:lnTo>
                  <a:pt x="45196" y="16580"/>
                </a:lnTo>
                <a:lnTo>
                  <a:pt x="3861" y="16580"/>
                </a:lnTo>
                <a:cubicBezTo>
                  <a:pt x="3255" y="16580"/>
                  <a:pt x="2706" y="16428"/>
                  <a:pt x="2214" y="16125"/>
                </a:cubicBezTo>
                <a:cubicBezTo>
                  <a:pt x="1722" y="15823"/>
                  <a:pt x="1325" y="15349"/>
                  <a:pt x="1022" y="14706"/>
                </a:cubicBezTo>
                <a:cubicBezTo>
                  <a:pt x="719" y="14062"/>
                  <a:pt x="473" y="13211"/>
                  <a:pt x="284" y="12151"/>
                </a:cubicBezTo>
                <a:cubicBezTo>
                  <a:pt x="95" y="11091"/>
                  <a:pt x="0" y="9842"/>
                  <a:pt x="0" y="8403"/>
                </a:cubicBezTo>
                <a:cubicBezTo>
                  <a:pt x="0" y="6965"/>
                  <a:pt x="95" y="5697"/>
                  <a:pt x="284" y="4599"/>
                </a:cubicBezTo>
                <a:cubicBezTo>
                  <a:pt x="473" y="3501"/>
                  <a:pt x="719" y="2612"/>
                  <a:pt x="1022" y="1930"/>
                </a:cubicBezTo>
                <a:cubicBezTo>
                  <a:pt x="1325" y="1249"/>
                  <a:pt x="1722" y="757"/>
                  <a:pt x="2214" y="454"/>
                </a:cubicBezTo>
                <a:cubicBezTo>
                  <a:pt x="2706" y="151"/>
                  <a:pt x="3255" y="0"/>
                  <a:pt x="3861" y="0"/>
                </a:cubicBezTo>
                <a:lnTo>
                  <a:pt x="106064" y="0"/>
                </a:lnTo>
                <a:cubicBezTo>
                  <a:pt x="106669" y="0"/>
                  <a:pt x="107218" y="151"/>
                  <a:pt x="107710" y="454"/>
                </a:cubicBezTo>
                <a:cubicBezTo>
                  <a:pt x="108202" y="757"/>
                  <a:pt x="108619" y="1249"/>
                  <a:pt x="108960" y="1930"/>
                </a:cubicBezTo>
                <a:cubicBezTo>
                  <a:pt x="109300" y="2612"/>
                  <a:pt x="109546" y="3501"/>
                  <a:pt x="109698" y="4599"/>
                </a:cubicBezTo>
                <a:cubicBezTo>
                  <a:pt x="109849" y="5697"/>
                  <a:pt x="109925" y="6965"/>
                  <a:pt x="109925" y="8403"/>
                </a:cubicBez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ax,Redistribution">
            <a:extLst xmlns:a="http://schemas.openxmlformats.org/drawingml/2006/main">
              <a:ext uri="{FF2B5EF4-FFF2-40B4-BE49-F238E27FC236}">
                <a16:creationId xmlns:a16="http://schemas.microsoft.com/office/drawing/2014/main" id="{79446AE5-1E35-407A-A2D1-18885AC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34" y="2971303"/>
            <a:ext cx="1597744" cy="191233"/>
          </a:xfrm>
          <a:custGeom xmlns:a="http://schemas.openxmlformats.org/drawingml/2006/main">
            <a:pathLst>
              <a:path w="1597744" h="191233">
                <a:moveTo>
                  <a:pt x="83920" y="155575"/>
                </a:moveTo>
                <a:cubicBezTo>
                  <a:pt x="83920" y="156484"/>
                  <a:pt x="83617" y="157165"/>
                  <a:pt x="83011" y="157619"/>
                </a:cubicBezTo>
                <a:cubicBezTo>
                  <a:pt x="82406" y="158074"/>
                  <a:pt x="81573" y="158414"/>
                  <a:pt x="80513" y="158641"/>
                </a:cubicBezTo>
                <a:cubicBezTo>
                  <a:pt x="79453" y="158869"/>
                  <a:pt x="77901" y="158982"/>
                  <a:pt x="75857" y="158982"/>
                </a:cubicBezTo>
                <a:cubicBezTo>
                  <a:pt x="73889" y="158982"/>
                  <a:pt x="72318" y="158869"/>
                  <a:pt x="71144" y="158641"/>
                </a:cubicBezTo>
                <a:cubicBezTo>
                  <a:pt x="69971" y="158414"/>
                  <a:pt x="69119" y="158074"/>
                  <a:pt x="68589" y="157619"/>
                </a:cubicBezTo>
                <a:cubicBezTo>
                  <a:pt x="68059" y="157165"/>
                  <a:pt x="67795" y="156484"/>
                  <a:pt x="67795" y="155575"/>
                </a:cubicBezTo>
                <a:lnTo>
                  <a:pt x="67795" y="145355"/>
                </a:lnTo>
                <a:cubicBezTo>
                  <a:pt x="63328" y="150125"/>
                  <a:pt x="58350" y="153853"/>
                  <a:pt x="52862" y="156541"/>
                </a:cubicBezTo>
                <a:cubicBezTo>
                  <a:pt x="47373" y="159228"/>
                  <a:pt x="41562" y="160572"/>
                  <a:pt x="35430" y="160572"/>
                </a:cubicBezTo>
                <a:cubicBezTo>
                  <a:pt x="30055" y="160572"/>
                  <a:pt x="25191" y="159869"/>
                  <a:pt x="20838" y="158464"/>
                </a:cubicBezTo>
                <a:cubicBezTo>
                  <a:pt x="16485" y="157059"/>
                  <a:pt x="12775" y="155026"/>
                  <a:pt x="9709" y="152367"/>
                </a:cubicBezTo>
                <a:cubicBezTo>
                  <a:pt x="6643" y="149708"/>
                  <a:pt x="4258" y="146442"/>
                  <a:pt x="2555" y="142569"/>
                </a:cubicBezTo>
                <a:cubicBezTo>
                  <a:pt x="852" y="138694"/>
                  <a:pt x="0" y="134287"/>
                  <a:pt x="0" y="129347"/>
                </a:cubicBezTo>
                <a:cubicBezTo>
                  <a:pt x="0" y="123574"/>
                  <a:pt x="1173" y="118561"/>
                  <a:pt x="3520" y="114307"/>
                </a:cubicBezTo>
                <a:cubicBezTo>
                  <a:pt x="5867" y="110051"/>
                  <a:pt x="9236" y="106518"/>
                  <a:pt x="13627" y="103707"/>
                </a:cubicBezTo>
                <a:cubicBezTo>
                  <a:pt x="18018" y="100897"/>
                  <a:pt x="23393" y="98789"/>
                  <a:pt x="29752" y="97384"/>
                </a:cubicBezTo>
                <a:cubicBezTo>
                  <a:pt x="36112" y="95978"/>
                  <a:pt x="43266" y="95276"/>
                  <a:pt x="51215" y="95276"/>
                </a:cubicBezTo>
                <a:lnTo>
                  <a:pt x="65296" y="95276"/>
                </a:lnTo>
                <a:lnTo>
                  <a:pt x="65296" y="87355"/>
                </a:lnTo>
                <a:cubicBezTo>
                  <a:pt x="65296" y="83432"/>
                  <a:pt x="64880" y="79963"/>
                  <a:pt x="64047" y="76947"/>
                </a:cubicBezTo>
                <a:cubicBezTo>
                  <a:pt x="63214" y="73928"/>
                  <a:pt x="61871" y="71419"/>
                  <a:pt x="60016" y="69420"/>
                </a:cubicBezTo>
                <a:cubicBezTo>
                  <a:pt x="58161" y="67421"/>
                  <a:pt x="55757" y="65913"/>
                  <a:pt x="52805" y="64895"/>
                </a:cubicBezTo>
                <a:cubicBezTo>
                  <a:pt x="49852" y="63876"/>
                  <a:pt x="46218" y="63366"/>
                  <a:pt x="41903" y="63366"/>
                </a:cubicBezTo>
                <a:cubicBezTo>
                  <a:pt x="37285" y="63366"/>
                  <a:pt x="33140" y="63909"/>
                  <a:pt x="29468" y="64995"/>
                </a:cubicBezTo>
                <a:cubicBezTo>
                  <a:pt x="25797" y="66080"/>
                  <a:pt x="22579" y="67279"/>
                  <a:pt x="19816" y="68589"/>
                </a:cubicBezTo>
                <a:cubicBezTo>
                  <a:pt x="17053" y="69900"/>
                  <a:pt x="14744" y="71098"/>
                  <a:pt x="12889" y="72184"/>
                </a:cubicBezTo>
                <a:cubicBezTo>
                  <a:pt x="11034" y="73270"/>
                  <a:pt x="9652" y="73813"/>
                  <a:pt x="8744" y="73813"/>
                </a:cubicBezTo>
                <a:cubicBezTo>
                  <a:pt x="8138" y="73813"/>
                  <a:pt x="7608" y="73662"/>
                  <a:pt x="7154" y="73359"/>
                </a:cubicBezTo>
                <a:cubicBezTo>
                  <a:pt x="6700" y="73056"/>
                  <a:pt x="6303" y="72602"/>
                  <a:pt x="5962" y="71996"/>
                </a:cubicBezTo>
                <a:cubicBezTo>
                  <a:pt x="5621" y="71391"/>
                  <a:pt x="5375" y="70615"/>
                  <a:pt x="5224" y="69668"/>
                </a:cubicBezTo>
                <a:cubicBezTo>
                  <a:pt x="5072" y="68722"/>
                  <a:pt x="4997" y="67681"/>
                  <a:pt x="4997" y="66545"/>
                </a:cubicBezTo>
                <a:cubicBezTo>
                  <a:pt x="4997" y="64653"/>
                  <a:pt x="5129" y="63158"/>
                  <a:pt x="5394" y="62060"/>
                </a:cubicBezTo>
                <a:cubicBezTo>
                  <a:pt x="5659" y="60962"/>
                  <a:pt x="6303" y="59921"/>
                  <a:pt x="7325" y="58937"/>
                </a:cubicBezTo>
                <a:cubicBezTo>
                  <a:pt x="8347" y="57953"/>
                  <a:pt x="10107" y="56807"/>
                  <a:pt x="12605" y="55498"/>
                </a:cubicBezTo>
                <a:cubicBezTo>
                  <a:pt x="15103" y="54188"/>
                  <a:pt x="17980" y="52990"/>
                  <a:pt x="21235" y="51907"/>
                </a:cubicBezTo>
                <a:cubicBezTo>
                  <a:pt x="24491" y="50823"/>
                  <a:pt x="28049" y="49927"/>
                  <a:pt x="31910" y="49217"/>
                </a:cubicBezTo>
                <a:cubicBezTo>
                  <a:pt x="35771" y="48505"/>
                  <a:pt x="39670" y="48149"/>
                  <a:pt x="43607" y="48149"/>
                </a:cubicBezTo>
                <a:cubicBezTo>
                  <a:pt x="50950" y="48149"/>
                  <a:pt x="57196" y="48982"/>
                  <a:pt x="62344" y="50647"/>
                </a:cubicBezTo>
                <a:cubicBezTo>
                  <a:pt x="67492" y="52313"/>
                  <a:pt x="71655" y="54754"/>
                  <a:pt x="74835" y="57972"/>
                </a:cubicBezTo>
                <a:cubicBezTo>
                  <a:pt x="78015" y="61189"/>
                  <a:pt x="80324" y="65183"/>
                  <a:pt x="81762" y="69952"/>
                </a:cubicBezTo>
                <a:cubicBezTo>
                  <a:pt x="83201" y="74722"/>
                  <a:pt x="83920" y="80286"/>
                  <a:pt x="83920" y="86645"/>
                </a:cubicBezTo>
                <a:lnTo>
                  <a:pt x="83920" y="155575"/>
                </a:lnTo>
                <a:moveTo>
                  <a:pt x="65296" y="108789"/>
                </a:moveTo>
                <a:lnTo>
                  <a:pt x="49284" y="108789"/>
                </a:lnTo>
                <a:cubicBezTo>
                  <a:pt x="44136" y="108789"/>
                  <a:pt x="39670" y="109228"/>
                  <a:pt x="35885" y="110106"/>
                </a:cubicBezTo>
                <a:cubicBezTo>
                  <a:pt x="32099" y="110981"/>
                  <a:pt x="28957" y="112275"/>
                  <a:pt x="26459" y="113988"/>
                </a:cubicBezTo>
                <a:cubicBezTo>
                  <a:pt x="23961" y="115701"/>
                  <a:pt x="22125" y="117758"/>
                  <a:pt x="20952" y="120159"/>
                </a:cubicBezTo>
                <a:cubicBezTo>
                  <a:pt x="19778" y="122558"/>
                  <a:pt x="19191" y="125319"/>
                  <a:pt x="19191" y="128442"/>
                </a:cubicBezTo>
                <a:cubicBezTo>
                  <a:pt x="19191" y="133774"/>
                  <a:pt x="20876" y="138021"/>
                  <a:pt x="24245" y="141182"/>
                </a:cubicBezTo>
                <a:cubicBezTo>
                  <a:pt x="27614" y="144342"/>
                  <a:pt x="32326" y="145923"/>
                  <a:pt x="38383" y="145923"/>
                </a:cubicBezTo>
                <a:cubicBezTo>
                  <a:pt x="43304" y="145923"/>
                  <a:pt x="47865" y="144667"/>
                  <a:pt x="52067" y="142154"/>
                </a:cubicBezTo>
                <a:cubicBezTo>
                  <a:pt x="56268" y="139639"/>
                  <a:pt x="60678" y="135792"/>
                  <a:pt x="65296" y="130614"/>
                </a:cubicBezTo>
                <a:lnTo>
                  <a:pt x="65296" y="108789"/>
                </a:lnTo>
                <a:close/>
                <a:moveTo>
                  <a:pt x="192379" y="153304"/>
                </a:moveTo>
                <a:cubicBezTo>
                  <a:pt x="192984" y="154364"/>
                  <a:pt x="193287" y="155254"/>
                  <a:pt x="193287" y="155973"/>
                </a:cubicBezTo>
                <a:cubicBezTo>
                  <a:pt x="193287" y="156692"/>
                  <a:pt x="192928" y="157279"/>
                  <a:pt x="192208" y="157733"/>
                </a:cubicBezTo>
                <a:cubicBezTo>
                  <a:pt x="191489" y="158187"/>
                  <a:pt x="190391" y="158509"/>
                  <a:pt x="188915" y="158698"/>
                </a:cubicBezTo>
                <a:cubicBezTo>
                  <a:pt x="187439" y="158887"/>
                  <a:pt x="185527" y="158982"/>
                  <a:pt x="183180" y="158982"/>
                </a:cubicBezTo>
                <a:cubicBezTo>
                  <a:pt x="180909" y="158982"/>
                  <a:pt x="179111" y="158925"/>
                  <a:pt x="177786" y="158812"/>
                </a:cubicBezTo>
                <a:cubicBezTo>
                  <a:pt x="176462" y="158698"/>
                  <a:pt x="175402" y="158509"/>
                  <a:pt x="174607" y="158244"/>
                </a:cubicBezTo>
                <a:cubicBezTo>
                  <a:pt x="173812" y="157979"/>
                  <a:pt x="173206" y="157638"/>
                  <a:pt x="172790" y="157222"/>
                </a:cubicBezTo>
                <a:cubicBezTo>
                  <a:pt x="172373" y="156806"/>
                  <a:pt x="172014" y="156332"/>
                  <a:pt x="171711" y="155802"/>
                </a:cubicBezTo>
                <a:lnTo>
                  <a:pt x="147182" y="115262"/>
                </a:lnTo>
                <a:lnTo>
                  <a:pt x="122767" y="155802"/>
                </a:lnTo>
                <a:cubicBezTo>
                  <a:pt x="122464" y="156332"/>
                  <a:pt x="122105" y="156806"/>
                  <a:pt x="121688" y="157222"/>
                </a:cubicBezTo>
                <a:cubicBezTo>
                  <a:pt x="121272" y="157638"/>
                  <a:pt x="120666" y="157979"/>
                  <a:pt x="119872" y="158244"/>
                </a:cubicBezTo>
                <a:cubicBezTo>
                  <a:pt x="119077" y="158509"/>
                  <a:pt x="118036" y="158698"/>
                  <a:pt x="116749" y="158812"/>
                </a:cubicBezTo>
                <a:cubicBezTo>
                  <a:pt x="115462" y="158925"/>
                  <a:pt x="113758" y="158982"/>
                  <a:pt x="111639" y="158982"/>
                </a:cubicBezTo>
                <a:cubicBezTo>
                  <a:pt x="109443" y="158982"/>
                  <a:pt x="107645" y="158887"/>
                  <a:pt x="106244" y="158698"/>
                </a:cubicBezTo>
                <a:cubicBezTo>
                  <a:pt x="104844" y="158509"/>
                  <a:pt x="103822" y="158187"/>
                  <a:pt x="103178" y="157733"/>
                </a:cubicBezTo>
                <a:cubicBezTo>
                  <a:pt x="102535" y="157279"/>
                  <a:pt x="102232" y="156692"/>
                  <a:pt x="102270" y="155973"/>
                </a:cubicBezTo>
                <a:cubicBezTo>
                  <a:pt x="102308" y="155254"/>
                  <a:pt x="102667" y="154364"/>
                  <a:pt x="103349" y="153304"/>
                </a:cubicBezTo>
                <a:lnTo>
                  <a:pt x="135145" y="103452"/>
                </a:lnTo>
                <a:lnTo>
                  <a:pt x="105052" y="55417"/>
                </a:lnTo>
                <a:cubicBezTo>
                  <a:pt x="104446" y="54357"/>
                  <a:pt x="104125" y="53467"/>
                  <a:pt x="104087" y="52748"/>
                </a:cubicBezTo>
                <a:cubicBezTo>
                  <a:pt x="104049" y="52029"/>
                  <a:pt x="104390" y="51423"/>
                  <a:pt x="105109" y="50931"/>
                </a:cubicBezTo>
                <a:cubicBezTo>
                  <a:pt x="105828" y="50439"/>
                  <a:pt x="106926" y="50117"/>
                  <a:pt x="108402" y="49966"/>
                </a:cubicBezTo>
                <a:cubicBezTo>
                  <a:pt x="109878" y="49814"/>
                  <a:pt x="111828" y="49739"/>
                  <a:pt x="114250" y="49739"/>
                </a:cubicBezTo>
                <a:cubicBezTo>
                  <a:pt x="116446" y="49739"/>
                  <a:pt x="118206" y="49795"/>
                  <a:pt x="119531" y="49909"/>
                </a:cubicBezTo>
                <a:cubicBezTo>
                  <a:pt x="120856" y="50023"/>
                  <a:pt x="121897" y="50193"/>
                  <a:pt x="122654" y="50420"/>
                </a:cubicBezTo>
                <a:cubicBezTo>
                  <a:pt x="123411" y="50647"/>
                  <a:pt x="123979" y="50950"/>
                  <a:pt x="124357" y="51329"/>
                </a:cubicBezTo>
                <a:cubicBezTo>
                  <a:pt x="124736" y="51707"/>
                  <a:pt x="125076" y="52161"/>
                  <a:pt x="125379" y="52691"/>
                </a:cubicBezTo>
                <a:lnTo>
                  <a:pt x="148659" y="90733"/>
                </a:lnTo>
                <a:lnTo>
                  <a:pt x="172279" y="52691"/>
                </a:lnTo>
                <a:cubicBezTo>
                  <a:pt x="172582" y="52237"/>
                  <a:pt x="172922" y="51821"/>
                  <a:pt x="173301" y="51442"/>
                </a:cubicBezTo>
                <a:cubicBezTo>
                  <a:pt x="173679" y="51064"/>
                  <a:pt x="174190" y="50742"/>
                  <a:pt x="174834" y="50477"/>
                </a:cubicBezTo>
                <a:cubicBezTo>
                  <a:pt x="175477" y="50212"/>
                  <a:pt x="176386" y="50023"/>
                  <a:pt x="177559" y="49909"/>
                </a:cubicBezTo>
                <a:cubicBezTo>
                  <a:pt x="178733" y="49795"/>
                  <a:pt x="180341" y="49739"/>
                  <a:pt x="182386" y="49739"/>
                </a:cubicBezTo>
                <a:cubicBezTo>
                  <a:pt x="184581" y="49739"/>
                  <a:pt x="186379" y="49814"/>
                  <a:pt x="187780" y="49966"/>
                </a:cubicBezTo>
                <a:cubicBezTo>
                  <a:pt x="189180" y="50117"/>
                  <a:pt x="190221" y="50401"/>
                  <a:pt x="190902" y="50817"/>
                </a:cubicBezTo>
                <a:cubicBezTo>
                  <a:pt x="191584" y="51234"/>
                  <a:pt x="191887" y="51821"/>
                  <a:pt x="191811" y="52578"/>
                </a:cubicBezTo>
                <a:cubicBezTo>
                  <a:pt x="191735" y="53335"/>
                  <a:pt x="191357" y="54281"/>
                  <a:pt x="190675" y="55417"/>
                </a:cubicBezTo>
                <a:lnTo>
                  <a:pt x="160809" y="102884"/>
                </a:lnTo>
                <a:lnTo>
                  <a:pt x="192379" y="153304"/>
                </a:lnTo>
                <a:close/>
                <a:moveTo>
                  <a:pt x="239087" y="142062"/>
                </a:moveTo>
                <a:cubicBezTo>
                  <a:pt x="239087" y="144409"/>
                  <a:pt x="238974" y="146566"/>
                  <a:pt x="238746" y="148535"/>
                </a:cubicBezTo>
                <a:cubicBezTo>
                  <a:pt x="238519" y="150503"/>
                  <a:pt x="238141" y="152358"/>
                  <a:pt x="237611" y="154099"/>
                </a:cubicBezTo>
                <a:cubicBezTo>
                  <a:pt x="237081" y="155840"/>
                  <a:pt x="236381" y="157563"/>
                  <a:pt x="235510" y="159266"/>
                </a:cubicBezTo>
                <a:cubicBezTo>
                  <a:pt x="234639" y="160969"/>
                  <a:pt x="233561" y="162767"/>
                  <a:pt x="232274" y="164660"/>
                </a:cubicBezTo>
                <a:lnTo>
                  <a:pt x="216716" y="188053"/>
                </a:lnTo>
                <a:cubicBezTo>
                  <a:pt x="216338" y="188583"/>
                  <a:pt x="215902" y="189037"/>
                  <a:pt x="215410" y="189416"/>
                </a:cubicBezTo>
                <a:cubicBezTo>
                  <a:pt x="214918" y="189794"/>
                  <a:pt x="214312" y="190135"/>
                  <a:pt x="213593" y="190438"/>
                </a:cubicBezTo>
                <a:cubicBezTo>
                  <a:pt x="212874" y="190741"/>
                  <a:pt x="212041" y="190949"/>
                  <a:pt x="211095" y="191062"/>
                </a:cubicBezTo>
                <a:cubicBezTo>
                  <a:pt x="210149" y="191176"/>
                  <a:pt x="208956" y="191233"/>
                  <a:pt x="207518" y="191233"/>
                </a:cubicBezTo>
                <a:cubicBezTo>
                  <a:pt x="206231" y="191233"/>
                  <a:pt x="205152" y="191176"/>
                  <a:pt x="204281" y="191062"/>
                </a:cubicBezTo>
                <a:cubicBezTo>
                  <a:pt x="203411" y="190949"/>
                  <a:pt x="202786" y="190760"/>
                  <a:pt x="202408" y="190495"/>
                </a:cubicBezTo>
                <a:cubicBezTo>
                  <a:pt x="202029" y="190230"/>
                  <a:pt x="201821" y="189870"/>
                  <a:pt x="201783" y="189416"/>
                </a:cubicBezTo>
                <a:cubicBezTo>
                  <a:pt x="201745" y="188962"/>
                  <a:pt x="201878" y="188432"/>
                  <a:pt x="202181" y="187826"/>
                </a:cubicBezTo>
                <a:lnTo>
                  <a:pt x="217284" y="156597"/>
                </a:lnTo>
                <a:lnTo>
                  <a:pt x="217284" y="142062"/>
                </a:lnTo>
                <a:cubicBezTo>
                  <a:pt x="217284" y="140018"/>
                  <a:pt x="217492" y="138390"/>
                  <a:pt x="217908" y="137179"/>
                </a:cubicBezTo>
                <a:cubicBezTo>
                  <a:pt x="218325" y="135968"/>
                  <a:pt x="218987" y="135059"/>
                  <a:pt x="219896" y="134453"/>
                </a:cubicBezTo>
                <a:cubicBezTo>
                  <a:pt x="220804" y="133848"/>
                  <a:pt x="221940" y="133431"/>
                  <a:pt x="223302" y="133204"/>
                </a:cubicBezTo>
                <a:cubicBezTo>
                  <a:pt x="224665" y="132977"/>
                  <a:pt x="226331" y="132864"/>
                  <a:pt x="228299" y="132864"/>
                </a:cubicBezTo>
                <a:cubicBezTo>
                  <a:pt x="230192" y="132864"/>
                  <a:pt x="231819" y="132977"/>
                  <a:pt x="233182" y="133204"/>
                </a:cubicBezTo>
                <a:cubicBezTo>
                  <a:pt x="234545" y="133431"/>
                  <a:pt x="235661" y="133848"/>
                  <a:pt x="236532" y="134453"/>
                </a:cubicBezTo>
                <a:cubicBezTo>
                  <a:pt x="237403" y="135059"/>
                  <a:pt x="238046" y="135968"/>
                  <a:pt x="238463" y="137179"/>
                </a:cubicBezTo>
                <a:cubicBezTo>
                  <a:pt x="238879" y="138390"/>
                  <a:pt x="239087" y="140018"/>
                  <a:pt x="239087" y="142062"/>
                </a:cubicBezTo>
                <a:close/>
                <a:moveTo>
                  <a:pt x="423053" y="155348"/>
                </a:moveTo>
                <a:cubicBezTo>
                  <a:pt x="423053" y="155954"/>
                  <a:pt x="422939" y="156484"/>
                  <a:pt x="422712" y="156938"/>
                </a:cubicBezTo>
                <a:cubicBezTo>
                  <a:pt x="422485" y="157392"/>
                  <a:pt x="421993" y="157771"/>
                  <a:pt x="421236" y="158074"/>
                </a:cubicBezTo>
                <a:cubicBezTo>
                  <a:pt x="420479" y="158376"/>
                  <a:pt x="419419" y="158604"/>
                  <a:pt x="418056" y="158755"/>
                </a:cubicBezTo>
                <a:cubicBezTo>
                  <a:pt x="416694" y="158906"/>
                  <a:pt x="414877" y="158982"/>
                  <a:pt x="412605" y="158982"/>
                </a:cubicBezTo>
                <a:cubicBezTo>
                  <a:pt x="410637" y="158982"/>
                  <a:pt x="409028" y="158906"/>
                  <a:pt x="407779" y="158755"/>
                </a:cubicBezTo>
                <a:cubicBezTo>
                  <a:pt x="406530" y="158604"/>
                  <a:pt x="405527" y="158358"/>
                  <a:pt x="404770" y="158017"/>
                </a:cubicBezTo>
                <a:cubicBezTo>
                  <a:pt x="404013" y="157676"/>
                  <a:pt x="403426" y="157203"/>
                  <a:pt x="403010" y="156597"/>
                </a:cubicBezTo>
                <a:cubicBezTo>
                  <a:pt x="402593" y="155992"/>
                  <a:pt x="402234" y="155235"/>
                  <a:pt x="401931" y="154326"/>
                </a:cubicBezTo>
                <a:lnTo>
                  <a:pt x="388417" y="119691"/>
                </a:lnTo>
                <a:cubicBezTo>
                  <a:pt x="386828" y="115754"/>
                  <a:pt x="385181" y="112139"/>
                  <a:pt x="383478" y="108846"/>
                </a:cubicBezTo>
                <a:cubicBezTo>
                  <a:pt x="381774" y="105553"/>
                  <a:pt x="379749" y="102714"/>
                  <a:pt x="377402" y="100329"/>
                </a:cubicBezTo>
                <a:cubicBezTo>
                  <a:pt x="375055" y="97944"/>
                  <a:pt x="372292" y="96090"/>
                  <a:pt x="369112" y="94765"/>
                </a:cubicBezTo>
                <a:cubicBezTo>
                  <a:pt x="365933" y="93440"/>
                  <a:pt x="362110" y="92777"/>
                  <a:pt x="357643" y="92777"/>
                </a:cubicBezTo>
                <a:lnTo>
                  <a:pt x="344584" y="92777"/>
                </a:lnTo>
                <a:lnTo>
                  <a:pt x="344584" y="155348"/>
                </a:lnTo>
                <a:cubicBezTo>
                  <a:pt x="344584" y="155954"/>
                  <a:pt x="344413" y="156484"/>
                  <a:pt x="344073" y="156938"/>
                </a:cubicBezTo>
                <a:cubicBezTo>
                  <a:pt x="343732" y="157392"/>
                  <a:pt x="343202" y="157752"/>
                  <a:pt x="342483" y="158017"/>
                </a:cubicBezTo>
                <a:cubicBezTo>
                  <a:pt x="341764" y="158282"/>
                  <a:pt x="340780" y="158509"/>
                  <a:pt x="339530" y="158698"/>
                </a:cubicBezTo>
                <a:cubicBezTo>
                  <a:pt x="338281" y="158887"/>
                  <a:pt x="336710" y="158982"/>
                  <a:pt x="334818" y="158982"/>
                </a:cubicBezTo>
                <a:cubicBezTo>
                  <a:pt x="332925" y="158982"/>
                  <a:pt x="331354" y="158887"/>
                  <a:pt x="330105" y="158698"/>
                </a:cubicBezTo>
                <a:cubicBezTo>
                  <a:pt x="328856" y="158509"/>
                  <a:pt x="327853" y="158282"/>
                  <a:pt x="327096" y="158017"/>
                </a:cubicBezTo>
                <a:cubicBezTo>
                  <a:pt x="326339" y="157752"/>
                  <a:pt x="325809" y="157392"/>
                  <a:pt x="325506" y="156938"/>
                </a:cubicBezTo>
                <a:cubicBezTo>
                  <a:pt x="325203" y="156484"/>
                  <a:pt x="325052" y="155954"/>
                  <a:pt x="325052" y="155348"/>
                </a:cubicBezTo>
                <a:lnTo>
                  <a:pt x="325052" y="19305"/>
                </a:lnTo>
                <a:cubicBezTo>
                  <a:pt x="325052" y="16352"/>
                  <a:pt x="325828" y="14289"/>
                  <a:pt x="327380" y="13116"/>
                </a:cubicBezTo>
                <a:cubicBezTo>
                  <a:pt x="328932" y="11943"/>
                  <a:pt x="330578" y="11356"/>
                  <a:pt x="332320" y="11356"/>
                </a:cubicBezTo>
                <a:lnTo>
                  <a:pt x="363548" y="11356"/>
                </a:lnTo>
                <a:cubicBezTo>
                  <a:pt x="367258" y="11356"/>
                  <a:pt x="370343" y="11451"/>
                  <a:pt x="372803" y="11640"/>
                </a:cubicBezTo>
                <a:cubicBezTo>
                  <a:pt x="375264" y="11829"/>
                  <a:pt x="377478" y="12037"/>
                  <a:pt x="379446" y="12264"/>
                </a:cubicBezTo>
                <a:cubicBezTo>
                  <a:pt x="385124" y="13249"/>
                  <a:pt x="390140" y="14800"/>
                  <a:pt x="394493" y="16920"/>
                </a:cubicBezTo>
                <a:cubicBezTo>
                  <a:pt x="398846" y="19040"/>
                  <a:pt x="402499" y="21728"/>
                  <a:pt x="405451" y="24983"/>
                </a:cubicBezTo>
                <a:cubicBezTo>
                  <a:pt x="408404" y="28238"/>
                  <a:pt x="410618" y="31967"/>
                  <a:pt x="412094" y="36168"/>
                </a:cubicBezTo>
                <a:cubicBezTo>
                  <a:pt x="413571" y="40370"/>
                  <a:pt x="414309" y="45007"/>
                  <a:pt x="414309" y="50079"/>
                </a:cubicBezTo>
                <a:cubicBezTo>
                  <a:pt x="414309" y="55000"/>
                  <a:pt x="413646" y="59410"/>
                  <a:pt x="412322" y="63309"/>
                </a:cubicBezTo>
                <a:cubicBezTo>
                  <a:pt x="410997" y="67208"/>
                  <a:pt x="409085" y="70652"/>
                  <a:pt x="406587" y="73643"/>
                </a:cubicBezTo>
                <a:cubicBezTo>
                  <a:pt x="404089" y="76633"/>
                  <a:pt x="401098" y="79226"/>
                  <a:pt x="397616" y="81422"/>
                </a:cubicBezTo>
                <a:cubicBezTo>
                  <a:pt x="394133" y="83617"/>
                  <a:pt x="390234" y="85472"/>
                  <a:pt x="385919" y="86986"/>
                </a:cubicBezTo>
                <a:cubicBezTo>
                  <a:pt x="388342" y="88046"/>
                  <a:pt x="390537" y="89390"/>
                  <a:pt x="392506" y="91017"/>
                </a:cubicBezTo>
                <a:cubicBezTo>
                  <a:pt x="394474" y="92645"/>
                  <a:pt x="396310" y="94594"/>
                  <a:pt x="398013" y="96866"/>
                </a:cubicBezTo>
                <a:cubicBezTo>
                  <a:pt x="399717" y="99137"/>
                  <a:pt x="401325" y="101749"/>
                  <a:pt x="402839" y="104701"/>
                </a:cubicBezTo>
                <a:cubicBezTo>
                  <a:pt x="404354" y="107654"/>
                  <a:pt x="405868" y="110985"/>
                  <a:pt x="407382" y="114694"/>
                </a:cubicBezTo>
                <a:lnTo>
                  <a:pt x="420555" y="147058"/>
                </a:lnTo>
                <a:cubicBezTo>
                  <a:pt x="421614" y="149784"/>
                  <a:pt x="422296" y="151695"/>
                  <a:pt x="422599" y="152793"/>
                </a:cubicBezTo>
                <a:cubicBezTo>
                  <a:pt x="422901" y="153891"/>
                  <a:pt x="423053" y="154743"/>
                  <a:pt x="423053" y="155348"/>
                </a:cubicBezTo>
                <a:moveTo>
                  <a:pt x="393641" y="52123"/>
                </a:moveTo>
                <a:cubicBezTo>
                  <a:pt x="393641" y="46370"/>
                  <a:pt x="392354" y="41506"/>
                  <a:pt x="389780" y="37531"/>
                </a:cubicBezTo>
                <a:cubicBezTo>
                  <a:pt x="387206" y="33557"/>
                  <a:pt x="382891" y="30699"/>
                  <a:pt x="376834" y="28957"/>
                </a:cubicBezTo>
                <a:cubicBezTo>
                  <a:pt x="374942" y="28428"/>
                  <a:pt x="372803" y="28049"/>
                  <a:pt x="370418" y="27822"/>
                </a:cubicBezTo>
                <a:cubicBezTo>
                  <a:pt x="368034" y="27595"/>
                  <a:pt x="364911" y="27481"/>
                  <a:pt x="361050" y="27481"/>
                </a:cubicBezTo>
                <a:lnTo>
                  <a:pt x="344584" y="27481"/>
                </a:lnTo>
                <a:lnTo>
                  <a:pt x="344584" y="76993"/>
                </a:lnTo>
                <a:lnTo>
                  <a:pt x="363662" y="76993"/>
                </a:lnTo>
                <a:cubicBezTo>
                  <a:pt x="368810" y="76993"/>
                  <a:pt x="373257" y="76368"/>
                  <a:pt x="377005" y="75119"/>
                </a:cubicBezTo>
                <a:cubicBezTo>
                  <a:pt x="380752" y="73870"/>
                  <a:pt x="383875" y="72129"/>
                  <a:pt x="386373" y="69895"/>
                </a:cubicBezTo>
                <a:cubicBezTo>
                  <a:pt x="388872" y="67662"/>
                  <a:pt x="390708" y="65031"/>
                  <a:pt x="391881" y="62003"/>
                </a:cubicBezTo>
                <a:cubicBezTo>
                  <a:pt x="393054" y="58975"/>
                  <a:pt x="393641" y="55682"/>
                  <a:pt x="393641" y="52123"/>
                </a:cubicBezTo>
                <a:close/>
                <a:moveTo>
                  <a:pt x="529973" y="99932"/>
                </a:moveTo>
                <a:cubicBezTo>
                  <a:pt x="529973" y="102884"/>
                  <a:pt x="529235" y="104985"/>
                  <a:pt x="527758" y="106234"/>
                </a:cubicBezTo>
                <a:cubicBezTo>
                  <a:pt x="526282" y="107483"/>
                  <a:pt x="524598" y="108108"/>
                  <a:pt x="522705" y="108108"/>
                </a:cubicBezTo>
                <a:lnTo>
                  <a:pt x="455705" y="108108"/>
                </a:lnTo>
                <a:cubicBezTo>
                  <a:pt x="455705" y="113802"/>
                  <a:pt x="456273" y="118928"/>
                  <a:pt x="457409" y="123484"/>
                </a:cubicBezTo>
                <a:cubicBezTo>
                  <a:pt x="458544" y="128041"/>
                  <a:pt x="460437" y="131952"/>
                  <a:pt x="463087" y="135216"/>
                </a:cubicBezTo>
                <a:cubicBezTo>
                  <a:pt x="465736" y="138481"/>
                  <a:pt x="469181" y="140988"/>
                  <a:pt x="473421" y="142736"/>
                </a:cubicBezTo>
                <a:cubicBezTo>
                  <a:pt x="477660" y="144482"/>
                  <a:pt x="482846" y="145355"/>
                  <a:pt x="488978" y="145355"/>
                </a:cubicBezTo>
                <a:cubicBezTo>
                  <a:pt x="493823" y="145355"/>
                  <a:pt x="498139" y="144958"/>
                  <a:pt x="501924" y="144163"/>
                </a:cubicBezTo>
                <a:cubicBezTo>
                  <a:pt x="505709" y="143368"/>
                  <a:pt x="508983" y="142478"/>
                  <a:pt x="511747" y="141494"/>
                </a:cubicBezTo>
                <a:cubicBezTo>
                  <a:pt x="514510" y="140510"/>
                  <a:pt x="516781" y="139620"/>
                  <a:pt x="518560" y="138825"/>
                </a:cubicBezTo>
                <a:cubicBezTo>
                  <a:pt x="520339" y="138031"/>
                  <a:pt x="521683" y="137633"/>
                  <a:pt x="522591" y="137633"/>
                </a:cubicBezTo>
                <a:cubicBezTo>
                  <a:pt x="523121" y="137633"/>
                  <a:pt x="523595" y="137766"/>
                  <a:pt x="524011" y="138031"/>
                </a:cubicBezTo>
                <a:cubicBezTo>
                  <a:pt x="524427" y="138295"/>
                  <a:pt x="524749" y="138693"/>
                  <a:pt x="524976" y="139223"/>
                </a:cubicBezTo>
                <a:cubicBezTo>
                  <a:pt x="525203" y="139753"/>
                  <a:pt x="525374" y="140491"/>
                  <a:pt x="525487" y="141437"/>
                </a:cubicBezTo>
                <a:cubicBezTo>
                  <a:pt x="525601" y="142384"/>
                  <a:pt x="525658" y="143538"/>
                  <a:pt x="525658" y="144901"/>
                </a:cubicBezTo>
                <a:cubicBezTo>
                  <a:pt x="525658" y="145885"/>
                  <a:pt x="525620" y="146737"/>
                  <a:pt x="525544" y="147456"/>
                </a:cubicBezTo>
                <a:cubicBezTo>
                  <a:pt x="525468" y="148175"/>
                  <a:pt x="525374" y="148819"/>
                  <a:pt x="525260" y="149386"/>
                </a:cubicBezTo>
                <a:cubicBezTo>
                  <a:pt x="525147" y="149954"/>
                  <a:pt x="524957" y="150465"/>
                  <a:pt x="524692" y="150919"/>
                </a:cubicBezTo>
                <a:cubicBezTo>
                  <a:pt x="524427" y="151374"/>
                  <a:pt x="524087" y="151809"/>
                  <a:pt x="523670" y="152225"/>
                </a:cubicBezTo>
                <a:cubicBezTo>
                  <a:pt x="523254" y="152642"/>
                  <a:pt x="522024" y="153323"/>
                  <a:pt x="519980" y="154269"/>
                </a:cubicBezTo>
                <a:cubicBezTo>
                  <a:pt x="517936" y="155216"/>
                  <a:pt x="515286" y="156143"/>
                  <a:pt x="512031" y="157052"/>
                </a:cubicBezTo>
                <a:cubicBezTo>
                  <a:pt x="508775" y="157960"/>
                  <a:pt x="505009" y="158774"/>
                  <a:pt x="500731" y="159493"/>
                </a:cubicBezTo>
                <a:cubicBezTo>
                  <a:pt x="496454" y="160212"/>
                  <a:pt x="491893" y="160572"/>
                  <a:pt x="487048" y="160572"/>
                </a:cubicBezTo>
                <a:cubicBezTo>
                  <a:pt x="478644" y="160572"/>
                  <a:pt x="471282" y="159397"/>
                  <a:pt x="464960" y="157048"/>
                </a:cubicBezTo>
                <a:cubicBezTo>
                  <a:pt x="458639" y="154699"/>
                  <a:pt x="453321" y="151213"/>
                  <a:pt x="449005" y="146590"/>
                </a:cubicBezTo>
                <a:cubicBezTo>
                  <a:pt x="444690" y="141967"/>
                  <a:pt x="441435" y="136170"/>
                  <a:pt x="439239" y="129198"/>
                </a:cubicBezTo>
                <a:cubicBezTo>
                  <a:pt x="437044" y="122226"/>
                  <a:pt x="435946" y="114117"/>
                  <a:pt x="435946" y="104871"/>
                </a:cubicBezTo>
                <a:cubicBezTo>
                  <a:pt x="435946" y="96080"/>
                  <a:pt x="437082" y="88179"/>
                  <a:pt x="439353" y="81170"/>
                </a:cubicBezTo>
                <a:cubicBezTo>
                  <a:pt x="441624" y="74160"/>
                  <a:pt x="444898" y="68211"/>
                  <a:pt x="449176" y="63323"/>
                </a:cubicBezTo>
                <a:cubicBezTo>
                  <a:pt x="453453" y="58435"/>
                  <a:pt x="458620" y="54684"/>
                  <a:pt x="464677" y="52070"/>
                </a:cubicBezTo>
                <a:cubicBezTo>
                  <a:pt x="470733" y="49456"/>
                  <a:pt x="477509" y="48149"/>
                  <a:pt x="485004" y="48149"/>
                </a:cubicBezTo>
                <a:cubicBezTo>
                  <a:pt x="493028" y="48149"/>
                  <a:pt x="499861" y="49436"/>
                  <a:pt x="505501" y="52010"/>
                </a:cubicBezTo>
                <a:cubicBezTo>
                  <a:pt x="511141" y="54584"/>
                  <a:pt x="515778" y="58047"/>
                  <a:pt x="519412" y="62400"/>
                </a:cubicBezTo>
                <a:cubicBezTo>
                  <a:pt x="523046" y="66754"/>
                  <a:pt x="525714" y="71864"/>
                  <a:pt x="527418" y="77731"/>
                </a:cubicBezTo>
                <a:cubicBezTo>
                  <a:pt x="529121" y="83598"/>
                  <a:pt x="529973" y="89863"/>
                  <a:pt x="529973" y="96525"/>
                </a:cubicBezTo>
                <a:lnTo>
                  <a:pt x="529973" y="99932"/>
                </a:lnTo>
                <a:moveTo>
                  <a:pt x="511122" y="94367"/>
                </a:moveTo>
                <a:cubicBezTo>
                  <a:pt x="511349" y="84525"/>
                  <a:pt x="509173" y="76803"/>
                  <a:pt x="504592" y="71201"/>
                </a:cubicBezTo>
                <a:cubicBezTo>
                  <a:pt x="500012" y="65599"/>
                  <a:pt x="493218" y="62798"/>
                  <a:pt x="484209" y="62798"/>
                </a:cubicBezTo>
                <a:cubicBezTo>
                  <a:pt x="479591" y="62798"/>
                  <a:pt x="475540" y="63669"/>
                  <a:pt x="472058" y="65410"/>
                </a:cubicBezTo>
                <a:cubicBezTo>
                  <a:pt x="468575" y="67151"/>
                  <a:pt x="465661" y="69460"/>
                  <a:pt x="463314" y="72337"/>
                </a:cubicBezTo>
                <a:cubicBezTo>
                  <a:pt x="460967" y="75214"/>
                  <a:pt x="459150" y="78564"/>
                  <a:pt x="457863" y="82387"/>
                </a:cubicBezTo>
                <a:cubicBezTo>
                  <a:pt x="456576" y="86210"/>
                  <a:pt x="455857" y="90203"/>
                  <a:pt x="455705" y="94367"/>
                </a:cubicBezTo>
                <a:lnTo>
                  <a:pt x="511122" y="94367"/>
                </a:lnTo>
                <a:close/>
                <a:moveTo>
                  <a:pt x="643435" y="155458"/>
                </a:moveTo>
                <a:cubicBezTo>
                  <a:pt x="643435" y="156064"/>
                  <a:pt x="643302" y="156595"/>
                  <a:pt x="643037" y="157052"/>
                </a:cubicBezTo>
                <a:cubicBezTo>
                  <a:pt x="642772" y="157506"/>
                  <a:pt x="642318" y="157865"/>
                  <a:pt x="641674" y="158130"/>
                </a:cubicBezTo>
                <a:cubicBezTo>
                  <a:pt x="641031" y="158395"/>
                  <a:pt x="640179" y="158604"/>
                  <a:pt x="639119" y="158755"/>
                </a:cubicBezTo>
                <a:cubicBezTo>
                  <a:pt x="638059" y="158906"/>
                  <a:pt x="636772" y="158982"/>
                  <a:pt x="635258" y="158982"/>
                </a:cubicBezTo>
                <a:cubicBezTo>
                  <a:pt x="633669" y="158982"/>
                  <a:pt x="632344" y="158906"/>
                  <a:pt x="631284" y="158755"/>
                </a:cubicBezTo>
                <a:cubicBezTo>
                  <a:pt x="630224" y="158606"/>
                  <a:pt x="629353" y="158400"/>
                  <a:pt x="628672" y="158137"/>
                </a:cubicBezTo>
                <a:cubicBezTo>
                  <a:pt x="627991" y="157873"/>
                  <a:pt x="627499" y="157514"/>
                  <a:pt x="627196" y="157062"/>
                </a:cubicBezTo>
                <a:cubicBezTo>
                  <a:pt x="626893" y="156610"/>
                  <a:pt x="626741" y="156084"/>
                  <a:pt x="626741" y="155483"/>
                </a:cubicBezTo>
                <a:lnTo>
                  <a:pt x="626741" y="142044"/>
                </a:lnTo>
                <a:cubicBezTo>
                  <a:pt x="621366" y="147878"/>
                  <a:pt x="615783" y="152425"/>
                  <a:pt x="609992" y="155685"/>
                </a:cubicBezTo>
                <a:cubicBezTo>
                  <a:pt x="604200" y="158943"/>
                  <a:pt x="597860" y="160572"/>
                  <a:pt x="590970" y="160572"/>
                </a:cubicBezTo>
                <a:cubicBezTo>
                  <a:pt x="583476" y="160572"/>
                  <a:pt x="577078" y="159113"/>
                  <a:pt x="571779" y="156196"/>
                </a:cubicBezTo>
                <a:cubicBezTo>
                  <a:pt x="566480" y="153279"/>
                  <a:pt x="562183" y="149339"/>
                  <a:pt x="558890" y="144376"/>
                </a:cubicBezTo>
                <a:cubicBezTo>
                  <a:pt x="555597" y="139410"/>
                  <a:pt x="553193" y="133575"/>
                  <a:pt x="551679" y="126870"/>
                </a:cubicBezTo>
                <a:cubicBezTo>
                  <a:pt x="550165" y="120163"/>
                  <a:pt x="549408" y="113095"/>
                  <a:pt x="549408" y="105666"/>
                </a:cubicBezTo>
                <a:cubicBezTo>
                  <a:pt x="549408" y="96877"/>
                  <a:pt x="550354" y="88940"/>
                  <a:pt x="552247" y="81854"/>
                </a:cubicBezTo>
                <a:cubicBezTo>
                  <a:pt x="554140" y="74769"/>
                  <a:pt x="556941" y="68725"/>
                  <a:pt x="560650" y="63724"/>
                </a:cubicBezTo>
                <a:cubicBezTo>
                  <a:pt x="564360" y="58720"/>
                  <a:pt x="568959" y="54874"/>
                  <a:pt x="574448" y="52184"/>
                </a:cubicBezTo>
                <a:cubicBezTo>
                  <a:pt x="579936" y="49494"/>
                  <a:pt x="586277" y="48149"/>
                  <a:pt x="593469" y="48149"/>
                </a:cubicBezTo>
                <a:cubicBezTo>
                  <a:pt x="599450" y="48149"/>
                  <a:pt x="604919" y="49456"/>
                  <a:pt x="609878" y="52070"/>
                </a:cubicBezTo>
                <a:cubicBezTo>
                  <a:pt x="614837" y="54684"/>
                  <a:pt x="619739" y="58530"/>
                  <a:pt x="624584" y="63607"/>
                </a:cubicBezTo>
                <a:lnTo>
                  <a:pt x="624584" y="4095"/>
                </a:lnTo>
                <a:cubicBezTo>
                  <a:pt x="624584" y="3565"/>
                  <a:pt x="624716" y="3054"/>
                  <a:pt x="624981" y="2562"/>
                </a:cubicBezTo>
                <a:cubicBezTo>
                  <a:pt x="625246" y="2068"/>
                  <a:pt x="625757" y="1688"/>
                  <a:pt x="626514" y="1423"/>
                </a:cubicBezTo>
                <a:cubicBezTo>
                  <a:pt x="627271" y="1156"/>
                  <a:pt x="628237" y="927"/>
                  <a:pt x="629410" y="738"/>
                </a:cubicBezTo>
                <a:cubicBezTo>
                  <a:pt x="630584" y="549"/>
                  <a:pt x="632079" y="454"/>
                  <a:pt x="633896" y="454"/>
                </a:cubicBezTo>
                <a:cubicBezTo>
                  <a:pt x="635788" y="454"/>
                  <a:pt x="637340" y="549"/>
                  <a:pt x="638552" y="738"/>
                </a:cubicBezTo>
                <a:cubicBezTo>
                  <a:pt x="639763" y="927"/>
                  <a:pt x="640709" y="1155"/>
                  <a:pt x="641391" y="1419"/>
                </a:cubicBezTo>
                <a:cubicBezTo>
                  <a:pt x="642072" y="1684"/>
                  <a:pt x="642583" y="2064"/>
                  <a:pt x="642924" y="2559"/>
                </a:cubicBezTo>
                <a:cubicBezTo>
                  <a:pt x="643264" y="3051"/>
                  <a:pt x="643435" y="3562"/>
                  <a:pt x="643435" y="4092"/>
                </a:cubicBezTo>
                <a:lnTo>
                  <a:pt x="643435" y="155458"/>
                </a:lnTo>
                <a:moveTo>
                  <a:pt x="624584" y="83615"/>
                </a:moveTo>
                <a:cubicBezTo>
                  <a:pt x="619512" y="77319"/>
                  <a:pt x="614610" y="72523"/>
                  <a:pt x="609878" y="69225"/>
                </a:cubicBezTo>
                <a:cubicBezTo>
                  <a:pt x="605146" y="65924"/>
                  <a:pt x="600207" y="64274"/>
                  <a:pt x="595059" y="64274"/>
                </a:cubicBezTo>
                <a:cubicBezTo>
                  <a:pt x="590289" y="64274"/>
                  <a:pt x="586239" y="65412"/>
                  <a:pt x="582908" y="67688"/>
                </a:cubicBezTo>
                <a:cubicBezTo>
                  <a:pt x="579577" y="69962"/>
                  <a:pt x="576870" y="72956"/>
                  <a:pt x="574788" y="76670"/>
                </a:cubicBezTo>
                <a:cubicBezTo>
                  <a:pt x="572706" y="80384"/>
                  <a:pt x="571192" y="84592"/>
                  <a:pt x="570246" y="89293"/>
                </a:cubicBezTo>
                <a:cubicBezTo>
                  <a:pt x="569300" y="93993"/>
                  <a:pt x="568827" y="98770"/>
                  <a:pt x="568827" y="103622"/>
                </a:cubicBezTo>
                <a:cubicBezTo>
                  <a:pt x="568827" y="108777"/>
                  <a:pt x="569224" y="113819"/>
                  <a:pt x="570019" y="118747"/>
                </a:cubicBezTo>
                <a:cubicBezTo>
                  <a:pt x="570814" y="123675"/>
                  <a:pt x="572195" y="128053"/>
                  <a:pt x="574164" y="131881"/>
                </a:cubicBezTo>
                <a:cubicBezTo>
                  <a:pt x="576132" y="135708"/>
                  <a:pt x="578744" y="138779"/>
                  <a:pt x="581999" y="141093"/>
                </a:cubicBezTo>
                <a:cubicBezTo>
                  <a:pt x="585255" y="143404"/>
                  <a:pt x="589343" y="144560"/>
                  <a:pt x="594264" y="144560"/>
                </a:cubicBezTo>
                <a:cubicBezTo>
                  <a:pt x="596762" y="144560"/>
                  <a:pt x="599166" y="144219"/>
                  <a:pt x="601475" y="143538"/>
                </a:cubicBezTo>
                <a:cubicBezTo>
                  <a:pt x="603784" y="142854"/>
                  <a:pt x="606149" y="141716"/>
                  <a:pt x="608572" y="140124"/>
                </a:cubicBezTo>
                <a:cubicBezTo>
                  <a:pt x="610995" y="138532"/>
                  <a:pt x="613531" y="136466"/>
                  <a:pt x="616180" y="133925"/>
                </a:cubicBezTo>
                <a:cubicBezTo>
                  <a:pt x="618830" y="131384"/>
                  <a:pt x="621631" y="128255"/>
                  <a:pt x="624584" y="124538"/>
                </a:cubicBezTo>
                <a:lnTo>
                  <a:pt x="624584" y="83615"/>
                </a:lnTo>
                <a:close/>
                <a:moveTo>
                  <a:pt x="694019" y="155462"/>
                </a:moveTo>
                <a:cubicBezTo>
                  <a:pt x="694019" y="156067"/>
                  <a:pt x="693867" y="156578"/>
                  <a:pt x="693564" y="156995"/>
                </a:cubicBezTo>
                <a:cubicBezTo>
                  <a:pt x="693262" y="157411"/>
                  <a:pt x="692769" y="157771"/>
                  <a:pt x="692088" y="158074"/>
                </a:cubicBezTo>
                <a:cubicBezTo>
                  <a:pt x="691407" y="158376"/>
                  <a:pt x="690460" y="158604"/>
                  <a:pt x="689249" y="158755"/>
                </a:cubicBezTo>
                <a:cubicBezTo>
                  <a:pt x="688038" y="158906"/>
                  <a:pt x="686486" y="158982"/>
                  <a:pt x="684593" y="158982"/>
                </a:cubicBezTo>
                <a:cubicBezTo>
                  <a:pt x="682776" y="158982"/>
                  <a:pt x="681262" y="158906"/>
                  <a:pt x="680051" y="158755"/>
                </a:cubicBezTo>
                <a:cubicBezTo>
                  <a:pt x="678840" y="158604"/>
                  <a:pt x="677874" y="158376"/>
                  <a:pt x="677155" y="158074"/>
                </a:cubicBezTo>
                <a:cubicBezTo>
                  <a:pt x="676436" y="157771"/>
                  <a:pt x="675944" y="157411"/>
                  <a:pt x="675679" y="156995"/>
                </a:cubicBezTo>
                <a:cubicBezTo>
                  <a:pt x="675414" y="156578"/>
                  <a:pt x="675281" y="156067"/>
                  <a:pt x="675281" y="155462"/>
                </a:cubicBezTo>
                <a:lnTo>
                  <a:pt x="675281" y="53259"/>
                </a:lnTo>
                <a:cubicBezTo>
                  <a:pt x="675281" y="52729"/>
                  <a:pt x="675414" y="52237"/>
                  <a:pt x="675679" y="51783"/>
                </a:cubicBezTo>
                <a:cubicBezTo>
                  <a:pt x="675944" y="51329"/>
                  <a:pt x="676436" y="50950"/>
                  <a:pt x="677155" y="50647"/>
                </a:cubicBezTo>
                <a:cubicBezTo>
                  <a:pt x="677874" y="50344"/>
                  <a:pt x="678840" y="50117"/>
                  <a:pt x="680051" y="49966"/>
                </a:cubicBezTo>
                <a:cubicBezTo>
                  <a:pt x="681262" y="49814"/>
                  <a:pt x="682776" y="49739"/>
                  <a:pt x="684593" y="49739"/>
                </a:cubicBezTo>
                <a:cubicBezTo>
                  <a:pt x="686486" y="49739"/>
                  <a:pt x="688038" y="49814"/>
                  <a:pt x="689249" y="49966"/>
                </a:cubicBezTo>
                <a:cubicBezTo>
                  <a:pt x="690460" y="50117"/>
                  <a:pt x="691407" y="50344"/>
                  <a:pt x="692088" y="50647"/>
                </a:cubicBezTo>
                <a:cubicBezTo>
                  <a:pt x="692769" y="50950"/>
                  <a:pt x="693262" y="51329"/>
                  <a:pt x="693564" y="51783"/>
                </a:cubicBezTo>
                <a:cubicBezTo>
                  <a:pt x="693867" y="52237"/>
                  <a:pt x="694019" y="52729"/>
                  <a:pt x="694019" y="53259"/>
                </a:cubicBezTo>
                <a:lnTo>
                  <a:pt x="694019" y="155462"/>
                </a:lnTo>
                <a:moveTo>
                  <a:pt x="696176" y="18624"/>
                </a:moveTo>
                <a:cubicBezTo>
                  <a:pt x="696176" y="23015"/>
                  <a:pt x="695343" y="26005"/>
                  <a:pt x="693678" y="27595"/>
                </a:cubicBezTo>
                <a:cubicBezTo>
                  <a:pt x="692012" y="29185"/>
                  <a:pt x="688946" y="29979"/>
                  <a:pt x="684480" y="29979"/>
                </a:cubicBezTo>
                <a:cubicBezTo>
                  <a:pt x="680089" y="29979"/>
                  <a:pt x="677079" y="29204"/>
                  <a:pt x="675452" y="27652"/>
                </a:cubicBezTo>
                <a:cubicBezTo>
                  <a:pt x="673824" y="26100"/>
                  <a:pt x="673010" y="23166"/>
                  <a:pt x="673010" y="18851"/>
                </a:cubicBezTo>
                <a:cubicBezTo>
                  <a:pt x="673010" y="14460"/>
                  <a:pt x="673843" y="11469"/>
                  <a:pt x="675509" y="9880"/>
                </a:cubicBezTo>
                <a:cubicBezTo>
                  <a:pt x="677174" y="8290"/>
                  <a:pt x="680240" y="7495"/>
                  <a:pt x="684707" y="7495"/>
                </a:cubicBezTo>
                <a:cubicBezTo>
                  <a:pt x="689098" y="7495"/>
                  <a:pt x="692107" y="8271"/>
                  <a:pt x="693735" y="9823"/>
                </a:cubicBezTo>
                <a:cubicBezTo>
                  <a:pt x="695362" y="11375"/>
                  <a:pt x="696176" y="14308"/>
                  <a:pt x="696176" y="18624"/>
                </a:cubicBezTo>
                <a:close/>
                <a:moveTo>
                  <a:pt x="791398" y="127722"/>
                </a:moveTo>
                <a:cubicBezTo>
                  <a:pt x="791398" y="132950"/>
                  <a:pt x="790432" y="137611"/>
                  <a:pt x="788502" y="141703"/>
                </a:cubicBezTo>
                <a:cubicBezTo>
                  <a:pt x="786571" y="145794"/>
                  <a:pt x="783827" y="149242"/>
                  <a:pt x="780269" y="152048"/>
                </a:cubicBezTo>
                <a:cubicBezTo>
                  <a:pt x="776711" y="154851"/>
                  <a:pt x="772471" y="156972"/>
                  <a:pt x="767550" y="158411"/>
                </a:cubicBezTo>
                <a:cubicBezTo>
                  <a:pt x="762630" y="159852"/>
                  <a:pt x="757217" y="160572"/>
                  <a:pt x="751312" y="160572"/>
                </a:cubicBezTo>
                <a:cubicBezTo>
                  <a:pt x="747678" y="160572"/>
                  <a:pt x="744214" y="160288"/>
                  <a:pt x="740921" y="159720"/>
                </a:cubicBezTo>
                <a:cubicBezTo>
                  <a:pt x="737628" y="159152"/>
                  <a:pt x="734675" y="158433"/>
                  <a:pt x="732063" y="157563"/>
                </a:cubicBezTo>
                <a:cubicBezTo>
                  <a:pt x="729451" y="156692"/>
                  <a:pt x="727237" y="155784"/>
                  <a:pt x="725420" y="154837"/>
                </a:cubicBezTo>
                <a:cubicBezTo>
                  <a:pt x="723603" y="153891"/>
                  <a:pt x="722278" y="153039"/>
                  <a:pt x="721446" y="152282"/>
                </a:cubicBezTo>
                <a:cubicBezTo>
                  <a:pt x="720613" y="151525"/>
                  <a:pt x="720007" y="150465"/>
                  <a:pt x="719629" y="149102"/>
                </a:cubicBezTo>
                <a:cubicBezTo>
                  <a:pt x="719250" y="147740"/>
                  <a:pt x="719061" y="145885"/>
                  <a:pt x="719061" y="143538"/>
                </a:cubicBezTo>
                <a:cubicBezTo>
                  <a:pt x="719061" y="142100"/>
                  <a:pt x="719137" y="140888"/>
                  <a:pt x="719288" y="139904"/>
                </a:cubicBezTo>
                <a:cubicBezTo>
                  <a:pt x="719439" y="138920"/>
                  <a:pt x="719629" y="138125"/>
                  <a:pt x="719856" y="137520"/>
                </a:cubicBezTo>
                <a:cubicBezTo>
                  <a:pt x="720083" y="136914"/>
                  <a:pt x="720405" y="136479"/>
                  <a:pt x="720821" y="136214"/>
                </a:cubicBezTo>
                <a:cubicBezTo>
                  <a:pt x="721237" y="135949"/>
                  <a:pt x="721711" y="135816"/>
                  <a:pt x="722241" y="135816"/>
                </a:cubicBezTo>
                <a:cubicBezTo>
                  <a:pt x="723073" y="135816"/>
                  <a:pt x="724304" y="136327"/>
                  <a:pt x="725931" y="137349"/>
                </a:cubicBezTo>
                <a:cubicBezTo>
                  <a:pt x="727559" y="138371"/>
                  <a:pt x="729565" y="139488"/>
                  <a:pt x="731950" y="140699"/>
                </a:cubicBezTo>
                <a:cubicBezTo>
                  <a:pt x="734335" y="141910"/>
                  <a:pt x="737155" y="143027"/>
                  <a:pt x="740410" y="144049"/>
                </a:cubicBezTo>
                <a:cubicBezTo>
                  <a:pt x="743665" y="145071"/>
                  <a:pt x="747413" y="145582"/>
                  <a:pt x="751652" y="145582"/>
                </a:cubicBezTo>
                <a:cubicBezTo>
                  <a:pt x="754832" y="145582"/>
                  <a:pt x="757709" y="145241"/>
                  <a:pt x="760283" y="144560"/>
                </a:cubicBezTo>
                <a:cubicBezTo>
                  <a:pt x="762857" y="143876"/>
                  <a:pt x="765090" y="142871"/>
                  <a:pt x="766983" y="141544"/>
                </a:cubicBezTo>
                <a:cubicBezTo>
                  <a:pt x="768875" y="140217"/>
                  <a:pt x="770333" y="138529"/>
                  <a:pt x="771355" y="136480"/>
                </a:cubicBezTo>
                <a:cubicBezTo>
                  <a:pt x="772377" y="134431"/>
                  <a:pt x="772888" y="132004"/>
                  <a:pt x="772888" y="129198"/>
                </a:cubicBezTo>
                <a:cubicBezTo>
                  <a:pt x="772888" y="126319"/>
                  <a:pt x="772150" y="123894"/>
                  <a:pt x="770673" y="121923"/>
                </a:cubicBezTo>
                <a:cubicBezTo>
                  <a:pt x="769197" y="119952"/>
                  <a:pt x="767248" y="118210"/>
                  <a:pt x="764825" y="116696"/>
                </a:cubicBezTo>
                <a:cubicBezTo>
                  <a:pt x="762402" y="115179"/>
                  <a:pt x="759677" y="113834"/>
                  <a:pt x="756649" y="112661"/>
                </a:cubicBezTo>
                <a:cubicBezTo>
                  <a:pt x="753621" y="111485"/>
                  <a:pt x="750498" y="110254"/>
                  <a:pt x="747280" y="108967"/>
                </a:cubicBezTo>
                <a:cubicBezTo>
                  <a:pt x="744063" y="107677"/>
                  <a:pt x="740921" y="106218"/>
                  <a:pt x="737855" y="104588"/>
                </a:cubicBezTo>
                <a:cubicBezTo>
                  <a:pt x="734789" y="102957"/>
                  <a:pt x="732044" y="100968"/>
                  <a:pt x="729622" y="98619"/>
                </a:cubicBezTo>
                <a:cubicBezTo>
                  <a:pt x="727199" y="96269"/>
                  <a:pt x="725250" y="93466"/>
                  <a:pt x="723774" y="90208"/>
                </a:cubicBezTo>
                <a:cubicBezTo>
                  <a:pt x="722297" y="86950"/>
                  <a:pt x="721559" y="83048"/>
                  <a:pt x="721559" y="78501"/>
                </a:cubicBezTo>
                <a:cubicBezTo>
                  <a:pt x="721559" y="74484"/>
                  <a:pt x="722335" y="70638"/>
                  <a:pt x="723887" y="66964"/>
                </a:cubicBezTo>
                <a:cubicBezTo>
                  <a:pt x="725439" y="63288"/>
                  <a:pt x="727767" y="60067"/>
                  <a:pt x="730871" y="57301"/>
                </a:cubicBezTo>
                <a:cubicBezTo>
                  <a:pt x="733975" y="54533"/>
                  <a:pt x="737855" y="52316"/>
                  <a:pt x="742511" y="50651"/>
                </a:cubicBezTo>
                <a:cubicBezTo>
                  <a:pt x="747167" y="48983"/>
                  <a:pt x="752599" y="48149"/>
                  <a:pt x="758806" y="48149"/>
                </a:cubicBezTo>
                <a:cubicBezTo>
                  <a:pt x="761532" y="48149"/>
                  <a:pt x="764257" y="48380"/>
                  <a:pt x="766983" y="48841"/>
                </a:cubicBezTo>
                <a:cubicBezTo>
                  <a:pt x="769708" y="49302"/>
                  <a:pt x="772168" y="49878"/>
                  <a:pt x="774364" y="50569"/>
                </a:cubicBezTo>
                <a:cubicBezTo>
                  <a:pt x="776559" y="51260"/>
                  <a:pt x="778433" y="52009"/>
                  <a:pt x="779985" y="52815"/>
                </a:cubicBezTo>
                <a:cubicBezTo>
                  <a:pt x="781537" y="53622"/>
                  <a:pt x="782710" y="54333"/>
                  <a:pt x="783505" y="54948"/>
                </a:cubicBezTo>
                <a:cubicBezTo>
                  <a:pt x="784300" y="55563"/>
                  <a:pt x="784830" y="56098"/>
                  <a:pt x="785095" y="56552"/>
                </a:cubicBezTo>
                <a:cubicBezTo>
                  <a:pt x="785360" y="57006"/>
                  <a:pt x="785549" y="57517"/>
                  <a:pt x="785663" y="58085"/>
                </a:cubicBezTo>
                <a:cubicBezTo>
                  <a:pt x="785777" y="58653"/>
                  <a:pt x="785890" y="59353"/>
                  <a:pt x="786004" y="60186"/>
                </a:cubicBezTo>
                <a:cubicBezTo>
                  <a:pt x="786117" y="61019"/>
                  <a:pt x="786174" y="62041"/>
                  <a:pt x="786174" y="63252"/>
                </a:cubicBezTo>
                <a:cubicBezTo>
                  <a:pt x="786174" y="64539"/>
                  <a:pt x="786117" y="65656"/>
                  <a:pt x="786004" y="66602"/>
                </a:cubicBezTo>
                <a:cubicBezTo>
                  <a:pt x="785890" y="67548"/>
                  <a:pt x="785701" y="68324"/>
                  <a:pt x="785436" y="68930"/>
                </a:cubicBezTo>
                <a:cubicBezTo>
                  <a:pt x="785171" y="69536"/>
                  <a:pt x="784849" y="69971"/>
                  <a:pt x="784471" y="70236"/>
                </a:cubicBezTo>
                <a:cubicBezTo>
                  <a:pt x="784092" y="70501"/>
                  <a:pt x="783676" y="70633"/>
                  <a:pt x="783222" y="70633"/>
                </a:cubicBezTo>
                <a:cubicBezTo>
                  <a:pt x="782540" y="70633"/>
                  <a:pt x="781556" y="70211"/>
                  <a:pt x="780269" y="69367"/>
                </a:cubicBezTo>
                <a:cubicBezTo>
                  <a:pt x="778982" y="68522"/>
                  <a:pt x="777316" y="67619"/>
                  <a:pt x="775272" y="66659"/>
                </a:cubicBezTo>
                <a:cubicBezTo>
                  <a:pt x="773228" y="65698"/>
                  <a:pt x="770825" y="64796"/>
                  <a:pt x="768061" y="63951"/>
                </a:cubicBezTo>
                <a:cubicBezTo>
                  <a:pt x="765298" y="63107"/>
                  <a:pt x="762137" y="62684"/>
                  <a:pt x="758579" y="62684"/>
                </a:cubicBezTo>
                <a:cubicBezTo>
                  <a:pt x="755400" y="62684"/>
                  <a:pt x="752599" y="63045"/>
                  <a:pt x="750176" y="63767"/>
                </a:cubicBezTo>
                <a:cubicBezTo>
                  <a:pt x="747753" y="64486"/>
                  <a:pt x="745766" y="65509"/>
                  <a:pt x="744214" y="66836"/>
                </a:cubicBezTo>
                <a:cubicBezTo>
                  <a:pt x="742662" y="68164"/>
                  <a:pt x="741489" y="69738"/>
                  <a:pt x="740694" y="71560"/>
                </a:cubicBezTo>
                <a:cubicBezTo>
                  <a:pt x="739899" y="73379"/>
                  <a:pt x="739501" y="75351"/>
                  <a:pt x="739501" y="77475"/>
                </a:cubicBezTo>
                <a:cubicBezTo>
                  <a:pt x="739501" y="80430"/>
                  <a:pt x="740258" y="82912"/>
                  <a:pt x="741773" y="84921"/>
                </a:cubicBezTo>
                <a:cubicBezTo>
                  <a:pt x="743287" y="86929"/>
                  <a:pt x="745255" y="88692"/>
                  <a:pt x="747678" y="90208"/>
                </a:cubicBezTo>
                <a:cubicBezTo>
                  <a:pt x="750100" y="91722"/>
                  <a:pt x="752863" y="93086"/>
                  <a:pt x="755967" y="94300"/>
                </a:cubicBezTo>
                <a:cubicBezTo>
                  <a:pt x="759071" y="95511"/>
                  <a:pt x="762232" y="96761"/>
                  <a:pt x="765450" y="98051"/>
                </a:cubicBezTo>
                <a:cubicBezTo>
                  <a:pt x="768667" y="99338"/>
                  <a:pt x="771847" y="100777"/>
                  <a:pt x="774989" y="102370"/>
                </a:cubicBezTo>
                <a:cubicBezTo>
                  <a:pt x="778130" y="103962"/>
                  <a:pt x="780912" y="105895"/>
                  <a:pt x="783335" y="108168"/>
                </a:cubicBezTo>
                <a:cubicBezTo>
                  <a:pt x="785758" y="110442"/>
                  <a:pt x="787707" y="113171"/>
                  <a:pt x="789183" y="116355"/>
                </a:cubicBezTo>
                <a:cubicBezTo>
                  <a:pt x="790660" y="119537"/>
                  <a:pt x="791398" y="123326"/>
                  <a:pt x="791398" y="127722"/>
                </a:cubicBezTo>
                <a:close/>
                <a:moveTo>
                  <a:pt x="866526" y="148080"/>
                </a:moveTo>
                <a:cubicBezTo>
                  <a:pt x="866526" y="150276"/>
                  <a:pt x="866374" y="152017"/>
                  <a:pt x="866071" y="153304"/>
                </a:cubicBezTo>
                <a:cubicBezTo>
                  <a:pt x="865769" y="154591"/>
                  <a:pt x="865314" y="155537"/>
                  <a:pt x="864709" y="156143"/>
                </a:cubicBezTo>
                <a:cubicBezTo>
                  <a:pt x="864103" y="156749"/>
                  <a:pt x="863195" y="157317"/>
                  <a:pt x="861983" y="157846"/>
                </a:cubicBezTo>
                <a:cubicBezTo>
                  <a:pt x="860772" y="158376"/>
                  <a:pt x="859390" y="158812"/>
                  <a:pt x="857838" y="159152"/>
                </a:cubicBezTo>
                <a:cubicBezTo>
                  <a:pt x="856286" y="159493"/>
                  <a:pt x="854640" y="159777"/>
                  <a:pt x="852899" y="160004"/>
                </a:cubicBezTo>
                <a:cubicBezTo>
                  <a:pt x="851157" y="160231"/>
                  <a:pt x="849416" y="160345"/>
                  <a:pt x="847675" y="160345"/>
                </a:cubicBezTo>
                <a:cubicBezTo>
                  <a:pt x="842375" y="160345"/>
                  <a:pt x="837833" y="159643"/>
                  <a:pt x="834048" y="158240"/>
                </a:cubicBezTo>
                <a:cubicBezTo>
                  <a:pt x="830263" y="156835"/>
                  <a:pt x="827159" y="154709"/>
                  <a:pt x="824736" y="151863"/>
                </a:cubicBezTo>
                <a:cubicBezTo>
                  <a:pt x="822313" y="149017"/>
                  <a:pt x="820553" y="145413"/>
                  <a:pt x="819456" y="141050"/>
                </a:cubicBezTo>
                <a:cubicBezTo>
                  <a:pt x="818358" y="136688"/>
                  <a:pt x="817809" y="131547"/>
                  <a:pt x="817809" y="125628"/>
                </a:cubicBezTo>
                <a:lnTo>
                  <a:pt x="817809" y="65750"/>
                </a:lnTo>
                <a:lnTo>
                  <a:pt x="803501" y="65750"/>
                </a:lnTo>
                <a:cubicBezTo>
                  <a:pt x="802365" y="65750"/>
                  <a:pt x="801457" y="65145"/>
                  <a:pt x="800775" y="63934"/>
                </a:cubicBezTo>
                <a:cubicBezTo>
                  <a:pt x="800094" y="62722"/>
                  <a:pt x="799753" y="60754"/>
                  <a:pt x="799753" y="58028"/>
                </a:cubicBezTo>
                <a:cubicBezTo>
                  <a:pt x="799753" y="56590"/>
                  <a:pt x="799848" y="55379"/>
                  <a:pt x="800037" y="54395"/>
                </a:cubicBezTo>
                <a:cubicBezTo>
                  <a:pt x="800226" y="53410"/>
                  <a:pt x="800472" y="52597"/>
                  <a:pt x="800775" y="51953"/>
                </a:cubicBezTo>
                <a:cubicBezTo>
                  <a:pt x="801078" y="51310"/>
                  <a:pt x="801475" y="50855"/>
                  <a:pt x="801968" y="50590"/>
                </a:cubicBezTo>
                <a:cubicBezTo>
                  <a:pt x="802460" y="50325"/>
                  <a:pt x="803009" y="50193"/>
                  <a:pt x="803614" y="50193"/>
                </a:cubicBezTo>
                <a:lnTo>
                  <a:pt x="817809" y="50193"/>
                </a:lnTo>
                <a:lnTo>
                  <a:pt x="817809" y="25891"/>
                </a:lnTo>
                <a:cubicBezTo>
                  <a:pt x="817809" y="25361"/>
                  <a:pt x="817941" y="24869"/>
                  <a:pt x="818206" y="24415"/>
                </a:cubicBezTo>
                <a:cubicBezTo>
                  <a:pt x="818471" y="23961"/>
                  <a:pt x="818963" y="23563"/>
                  <a:pt x="819683" y="23223"/>
                </a:cubicBezTo>
                <a:cubicBezTo>
                  <a:pt x="820402" y="22882"/>
                  <a:pt x="821367" y="22636"/>
                  <a:pt x="822578" y="22485"/>
                </a:cubicBezTo>
                <a:cubicBezTo>
                  <a:pt x="823790" y="22333"/>
                  <a:pt x="825304" y="22257"/>
                  <a:pt x="827121" y="22257"/>
                </a:cubicBezTo>
                <a:cubicBezTo>
                  <a:pt x="829013" y="22257"/>
                  <a:pt x="830565" y="22333"/>
                  <a:pt x="831777" y="22485"/>
                </a:cubicBezTo>
                <a:cubicBezTo>
                  <a:pt x="832988" y="22636"/>
                  <a:pt x="833934" y="22882"/>
                  <a:pt x="834616" y="23223"/>
                </a:cubicBezTo>
                <a:cubicBezTo>
                  <a:pt x="835297" y="23563"/>
                  <a:pt x="835789" y="23961"/>
                  <a:pt x="836092" y="24415"/>
                </a:cubicBezTo>
                <a:cubicBezTo>
                  <a:pt x="836395" y="24869"/>
                  <a:pt x="836546" y="25361"/>
                  <a:pt x="836546" y="25891"/>
                </a:cubicBezTo>
                <a:lnTo>
                  <a:pt x="836546" y="50193"/>
                </a:lnTo>
                <a:lnTo>
                  <a:pt x="862778" y="50193"/>
                </a:lnTo>
                <a:cubicBezTo>
                  <a:pt x="863384" y="50193"/>
                  <a:pt x="863914" y="50325"/>
                  <a:pt x="864368" y="50590"/>
                </a:cubicBezTo>
                <a:cubicBezTo>
                  <a:pt x="864822" y="50855"/>
                  <a:pt x="865220" y="51310"/>
                  <a:pt x="865560" y="51953"/>
                </a:cubicBezTo>
                <a:cubicBezTo>
                  <a:pt x="865901" y="52597"/>
                  <a:pt x="866147" y="53410"/>
                  <a:pt x="866299" y="54395"/>
                </a:cubicBezTo>
                <a:cubicBezTo>
                  <a:pt x="866450" y="55379"/>
                  <a:pt x="866526" y="56590"/>
                  <a:pt x="866526" y="58028"/>
                </a:cubicBezTo>
                <a:cubicBezTo>
                  <a:pt x="866526" y="60754"/>
                  <a:pt x="866185" y="62722"/>
                  <a:pt x="865504" y="63934"/>
                </a:cubicBezTo>
                <a:cubicBezTo>
                  <a:pt x="864822" y="65145"/>
                  <a:pt x="863914" y="65750"/>
                  <a:pt x="862778" y="65750"/>
                </a:cubicBezTo>
                <a:lnTo>
                  <a:pt x="836546" y="65750"/>
                </a:lnTo>
                <a:lnTo>
                  <a:pt x="836546" y="122924"/>
                </a:lnTo>
                <a:cubicBezTo>
                  <a:pt x="836546" y="129983"/>
                  <a:pt x="837587" y="135317"/>
                  <a:pt x="839669" y="138925"/>
                </a:cubicBezTo>
                <a:cubicBezTo>
                  <a:pt x="841751" y="142530"/>
                  <a:pt x="845479" y="144333"/>
                  <a:pt x="850855" y="144333"/>
                </a:cubicBezTo>
                <a:cubicBezTo>
                  <a:pt x="852596" y="144333"/>
                  <a:pt x="854148" y="144163"/>
                  <a:pt x="855510" y="143822"/>
                </a:cubicBezTo>
                <a:cubicBezTo>
                  <a:pt x="856873" y="143481"/>
                  <a:pt x="858084" y="143122"/>
                  <a:pt x="859144" y="142743"/>
                </a:cubicBezTo>
                <a:cubicBezTo>
                  <a:pt x="860204" y="142365"/>
                  <a:pt x="861113" y="142005"/>
                  <a:pt x="861870" y="141664"/>
                </a:cubicBezTo>
                <a:cubicBezTo>
                  <a:pt x="862627" y="141324"/>
                  <a:pt x="863308" y="141153"/>
                  <a:pt x="863914" y="141153"/>
                </a:cubicBezTo>
                <a:cubicBezTo>
                  <a:pt x="864292" y="141153"/>
                  <a:pt x="864652" y="141248"/>
                  <a:pt x="864993" y="141437"/>
                </a:cubicBezTo>
                <a:cubicBezTo>
                  <a:pt x="865333" y="141627"/>
                  <a:pt x="865598" y="141986"/>
                  <a:pt x="865788" y="142516"/>
                </a:cubicBezTo>
                <a:cubicBezTo>
                  <a:pt x="865977" y="143046"/>
                  <a:pt x="866147" y="143765"/>
                  <a:pt x="866299" y="144674"/>
                </a:cubicBezTo>
                <a:cubicBezTo>
                  <a:pt x="866450" y="145582"/>
                  <a:pt x="866526" y="146718"/>
                  <a:pt x="866526" y="148080"/>
                </a:cubicBezTo>
                <a:close/>
                <a:moveTo>
                  <a:pt x="949720" y="59959"/>
                </a:moveTo>
                <a:cubicBezTo>
                  <a:pt x="949720" y="61624"/>
                  <a:pt x="949682" y="63025"/>
                  <a:pt x="949606" y="64161"/>
                </a:cubicBezTo>
                <a:cubicBezTo>
                  <a:pt x="949531" y="65296"/>
                  <a:pt x="949379" y="66186"/>
                  <a:pt x="949152" y="66829"/>
                </a:cubicBezTo>
                <a:cubicBezTo>
                  <a:pt x="948925" y="67473"/>
                  <a:pt x="948641" y="67965"/>
                  <a:pt x="948301" y="68306"/>
                </a:cubicBezTo>
                <a:cubicBezTo>
                  <a:pt x="947960" y="68646"/>
                  <a:pt x="947487" y="68817"/>
                  <a:pt x="946881" y="68817"/>
                </a:cubicBezTo>
                <a:cubicBezTo>
                  <a:pt x="946275" y="68817"/>
                  <a:pt x="945537" y="68646"/>
                  <a:pt x="944667" y="68306"/>
                </a:cubicBezTo>
                <a:cubicBezTo>
                  <a:pt x="943796" y="67965"/>
                  <a:pt x="942812" y="67624"/>
                  <a:pt x="941714" y="67283"/>
                </a:cubicBezTo>
                <a:cubicBezTo>
                  <a:pt x="940616" y="66943"/>
                  <a:pt x="939386" y="66621"/>
                  <a:pt x="938023" y="66318"/>
                </a:cubicBezTo>
                <a:cubicBezTo>
                  <a:pt x="936661" y="66015"/>
                  <a:pt x="935185" y="65864"/>
                  <a:pt x="933595" y="65864"/>
                </a:cubicBezTo>
                <a:cubicBezTo>
                  <a:pt x="931702" y="65864"/>
                  <a:pt x="929847" y="66243"/>
                  <a:pt x="928030" y="67000"/>
                </a:cubicBezTo>
                <a:cubicBezTo>
                  <a:pt x="926213" y="67757"/>
                  <a:pt x="924302" y="69006"/>
                  <a:pt x="922296" y="70747"/>
                </a:cubicBezTo>
                <a:cubicBezTo>
                  <a:pt x="920289" y="72488"/>
                  <a:pt x="918189" y="74797"/>
                  <a:pt x="915993" y="77674"/>
                </a:cubicBezTo>
                <a:cubicBezTo>
                  <a:pt x="913798" y="80551"/>
                  <a:pt x="911375" y="84071"/>
                  <a:pt x="908725" y="88235"/>
                </a:cubicBezTo>
                <a:lnTo>
                  <a:pt x="908725" y="155462"/>
                </a:lnTo>
                <a:cubicBezTo>
                  <a:pt x="908725" y="156067"/>
                  <a:pt x="908574" y="156578"/>
                  <a:pt x="908271" y="156995"/>
                </a:cubicBezTo>
                <a:cubicBezTo>
                  <a:pt x="907968" y="157411"/>
                  <a:pt x="907476" y="157771"/>
                  <a:pt x="906795" y="158074"/>
                </a:cubicBezTo>
                <a:cubicBezTo>
                  <a:pt x="906114" y="158376"/>
                  <a:pt x="905167" y="158604"/>
                  <a:pt x="903956" y="158755"/>
                </a:cubicBezTo>
                <a:cubicBezTo>
                  <a:pt x="902745" y="158906"/>
                  <a:pt x="901193" y="158982"/>
                  <a:pt x="899300" y="158982"/>
                </a:cubicBezTo>
                <a:cubicBezTo>
                  <a:pt x="897483" y="158982"/>
                  <a:pt x="895969" y="158906"/>
                  <a:pt x="894758" y="158755"/>
                </a:cubicBezTo>
                <a:cubicBezTo>
                  <a:pt x="893546" y="158604"/>
                  <a:pt x="892581" y="158376"/>
                  <a:pt x="891862" y="158074"/>
                </a:cubicBezTo>
                <a:cubicBezTo>
                  <a:pt x="891143" y="157771"/>
                  <a:pt x="890651" y="157411"/>
                  <a:pt x="890386" y="156995"/>
                </a:cubicBezTo>
                <a:cubicBezTo>
                  <a:pt x="890121" y="156578"/>
                  <a:pt x="889988" y="156067"/>
                  <a:pt x="889988" y="155462"/>
                </a:cubicBezTo>
                <a:lnTo>
                  <a:pt x="889988" y="53259"/>
                </a:lnTo>
                <a:cubicBezTo>
                  <a:pt x="889988" y="52653"/>
                  <a:pt x="890102" y="52142"/>
                  <a:pt x="890329" y="51726"/>
                </a:cubicBezTo>
                <a:cubicBezTo>
                  <a:pt x="890556" y="51310"/>
                  <a:pt x="891010" y="50931"/>
                  <a:pt x="891692" y="50590"/>
                </a:cubicBezTo>
                <a:cubicBezTo>
                  <a:pt x="892373" y="50250"/>
                  <a:pt x="893244" y="50023"/>
                  <a:pt x="894303" y="49909"/>
                </a:cubicBezTo>
                <a:cubicBezTo>
                  <a:pt x="895363" y="49795"/>
                  <a:pt x="896764" y="49739"/>
                  <a:pt x="898505" y="49739"/>
                </a:cubicBezTo>
                <a:cubicBezTo>
                  <a:pt x="900171" y="49739"/>
                  <a:pt x="901552" y="49795"/>
                  <a:pt x="902650" y="49909"/>
                </a:cubicBezTo>
                <a:cubicBezTo>
                  <a:pt x="903748" y="50023"/>
                  <a:pt x="904599" y="50250"/>
                  <a:pt x="905205" y="50590"/>
                </a:cubicBezTo>
                <a:cubicBezTo>
                  <a:pt x="905811" y="50931"/>
                  <a:pt x="906246" y="51310"/>
                  <a:pt x="906511" y="51726"/>
                </a:cubicBezTo>
                <a:cubicBezTo>
                  <a:pt x="906776" y="52142"/>
                  <a:pt x="906908" y="52653"/>
                  <a:pt x="906908" y="53259"/>
                </a:cubicBezTo>
                <a:lnTo>
                  <a:pt x="906908" y="68135"/>
                </a:lnTo>
                <a:cubicBezTo>
                  <a:pt x="909710" y="64047"/>
                  <a:pt x="912340" y="60716"/>
                  <a:pt x="914801" y="58142"/>
                </a:cubicBezTo>
                <a:cubicBezTo>
                  <a:pt x="917261" y="55568"/>
                  <a:pt x="919589" y="53543"/>
                  <a:pt x="921785" y="52067"/>
                </a:cubicBezTo>
                <a:cubicBezTo>
                  <a:pt x="923980" y="50590"/>
                  <a:pt x="926157" y="49568"/>
                  <a:pt x="928314" y="49001"/>
                </a:cubicBezTo>
                <a:cubicBezTo>
                  <a:pt x="930472" y="48433"/>
                  <a:pt x="932648" y="48149"/>
                  <a:pt x="934844" y="48149"/>
                </a:cubicBezTo>
                <a:cubicBezTo>
                  <a:pt x="935828" y="48149"/>
                  <a:pt x="936945" y="48206"/>
                  <a:pt x="938194" y="48319"/>
                </a:cubicBezTo>
                <a:cubicBezTo>
                  <a:pt x="939443" y="48433"/>
                  <a:pt x="940749" y="48641"/>
                  <a:pt x="942112" y="48944"/>
                </a:cubicBezTo>
                <a:cubicBezTo>
                  <a:pt x="943474" y="49247"/>
                  <a:pt x="944705" y="49587"/>
                  <a:pt x="945802" y="49966"/>
                </a:cubicBezTo>
                <a:cubicBezTo>
                  <a:pt x="946900" y="50344"/>
                  <a:pt x="947676" y="50723"/>
                  <a:pt x="948130" y="51101"/>
                </a:cubicBezTo>
                <a:cubicBezTo>
                  <a:pt x="948584" y="51480"/>
                  <a:pt x="948887" y="51840"/>
                  <a:pt x="949039" y="52180"/>
                </a:cubicBezTo>
                <a:cubicBezTo>
                  <a:pt x="949190" y="52521"/>
                  <a:pt x="949323" y="52956"/>
                  <a:pt x="949436" y="53486"/>
                </a:cubicBezTo>
                <a:cubicBezTo>
                  <a:pt x="949550" y="54016"/>
                  <a:pt x="949625" y="54792"/>
                  <a:pt x="949663" y="55814"/>
                </a:cubicBezTo>
                <a:cubicBezTo>
                  <a:pt x="949701" y="56836"/>
                  <a:pt x="949720" y="58218"/>
                  <a:pt x="949720" y="59959"/>
                </a:cubicBezTo>
                <a:close/>
                <a:moveTo>
                  <a:pt x="988357" y="155462"/>
                </a:moveTo>
                <a:cubicBezTo>
                  <a:pt x="988357" y="156067"/>
                  <a:pt x="988205" y="156578"/>
                  <a:pt x="987902" y="156995"/>
                </a:cubicBezTo>
                <a:cubicBezTo>
                  <a:pt x="987600" y="157411"/>
                  <a:pt x="987108" y="157771"/>
                  <a:pt x="986426" y="158074"/>
                </a:cubicBezTo>
                <a:cubicBezTo>
                  <a:pt x="985745" y="158376"/>
                  <a:pt x="984799" y="158604"/>
                  <a:pt x="983587" y="158755"/>
                </a:cubicBezTo>
                <a:cubicBezTo>
                  <a:pt x="982376" y="158906"/>
                  <a:pt x="980824" y="158982"/>
                  <a:pt x="978931" y="158982"/>
                </a:cubicBezTo>
                <a:cubicBezTo>
                  <a:pt x="977114" y="158982"/>
                  <a:pt x="975600" y="158906"/>
                  <a:pt x="974389" y="158755"/>
                </a:cubicBezTo>
                <a:cubicBezTo>
                  <a:pt x="973178" y="158604"/>
                  <a:pt x="972212" y="158376"/>
                  <a:pt x="971493" y="158074"/>
                </a:cubicBezTo>
                <a:cubicBezTo>
                  <a:pt x="970774" y="157771"/>
                  <a:pt x="970282" y="157411"/>
                  <a:pt x="970017" y="156995"/>
                </a:cubicBezTo>
                <a:cubicBezTo>
                  <a:pt x="969752" y="156578"/>
                  <a:pt x="969620" y="156067"/>
                  <a:pt x="969620" y="155462"/>
                </a:cubicBezTo>
                <a:lnTo>
                  <a:pt x="969620" y="53259"/>
                </a:lnTo>
                <a:cubicBezTo>
                  <a:pt x="969620" y="52729"/>
                  <a:pt x="969752" y="52237"/>
                  <a:pt x="970017" y="51783"/>
                </a:cubicBezTo>
                <a:cubicBezTo>
                  <a:pt x="970282" y="51329"/>
                  <a:pt x="970774" y="50950"/>
                  <a:pt x="971493" y="50647"/>
                </a:cubicBezTo>
                <a:cubicBezTo>
                  <a:pt x="972212" y="50344"/>
                  <a:pt x="973178" y="50117"/>
                  <a:pt x="974389" y="49966"/>
                </a:cubicBezTo>
                <a:cubicBezTo>
                  <a:pt x="975600" y="49814"/>
                  <a:pt x="977114" y="49739"/>
                  <a:pt x="978931" y="49739"/>
                </a:cubicBezTo>
                <a:cubicBezTo>
                  <a:pt x="980824" y="49739"/>
                  <a:pt x="982376" y="49814"/>
                  <a:pt x="983587" y="49966"/>
                </a:cubicBezTo>
                <a:cubicBezTo>
                  <a:pt x="984799" y="50117"/>
                  <a:pt x="985745" y="50344"/>
                  <a:pt x="986426" y="50647"/>
                </a:cubicBezTo>
                <a:cubicBezTo>
                  <a:pt x="987108" y="50950"/>
                  <a:pt x="987600" y="51329"/>
                  <a:pt x="987902" y="51783"/>
                </a:cubicBezTo>
                <a:cubicBezTo>
                  <a:pt x="988205" y="52237"/>
                  <a:pt x="988357" y="52729"/>
                  <a:pt x="988357" y="53259"/>
                </a:cubicBezTo>
                <a:lnTo>
                  <a:pt x="988357" y="155462"/>
                </a:lnTo>
                <a:moveTo>
                  <a:pt x="990514" y="18624"/>
                </a:moveTo>
                <a:cubicBezTo>
                  <a:pt x="990514" y="23015"/>
                  <a:pt x="989682" y="26005"/>
                  <a:pt x="988016" y="27595"/>
                </a:cubicBezTo>
                <a:cubicBezTo>
                  <a:pt x="986350" y="29185"/>
                  <a:pt x="983284" y="29979"/>
                  <a:pt x="978818" y="29979"/>
                </a:cubicBezTo>
                <a:cubicBezTo>
                  <a:pt x="974427" y="29979"/>
                  <a:pt x="971418" y="29204"/>
                  <a:pt x="969790" y="27652"/>
                </a:cubicBezTo>
                <a:cubicBezTo>
                  <a:pt x="968162" y="26100"/>
                  <a:pt x="967348" y="23166"/>
                  <a:pt x="967348" y="18851"/>
                </a:cubicBezTo>
                <a:cubicBezTo>
                  <a:pt x="967348" y="14460"/>
                  <a:pt x="968181" y="11469"/>
                  <a:pt x="969847" y="9880"/>
                </a:cubicBezTo>
                <a:cubicBezTo>
                  <a:pt x="971512" y="8290"/>
                  <a:pt x="974578" y="7495"/>
                  <a:pt x="979045" y="7495"/>
                </a:cubicBezTo>
                <a:cubicBezTo>
                  <a:pt x="983436" y="7495"/>
                  <a:pt x="986445" y="8271"/>
                  <a:pt x="988073" y="9823"/>
                </a:cubicBezTo>
                <a:cubicBezTo>
                  <a:pt x="989700" y="11375"/>
                  <a:pt x="990514" y="14308"/>
                  <a:pt x="990514" y="18624"/>
                </a:cubicBezTo>
                <a:close/>
                <a:moveTo>
                  <a:pt x="1115602" y="103054"/>
                </a:moveTo>
                <a:cubicBezTo>
                  <a:pt x="1115602" y="111919"/>
                  <a:pt x="1114636" y="119894"/>
                  <a:pt x="1112706" y="126980"/>
                </a:cubicBezTo>
                <a:cubicBezTo>
                  <a:pt x="1110775" y="134065"/>
                  <a:pt x="1107936" y="140110"/>
                  <a:pt x="1104189" y="145114"/>
                </a:cubicBezTo>
                <a:cubicBezTo>
                  <a:pt x="1100442" y="150115"/>
                  <a:pt x="1095842" y="153942"/>
                  <a:pt x="1090392" y="156594"/>
                </a:cubicBezTo>
                <a:cubicBezTo>
                  <a:pt x="1084941" y="159246"/>
                  <a:pt x="1078695" y="160572"/>
                  <a:pt x="1071654" y="160572"/>
                </a:cubicBezTo>
                <a:cubicBezTo>
                  <a:pt x="1068399" y="160572"/>
                  <a:pt x="1065390" y="160249"/>
                  <a:pt x="1062627" y="159603"/>
                </a:cubicBezTo>
                <a:cubicBezTo>
                  <a:pt x="1059863" y="158960"/>
                  <a:pt x="1057157" y="157919"/>
                  <a:pt x="1054507" y="156480"/>
                </a:cubicBezTo>
                <a:cubicBezTo>
                  <a:pt x="1051857" y="155039"/>
                  <a:pt x="1049208" y="153220"/>
                  <a:pt x="1046558" y="151022"/>
                </a:cubicBezTo>
                <a:cubicBezTo>
                  <a:pt x="1043908" y="148825"/>
                  <a:pt x="1041107" y="146172"/>
                  <a:pt x="1038155" y="143066"/>
                </a:cubicBezTo>
                <a:lnTo>
                  <a:pt x="1038155" y="155483"/>
                </a:lnTo>
                <a:cubicBezTo>
                  <a:pt x="1038155" y="156084"/>
                  <a:pt x="1038003" y="156610"/>
                  <a:pt x="1037700" y="157062"/>
                </a:cubicBezTo>
                <a:cubicBezTo>
                  <a:pt x="1037398" y="157514"/>
                  <a:pt x="1036906" y="157873"/>
                  <a:pt x="1036224" y="158137"/>
                </a:cubicBezTo>
                <a:cubicBezTo>
                  <a:pt x="1035543" y="158400"/>
                  <a:pt x="1034691" y="158606"/>
                  <a:pt x="1033669" y="158755"/>
                </a:cubicBezTo>
                <a:cubicBezTo>
                  <a:pt x="1032647" y="158906"/>
                  <a:pt x="1031341" y="158982"/>
                  <a:pt x="1029751" y="158982"/>
                </a:cubicBezTo>
                <a:cubicBezTo>
                  <a:pt x="1028237" y="158982"/>
                  <a:pt x="1026950" y="158906"/>
                  <a:pt x="1025890" y="158755"/>
                </a:cubicBezTo>
                <a:cubicBezTo>
                  <a:pt x="1024830" y="158604"/>
                  <a:pt x="1023960" y="158395"/>
                  <a:pt x="1023279" y="158130"/>
                </a:cubicBezTo>
                <a:cubicBezTo>
                  <a:pt x="1022597" y="157865"/>
                  <a:pt x="1022143" y="157506"/>
                  <a:pt x="1021916" y="157052"/>
                </a:cubicBezTo>
                <a:cubicBezTo>
                  <a:pt x="1021689" y="156595"/>
                  <a:pt x="1021575" y="156064"/>
                  <a:pt x="1021575" y="155458"/>
                </a:cubicBezTo>
                <a:lnTo>
                  <a:pt x="1021575" y="3637"/>
                </a:lnTo>
                <a:cubicBezTo>
                  <a:pt x="1021575" y="3032"/>
                  <a:pt x="1021708" y="2502"/>
                  <a:pt x="1021973" y="2048"/>
                </a:cubicBezTo>
                <a:cubicBezTo>
                  <a:pt x="1022238" y="1591"/>
                  <a:pt x="1022730" y="1211"/>
                  <a:pt x="1023449" y="908"/>
                </a:cubicBezTo>
                <a:cubicBezTo>
                  <a:pt x="1024168" y="606"/>
                  <a:pt x="1025133" y="379"/>
                  <a:pt x="1026345" y="227"/>
                </a:cubicBezTo>
                <a:cubicBezTo>
                  <a:pt x="1027556" y="76"/>
                  <a:pt x="1029070" y="0"/>
                  <a:pt x="1030887" y="0"/>
                </a:cubicBezTo>
                <a:cubicBezTo>
                  <a:pt x="1032780" y="0"/>
                  <a:pt x="1034332" y="76"/>
                  <a:pt x="1035543" y="227"/>
                </a:cubicBezTo>
                <a:cubicBezTo>
                  <a:pt x="1036754" y="379"/>
                  <a:pt x="1037700" y="607"/>
                  <a:pt x="1038382" y="912"/>
                </a:cubicBezTo>
                <a:cubicBezTo>
                  <a:pt x="1039063" y="1215"/>
                  <a:pt x="1039555" y="1595"/>
                  <a:pt x="1039858" y="2051"/>
                </a:cubicBezTo>
                <a:cubicBezTo>
                  <a:pt x="1040161" y="2505"/>
                  <a:pt x="1040312" y="3035"/>
                  <a:pt x="1040312" y="3641"/>
                </a:cubicBezTo>
                <a:lnTo>
                  <a:pt x="1040312" y="64973"/>
                </a:lnTo>
                <a:cubicBezTo>
                  <a:pt x="1043341" y="61867"/>
                  <a:pt x="1046274" y="59253"/>
                  <a:pt x="1049113" y="57131"/>
                </a:cubicBezTo>
                <a:cubicBezTo>
                  <a:pt x="1051952" y="55009"/>
                  <a:pt x="1054734" y="53285"/>
                  <a:pt x="1057460" y="51960"/>
                </a:cubicBezTo>
                <a:cubicBezTo>
                  <a:pt x="1060185" y="50633"/>
                  <a:pt x="1062910" y="49667"/>
                  <a:pt x="1065636" y="49061"/>
                </a:cubicBezTo>
                <a:cubicBezTo>
                  <a:pt x="1068361" y="48453"/>
                  <a:pt x="1071238" y="48149"/>
                  <a:pt x="1074266" y="48149"/>
                </a:cubicBezTo>
                <a:cubicBezTo>
                  <a:pt x="1081686" y="48149"/>
                  <a:pt x="1088026" y="49627"/>
                  <a:pt x="1093287" y="52585"/>
                </a:cubicBezTo>
                <a:cubicBezTo>
                  <a:pt x="1098549" y="55540"/>
                  <a:pt x="1102826" y="59499"/>
                  <a:pt x="1106120" y="64462"/>
                </a:cubicBezTo>
                <a:cubicBezTo>
                  <a:pt x="1109413" y="69426"/>
                  <a:pt x="1111816" y="75242"/>
                  <a:pt x="1113331" y="81911"/>
                </a:cubicBezTo>
                <a:cubicBezTo>
                  <a:pt x="1114845" y="88578"/>
                  <a:pt x="1115602" y="95626"/>
                  <a:pt x="1115602" y="103054"/>
                </a:cubicBezTo>
                <a:moveTo>
                  <a:pt x="1095842" y="105212"/>
                </a:moveTo>
                <a:cubicBezTo>
                  <a:pt x="1095842" y="99981"/>
                  <a:pt x="1095445" y="94902"/>
                  <a:pt x="1094650" y="89974"/>
                </a:cubicBezTo>
                <a:cubicBezTo>
                  <a:pt x="1093855" y="85046"/>
                  <a:pt x="1092474" y="80687"/>
                  <a:pt x="1090505" y="76897"/>
                </a:cubicBezTo>
                <a:cubicBezTo>
                  <a:pt x="1088537" y="73107"/>
                  <a:pt x="1085925" y="70056"/>
                  <a:pt x="1082670" y="67745"/>
                </a:cubicBezTo>
                <a:cubicBezTo>
                  <a:pt x="1079414" y="65431"/>
                  <a:pt x="1075364" y="64274"/>
                  <a:pt x="1070519" y="64274"/>
                </a:cubicBezTo>
                <a:cubicBezTo>
                  <a:pt x="1068096" y="64274"/>
                  <a:pt x="1065712" y="64616"/>
                  <a:pt x="1063365" y="65300"/>
                </a:cubicBezTo>
                <a:cubicBezTo>
                  <a:pt x="1061018" y="65981"/>
                  <a:pt x="1058633" y="67118"/>
                  <a:pt x="1056211" y="68710"/>
                </a:cubicBezTo>
                <a:cubicBezTo>
                  <a:pt x="1053788" y="70302"/>
                  <a:pt x="1051271" y="72350"/>
                  <a:pt x="1048659" y="74853"/>
                </a:cubicBezTo>
                <a:cubicBezTo>
                  <a:pt x="1046047" y="77356"/>
                  <a:pt x="1043265" y="80504"/>
                  <a:pt x="1040312" y="84296"/>
                </a:cubicBezTo>
                <a:lnTo>
                  <a:pt x="1040312" y="125106"/>
                </a:lnTo>
                <a:cubicBezTo>
                  <a:pt x="1045460" y="131402"/>
                  <a:pt x="1050381" y="136199"/>
                  <a:pt x="1055075" y="139500"/>
                </a:cubicBezTo>
                <a:cubicBezTo>
                  <a:pt x="1059769" y="142798"/>
                  <a:pt x="1064652" y="144447"/>
                  <a:pt x="1069724" y="144447"/>
                </a:cubicBezTo>
                <a:cubicBezTo>
                  <a:pt x="1074418" y="144447"/>
                  <a:pt x="1078430" y="143310"/>
                  <a:pt x="1081761" y="141036"/>
                </a:cubicBezTo>
                <a:cubicBezTo>
                  <a:pt x="1085092" y="138760"/>
                  <a:pt x="1087799" y="135746"/>
                  <a:pt x="1089881" y="131994"/>
                </a:cubicBezTo>
                <a:cubicBezTo>
                  <a:pt x="1091963" y="128242"/>
                  <a:pt x="1093477" y="124034"/>
                  <a:pt x="1094423" y="119371"/>
                </a:cubicBezTo>
                <a:cubicBezTo>
                  <a:pt x="1095369" y="114708"/>
                  <a:pt x="1095842" y="109989"/>
                  <a:pt x="1095842" y="105212"/>
                </a:cubicBezTo>
                <a:close/>
                <a:moveTo>
                  <a:pt x="1228529" y="155462"/>
                </a:moveTo>
                <a:cubicBezTo>
                  <a:pt x="1228529" y="156067"/>
                  <a:pt x="1228397" y="156578"/>
                  <a:pt x="1228132" y="156995"/>
                </a:cubicBezTo>
                <a:cubicBezTo>
                  <a:pt x="1227867" y="157411"/>
                  <a:pt x="1227394" y="157771"/>
                  <a:pt x="1226713" y="158074"/>
                </a:cubicBezTo>
                <a:cubicBezTo>
                  <a:pt x="1226031" y="158376"/>
                  <a:pt x="1225142" y="158604"/>
                  <a:pt x="1224044" y="158755"/>
                </a:cubicBezTo>
                <a:cubicBezTo>
                  <a:pt x="1222946" y="158906"/>
                  <a:pt x="1221602" y="158982"/>
                  <a:pt x="1220013" y="158982"/>
                </a:cubicBezTo>
                <a:cubicBezTo>
                  <a:pt x="1218271" y="158982"/>
                  <a:pt x="1216852" y="158906"/>
                  <a:pt x="1215754" y="158755"/>
                </a:cubicBezTo>
                <a:cubicBezTo>
                  <a:pt x="1214656" y="158604"/>
                  <a:pt x="1213786" y="158376"/>
                  <a:pt x="1213142" y="158074"/>
                </a:cubicBezTo>
                <a:cubicBezTo>
                  <a:pt x="1212499" y="157771"/>
                  <a:pt x="1212063" y="157411"/>
                  <a:pt x="1211836" y="156995"/>
                </a:cubicBezTo>
                <a:cubicBezTo>
                  <a:pt x="1211609" y="156578"/>
                  <a:pt x="1211496" y="156067"/>
                  <a:pt x="1211496" y="155462"/>
                </a:cubicBezTo>
                <a:lnTo>
                  <a:pt x="1211496" y="141948"/>
                </a:lnTo>
                <a:cubicBezTo>
                  <a:pt x="1205666" y="148423"/>
                  <a:pt x="1199913" y="153147"/>
                  <a:pt x="1194235" y="156118"/>
                </a:cubicBezTo>
                <a:cubicBezTo>
                  <a:pt x="1188557" y="159087"/>
                  <a:pt x="1182803" y="160572"/>
                  <a:pt x="1176974" y="160572"/>
                </a:cubicBezTo>
                <a:cubicBezTo>
                  <a:pt x="1170160" y="160572"/>
                  <a:pt x="1164426" y="159435"/>
                  <a:pt x="1159770" y="157162"/>
                </a:cubicBezTo>
                <a:cubicBezTo>
                  <a:pt x="1155114" y="154888"/>
                  <a:pt x="1151347" y="151801"/>
                  <a:pt x="1148471" y="147899"/>
                </a:cubicBezTo>
                <a:cubicBezTo>
                  <a:pt x="1145594" y="143996"/>
                  <a:pt x="1143531" y="139449"/>
                  <a:pt x="1142282" y="134258"/>
                </a:cubicBezTo>
                <a:cubicBezTo>
                  <a:pt x="1141033" y="129065"/>
                  <a:pt x="1140408" y="122756"/>
                  <a:pt x="1140408" y="115329"/>
                </a:cubicBezTo>
                <a:lnTo>
                  <a:pt x="1140408" y="53263"/>
                </a:lnTo>
                <a:cubicBezTo>
                  <a:pt x="1140408" y="52657"/>
                  <a:pt x="1140540" y="52146"/>
                  <a:pt x="1140805" y="51730"/>
                </a:cubicBezTo>
                <a:cubicBezTo>
                  <a:pt x="1141070" y="51311"/>
                  <a:pt x="1141581" y="50931"/>
                  <a:pt x="1142338" y="50590"/>
                </a:cubicBezTo>
                <a:cubicBezTo>
                  <a:pt x="1143096" y="50250"/>
                  <a:pt x="1144080" y="50023"/>
                  <a:pt x="1145291" y="49909"/>
                </a:cubicBezTo>
                <a:cubicBezTo>
                  <a:pt x="1146502" y="49795"/>
                  <a:pt x="1148016" y="49739"/>
                  <a:pt x="1149833" y="49739"/>
                </a:cubicBezTo>
                <a:cubicBezTo>
                  <a:pt x="1151650" y="49739"/>
                  <a:pt x="1153164" y="49795"/>
                  <a:pt x="1154376" y="49909"/>
                </a:cubicBezTo>
                <a:cubicBezTo>
                  <a:pt x="1155587" y="50023"/>
                  <a:pt x="1156552" y="50250"/>
                  <a:pt x="1157271" y="50590"/>
                </a:cubicBezTo>
                <a:cubicBezTo>
                  <a:pt x="1157991" y="50931"/>
                  <a:pt x="1158502" y="51311"/>
                  <a:pt x="1158804" y="51730"/>
                </a:cubicBezTo>
                <a:cubicBezTo>
                  <a:pt x="1159107" y="52146"/>
                  <a:pt x="1159259" y="52657"/>
                  <a:pt x="1159259" y="53263"/>
                </a:cubicBezTo>
                <a:lnTo>
                  <a:pt x="1159259" y="112838"/>
                </a:lnTo>
                <a:cubicBezTo>
                  <a:pt x="1159259" y="118826"/>
                  <a:pt x="1159694" y="123620"/>
                  <a:pt x="1160565" y="127221"/>
                </a:cubicBezTo>
                <a:cubicBezTo>
                  <a:pt x="1161435" y="130822"/>
                  <a:pt x="1162760" y="133893"/>
                  <a:pt x="1164539" y="136434"/>
                </a:cubicBezTo>
                <a:cubicBezTo>
                  <a:pt x="1166318" y="138972"/>
                  <a:pt x="1168570" y="140943"/>
                  <a:pt x="1171296" y="142346"/>
                </a:cubicBezTo>
                <a:cubicBezTo>
                  <a:pt x="1174021" y="143746"/>
                  <a:pt x="1177201" y="144447"/>
                  <a:pt x="1180835" y="144447"/>
                </a:cubicBezTo>
                <a:cubicBezTo>
                  <a:pt x="1185529" y="144447"/>
                  <a:pt x="1190203" y="142772"/>
                  <a:pt x="1194859" y="139422"/>
                </a:cubicBezTo>
                <a:cubicBezTo>
                  <a:pt x="1199515" y="136072"/>
                  <a:pt x="1204455" y="131160"/>
                  <a:pt x="1209679" y="124687"/>
                </a:cubicBezTo>
                <a:lnTo>
                  <a:pt x="1209679" y="53259"/>
                </a:lnTo>
                <a:cubicBezTo>
                  <a:pt x="1209679" y="52653"/>
                  <a:pt x="1209811" y="52142"/>
                  <a:pt x="1210076" y="51726"/>
                </a:cubicBezTo>
                <a:cubicBezTo>
                  <a:pt x="1210341" y="51310"/>
                  <a:pt x="1210852" y="50931"/>
                  <a:pt x="1211609" y="50590"/>
                </a:cubicBezTo>
                <a:cubicBezTo>
                  <a:pt x="1212366" y="50250"/>
                  <a:pt x="1213332" y="50023"/>
                  <a:pt x="1214505" y="49909"/>
                </a:cubicBezTo>
                <a:cubicBezTo>
                  <a:pt x="1215678" y="49795"/>
                  <a:pt x="1217211" y="49739"/>
                  <a:pt x="1219104" y="49739"/>
                </a:cubicBezTo>
                <a:cubicBezTo>
                  <a:pt x="1220921" y="49739"/>
                  <a:pt x="1222435" y="49795"/>
                  <a:pt x="1223646" y="49909"/>
                </a:cubicBezTo>
                <a:cubicBezTo>
                  <a:pt x="1224858" y="50023"/>
                  <a:pt x="1225804" y="50250"/>
                  <a:pt x="1226485" y="50590"/>
                </a:cubicBezTo>
                <a:cubicBezTo>
                  <a:pt x="1227167" y="50931"/>
                  <a:pt x="1227678" y="51310"/>
                  <a:pt x="1228018" y="51726"/>
                </a:cubicBezTo>
                <a:cubicBezTo>
                  <a:pt x="1228359" y="52142"/>
                  <a:pt x="1228529" y="52653"/>
                  <a:pt x="1228529" y="53259"/>
                </a:cubicBezTo>
                <a:lnTo>
                  <a:pt x="1228529" y="155462"/>
                </a:lnTo>
                <a:close/>
                <a:moveTo>
                  <a:pt x="1313522" y="148080"/>
                </a:moveTo>
                <a:cubicBezTo>
                  <a:pt x="1313522" y="150276"/>
                  <a:pt x="1313370" y="152017"/>
                  <a:pt x="1313067" y="153304"/>
                </a:cubicBezTo>
                <a:cubicBezTo>
                  <a:pt x="1312765" y="154591"/>
                  <a:pt x="1312310" y="155537"/>
                  <a:pt x="1311705" y="156143"/>
                </a:cubicBezTo>
                <a:cubicBezTo>
                  <a:pt x="1311099" y="156749"/>
                  <a:pt x="1310191" y="157317"/>
                  <a:pt x="1308979" y="157846"/>
                </a:cubicBezTo>
                <a:cubicBezTo>
                  <a:pt x="1307768" y="158376"/>
                  <a:pt x="1306386" y="158812"/>
                  <a:pt x="1304834" y="159152"/>
                </a:cubicBezTo>
                <a:cubicBezTo>
                  <a:pt x="1303282" y="159493"/>
                  <a:pt x="1301636" y="159777"/>
                  <a:pt x="1299895" y="160004"/>
                </a:cubicBezTo>
                <a:cubicBezTo>
                  <a:pt x="1298153" y="160231"/>
                  <a:pt x="1296412" y="160345"/>
                  <a:pt x="1294671" y="160345"/>
                </a:cubicBezTo>
                <a:cubicBezTo>
                  <a:pt x="1289372" y="160345"/>
                  <a:pt x="1284829" y="159643"/>
                  <a:pt x="1281044" y="158240"/>
                </a:cubicBezTo>
                <a:cubicBezTo>
                  <a:pt x="1277259" y="156835"/>
                  <a:pt x="1274155" y="154709"/>
                  <a:pt x="1271732" y="151863"/>
                </a:cubicBezTo>
                <a:cubicBezTo>
                  <a:pt x="1269309" y="149017"/>
                  <a:pt x="1267549" y="145413"/>
                  <a:pt x="1266452" y="141050"/>
                </a:cubicBezTo>
                <a:cubicBezTo>
                  <a:pt x="1265354" y="136688"/>
                  <a:pt x="1264805" y="131547"/>
                  <a:pt x="1264805" y="125628"/>
                </a:cubicBezTo>
                <a:lnTo>
                  <a:pt x="1264805" y="65750"/>
                </a:lnTo>
                <a:lnTo>
                  <a:pt x="1250497" y="65750"/>
                </a:lnTo>
                <a:cubicBezTo>
                  <a:pt x="1249361" y="65750"/>
                  <a:pt x="1248453" y="65145"/>
                  <a:pt x="1247771" y="63934"/>
                </a:cubicBezTo>
                <a:cubicBezTo>
                  <a:pt x="1247090" y="62722"/>
                  <a:pt x="1246749" y="60754"/>
                  <a:pt x="1246749" y="58028"/>
                </a:cubicBezTo>
                <a:cubicBezTo>
                  <a:pt x="1246749" y="56590"/>
                  <a:pt x="1246844" y="55379"/>
                  <a:pt x="1247033" y="54395"/>
                </a:cubicBezTo>
                <a:cubicBezTo>
                  <a:pt x="1247222" y="53410"/>
                  <a:pt x="1247468" y="52597"/>
                  <a:pt x="1247771" y="51953"/>
                </a:cubicBezTo>
                <a:cubicBezTo>
                  <a:pt x="1248074" y="51310"/>
                  <a:pt x="1248471" y="50855"/>
                  <a:pt x="1248964" y="50590"/>
                </a:cubicBezTo>
                <a:cubicBezTo>
                  <a:pt x="1249456" y="50325"/>
                  <a:pt x="1250005" y="50193"/>
                  <a:pt x="1250610" y="50193"/>
                </a:cubicBezTo>
                <a:lnTo>
                  <a:pt x="1264805" y="50193"/>
                </a:lnTo>
                <a:lnTo>
                  <a:pt x="1264805" y="25891"/>
                </a:lnTo>
                <a:cubicBezTo>
                  <a:pt x="1264805" y="25361"/>
                  <a:pt x="1264937" y="24869"/>
                  <a:pt x="1265202" y="24415"/>
                </a:cubicBezTo>
                <a:cubicBezTo>
                  <a:pt x="1265467" y="23961"/>
                  <a:pt x="1265960" y="23563"/>
                  <a:pt x="1266679" y="23223"/>
                </a:cubicBezTo>
                <a:cubicBezTo>
                  <a:pt x="1267398" y="22882"/>
                  <a:pt x="1268363" y="22636"/>
                  <a:pt x="1269574" y="22485"/>
                </a:cubicBezTo>
                <a:cubicBezTo>
                  <a:pt x="1270786" y="22333"/>
                  <a:pt x="1272300" y="22257"/>
                  <a:pt x="1274117" y="22257"/>
                </a:cubicBezTo>
                <a:cubicBezTo>
                  <a:pt x="1276009" y="22257"/>
                  <a:pt x="1277561" y="22333"/>
                  <a:pt x="1278773" y="22485"/>
                </a:cubicBezTo>
                <a:cubicBezTo>
                  <a:pt x="1279984" y="22636"/>
                  <a:pt x="1280930" y="22882"/>
                  <a:pt x="1281612" y="23223"/>
                </a:cubicBezTo>
                <a:cubicBezTo>
                  <a:pt x="1282293" y="23563"/>
                  <a:pt x="1282785" y="23961"/>
                  <a:pt x="1283088" y="24415"/>
                </a:cubicBezTo>
                <a:cubicBezTo>
                  <a:pt x="1283391" y="24869"/>
                  <a:pt x="1283542" y="25361"/>
                  <a:pt x="1283542" y="25891"/>
                </a:cubicBezTo>
                <a:lnTo>
                  <a:pt x="1283542" y="50193"/>
                </a:lnTo>
                <a:lnTo>
                  <a:pt x="1309774" y="50193"/>
                </a:lnTo>
                <a:cubicBezTo>
                  <a:pt x="1310380" y="50193"/>
                  <a:pt x="1310910" y="50325"/>
                  <a:pt x="1311364" y="50590"/>
                </a:cubicBezTo>
                <a:cubicBezTo>
                  <a:pt x="1311818" y="50855"/>
                  <a:pt x="1312216" y="51310"/>
                  <a:pt x="1312556" y="51953"/>
                </a:cubicBezTo>
                <a:cubicBezTo>
                  <a:pt x="1312897" y="52597"/>
                  <a:pt x="1313143" y="53410"/>
                  <a:pt x="1313295" y="54395"/>
                </a:cubicBezTo>
                <a:cubicBezTo>
                  <a:pt x="1313446" y="55379"/>
                  <a:pt x="1313522" y="56590"/>
                  <a:pt x="1313522" y="58028"/>
                </a:cubicBezTo>
                <a:cubicBezTo>
                  <a:pt x="1313522" y="60754"/>
                  <a:pt x="1313181" y="62722"/>
                  <a:pt x="1312500" y="63934"/>
                </a:cubicBezTo>
                <a:cubicBezTo>
                  <a:pt x="1311818" y="65145"/>
                  <a:pt x="1310910" y="65750"/>
                  <a:pt x="1309774" y="65750"/>
                </a:cubicBezTo>
                <a:lnTo>
                  <a:pt x="1283542" y="65750"/>
                </a:lnTo>
                <a:lnTo>
                  <a:pt x="1283542" y="122924"/>
                </a:lnTo>
                <a:cubicBezTo>
                  <a:pt x="1283542" y="129983"/>
                  <a:pt x="1284583" y="135317"/>
                  <a:pt x="1286665" y="138925"/>
                </a:cubicBezTo>
                <a:cubicBezTo>
                  <a:pt x="1288747" y="142530"/>
                  <a:pt x="1292475" y="144333"/>
                  <a:pt x="1297851" y="144333"/>
                </a:cubicBezTo>
                <a:cubicBezTo>
                  <a:pt x="1299592" y="144333"/>
                  <a:pt x="1301144" y="144163"/>
                  <a:pt x="1302506" y="143822"/>
                </a:cubicBezTo>
                <a:cubicBezTo>
                  <a:pt x="1303869" y="143481"/>
                  <a:pt x="1305080" y="143122"/>
                  <a:pt x="1306140" y="142743"/>
                </a:cubicBezTo>
                <a:cubicBezTo>
                  <a:pt x="1307200" y="142365"/>
                  <a:pt x="1308109" y="142005"/>
                  <a:pt x="1308866" y="141664"/>
                </a:cubicBezTo>
                <a:cubicBezTo>
                  <a:pt x="1309623" y="141324"/>
                  <a:pt x="1310304" y="141153"/>
                  <a:pt x="1310910" y="141153"/>
                </a:cubicBezTo>
                <a:cubicBezTo>
                  <a:pt x="1311288" y="141153"/>
                  <a:pt x="1311648" y="141248"/>
                  <a:pt x="1311989" y="141437"/>
                </a:cubicBezTo>
                <a:cubicBezTo>
                  <a:pt x="1312329" y="141627"/>
                  <a:pt x="1312594" y="141986"/>
                  <a:pt x="1312784" y="142516"/>
                </a:cubicBezTo>
                <a:cubicBezTo>
                  <a:pt x="1312973" y="143046"/>
                  <a:pt x="1313143" y="143765"/>
                  <a:pt x="1313295" y="144674"/>
                </a:cubicBezTo>
                <a:cubicBezTo>
                  <a:pt x="1313446" y="145582"/>
                  <a:pt x="1313522" y="146718"/>
                  <a:pt x="1313522" y="148080"/>
                </a:cubicBezTo>
                <a:close/>
                <a:moveTo>
                  <a:pt x="1355721" y="155462"/>
                </a:moveTo>
                <a:cubicBezTo>
                  <a:pt x="1355721" y="156067"/>
                  <a:pt x="1355570" y="156578"/>
                  <a:pt x="1355267" y="156995"/>
                </a:cubicBezTo>
                <a:cubicBezTo>
                  <a:pt x="1354964" y="157411"/>
                  <a:pt x="1354472" y="157771"/>
                  <a:pt x="1353791" y="158074"/>
                </a:cubicBezTo>
                <a:cubicBezTo>
                  <a:pt x="1353109" y="158376"/>
                  <a:pt x="1352163" y="158604"/>
                  <a:pt x="1350952" y="158755"/>
                </a:cubicBezTo>
                <a:cubicBezTo>
                  <a:pt x="1349740" y="158906"/>
                  <a:pt x="1348188" y="158982"/>
                  <a:pt x="1346296" y="158982"/>
                </a:cubicBezTo>
                <a:cubicBezTo>
                  <a:pt x="1344479" y="158982"/>
                  <a:pt x="1342965" y="158906"/>
                  <a:pt x="1341753" y="158755"/>
                </a:cubicBezTo>
                <a:cubicBezTo>
                  <a:pt x="1340542" y="158604"/>
                  <a:pt x="1339577" y="158376"/>
                  <a:pt x="1338858" y="158074"/>
                </a:cubicBezTo>
                <a:cubicBezTo>
                  <a:pt x="1338139" y="157771"/>
                  <a:pt x="1337646" y="157411"/>
                  <a:pt x="1337381" y="156995"/>
                </a:cubicBezTo>
                <a:cubicBezTo>
                  <a:pt x="1337117" y="156578"/>
                  <a:pt x="1336984" y="156067"/>
                  <a:pt x="1336984" y="155462"/>
                </a:cubicBezTo>
                <a:lnTo>
                  <a:pt x="1336984" y="53259"/>
                </a:lnTo>
                <a:cubicBezTo>
                  <a:pt x="1336984" y="52729"/>
                  <a:pt x="1337117" y="52237"/>
                  <a:pt x="1337381" y="51783"/>
                </a:cubicBezTo>
                <a:cubicBezTo>
                  <a:pt x="1337646" y="51329"/>
                  <a:pt x="1338139" y="50950"/>
                  <a:pt x="1338858" y="50647"/>
                </a:cubicBezTo>
                <a:cubicBezTo>
                  <a:pt x="1339577" y="50344"/>
                  <a:pt x="1340542" y="50117"/>
                  <a:pt x="1341753" y="49966"/>
                </a:cubicBezTo>
                <a:cubicBezTo>
                  <a:pt x="1342965" y="49814"/>
                  <a:pt x="1344479" y="49739"/>
                  <a:pt x="1346296" y="49739"/>
                </a:cubicBezTo>
                <a:cubicBezTo>
                  <a:pt x="1348188" y="49739"/>
                  <a:pt x="1349740" y="49814"/>
                  <a:pt x="1350952" y="49966"/>
                </a:cubicBezTo>
                <a:cubicBezTo>
                  <a:pt x="1352163" y="50117"/>
                  <a:pt x="1353109" y="50344"/>
                  <a:pt x="1353791" y="50647"/>
                </a:cubicBezTo>
                <a:cubicBezTo>
                  <a:pt x="1354472" y="50950"/>
                  <a:pt x="1354964" y="51329"/>
                  <a:pt x="1355267" y="51783"/>
                </a:cubicBezTo>
                <a:cubicBezTo>
                  <a:pt x="1355570" y="52237"/>
                  <a:pt x="1355721" y="52729"/>
                  <a:pt x="1355721" y="53259"/>
                </a:cubicBezTo>
                <a:lnTo>
                  <a:pt x="1355721" y="155462"/>
                </a:lnTo>
                <a:moveTo>
                  <a:pt x="1357879" y="18624"/>
                </a:moveTo>
                <a:cubicBezTo>
                  <a:pt x="1357879" y="23015"/>
                  <a:pt x="1357046" y="26005"/>
                  <a:pt x="1355381" y="27595"/>
                </a:cubicBezTo>
                <a:cubicBezTo>
                  <a:pt x="1353715" y="29185"/>
                  <a:pt x="1350649" y="29979"/>
                  <a:pt x="1346182" y="29979"/>
                </a:cubicBezTo>
                <a:cubicBezTo>
                  <a:pt x="1341791" y="29979"/>
                  <a:pt x="1338782" y="29204"/>
                  <a:pt x="1337154" y="27652"/>
                </a:cubicBezTo>
                <a:cubicBezTo>
                  <a:pt x="1335527" y="26100"/>
                  <a:pt x="1334713" y="23166"/>
                  <a:pt x="1334713" y="18851"/>
                </a:cubicBezTo>
                <a:cubicBezTo>
                  <a:pt x="1334713" y="14460"/>
                  <a:pt x="1335546" y="11469"/>
                  <a:pt x="1337211" y="9880"/>
                </a:cubicBezTo>
                <a:cubicBezTo>
                  <a:pt x="1338877" y="8290"/>
                  <a:pt x="1341943" y="7495"/>
                  <a:pt x="1346409" y="7495"/>
                </a:cubicBezTo>
                <a:cubicBezTo>
                  <a:pt x="1350800" y="7495"/>
                  <a:pt x="1353810" y="8271"/>
                  <a:pt x="1355437" y="9823"/>
                </a:cubicBezTo>
                <a:cubicBezTo>
                  <a:pt x="1357065" y="11375"/>
                  <a:pt x="1357879" y="14308"/>
                  <a:pt x="1357879" y="18624"/>
                </a:cubicBezTo>
                <a:close/>
                <a:moveTo>
                  <a:pt x="1483988" y="103282"/>
                </a:moveTo>
                <a:cubicBezTo>
                  <a:pt x="1483988" y="111616"/>
                  <a:pt x="1482890" y="119289"/>
                  <a:pt x="1480695" y="126298"/>
                </a:cubicBezTo>
                <a:cubicBezTo>
                  <a:pt x="1478500" y="133308"/>
                  <a:pt x="1475225" y="139353"/>
                  <a:pt x="1470872" y="144432"/>
                </a:cubicBezTo>
                <a:cubicBezTo>
                  <a:pt x="1466519" y="149509"/>
                  <a:pt x="1461068" y="153469"/>
                  <a:pt x="1454520" y="156310"/>
                </a:cubicBezTo>
                <a:cubicBezTo>
                  <a:pt x="1447971" y="159151"/>
                  <a:pt x="1440382" y="160572"/>
                  <a:pt x="1431751" y="160572"/>
                </a:cubicBezTo>
                <a:cubicBezTo>
                  <a:pt x="1423348" y="160572"/>
                  <a:pt x="1416023" y="159322"/>
                  <a:pt x="1409778" y="156821"/>
                </a:cubicBezTo>
                <a:cubicBezTo>
                  <a:pt x="1403532" y="154320"/>
                  <a:pt x="1398327" y="150683"/>
                  <a:pt x="1394163" y="145909"/>
                </a:cubicBezTo>
                <a:cubicBezTo>
                  <a:pt x="1390000" y="141134"/>
                  <a:pt x="1386896" y="135337"/>
                  <a:pt x="1384852" y="128516"/>
                </a:cubicBezTo>
                <a:cubicBezTo>
                  <a:pt x="1382807" y="121696"/>
                  <a:pt x="1381785" y="113966"/>
                  <a:pt x="1381785" y="105326"/>
                </a:cubicBezTo>
                <a:cubicBezTo>
                  <a:pt x="1381785" y="96991"/>
                  <a:pt x="1382864" y="89319"/>
                  <a:pt x="1385022" y="82309"/>
                </a:cubicBezTo>
                <a:cubicBezTo>
                  <a:pt x="1387179" y="75299"/>
                  <a:pt x="1390435" y="69255"/>
                  <a:pt x="1394788" y="64178"/>
                </a:cubicBezTo>
                <a:cubicBezTo>
                  <a:pt x="1399141" y="59099"/>
                  <a:pt x="1404573" y="55158"/>
                  <a:pt x="1411084" y="52354"/>
                </a:cubicBezTo>
                <a:cubicBezTo>
                  <a:pt x="1417594" y="49551"/>
                  <a:pt x="1425203" y="48149"/>
                  <a:pt x="1433909" y="48149"/>
                </a:cubicBezTo>
                <a:cubicBezTo>
                  <a:pt x="1442312" y="48149"/>
                  <a:pt x="1449637" y="49399"/>
                  <a:pt x="1455882" y="51900"/>
                </a:cubicBezTo>
                <a:cubicBezTo>
                  <a:pt x="1462128" y="54400"/>
                  <a:pt x="1467333" y="58038"/>
                  <a:pt x="1471497" y="62812"/>
                </a:cubicBezTo>
                <a:cubicBezTo>
                  <a:pt x="1475661" y="67586"/>
                  <a:pt x="1478783" y="73384"/>
                  <a:pt x="1480865" y="80204"/>
                </a:cubicBezTo>
                <a:cubicBezTo>
                  <a:pt x="1482947" y="87025"/>
                  <a:pt x="1483988" y="94717"/>
                  <a:pt x="1483988" y="103282"/>
                </a:cubicBezTo>
                <a:moveTo>
                  <a:pt x="1464229" y="104531"/>
                </a:moveTo>
                <a:cubicBezTo>
                  <a:pt x="1464229" y="98997"/>
                  <a:pt x="1463718" y="93766"/>
                  <a:pt x="1462696" y="88838"/>
                </a:cubicBezTo>
                <a:cubicBezTo>
                  <a:pt x="1461674" y="83910"/>
                  <a:pt x="1459989" y="79589"/>
                  <a:pt x="1457643" y="75875"/>
                </a:cubicBezTo>
                <a:cubicBezTo>
                  <a:pt x="1455296" y="72161"/>
                  <a:pt x="1452116" y="69223"/>
                  <a:pt x="1448104" y="67063"/>
                </a:cubicBezTo>
                <a:cubicBezTo>
                  <a:pt x="1444091" y="64901"/>
                  <a:pt x="1439095" y="63820"/>
                  <a:pt x="1433114" y="63820"/>
                </a:cubicBezTo>
                <a:cubicBezTo>
                  <a:pt x="1427587" y="63820"/>
                  <a:pt x="1422837" y="64805"/>
                  <a:pt x="1418862" y="66776"/>
                </a:cubicBezTo>
                <a:cubicBezTo>
                  <a:pt x="1414888" y="68747"/>
                  <a:pt x="1411613" y="71534"/>
                  <a:pt x="1409040" y="75137"/>
                </a:cubicBezTo>
                <a:cubicBezTo>
                  <a:pt x="1406466" y="78738"/>
                  <a:pt x="1404554" y="83002"/>
                  <a:pt x="1403305" y="87930"/>
                </a:cubicBezTo>
                <a:cubicBezTo>
                  <a:pt x="1402056" y="92855"/>
                  <a:pt x="1401431" y="98238"/>
                  <a:pt x="1401431" y="104076"/>
                </a:cubicBezTo>
                <a:cubicBezTo>
                  <a:pt x="1401431" y="109686"/>
                  <a:pt x="1401942" y="114954"/>
                  <a:pt x="1402964" y="119882"/>
                </a:cubicBezTo>
                <a:cubicBezTo>
                  <a:pt x="1403986" y="124810"/>
                  <a:pt x="1405690" y="129113"/>
                  <a:pt x="1408074" y="132789"/>
                </a:cubicBezTo>
                <a:cubicBezTo>
                  <a:pt x="1410459" y="136466"/>
                  <a:pt x="1413658" y="139385"/>
                  <a:pt x="1417670" y="141547"/>
                </a:cubicBezTo>
                <a:cubicBezTo>
                  <a:pt x="1421682" y="143707"/>
                  <a:pt x="1426679" y="144787"/>
                  <a:pt x="1432660" y="144787"/>
                </a:cubicBezTo>
                <a:cubicBezTo>
                  <a:pt x="1438111" y="144787"/>
                  <a:pt x="1442842" y="143802"/>
                  <a:pt x="1446855" y="141831"/>
                </a:cubicBezTo>
                <a:cubicBezTo>
                  <a:pt x="1450867" y="139860"/>
                  <a:pt x="1454160" y="137094"/>
                  <a:pt x="1456734" y="133531"/>
                </a:cubicBezTo>
                <a:cubicBezTo>
                  <a:pt x="1459308" y="129965"/>
                  <a:pt x="1461201" y="125720"/>
                  <a:pt x="1462412" y="120794"/>
                </a:cubicBezTo>
                <a:cubicBezTo>
                  <a:pt x="1463623" y="115866"/>
                  <a:pt x="1464229" y="110445"/>
                  <a:pt x="1464229" y="104531"/>
                </a:cubicBezTo>
                <a:close/>
                <a:moveTo>
                  <a:pt x="1597744" y="155462"/>
                </a:moveTo>
                <a:cubicBezTo>
                  <a:pt x="1597744" y="156067"/>
                  <a:pt x="1597592" y="156578"/>
                  <a:pt x="1597289" y="156995"/>
                </a:cubicBezTo>
                <a:cubicBezTo>
                  <a:pt x="1596987" y="157411"/>
                  <a:pt x="1596494" y="157771"/>
                  <a:pt x="1595813" y="158074"/>
                </a:cubicBezTo>
                <a:cubicBezTo>
                  <a:pt x="1595132" y="158376"/>
                  <a:pt x="1594185" y="158604"/>
                  <a:pt x="1592974" y="158755"/>
                </a:cubicBezTo>
                <a:cubicBezTo>
                  <a:pt x="1591763" y="158906"/>
                  <a:pt x="1590249" y="158982"/>
                  <a:pt x="1588432" y="158982"/>
                </a:cubicBezTo>
                <a:cubicBezTo>
                  <a:pt x="1586539" y="158982"/>
                  <a:pt x="1584987" y="158906"/>
                  <a:pt x="1583776" y="158755"/>
                </a:cubicBezTo>
                <a:cubicBezTo>
                  <a:pt x="1582565" y="158604"/>
                  <a:pt x="1581618" y="158376"/>
                  <a:pt x="1580937" y="158074"/>
                </a:cubicBezTo>
                <a:cubicBezTo>
                  <a:pt x="1580256" y="157771"/>
                  <a:pt x="1579764" y="157411"/>
                  <a:pt x="1579461" y="156995"/>
                </a:cubicBezTo>
                <a:cubicBezTo>
                  <a:pt x="1579158" y="156578"/>
                  <a:pt x="1579006" y="156067"/>
                  <a:pt x="1579006" y="155462"/>
                </a:cubicBezTo>
                <a:lnTo>
                  <a:pt x="1579006" y="95616"/>
                </a:lnTo>
                <a:cubicBezTo>
                  <a:pt x="1579006" y="89787"/>
                  <a:pt x="1578552" y="85093"/>
                  <a:pt x="1577644" y="81535"/>
                </a:cubicBezTo>
                <a:cubicBezTo>
                  <a:pt x="1576735" y="77977"/>
                  <a:pt x="1575410" y="74911"/>
                  <a:pt x="1573669" y="72337"/>
                </a:cubicBezTo>
                <a:cubicBezTo>
                  <a:pt x="1571928" y="69763"/>
                  <a:pt x="1569676" y="67795"/>
                  <a:pt x="1566912" y="66432"/>
                </a:cubicBezTo>
                <a:cubicBezTo>
                  <a:pt x="1564149" y="65069"/>
                  <a:pt x="1560951" y="64388"/>
                  <a:pt x="1557317" y="64388"/>
                </a:cubicBezTo>
                <a:cubicBezTo>
                  <a:pt x="1552623" y="64388"/>
                  <a:pt x="1547929" y="66053"/>
                  <a:pt x="1543235" y="69384"/>
                </a:cubicBezTo>
                <a:cubicBezTo>
                  <a:pt x="1538542" y="72715"/>
                  <a:pt x="1533621" y="77598"/>
                  <a:pt x="1528473" y="84033"/>
                </a:cubicBezTo>
                <a:lnTo>
                  <a:pt x="1528473" y="155462"/>
                </a:lnTo>
                <a:cubicBezTo>
                  <a:pt x="1528473" y="156067"/>
                  <a:pt x="1528321" y="156578"/>
                  <a:pt x="1528019" y="156995"/>
                </a:cubicBezTo>
                <a:cubicBezTo>
                  <a:pt x="1527716" y="157411"/>
                  <a:pt x="1527224" y="157771"/>
                  <a:pt x="1526542" y="158074"/>
                </a:cubicBezTo>
                <a:cubicBezTo>
                  <a:pt x="1525861" y="158376"/>
                  <a:pt x="1524915" y="158604"/>
                  <a:pt x="1523703" y="158755"/>
                </a:cubicBezTo>
                <a:cubicBezTo>
                  <a:pt x="1522492" y="158906"/>
                  <a:pt x="1520940" y="158982"/>
                  <a:pt x="1519047" y="158982"/>
                </a:cubicBezTo>
                <a:cubicBezTo>
                  <a:pt x="1517231" y="158982"/>
                  <a:pt x="1515716" y="158906"/>
                  <a:pt x="1514505" y="158755"/>
                </a:cubicBezTo>
                <a:cubicBezTo>
                  <a:pt x="1513294" y="158604"/>
                  <a:pt x="1512329" y="158376"/>
                  <a:pt x="1511609" y="158074"/>
                </a:cubicBezTo>
                <a:cubicBezTo>
                  <a:pt x="1510890" y="157771"/>
                  <a:pt x="1510398" y="157411"/>
                  <a:pt x="1510133" y="156995"/>
                </a:cubicBezTo>
                <a:cubicBezTo>
                  <a:pt x="1509868" y="156578"/>
                  <a:pt x="1509736" y="156067"/>
                  <a:pt x="1509736" y="155462"/>
                </a:cubicBezTo>
                <a:lnTo>
                  <a:pt x="1509736" y="53259"/>
                </a:lnTo>
                <a:cubicBezTo>
                  <a:pt x="1509736" y="52653"/>
                  <a:pt x="1509849" y="52142"/>
                  <a:pt x="1510076" y="51726"/>
                </a:cubicBezTo>
                <a:cubicBezTo>
                  <a:pt x="1510303" y="51310"/>
                  <a:pt x="1510758" y="50931"/>
                  <a:pt x="1511439" y="50590"/>
                </a:cubicBezTo>
                <a:cubicBezTo>
                  <a:pt x="1512120" y="50250"/>
                  <a:pt x="1512991" y="50023"/>
                  <a:pt x="1514051" y="49909"/>
                </a:cubicBezTo>
                <a:cubicBezTo>
                  <a:pt x="1515111" y="49795"/>
                  <a:pt x="1516511" y="49739"/>
                  <a:pt x="1518253" y="49739"/>
                </a:cubicBezTo>
                <a:cubicBezTo>
                  <a:pt x="1519918" y="49739"/>
                  <a:pt x="1521300" y="49795"/>
                  <a:pt x="1522397" y="49909"/>
                </a:cubicBezTo>
                <a:cubicBezTo>
                  <a:pt x="1523495" y="50023"/>
                  <a:pt x="1524347" y="50250"/>
                  <a:pt x="1524953" y="50590"/>
                </a:cubicBezTo>
                <a:cubicBezTo>
                  <a:pt x="1525558" y="50931"/>
                  <a:pt x="1525993" y="51310"/>
                  <a:pt x="1526258" y="51726"/>
                </a:cubicBezTo>
                <a:cubicBezTo>
                  <a:pt x="1526523" y="52142"/>
                  <a:pt x="1526656" y="52653"/>
                  <a:pt x="1526656" y="53259"/>
                </a:cubicBezTo>
                <a:lnTo>
                  <a:pt x="1526656" y="66772"/>
                </a:lnTo>
                <a:cubicBezTo>
                  <a:pt x="1532410" y="60337"/>
                  <a:pt x="1538144" y="55625"/>
                  <a:pt x="1543860" y="52634"/>
                </a:cubicBezTo>
                <a:cubicBezTo>
                  <a:pt x="1549576" y="49644"/>
                  <a:pt x="1555348" y="48149"/>
                  <a:pt x="1561178" y="48149"/>
                </a:cubicBezTo>
                <a:cubicBezTo>
                  <a:pt x="1567991" y="48149"/>
                  <a:pt x="1573726" y="49303"/>
                  <a:pt x="1578382" y="51612"/>
                </a:cubicBezTo>
                <a:cubicBezTo>
                  <a:pt x="1583038" y="53921"/>
                  <a:pt x="1586804" y="57006"/>
                  <a:pt x="1589681" y="60867"/>
                </a:cubicBezTo>
                <a:cubicBezTo>
                  <a:pt x="1592558" y="64728"/>
                  <a:pt x="1594621" y="69252"/>
                  <a:pt x="1595870" y="74438"/>
                </a:cubicBezTo>
                <a:cubicBezTo>
                  <a:pt x="1597119" y="79624"/>
                  <a:pt x="1597744" y="85850"/>
                  <a:pt x="1597744" y="93118"/>
                </a:cubicBezTo>
                <a:lnTo>
                  <a:pt x="1597744" y="155462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34a3ef20c4c60"/>
          <a:stretch xmlns:a="http://schemas.openxmlformats.org/drawingml/2006/main"/>
        </p:blipFill>
        <p:spPr>
          <a:xfrm xmlns:a="http://schemas.openxmlformats.org/drawingml/2006/main">
            <a:off x="2179381" y="2083782"/>
            <a:ext cx="663921" cy="355462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df836dbb74eba"/>
          <a:stretch xmlns:a="http://schemas.openxmlformats.org/drawingml/2006/main"/>
        </p:blipFill>
        <p:spPr>
          <a:xfrm xmlns:a="http://schemas.openxmlformats.org/drawingml/2006/main">
            <a:off x="3016626" y="1878143"/>
            <a:ext cx="511160" cy="514098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5c5c84f204a07"/>
          <a:stretch xmlns:a="http://schemas.openxmlformats.org/drawingml/2006/main"/>
        </p:blipFill>
        <p:spPr>
          <a:xfrm xmlns:a="http://schemas.openxmlformats.org/drawingml/2006/main">
            <a:off x="3016626" y="2894588"/>
            <a:ext cx="511160" cy="511160"/>
          </a:xfrm>
          <a:prstGeom xmlns:a="http://schemas.openxmlformats.org/drawingml/2006/main" prst="rect">
            <a:avLst/>
          </a:prstGeom>
        </p:spPr>
      </p:pic>
      <p:sp>
        <p:nvSpPr>
          <p:cNvPr id="66" name="Text Memory">
            <a:extLst xmlns:a="http://schemas.openxmlformats.org/drawingml/2006/main">
              <a:ext uri="{FF2B5EF4-FFF2-40B4-BE49-F238E27FC236}">
                <a16:creationId xmlns:a16="http://schemas.microsoft.com/office/drawing/2014/main" id="{84600ED5-D3AA-48EE-8714-7952A50C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88" y="828544"/>
            <a:ext cx="909065" cy="208099"/>
          </a:xfrm>
          <a:custGeom xmlns:a="http://schemas.openxmlformats.org/drawingml/2006/main">
            <a:pathLst>
              <a:path w="909065" h="208099">
                <a:moveTo>
                  <a:pt x="189272" y="157894"/>
                </a:moveTo>
                <a:cubicBezTo>
                  <a:pt x="189272" y="158731"/>
                  <a:pt x="189042" y="159484"/>
                  <a:pt x="188582" y="160154"/>
                </a:cubicBezTo>
                <a:cubicBezTo>
                  <a:pt x="188122" y="160823"/>
                  <a:pt x="187285" y="161367"/>
                  <a:pt x="186072" y="161785"/>
                </a:cubicBezTo>
                <a:cubicBezTo>
                  <a:pt x="184859" y="162204"/>
                  <a:pt x="183248" y="162538"/>
                  <a:pt x="181240" y="162789"/>
                </a:cubicBezTo>
                <a:cubicBezTo>
                  <a:pt x="179231" y="163040"/>
                  <a:pt x="176679" y="163166"/>
                  <a:pt x="173583" y="163166"/>
                </a:cubicBezTo>
                <a:cubicBezTo>
                  <a:pt x="170571" y="163166"/>
                  <a:pt x="168061" y="163040"/>
                  <a:pt x="166053" y="162789"/>
                </a:cubicBezTo>
                <a:cubicBezTo>
                  <a:pt x="164044" y="162538"/>
                  <a:pt x="162455" y="162204"/>
                  <a:pt x="161283" y="161785"/>
                </a:cubicBezTo>
                <a:cubicBezTo>
                  <a:pt x="160112" y="161367"/>
                  <a:pt x="159275" y="160824"/>
                  <a:pt x="158773" y="160157"/>
                </a:cubicBezTo>
                <a:cubicBezTo>
                  <a:pt x="158271" y="159488"/>
                  <a:pt x="158020" y="158735"/>
                  <a:pt x="158020" y="157898"/>
                </a:cubicBezTo>
                <a:lnTo>
                  <a:pt x="158020" y="25856"/>
                </a:lnTo>
                <a:lnTo>
                  <a:pt x="157769" y="25856"/>
                </a:lnTo>
                <a:lnTo>
                  <a:pt x="110702" y="157769"/>
                </a:lnTo>
                <a:cubicBezTo>
                  <a:pt x="110367" y="158857"/>
                  <a:pt x="109823" y="159756"/>
                  <a:pt x="109070" y="160467"/>
                </a:cubicBezTo>
                <a:cubicBezTo>
                  <a:pt x="108317" y="161179"/>
                  <a:pt x="107292" y="161743"/>
                  <a:pt x="105995" y="162162"/>
                </a:cubicBezTo>
                <a:cubicBezTo>
                  <a:pt x="104698" y="162580"/>
                  <a:pt x="103046" y="162852"/>
                  <a:pt x="101037" y="162978"/>
                </a:cubicBezTo>
                <a:cubicBezTo>
                  <a:pt x="99029" y="163103"/>
                  <a:pt x="96603" y="163166"/>
                  <a:pt x="93758" y="163166"/>
                </a:cubicBezTo>
                <a:cubicBezTo>
                  <a:pt x="90913" y="163166"/>
                  <a:pt x="88486" y="163061"/>
                  <a:pt x="86478" y="162852"/>
                </a:cubicBezTo>
                <a:cubicBezTo>
                  <a:pt x="84470" y="162643"/>
                  <a:pt x="82817" y="162308"/>
                  <a:pt x="81520" y="161848"/>
                </a:cubicBezTo>
                <a:cubicBezTo>
                  <a:pt x="80223" y="161388"/>
                  <a:pt x="79198" y="160823"/>
                  <a:pt x="78445" y="160154"/>
                </a:cubicBezTo>
                <a:cubicBezTo>
                  <a:pt x="77692" y="159484"/>
                  <a:pt x="77190" y="158689"/>
                  <a:pt x="76939" y="157769"/>
                </a:cubicBezTo>
                <a:lnTo>
                  <a:pt x="31504" y="25856"/>
                </a:lnTo>
                <a:lnTo>
                  <a:pt x="31253" y="25856"/>
                </a:lnTo>
                <a:lnTo>
                  <a:pt x="31253" y="157898"/>
                </a:lnTo>
                <a:cubicBezTo>
                  <a:pt x="31253" y="158735"/>
                  <a:pt x="31022" y="159488"/>
                  <a:pt x="30562" y="160157"/>
                </a:cubicBezTo>
                <a:cubicBezTo>
                  <a:pt x="30102" y="160824"/>
                  <a:pt x="29244" y="161367"/>
                  <a:pt x="27989" y="161785"/>
                </a:cubicBezTo>
                <a:cubicBezTo>
                  <a:pt x="26734" y="162204"/>
                  <a:pt x="25123" y="162538"/>
                  <a:pt x="23157" y="162789"/>
                </a:cubicBezTo>
                <a:cubicBezTo>
                  <a:pt x="21191" y="163040"/>
                  <a:pt x="18659" y="163166"/>
                  <a:pt x="15564" y="163166"/>
                </a:cubicBezTo>
                <a:cubicBezTo>
                  <a:pt x="12551" y="163166"/>
                  <a:pt x="10041" y="163040"/>
                  <a:pt x="8033" y="162789"/>
                </a:cubicBezTo>
                <a:cubicBezTo>
                  <a:pt x="6025" y="162538"/>
                  <a:pt x="4414" y="162204"/>
                  <a:pt x="3201" y="161785"/>
                </a:cubicBezTo>
                <a:cubicBezTo>
                  <a:pt x="1987" y="161367"/>
                  <a:pt x="1151" y="160823"/>
                  <a:pt x="690" y="160154"/>
                </a:cubicBezTo>
                <a:cubicBezTo>
                  <a:pt x="230" y="159484"/>
                  <a:pt x="0" y="158731"/>
                  <a:pt x="0" y="157894"/>
                </a:cubicBezTo>
                <a:lnTo>
                  <a:pt x="0" y="13179"/>
                </a:lnTo>
                <a:cubicBezTo>
                  <a:pt x="0" y="8911"/>
                  <a:pt x="1130" y="5648"/>
                  <a:pt x="3389" y="3389"/>
                </a:cubicBezTo>
                <a:cubicBezTo>
                  <a:pt x="5648" y="1130"/>
                  <a:pt x="8660" y="0"/>
                  <a:pt x="12426" y="0"/>
                </a:cubicBezTo>
                <a:lnTo>
                  <a:pt x="34014" y="0"/>
                </a:lnTo>
                <a:cubicBezTo>
                  <a:pt x="37863" y="0"/>
                  <a:pt x="41168" y="314"/>
                  <a:pt x="43929" y="941"/>
                </a:cubicBezTo>
                <a:cubicBezTo>
                  <a:pt x="46691" y="1569"/>
                  <a:pt x="49075" y="2615"/>
                  <a:pt x="51083" y="4079"/>
                </a:cubicBezTo>
                <a:cubicBezTo>
                  <a:pt x="53092" y="5543"/>
                  <a:pt x="54765" y="7468"/>
                  <a:pt x="56104" y="9853"/>
                </a:cubicBezTo>
                <a:cubicBezTo>
                  <a:pt x="57443" y="12237"/>
                  <a:pt x="58614" y="15187"/>
                  <a:pt x="59618" y="18701"/>
                </a:cubicBezTo>
                <a:lnTo>
                  <a:pt x="94762" y="115471"/>
                </a:lnTo>
                <a:lnTo>
                  <a:pt x="95264" y="115471"/>
                </a:lnTo>
                <a:lnTo>
                  <a:pt x="131662" y="18952"/>
                </a:lnTo>
                <a:cubicBezTo>
                  <a:pt x="132750" y="15438"/>
                  <a:pt x="133942" y="12468"/>
                  <a:pt x="135239" y="10041"/>
                </a:cubicBezTo>
                <a:cubicBezTo>
                  <a:pt x="136536" y="7614"/>
                  <a:pt x="138043" y="5648"/>
                  <a:pt x="139758" y="4142"/>
                </a:cubicBezTo>
                <a:cubicBezTo>
                  <a:pt x="141473" y="2636"/>
                  <a:pt x="143502" y="1569"/>
                  <a:pt x="145845" y="941"/>
                </a:cubicBezTo>
                <a:cubicBezTo>
                  <a:pt x="148188" y="314"/>
                  <a:pt x="150907" y="0"/>
                  <a:pt x="154003" y="0"/>
                </a:cubicBezTo>
                <a:lnTo>
                  <a:pt x="176219" y="0"/>
                </a:lnTo>
                <a:cubicBezTo>
                  <a:pt x="178478" y="0"/>
                  <a:pt x="180424" y="293"/>
                  <a:pt x="182055" y="879"/>
                </a:cubicBezTo>
                <a:cubicBezTo>
                  <a:pt x="183687" y="1464"/>
                  <a:pt x="185026" y="2322"/>
                  <a:pt x="186072" y="3452"/>
                </a:cubicBezTo>
                <a:cubicBezTo>
                  <a:pt x="187118" y="4581"/>
                  <a:pt x="187913" y="5962"/>
                  <a:pt x="188457" y="7593"/>
                </a:cubicBezTo>
                <a:cubicBezTo>
                  <a:pt x="189000" y="9225"/>
                  <a:pt x="189272" y="11087"/>
                  <a:pt x="189272" y="13179"/>
                </a:cubicBezTo>
                <a:lnTo>
                  <a:pt x="189272" y="157894"/>
                </a:lnTo>
                <a:close/>
                <a:moveTo>
                  <a:pt x="329516" y="98884"/>
                </a:moveTo>
                <a:cubicBezTo>
                  <a:pt x="329516" y="102741"/>
                  <a:pt x="328658" y="105591"/>
                  <a:pt x="326943" y="107435"/>
                </a:cubicBezTo>
                <a:cubicBezTo>
                  <a:pt x="325228" y="109278"/>
                  <a:pt x="322864" y="110200"/>
                  <a:pt x="319852" y="110200"/>
                </a:cubicBezTo>
                <a:lnTo>
                  <a:pt x="251699" y="110200"/>
                </a:lnTo>
                <a:cubicBezTo>
                  <a:pt x="251699" y="114987"/>
                  <a:pt x="252263" y="119335"/>
                  <a:pt x="253393" y="123241"/>
                </a:cubicBezTo>
                <a:cubicBezTo>
                  <a:pt x="254523" y="127148"/>
                  <a:pt x="256322" y="130467"/>
                  <a:pt x="258790" y="133200"/>
                </a:cubicBezTo>
                <a:cubicBezTo>
                  <a:pt x="261258" y="135930"/>
                  <a:pt x="264438" y="138009"/>
                  <a:pt x="268329" y="139436"/>
                </a:cubicBezTo>
                <a:cubicBezTo>
                  <a:pt x="272220" y="140864"/>
                  <a:pt x="276885" y="141578"/>
                  <a:pt x="282323" y="141578"/>
                </a:cubicBezTo>
                <a:cubicBezTo>
                  <a:pt x="287846" y="141578"/>
                  <a:pt x="292699" y="141174"/>
                  <a:pt x="296883" y="140366"/>
                </a:cubicBezTo>
                <a:cubicBezTo>
                  <a:pt x="301067" y="139558"/>
                  <a:pt x="304686" y="138665"/>
                  <a:pt x="307740" y="137687"/>
                </a:cubicBezTo>
                <a:cubicBezTo>
                  <a:pt x="310794" y="136709"/>
                  <a:pt x="313325" y="135816"/>
                  <a:pt x="315333" y="135008"/>
                </a:cubicBezTo>
                <a:cubicBezTo>
                  <a:pt x="317341" y="134200"/>
                  <a:pt x="318973" y="133796"/>
                  <a:pt x="320228" y="133796"/>
                </a:cubicBezTo>
                <a:cubicBezTo>
                  <a:pt x="320981" y="133796"/>
                  <a:pt x="321609" y="133944"/>
                  <a:pt x="322111" y="134239"/>
                </a:cubicBezTo>
                <a:cubicBezTo>
                  <a:pt x="322613" y="134532"/>
                  <a:pt x="323031" y="135058"/>
                  <a:pt x="323366" y="135816"/>
                </a:cubicBezTo>
                <a:cubicBezTo>
                  <a:pt x="323701" y="136572"/>
                  <a:pt x="323931" y="137644"/>
                  <a:pt x="324056" y="139032"/>
                </a:cubicBezTo>
                <a:cubicBezTo>
                  <a:pt x="324182" y="140421"/>
                  <a:pt x="324245" y="142166"/>
                  <a:pt x="324245" y="144268"/>
                </a:cubicBezTo>
                <a:cubicBezTo>
                  <a:pt x="324245" y="146120"/>
                  <a:pt x="324203" y="147698"/>
                  <a:pt x="324119" y="149003"/>
                </a:cubicBezTo>
                <a:cubicBezTo>
                  <a:pt x="324035" y="150305"/>
                  <a:pt x="323910" y="151419"/>
                  <a:pt x="323743" y="152344"/>
                </a:cubicBezTo>
                <a:cubicBezTo>
                  <a:pt x="323575" y="153270"/>
                  <a:pt x="323324" y="154049"/>
                  <a:pt x="322989" y="154682"/>
                </a:cubicBezTo>
                <a:cubicBezTo>
                  <a:pt x="322655" y="155312"/>
                  <a:pt x="322215" y="155921"/>
                  <a:pt x="321672" y="156510"/>
                </a:cubicBezTo>
                <a:cubicBezTo>
                  <a:pt x="321128" y="157098"/>
                  <a:pt x="319642" y="157894"/>
                  <a:pt x="317216" y="158898"/>
                </a:cubicBezTo>
                <a:cubicBezTo>
                  <a:pt x="314789" y="159903"/>
                  <a:pt x="311693" y="160886"/>
                  <a:pt x="307928" y="161848"/>
                </a:cubicBezTo>
                <a:cubicBezTo>
                  <a:pt x="304163" y="162810"/>
                  <a:pt x="299853" y="163647"/>
                  <a:pt x="295000" y="164358"/>
                </a:cubicBezTo>
                <a:cubicBezTo>
                  <a:pt x="290147" y="165069"/>
                  <a:pt x="284959" y="165425"/>
                  <a:pt x="279437" y="165425"/>
                </a:cubicBezTo>
                <a:cubicBezTo>
                  <a:pt x="269479" y="165425"/>
                  <a:pt x="260756" y="164167"/>
                  <a:pt x="253267" y="161652"/>
                </a:cubicBezTo>
                <a:cubicBezTo>
                  <a:pt x="245779" y="159136"/>
                  <a:pt x="239524" y="155321"/>
                  <a:pt x="234503" y="150207"/>
                </a:cubicBezTo>
                <a:cubicBezTo>
                  <a:pt x="229483" y="145092"/>
                  <a:pt x="225738" y="138637"/>
                  <a:pt x="223270" y="130843"/>
                </a:cubicBezTo>
                <a:cubicBezTo>
                  <a:pt x="220802" y="123045"/>
                  <a:pt x="219567" y="113906"/>
                  <a:pt x="219567" y="103426"/>
                </a:cubicBezTo>
                <a:cubicBezTo>
                  <a:pt x="219567" y="93448"/>
                  <a:pt x="220864" y="84455"/>
                  <a:pt x="223458" y="76449"/>
                </a:cubicBezTo>
                <a:cubicBezTo>
                  <a:pt x="226052" y="68442"/>
                  <a:pt x="229818" y="61651"/>
                  <a:pt x="234754" y="56076"/>
                </a:cubicBezTo>
                <a:cubicBezTo>
                  <a:pt x="239691" y="50499"/>
                  <a:pt x="245695" y="46243"/>
                  <a:pt x="252765" y="43310"/>
                </a:cubicBezTo>
                <a:cubicBezTo>
                  <a:pt x="259836" y="40376"/>
                  <a:pt x="267806" y="38909"/>
                  <a:pt x="276675" y="38909"/>
                </a:cubicBezTo>
                <a:cubicBezTo>
                  <a:pt x="286047" y="38909"/>
                  <a:pt x="294059" y="40292"/>
                  <a:pt x="300711" y="43059"/>
                </a:cubicBezTo>
                <a:cubicBezTo>
                  <a:pt x="307363" y="45825"/>
                  <a:pt x="312823" y="49660"/>
                  <a:pt x="317090" y="54563"/>
                </a:cubicBezTo>
                <a:cubicBezTo>
                  <a:pt x="321358" y="59465"/>
                  <a:pt x="324496" y="65270"/>
                  <a:pt x="326504" y="71977"/>
                </a:cubicBezTo>
                <a:cubicBezTo>
                  <a:pt x="328512" y="78682"/>
                  <a:pt x="329516" y="85975"/>
                  <a:pt x="329516" y="93856"/>
                </a:cubicBezTo>
                <a:lnTo>
                  <a:pt x="329516" y="98884"/>
                </a:lnTo>
                <a:moveTo>
                  <a:pt x="298891" y="89867"/>
                </a:moveTo>
                <a:cubicBezTo>
                  <a:pt x="299142" y="80958"/>
                  <a:pt x="297364" y="73962"/>
                  <a:pt x="293557" y="68879"/>
                </a:cubicBezTo>
                <a:cubicBezTo>
                  <a:pt x="289750" y="63793"/>
                  <a:pt x="283871" y="61250"/>
                  <a:pt x="275922" y="61250"/>
                </a:cubicBezTo>
                <a:cubicBezTo>
                  <a:pt x="271906" y="61250"/>
                  <a:pt x="268413" y="62007"/>
                  <a:pt x="265442" y="63521"/>
                </a:cubicBezTo>
                <a:cubicBezTo>
                  <a:pt x="262472" y="65032"/>
                  <a:pt x="260003" y="67071"/>
                  <a:pt x="258037" y="69636"/>
                </a:cubicBezTo>
                <a:cubicBezTo>
                  <a:pt x="256071" y="72198"/>
                  <a:pt x="254564" y="75224"/>
                  <a:pt x="253518" y="78712"/>
                </a:cubicBezTo>
                <a:cubicBezTo>
                  <a:pt x="252473" y="82197"/>
                  <a:pt x="251866" y="85916"/>
                  <a:pt x="251699" y="89867"/>
                </a:cubicBezTo>
                <a:lnTo>
                  <a:pt x="298891" y="89867"/>
                </a:lnTo>
                <a:close/>
                <a:moveTo>
                  <a:pt x="535779" y="158141"/>
                </a:moveTo>
                <a:cubicBezTo>
                  <a:pt x="535779" y="158978"/>
                  <a:pt x="535528" y="159712"/>
                  <a:pt x="535026" y="160342"/>
                </a:cubicBezTo>
                <a:cubicBezTo>
                  <a:pt x="534524" y="160969"/>
                  <a:pt x="533687" y="161492"/>
                  <a:pt x="532516" y="161911"/>
                </a:cubicBezTo>
                <a:cubicBezTo>
                  <a:pt x="531345" y="162329"/>
                  <a:pt x="529755" y="162643"/>
                  <a:pt x="527747" y="162852"/>
                </a:cubicBezTo>
                <a:cubicBezTo>
                  <a:pt x="525738" y="163061"/>
                  <a:pt x="523186" y="163166"/>
                  <a:pt x="520090" y="163166"/>
                </a:cubicBezTo>
                <a:cubicBezTo>
                  <a:pt x="516911" y="163166"/>
                  <a:pt x="514317" y="163061"/>
                  <a:pt x="512308" y="162852"/>
                </a:cubicBezTo>
                <a:cubicBezTo>
                  <a:pt x="510300" y="162643"/>
                  <a:pt x="508690" y="162329"/>
                  <a:pt x="507476" y="161911"/>
                </a:cubicBezTo>
                <a:cubicBezTo>
                  <a:pt x="506263" y="161492"/>
                  <a:pt x="505426" y="160969"/>
                  <a:pt x="504966" y="160342"/>
                </a:cubicBezTo>
                <a:cubicBezTo>
                  <a:pt x="504506" y="159714"/>
                  <a:pt x="504276" y="158982"/>
                  <a:pt x="504276" y="158145"/>
                </a:cubicBezTo>
                <a:lnTo>
                  <a:pt x="504276" y="91749"/>
                </a:lnTo>
                <a:cubicBezTo>
                  <a:pt x="504276" y="87984"/>
                  <a:pt x="503920" y="84553"/>
                  <a:pt x="503209" y="81457"/>
                </a:cubicBezTo>
                <a:cubicBezTo>
                  <a:pt x="502498" y="78361"/>
                  <a:pt x="501410" y="75705"/>
                  <a:pt x="499946" y="73487"/>
                </a:cubicBezTo>
                <a:cubicBezTo>
                  <a:pt x="498481" y="71270"/>
                  <a:pt x="496640" y="69555"/>
                  <a:pt x="494423" y="68341"/>
                </a:cubicBezTo>
                <a:cubicBezTo>
                  <a:pt x="492206" y="67128"/>
                  <a:pt x="489549" y="66521"/>
                  <a:pt x="486453" y="66521"/>
                </a:cubicBezTo>
                <a:cubicBezTo>
                  <a:pt x="482688" y="66521"/>
                  <a:pt x="478880" y="67986"/>
                  <a:pt x="475031" y="70914"/>
                </a:cubicBezTo>
                <a:cubicBezTo>
                  <a:pt x="471182" y="73843"/>
                  <a:pt x="466999" y="78110"/>
                  <a:pt x="462480" y="83717"/>
                </a:cubicBezTo>
                <a:lnTo>
                  <a:pt x="462480" y="158145"/>
                </a:lnTo>
                <a:cubicBezTo>
                  <a:pt x="462480" y="158982"/>
                  <a:pt x="462229" y="159714"/>
                  <a:pt x="461727" y="160342"/>
                </a:cubicBezTo>
                <a:cubicBezTo>
                  <a:pt x="461225" y="160969"/>
                  <a:pt x="460367" y="161492"/>
                  <a:pt x="459154" y="161911"/>
                </a:cubicBezTo>
                <a:cubicBezTo>
                  <a:pt x="457941" y="162329"/>
                  <a:pt x="456330" y="162643"/>
                  <a:pt x="454322" y="162852"/>
                </a:cubicBezTo>
                <a:cubicBezTo>
                  <a:pt x="452314" y="163061"/>
                  <a:pt x="449803" y="163166"/>
                  <a:pt x="446791" y="163166"/>
                </a:cubicBezTo>
                <a:cubicBezTo>
                  <a:pt x="443695" y="163166"/>
                  <a:pt x="441143" y="163061"/>
                  <a:pt x="439135" y="162852"/>
                </a:cubicBezTo>
                <a:cubicBezTo>
                  <a:pt x="437127" y="162643"/>
                  <a:pt x="435516" y="162329"/>
                  <a:pt x="434303" y="161911"/>
                </a:cubicBezTo>
                <a:cubicBezTo>
                  <a:pt x="433089" y="161492"/>
                  <a:pt x="432232" y="160969"/>
                  <a:pt x="431730" y="160342"/>
                </a:cubicBezTo>
                <a:cubicBezTo>
                  <a:pt x="431228" y="159714"/>
                  <a:pt x="430977" y="158982"/>
                  <a:pt x="430977" y="158145"/>
                </a:cubicBezTo>
                <a:lnTo>
                  <a:pt x="430977" y="91749"/>
                </a:lnTo>
                <a:cubicBezTo>
                  <a:pt x="430977" y="87984"/>
                  <a:pt x="430621" y="84553"/>
                  <a:pt x="429910" y="81457"/>
                </a:cubicBezTo>
                <a:cubicBezTo>
                  <a:pt x="429199" y="78361"/>
                  <a:pt x="428132" y="75705"/>
                  <a:pt x="426709" y="73487"/>
                </a:cubicBezTo>
                <a:cubicBezTo>
                  <a:pt x="425287" y="71270"/>
                  <a:pt x="423446" y="69555"/>
                  <a:pt x="421187" y="68341"/>
                </a:cubicBezTo>
                <a:cubicBezTo>
                  <a:pt x="418927" y="67128"/>
                  <a:pt x="416292" y="66521"/>
                  <a:pt x="413279" y="66521"/>
                </a:cubicBezTo>
                <a:cubicBezTo>
                  <a:pt x="409430" y="66521"/>
                  <a:pt x="405581" y="67986"/>
                  <a:pt x="401732" y="70914"/>
                </a:cubicBezTo>
                <a:cubicBezTo>
                  <a:pt x="397883" y="73843"/>
                  <a:pt x="393741" y="78110"/>
                  <a:pt x="389307" y="83717"/>
                </a:cubicBezTo>
                <a:lnTo>
                  <a:pt x="389307" y="158145"/>
                </a:lnTo>
                <a:cubicBezTo>
                  <a:pt x="389307" y="158982"/>
                  <a:pt x="389056" y="159714"/>
                  <a:pt x="388553" y="160342"/>
                </a:cubicBezTo>
                <a:cubicBezTo>
                  <a:pt x="388051" y="160969"/>
                  <a:pt x="387194" y="161492"/>
                  <a:pt x="385980" y="161911"/>
                </a:cubicBezTo>
                <a:cubicBezTo>
                  <a:pt x="384767" y="162329"/>
                  <a:pt x="383156" y="162643"/>
                  <a:pt x="381148" y="162852"/>
                </a:cubicBezTo>
                <a:cubicBezTo>
                  <a:pt x="379140" y="163061"/>
                  <a:pt x="376588" y="163166"/>
                  <a:pt x="373492" y="163166"/>
                </a:cubicBezTo>
                <a:cubicBezTo>
                  <a:pt x="370396" y="163166"/>
                  <a:pt x="367844" y="163061"/>
                  <a:pt x="365836" y="162852"/>
                </a:cubicBezTo>
                <a:cubicBezTo>
                  <a:pt x="363828" y="162643"/>
                  <a:pt x="362217" y="162329"/>
                  <a:pt x="361004" y="161911"/>
                </a:cubicBezTo>
                <a:cubicBezTo>
                  <a:pt x="359790" y="161492"/>
                  <a:pt x="358933" y="160969"/>
                  <a:pt x="358431" y="160342"/>
                </a:cubicBezTo>
                <a:cubicBezTo>
                  <a:pt x="357928" y="159714"/>
                  <a:pt x="357677" y="158982"/>
                  <a:pt x="357677" y="158145"/>
                </a:cubicBezTo>
                <a:lnTo>
                  <a:pt x="357677" y="46188"/>
                </a:lnTo>
                <a:cubicBezTo>
                  <a:pt x="357677" y="45352"/>
                  <a:pt x="357887" y="44620"/>
                  <a:pt x="358305" y="43992"/>
                </a:cubicBezTo>
                <a:cubicBezTo>
                  <a:pt x="358723" y="43364"/>
                  <a:pt x="359476" y="42841"/>
                  <a:pt x="360564" y="42423"/>
                </a:cubicBezTo>
                <a:cubicBezTo>
                  <a:pt x="361652" y="42005"/>
                  <a:pt x="363054" y="41691"/>
                  <a:pt x="364769" y="41482"/>
                </a:cubicBezTo>
                <a:cubicBezTo>
                  <a:pt x="366484" y="41273"/>
                  <a:pt x="368639" y="41168"/>
                  <a:pt x="371233" y="41168"/>
                </a:cubicBezTo>
                <a:cubicBezTo>
                  <a:pt x="373910" y="41168"/>
                  <a:pt x="376128" y="41273"/>
                  <a:pt x="377885" y="41482"/>
                </a:cubicBezTo>
                <a:cubicBezTo>
                  <a:pt x="379642" y="41691"/>
                  <a:pt x="381002" y="42005"/>
                  <a:pt x="381964" y="42423"/>
                </a:cubicBezTo>
                <a:cubicBezTo>
                  <a:pt x="382926" y="42841"/>
                  <a:pt x="383617" y="43364"/>
                  <a:pt x="384035" y="43992"/>
                </a:cubicBezTo>
                <a:cubicBezTo>
                  <a:pt x="384453" y="44620"/>
                  <a:pt x="384663" y="45352"/>
                  <a:pt x="384663" y="46188"/>
                </a:cubicBezTo>
                <a:lnTo>
                  <a:pt x="384663" y="59116"/>
                </a:lnTo>
                <a:cubicBezTo>
                  <a:pt x="390855" y="52380"/>
                  <a:pt x="397026" y="47329"/>
                  <a:pt x="403176" y="43961"/>
                </a:cubicBezTo>
                <a:cubicBezTo>
                  <a:pt x="409326" y="40593"/>
                  <a:pt x="415748" y="38909"/>
                  <a:pt x="422442" y="38909"/>
                </a:cubicBezTo>
                <a:cubicBezTo>
                  <a:pt x="427044" y="38909"/>
                  <a:pt x="431186" y="39394"/>
                  <a:pt x="434867" y="40364"/>
                </a:cubicBezTo>
                <a:cubicBezTo>
                  <a:pt x="438549" y="41331"/>
                  <a:pt x="441833" y="42720"/>
                  <a:pt x="444720" y="44529"/>
                </a:cubicBezTo>
                <a:cubicBezTo>
                  <a:pt x="447607" y="46339"/>
                  <a:pt x="450096" y="48507"/>
                  <a:pt x="452188" y="51032"/>
                </a:cubicBezTo>
                <a:cubicBezTo>
                  <a:pt x="454280" y="53558"/>
                  <a:pt x="456037" y="56379"/>
                  <a:pt x="457460" y="59493"/>
                </a:cubicBezTo>
                <a:cubicBezTo>
                  <a:pt x="460807" y="55874"/>
                  <a:pt x="464091" y="52760"/>
                  <a:pt x="467312" y="50150"/>
                </a:cubicBezTo>
                <a:cubicBezTo>
                  <a:pt x="470534" y="47538"/>
                  <a:pt x="473714" y="45412"/>
                  <a:pt x="476851" y="43772"/>
                </a:cubicBezTo>
                <a:cubicBezTo>
                  <a:pt x="479989" y="42130"/>
                  <a:pt x="483127" y="40909"/>
                  <a:pt x="486265" y="40109"/>
                </a:cubicBezTo>
                <a:cubicBezTo>
                  <a:pt x="489403" y="39309"/>
                  <a:pt x="492603" y="38909"/>
                  <a:pt x="495866" y="38909"/>
                </a:cubicBezTo>
                <a:cubicBezTo>
                  <a:pt x="503313" y="38909"/>
                  <a:pt x="509589" y="40165"/>
                  <a:pt x="514693" y="42678"/>
                </a:cubicBezTo>
                <a:cubicBezTo>
                  <a:pt x="519797" y="45191"/>
                  <a:pt x="523918" y="48605"/>
                  <a:pt x="527056" y="52919"/>
                </a:cubicBezTo>
                <a:cubicBezTo>
                  <a:pt x="530194" y="57231"/>
                  <a:pt x="532432" y="62278"/>
                  <a:pt x="533771" y="68059"/>
                </a:cubicBezTo>
                <a:cubicBezTo>
                  <a:pt x="535110" y="73838"/>
                  <a:pt x="535779" y="79951"/>
                  <a:pt x="535779" y="86399"/>
                </a:cubicBezTo>
                <a:lnTo>
                  <a:pt x="535779" y="158141"/>
                </a:lnTo>
                <a:close/>
                <a:moveTo>
                  <a:pt x="683700" y="101033"/>
                </a:moveTo>
                <a:cubicBezTo>
                  <a:pt x="683700" y="110593"/>
                  <a:pt x="682445" y="119314"/>
                  <a:pt x="679935" y="127195"/>
                </a:cubicBezTo>
                <a:cubicBezTo>
                  <a:pt x="677425" y="135076"/>
                  <a:pt x="673618" y="141867"/>
                  <a:pt x="668513" y="147567"/>
                </a:cubicBezTo>
                <a:cubicBezTo>
                  <a:pt x="663409" y="153267"/>
                  <a:pt x="657008" y="157669"/>
                  <a:pt x="649310" y="160773"/>
                </a:cubicBezTo>
                <a:cubicBezTo>
                  <a:pt x="641612" y="163874"/>
                  <a:pt x="632617" y="165425"/>
                  <a:pt x="622325" y="165425"/>
                </a:cubicBezTo>
                <a:cubicBezTo>
                  <a:pt x="612368" y="165425"/>
                  <a:pt x="603707" y="164042"/>
                  <a:pt x="596344" y="161275"/>
                </a:cubicBezTo>
                <a:cubicBezTo>
                  <a:pt x="588980" y="158509"/>
                  <a:pt x="582872" y="154485"/>
                  <a:pt x="578019" y="149203"/>
                </a:cubicBezTo>
                <a:cubicBezTo>
                  <a:pt x="573166" y="143921"/>
                  <a:pt x="569568" y="137423"/>
                  <a:pt x="567225" y="129709"/>
                </a:cubicBezTo>
                <a:cubicBezTo>
                  <a:pt x="564882" y="121995"/>
                  <a:pt x="563711" y="113192"/>
                  <a:pt x="563711" y="103300"/>
                </a:cubicBezTo>
                <a:cubicBezTo>
                  <a:pt x="563711" y="93741"/>
                  <a:pt x="564987" y="84999"/>
                  <a:pt x="567539" y="77076"/>
                </a:cubicBezTo>
                <a:cubicBezTo>
                  <a:pt x="570091" y="69153"/>
                  <a:pt x="573919" y="62363"/>
                  <a:pt x="579023" y="56704"/>
                </a:cubicBezTo>
                <a:cubicBezTo>
                  <a:pt x="584127" y="51046"/>
                  <a:pt x="590508" y="46666"/>
                  <a:pt x="598164" y="43565"/>
                </a:cubicBezTo>
                <a:cubicBezTo>
                  <a:pt x="605820" y="40461"/>
                  <a:pt x="614794" y="38909"/>
                  <a:pt x="625086" y="38909"/>
                </a:cubicBezTo>
                <a:cubicBezTo>
                  <a:pt x="635127" y="38909"/>
                  <a:pt x="643829" y="40271"/>
                  <a:pt x="651193" y="42996"/>
                </a:cubicBezTo>
                <a:cubicBezTo>
                  <a:pt x="658556" y="45720"/>
                  <a:pt x="664643" y="49724"/>
                  <a:pt x="669455" y="55006"/>
                </a:cubicBezTo>
                <a:cubicBezTo>
                  <a:pt x="674266" y="60288"/>
                  <a:pt x="677843" y="66786"/>
                  <a:pt x="680186" y="74499"/>
                </a:cubicBezTo>
                <a:cubicBezTo>
                  <a:pt x="682529" y="82213"/>
                  <a:pt x="683700" y="91058"/>
                  <a:pt x="683700" y="101033"/>
                </a:cubicBezTo>
                <a:moveTo>
                  <a:pt x="651193" y="102292"/>
                </a:moveTo>
                <a:cubicBezTo>
                  <a:pt x="651193" y="96770"/>
                  <a:pt x="650753" y="91687"/>
                  <a:pt x="649875" y="87043"/>
                </a:cubicBezTo>
                <a:cubicBezTo>
                  <a:pt x="648996" y="82399"/>
                  <a:pt x="647511" y="78361"/>
                  <a:pt x="645419" y="74931"/>
                </a:cubicBezTo>
                <a:cubicBezTo>
                  <a:pt x="643327" y="71500"/>
                  <a:pt x="640545" y="68823"/>
                  <a:pt x="637073" y="66898"/>
                </a:cubicBezTo>
                <a:cubicBezTo>
                  <a:pt x="633600" y="64973"/>
                  <a:pt x="629228" y="64011"/>
                  <a:pt x="623957" y="64011"/>
                </a:cubicBezTo>
                <a:cubicBezTo>
                  <a:pt x="619271" y="64011"/>
                  <a:pt x="615171" y="64869"/>
                  <a:pt x="611656" y="66584"/>
                </a:cubicBezTo>
                <a:cubicBezTo>
                  <a:pt x="608142" y="68300"/>
                  <a:pt x="605255" y="70810"/>
                  <a:pt x="602996" y="74115"/>
                </a:cubicBezTo>
                <a:cubicBezTo>
                  <a:pt x="600737" y="77420"/>
                  <a:pt x="599042" y="81395"/>
                  <a:pt x="597913" y="86039"/>
                </a:cubicBezTo>
                <a:cubicBezTo>
                  <a:pt x="596783" y="90683"/>
                  <a:pt x="596218" y="95975"/>
                  <a:pt x="596218" y="101916"/>
                </a:cubicBezTo>
                <a:cubicBezTo>
                  <a:pt x="596218" y="107438"/>
                  <a:pt x="596679" y="112522"/>
                  <a:pt x="597599" y="117166"/>
                </a:cubicBezTo>
                <a:cubicBezTo>
                  <a:pt x="598519" y="121810"/>
                  <a:pt x="600005" y="125847"/>
                  <a:pt x="602055" y="129278"/>
                </a:cubicBezTo>
                <a:cubicBezTo>
                  <a:pt x="604105" y="132708"/>
                  <a:pt x="606887" y="135365"/>
                  <a:pt x="610401" y="137248"/>
                </a:cubicBezTo>
                <a:cubicBezTo>
                  <a:pt x="613916" y="139130"/>
                  <a:pt x="618267" y="140072"/>
                  <a:pt x="623454" y="140072"/>
                </a:cubicBezTo>
                <a:cubicBezTo>
                  <a:pt x="628224" y="140072"/>
                  <a:pt x="632366" y="139214"/>
                  <a:pt x="635880" y="137499"/>
                </a:cubicBezTo>
                <a:cubicBezTo>
                  <a:pt x="639395" y="135783"/>
                  <a:pt x="642281" y="133294"/>
                  <a:pt x="644541" y="130031"/>
                </a:cubicBezTo>
                <a:cubicBezTo>
                  <a:pt x="646800" y="126767"/>
                  <a:pt x="648473" y="122814"/>
                  <a:pt x="649561" y="118170"/>
                </a:cubicBezTo>
                <a:cubicBezTo>
                  <a:pt x="650649" y="113526"/>
                  <a:pt x="651193" y="108233"/>
                  <a:pt x="651193" y="102292"/>
                </a:cubicBezTo>
                <a:close/>
                <a:moveTo>
                  <a:pt x="783244" y="56480"/>
                </a:moveTo>
                <a:cubicBezTo>
                  <a:pt x="783244" y="59493"/>
                  <a:pt x="783160" y="61961"/>
                  <a:pt x="782993" y="63886"/>
                </a:cubicBezTo>
                <a:cubicBezTo>
                  <a:pt x="782826" y="65810"/>
                  <a:pt x="782575" y="67316"/>
                  <a:pt x="782240" y="68404"/>
                </a:cubicBezTo>
                <a:cubicBezTo>
                  <a:pt x="781905" y="69492"/>
                  <a:pt x="781466" y="70245"/>
                  <a:pt x="780922" y="70663"/>
                </a:cubicBezTo>
                <a:cubicBezTo>
                  <a:pt x="780378" y="71082"/>
                  <a:pt x="779688" y="71291"/>
                  <a:pt x="778851" y="71291"/>
                </a:cubicBezTo>
                <a:cubicBezTo>
                  <a:pt x="778182" y="71291"/>
                  <a:pt x="777429" y="71144"/>
                  <a:pt x="776592" y="70852"/>
                </a:cubicBezTo>
                <a:cubicBezTo>
                  <a:pt x="775755" y="70559"/>
                  <a:pt x="774814" y="70245"/>
                  <a:pt x="773768" y="69910"/>
                </a:cubicBezTo>
                <a:cubicBezTo>
                  <a:pt x="772722" y="69576"/>
                  <a:pt x="771571" y="69262"/>
                  <a:pt x="770316" y="68969"/>
                </a:cubicBezTo>
                <a:cubicBezTo>
                  <a:pt x="769061" y="68676"/>
                  <a:pt x="767680" y="68530"/>
                  <a:pt x="766174" y="68530"/>
                </a:cubicBezTo>
                <a:cubicBezTo>
                  <a:pt x="764417" y="68530"/>
                  <a:pt x="762660" y="68888"/>
                  <a:pt x="760903" y="69604"/>
                </a:cubicBezTo>
                <a:cubicBezTo>
                  <a:pt x="759146" y="70318"/>
                  <a:pt x="757326" y="71433"/>
                  <a:pt x="755443" y="72950"/>
                </a:cubicBezTo>
                <a:cubicBezTo>
                  <a:pt x="753560" y="74467"/>
                  <a:pt x="751594" y="76488"/>
                  <a:pt x="749544" y="79014"/>
                </a:cubicBezTo>
                <a:cubicBezTo>
                  <a:pt x="747494" y="81540"/>
                  <a:pt x="745297" y="84655"/>
                  <a:pt x="742955" y="88361"/>
                </a:cubicBezTo>
                <a:lnTo>
                  <a:pt x="742955" y="158145"/>
                </a:lnTo>
                <a:cubicBezTo>
                  <a:pt x="742955" y="158982"/>
                  <a:pt x="742704" y="159714"/>
                  <a:pt x="742201" y="160342"/>
                </a:cubicBezTo>
                <a:cubicBezTo>
                  <a:pt x="741699" y="160969"/>
                  <a:pt x="740842" y="161492"/>
                  <a:pt x="739628" y="161911"/>
                </a:cubicBezTo>
                <a:cubicBezTo>
                  <a:pt x="738415" y="162329"/>
                  <a:pt x="736804" y="162643"/>
                  <a:pt x="734796" y="162852"/>
                </a:cubicBezTo>
                <a:cubicBezTo>
                  <a:pt x="732788" y="163061"/>
                  <a:pt x="730236" y="163166"/>
                  <a:pt x="727140" y="163166"/>
                </a:cubicBezTo>
                <a:cubicBezTo>
                  <a:pt x="724044" y="163166"/>
                  <a:pt x="721492" y="163061"/>
                  <a:pt x="719484" y="162852"/>
                </a:cubicBezTo>
                <a:cubicBezTo>
                  <a:pt x="717476" y="162643"/>
                  <a:pt x="715865" y="162329"/>
                  <a:pt x="714652" y="161911"/>
                </a:cubicBezTo>
                <a:cubicBezTo>
                  <a:pt x="713438" y="161492"/>
                  <a:pt x="712581" y="160969"/>
                  <a:pt x="712079" y="160342"/>
                </a:cubicBezTo>
                <a:cubicBezTo>
                  <a:pt x="711576" y="159714"/>
                  <a:pt x="711325" y="158982"/>
                  <a:pt x="711325" y="158145"/>
                </a:cubicBezTo>
                <a:lnTo>
                  <a:pt x="711325" y="46188"/>
                </a:lnTo>
                <a:cubicBezTo>
                  <a:pt x="711325" y="45352"/>
                  <a:pt x="711535" y="44620"/>
                  <a:pt x="711953" y="43992"/>
                </a:cubicBezTo>
                <a:cubicBezTo>
                  <a:pt x="712371" y="43364"/>
                  <a:pt x="713124" y="42841"/>
                  <a:pt x="714212" y="42423"/>
                </a:cubicBezTo>
                <a:cubicBezTo>
                  <a:pt x="715300" y="42005"/>
                  <a:pt x="716702" y="41691"/>
                  <a:pt x="718417" y="41482"/>
                </a:cubicBezTo>
                <a:cubicBezTo>
                  <a:pt x="720132" y="41273"/>
                  <a:pt x="722287" y="41168"/>
                  <a:pt x="724881" y="41168"/>
                </a:cubicBezTo>
                <a:cubicBezTo>
                  <a:pt x="727558" y="41168"/>
                  <a:pt x="729776" y="41273"/>
                  <a:pt x="731533" y="41482"/>
                </a:cubicBezTo>
                <a:cubicBezTo>
                  <a:pt x="733290" y="41691"/>
                  <a:pt x="734650" y="42005"/>
                  <a:pt x="735612" y="42423"/>
                </a:cubicBezTo>
                <a:cubicBezTo>
                  <a:pt x="736574" y="42841"/>
                  <a:pt x="737265" y="43364"/>
                  <a:pt x="737683" y="43992"/>
                </a:cubicBezTo>
                <a:cubicBezTo>
                  <a:pt x="738101" y="44620"/>
                  <a:pt x="738311" y="45352"/>
                  <a:pt x="738311" y="46188"/>
                </a:cubicBezTo>
                <a:lnTo>
                  <a:pt x="738311" y="60120"/>
                </a:lnTo>
                <a:cubicBezTo>
                  <a:pt x="741239" y="55910"/>
                  <a:pt x="744000" y="52438"/>
                  <a:pt x="746594" y="49703"/>
                </a:cubicBezTo>
                <a:cubicBezTo>
                  <a:pt x="749188" y="46968"/>
                  <a:pt x="751657" y="44801"/>
                  <a:pt x="754000" y="43204"/>
                </a:cubicBezTo>
                <a:cubicBezTo>
                  <a:pt x="756342" y="41603"/>
                  <a:pt x="758685" y="40488"/>
                  <a:pt x="761028" y="39858"/>
                </a:cubicBezTo>
                <a:cubicBezTo>
                  <a:pt x="763371" y="39225"/>
                  <a:pt x="765714" y="38909"/>
                  <a:pt x="768057" y="38909"/>
                </a:cubicBezTo>
                <a:cubicBezTo>
                  <a:pt x="769145" y="38909"/>
                  <a:pt x="770316" y="38972"/>
                  <a:pt x="771571" y="39097"/>
                </a:cubicBezTo>
                <a:cubicBezTo>
                  <a:pt x="772826" y="39223"/>
                  <a:pt x="774123" y="39432"/>
                  <a:pt x="775462" y="39725"/>
                </a:cubicBezTo>
                <a:cubicBezTo>
                  <a:pt x="776801" y="40017"/>
                  <a:pt x="777972" y="40352"/>
                  <a:pt x="778977" y="40729"/>
                </a:cubicBezTo>
                <a:cubicBezTo>
                  <a:pt x="779981" y="41105"/>
                  <a:pt x="780713" y="41503"/>
                  <a:pt x="781173" y="41921"/>
                </a:cubicBezTo>
                <a:cubicBezTo>
                  <a:pt x="781633" y="42339"/>
                  <a:pt x="781968" y="42800"/>
                  <a:pt x="782177" y="43302"/>
                </a:cubicBezTo>
                <a:cubicBezTo>
                  <a:pt x="782386" y="43804"/>
                  <a:pt x="782575" y="44494"/>
                  <a:pt x="782742" y="45373"/>
                </a:cubicBezTo>
                <a:cubicBezTo>
                  <a:pt x="782909" y="46251"/>
                  <a:pt x="783035" y="47569"/>
                  <a:pt x="783118" y="49326"/>
                </a:cubicBezTo>
                <a:cubicBezTo>
                  <a:pt x="783202" y="51083"/>
                  <a:pt x="783244" y="53468"/>
                  <a:pt x="783244" y="56480"/>
                </a:cubicBezTo>
                <a:close/>
                <a:moveTo>
                  <a:pt x="870784" y="162413"/>
                </a:moveTo>
                <a:lnTo>
                  <a:pt x="857228" y="202184"/>
                </a:lnTo>
                <a:cubicBezTo>
                  <a:pt x="856475" y="204282"/>
                  <a:pt x="854425" y="205792"/>
                  <a:pt x="851078" y="206715"/>
                </a:cubicBezTo>
                <a:cubicBezTo>
                  <a:pt x="847731" y="207638"/>
                  <a:pt x="842836" y="208099"/>
                  <a:pt x="836393" y="208099"/>
                </a:cubicBezTo>
                <a:cubicBezTo>
                  <a:pt x="833046" y="208099"/>
                  <a:pt x="830369" y="207951"/>
                  <a:pt x="828360" y="207656"/>
                </a:cubicBezTo>
                <a:cubicBezTo>
                  <a:pt x="826352" y="207363"/>
                  <a:pt x="824846" y="206881"/>
                  <a:pt x="823842" y="206209"/>
                </a:cubicBezTo>
                <a:cubicBezTo>
                  <a:pt x="822838" y="205539"/>
                  <a:pt x="822294" y="204701"/>
                  <a:pt x="822210" y="203695"/>
                </a:cubicBezTo>
                <a:cubicBezTo>
                  <a:pt x="822127" y="202688"/>
                  <a:pt x="822378" y="201471"/>
                  <a:pt x="822963" y="200043"/>
                </a:cubicBezTo>
                <a:lnTo>
                  <a:pt x="837899" y="162413"/>
                </a:lnTo>
                <a:cubicBezTo>
                  <a:pt x="836812" y="161911"/>
                  <a:pt x="835828" y="161137"/>
                  <a:pt x="834950" y="160091"/>
                </a:cubicBezTo>
                <a:cubicBezTo>
                  <a:pt x="834071" y="159045"/>
                  <a:pt x="833423" y="157936"/>
                  <a:pt x="833004" y="156765"/>
                </a:cubicBezTo>
                <a:lnTo>
                  <a:pt x="794472" y="53845"/>
                </a:lnTo>
                <a:cubicBezTo>
                  <a:pt x="793384" y="50916"/>
                  <a:pt x="792840" y="48678"/>
                  <a:pt x="792840" y="47130"/>
                </a:cubicBezTo>
                <a:cubicBezTo>
                  <a:pt x="792840" y="45582"/>
                  <a:pt x="793342" y="44369"/>
                  <a:pt x="794347" y="43490"/>
                </a:cubicBezTo>
                <a:cubicBezTo>
                  <a:pt x="795351" y="42611"/>
                  <a:pt x="797045" y="42005"/>
                  <a:pt x="799430" y="41670"/>
                </a:cubicBezTo>
                <a:cubicBezTo>
                  <a:pt x="801815" y="41335"/>
                  <a:pt x="804973" y="41168"/>
                  <a:pt x="808906" y="41168"/>
                </a:cubicBezTo>
                <a:cubicBezTo>
                  <a:pt x="812504" y="41168"/>
                  <a:pt x="815349" y="41231"/>
                  <a:pt x="817441" y="41356"/>
                </a:cubicBezTo>
                <a:cubicBezTo>
                  <a:pt x="819533" y="41482"/>
                  <a:pt x="821164" y="41796"/>
                  <a:pt x="822336" y="42298"/>
                </a:cubicBezTo>
                <a:cubicBezTo>
                  <a:pt x="823507" y="42800"/>
                  <a:pt x="824386" y="43574"/>
                  <a:pt x="824972" y="44620"/>
                </a:cubicBezTo>
                <a:cubicBezTo>
                  <a:pt x="825557" y="45666"/>
                  <a:pt x="826143" y="47151"/>
                  <a:pt x="826729" y="49075"/>
                </a:cubicBezTo>
                <a:lnTo>
                  <a:pt x="853086" y="124006"/>
                </a:lnTo>
                <a:lnTo>
                  <a:pt x="853463" y="124006"/>
                </a:lnTo>
                <a:lnTo>
                  <a:pt x="877561" y="47569"/>
                </a:lnTo>
                <a:cubicBezTo>
                  <a:pt x="878063" y="45394"/>
                  <a:pt x="878712" y="43950"/>
                  <a:pt x="879507" y="43239"/>
                </a:cubicBezTo>
                <a:cubicBezTo>
                  <a:pt x="880302" y="42528"/>
                  <a:pt x="881619" y="42005"/>
                  <a:pt x="883460" y="41670"/>
                </a:cubicBezTo>
                <a:cubicBezTo>
                  <a:pt x="885301" y="41335"/>
                  <a:pt x="888523" y="41168"/>
                  <a:pt x="893125" y="41168"/>
                </a:cubicBezTo>
                <a:cubicBezTo>
                  <a:pt x="896723" y="41168"/>
                  <a:pt x="899714" y="41335"/>
                  <a:pt x="902099" y="41670"/>
                </a:cubicBezTo>
                <a:cubicBezTo>
                  <a:pt x="904484" y="42005"/>
                  <a:pt x="906241" y="42632"/>
                  <a:pt x="907370" y="43553"/>
                </a:cubicBezTo>
                <a:cubicBezTo>
                  <a:pt x="908500" y="44473"/>
                  <a:pt x="909065" y="45707"/>
                  <a:pt x="909065" y="47255"/>
                </a:cubicBezTo>
                <a:cubicBezTo>
                  <a:pt x="909065" y="48803"/>
                  <a:pt x="908730" y="50623"/>
                  <a:pt x="908061" y="52715"/>
                </a:cubicBezTo>
                <a:lnTo>
                  <a:pt x="870784" y="162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R">
            <a:extLst xmlns:a="http://schemas.openxmlformats.org/drawingml/2006/main">
              <a:ext uri="{FF2B5EF4-FFF2-40B4-BE49-F238E27FC236}">
                <a16:creationId xmlns:a16="http://schemas.microsoft.com/office/drawing/2014/main" id="{50A88439-7C97-4E8D-B7CB-F08EC6F0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505" y="2634623"/>
            <a:ext cx="163166" cy="135804"/>
          </a:xfrm>
          <a:custGeom xmlns:a="http://schemas.openxmlformats.org/drawingml/2006/main">
            <a:pathLst>
              <a:path w="163166" h="135804">
                <a:moveTo>
                  <a:pt x="35328" y="0"/>
                </a:moveTo>
                <a:cubicBezTo>
                  <a:pt x="40672" y="0"/>
                  <a:pt x="45977" y="732"/>
                  <a:pt x="51240" y="2196"/>
                </a:cubicBezTo>
                <a:cubicBezTo>
                  <a:pt x="56501" y="3661"/>
                  <a:pt x="61471" y="5983"/>
                  <a:pt x="66149" y="9162"/>
                </a:cubicBezTo>
                <a:cubicBezTo>
                  <a:pt x="70824" y="12342"/>
                  <a:pt x="75042" y="16463"/>
                  <a:pt x="78802" y="21525"/>
                </a:cubicBezTo>
                <a:cubicBezTo>
                  <a:pt x="82560" y="26588"/>
                  <a:pt x="85565" y="32759"/>
                  <a:pt x="87819" y="40038"/>
                </a:cubicBezTo>
                <a:cubicBezTo>
                  <a:pt x="89414" y="36022"/>
                  <a:pt x="92582" y="32654"/>
                  <a:pt x="97323" y="29935"/>
                </a:cubicBezTo>
                <a:cubicBezTo>
                  <a:pt x="102061" y="27215"/>
                  <a:pt x="108542" y="24977"/>
                  <a:pt x="116766" y="23220"/>
                </a:cubicBezTo>
                <a:lnTo>
                  <a:pt x="149838" y="16568"/>
                </a:lnTo>
                <a:cubicBezTo>
                  <a:pt x="151681" y="16233"/>
                  <a:pt x="153337" y="15961"/>
                  <a:pt x="154804" y="15752"/>
                </a:cubicBezTo>
                <a:cubicBezTo>
                  <a:pt x="156271" y="15543"/>
                  <a:pt x="157507" y="15438"/>
                  <a:pt x="158514" y="15438"/>
                </a:cubicBezTo>
                <a:cubicBezTo>
                  <a:pt x="159353" y="15438"/>
                  <a:pt x="160066" y="15710"/>
                  <a:pt x="160652" y="16254"/>
                </a:cubicBezTo>
                <a:cubicBezTo>
                  <a:pt x="161237" y="16798"/>
                  <a:pt x="161720" y="17781"/>
                  <a:pt x="162099" y="19203"/>
                </a:cubicBezTo>
                <a:cubicBezTo>
                  <a:pt x="162476" y="20626"/>
                  <a:pt x="162747" y="22571"/>
                  <a:pt x="162915" y="25040"/>
                </a:cubicBezTo>
                <a:cubicBezTo>
                  <a:pt x="163082" y="27508"/>
                  <a:pt x="163166" y="30625"/>
                  <a:pt x="163166" y="34390"/>
                </a:cubicBezTo>
                <a:cubicBezTo>
                  <a:pt x="163166" y="37905"/>
                  <a:pt x="163061" y="40729"/>
                  <a:pt x="162852" y="42862"/>
                </a:cubicBezTo>
                <a:cubicBezTo>
                  <a:pt x="162643" y="44996"/>
                  <a:pt x="162308" y="46649"/>
                  <a:pt x="161848" y="47820"/>
                </a:cubicBezTo>
                <a:cubicBezTo>
                  <a:pt x="161385" y="48992"/>
                  <a:pt x="160777" y="49766"/>
                  <a:pt x="160024" y="50142"/>
                </a:cubicBezTo>
                <a:cubicBezTo>
                  <a:pt x="159268" y="50519"/>
                  <a:pt x="158387" y="50791"/>
                  <a:pt x="157381" y="50958"/>
                </a:cubicBezTo>
                <a:lnTo>
                  <a:pt x="121292" y="57234"/>
                </a:lnTo>
                <a:cubicBezTo>
                  <a:pt x="117100" y="57903"/>
                  <a:pt x="113412" y="58802"/>
                  <a:pt x="110227" y="59932"/>
                </a:cubicBezTo>
                <a:cubicBezTo>
                  <a:pt x="107042" y="61062"/>
                  <a:pt x="104380" y="62505"/>
                  <a:pt x="102241" y="64262"/>
                </a:cubicBezTo>
                <a:cubicBezTo>
                  <a:pt x="100103" y="66019"/>
                  <a:pt x="98510" y="68174"/>
                  <a:pt x="97464" y="70726"/>
                </a:cubicBezTo>
                <a:cubicBezTo>
                  <a:pt x="96416" y="73278"/>
                  <a:pt x="95891" y="76311"/>
                  <a:pt x="95891" y="79826"/>
                </a:cubicBezTo>
                <a:lnTo>
                  <a:pt x="95891" y="90118"/>
                </a:lnTo>
                <a:lnTo>
                  <a:pt x="158012" y="102543"/>
                </a:lnTo>
                <a:cubicBezTo>
                  <a:pt x="158849" y="102711"/>
                  <a:pt x="159603" y="103129"/>
                  <a:pt x="160275" y="103799"/>
                </a:cubicBezTo>
                <a:cubicBezTo>
                  <a:pt x="160945" y="104468"/>
                  <a:pt x="161490" y="105493"/>
                  <a:pt x="161911" y="106874"/>
                </a:cubicBezTo>
                <a:cubicBezTo>
                  <a:pt x="162329" y="108254"/>
                  <a:pt x="162643" y="110032"/>
                  <a:pt x="162852" y="112208"/>
                </a:cubicBezTo>
                <a:cubicBezTo>
                  <a:pt x="163061" y="114383"/>
                  <a:pt x="163166" y="117061"/>
                  <a:pt x="163166" y="120241"/>
                </a:cubicBezTo>
                <a:cubicBezTo>
                  <a:pt x="163166" y="123420"/>
                  <a:pt x="163061" y="126035"/>
                  <a:pt x="162852" y="128085"/>
                </a:cubicBezTo>
                <a:cubicBezTo>
                  <a:pt x="162643" y="130135"/>
                  <a:pt x="162329" y="131746"/>
                  <a:pt x="161911" y="132917"/>
                </a:cubicBezTo>
                <a:cubicBezTo>
                  <a:pt x="161490" y="134089"/>
                  <a:pt x="160965" y="134884"/>
                  <a:pt x="160338" y="135302"/>
                </a:cubicBezTo>
                <a:cubicBezTo>
                  <a:pt x="159710" y="135721"/>
                  <a:pt x="158935" y="135804"/>
                  <a:pt x="158012" y="135553"/>
                </a:cubicBezTo>
                <a:lnTo>
                  <a:pt x="10406" y="105932"/>
                </a:lnTo>
                <a:cubicBezTo>
                  <a:pt x="6729" y="105263"/>
                  <a:pt x="4077" y="103778"/>
                  <a:pt x="2447" y="101477"/>
                </a:cubicBezTo>
                <a:cubicBezTo>
                  <a:pt x="816" y="99176"/>
                  <a:pt x="0" y="96519"/>
                  <a:pt x="0" y="93507"/>
                </a:cubicBezTo>
                <a:lnTo>
                  <a:pt x="0" y="49954"/>
                </a:lnTo>
                <a:cubicBezTo>
                  <a:pt x="0" y="42339"/>
                  <a:pt x="710" y="35457"/>
                  <a:pt x="2130" y="29307"/>
                </a:cubicBezTo>
                <a:cubicBezTo>
                  <a:pt x="3550" y="23157"/>
                  <a:pt x="5721" y="17906"/>
                  <a:pt x="8645" y="13555"/>
                </a:cubicBezTo>
                <a:cubicBezTo>
                  <a:pt x="11568" y="9204"/>
                  <a:pt x="15243" y="5857"/>
                  <a:pt x="19670" y="3514"/>
                </a:cubicBezTo>
                <a:cubicBezTo>
                  <a:pt x="24094" y="1171"/>
                  <a:pt x="29314" y="0"/>
                  <a:pt x="35328" y="0"/>
                </a:cubicBezTo>
                <a:moveTo>
                  <a:pt x="41537" y="35394"/>
                </a:moveTo>
                <a:cubicBezTo>
                  <a:pt x="39212" y="35394"/>
                  <a:pt x="37055" y="35792"/>
                  <a:pt x="35065" y="36587"/>
                </a:cubicBezTo>
                <a:cubicBezTo>
                  <a:pt x="33072" y="37382"/>
                  <a:pt x="31351" y="38658"/>
                  <a:pt x="29899" y="40415"/>
                </a:cubicBezTo>
                <a:cubicBezTo>
                  <a:pt x="28446" y="42172"/>
                  <a:pt x="27325" y="44452"/>
                  <a:pt x="26538" y="47255"/>
                </a:cubicBezTo>
                <a:cubicBezTo>
                  <a:pt x="25748" y="50058"/>
                  <a:pt x="25353" y="53426"/>
                  <a:pt x="25353" y="57359"/>
                </a:cubicBezTo>
                <a:lnTo>
                  <a:pt x="25353" y="76060"/>
                </a:lnTo>
                <a:lnTo>
                  <a:pt x="71040" y="85223"/>
                </a:lnTo>
                <a:lnTo>
                  <a:pt x="71040" y="69534"/>
                </a:lnTo>
                <a:cubicBezTo>
                  <a:pt x="71040" y="63258"/>
                  <a:pt x="70148" y="57945"/>
                  <a:pt x="68365" y="53594"/>
                </a:cubicBezTo>
                <a:cubicBezTo>
                  <a:pt x="66579" y="49243"/>
                  <a:pt x="64275" y="45728"/>
                  <a:pt x="61454" y="43051"/>
                </a:cubicBezTo>
                <a:cubicBezTo>
                  <a:pt x="58633" y="40373"/>
                  <a:pt x="55500" y="38428"/>
                  <a:pt x="52056" y="37214"/>
                </a:cubicBezTo>
                <a:cubicBezTo>
                  <a:pt x="48612" y="36001"/>
                  <a:pt x="45106" y="35394"/>
                  <a:pt x="41537" y="353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e">
            <a:extLst xmlns:a="http://schemas.openxmlformats.org/drawingml/2006/main">
              <a:ext uri="{FF2B5EF4-FFF2-40B4-BE49-F238E27FC236}">
                <a16:creationId xmlns:a16="http://schemas.microsoft.com/office/drawing/2014/main" id="{C25CE1A5-9866-4E39-8FF9-DCB993E5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413" y="2512359"/>
            <a:ext cx="126516" cy="114216"/>
          </a:xfrm>
          <a:custGeom xmlns:a="http://schemas.openxmlformats.org/drawingml/2006/main">
            <a:pathLst>
              <a:path w="126516" h="114216">
                <a:moveTo>
                  <a:pt x="31809" y="0"/>
                </a:moveTo>
                <a:cubicBezTo>
                  <a:pt x="37845" y="0"/>
                  <a:pt x="43273" y="1360"/>
                  <a:pt x="48095" y="4079"/>
                </a:cubicBezTo>
                <a:cubicBezTo>
                  <a:pt x="52914" y="6799"/>
                  <a:pt x="57064" y="11024"/>
                  <a:pt x="60544" y="16756"/>
                </a:cubicBezTo>
                <a:cubicBezTo>
                  <a:pt x="64022" y="22488"/>
                  <a:pt x="66682" y="29767"/>
                  <a:pt x="68526" y="38595"/>
                </a:cubicBezTo>
                <a:cubicBezTo>
                  <a:pt x="70369" y="47423"/>
                  <a:pt x="71291" y="57945"/>
                  <a:pt x="71291" y="70161"/>
                </a:cubicBezTo>
                <a:lnTo>
                  <a:pt x="71291" y="81708"/>
                </a:lnTo>
                <a:cubicBezTo>
                  <a:pt x="73215" y="82043"/>
                  <a:pt x="75119" y="82294"/>
                  <a:pt x="77002" y="82462"/>
                </a:cubicBezTo>
                <a:cubicBezTo>
                  <a:pt x="78884" y="82629"/>
                  <a:pt x="80621" y="82713"/>
                  <a:pt x="82210" y="82713"/>
                </a:cubicBezTo>
                <a:cubicBezTo>
                  <a:pt x="88988" y="82713"/>
                  <a:pt x="94092" y="80955"/>
                  <a:pt x="97523" y="77441"/>
                </a:cubicBezTo>
                <a:cubicBezTo>
                  <a:pt x="100954" y="73927"/>
                  <a:pt x="102669" y="68279"/>
                  <a:pt x="102669" y="60497"/>
                </a:cubicBezTo>
                <a:cubicBezTo>
                  <a:pt x="102669" y="54974"/>
                  <a:pt x="102265" y="50017"/>
                  <a:pt x="101457" y="45624"/>
                </a:cubicBezTo>
                <a:cubicBezTo>
                  <a:pt x="100649" y="41231"/>
                  <a:pt x="99756" y="37382"/>
                  <a:pt x="98778" y="34077"/>
                </a:cubicBezTo>
                <a:cubicBezTo>
                  <a:pt x="97800" y="30771"/>
                  <a:pt x="96907" y="28031"/>
                  <a:pt x="96099" y="25856"/>
                </a:cubicBezTo>
                <a:cubicBezTo>
                  <a:pt x="95291" y="23680"/>
                  <a:pt x="94887" y="22090"/>
                  <a:pt x="94887" y="21086"/>
                </a:cubicBezTo>
                <a:cubicBezTo>
                  <a:pt x="94887" y="20082"/>
                  <a:pt x="95183" y="19371"/>
                  <a:pt x="95774" y="18952"/>
                </a:cubicBezTo>
                <a:cubicBezTo>
                  <a:pt x="96365" y="18534"/>
                  <a:pt x="97292" y="18325"/>
                  <a:pt x="98555" y="18325"/>
                </a:cubicBezTo>
                <a:cubicBezTo>
                  <a:pt x="99990" y="18325"/>
                  <a:pt x="101636" y="18450"/>
                  <a:pt x="103493" y="18701"/>
                </a:cubicBezTo>
                <a:cubicBezTo>
                  <a:pt x="105347" y="18952"/>
                  <a:pt x="107181" y="19308"/>
                  <a:pt x="108996" y="19768"/>
                </a:cubicBezTo>
                <a:cubicBezTo>
                  <a:pt x="110808" y="20228"/>
                  <a:pt x="112515" y="20814"/>
                  <a:pt x="114118" y="21525"/>
                </a:cubicBezTo>
                <a:cubicBezTo>
                  <a:pt x="115721" y="22237"/>
                  <a:pt x="116943" y="23052"/>
                  <a:pt x="117785" y="23973"/>
                </a:cubicBezTo>
                <a:cubicBezTo>
                  <a:pt x="118797" y="24977"/>
                  <a:pt x="119811" y="26818"/>
                  <a:pt x="120825" y="29495"/>
                </a:cubicBezTo>
                <a:cubicBezTo>
                  <a:pt x="121837" y="32173"/>
                  <a:pt x="122764" y="35394"/>
                  <a:pt x="123606" y="39160"/>
                </a:cubicBezTo>
                <a:cubicBezTo>
                  <a:pt x="124451" y="42925"/>
                  <a:pt x="125146" y="47151"/>
                  <a:pt x="125693" y="51837"/>
                </a:cubicBezTo>
                <a:cubicBezTo>
                  <a:pt x="126242" y="56522"/>
                  <a:pt x="126516" y="61292"/>
                  <a:pt x="126516" y="66145"/>
                </a:cubicBezTo>
                <a:cubicBezTo>
                  <a:pt x="126516" y="74178"/>
                  <a:pt x="125677" y="81185"/>
                  <a:pt x="123998" y="87168"/>
                </a:cubicBezTo>
                <a:cubicBezTo>
                  <a:pt x="122322" y="93151"/>
                  <a:pt x="119766" y="98151"/>
                  <a:pt x="116330" y="102167"/>
                </a:cubicBezTo>
                <a:cubicBezTo>
                  <a:pt x="112892" y="106183"/>
                  <a:pt x="108511" y="109196"/>
                  <a:pt x="103187" y="111204"/>
                </a:cubicBezTo>
                <a:cubicBezTo>
                  <a:pt x="97863" y="113212"/>
                  <a:pt x="91555" y="114216"/>
                  <a:pt x="84262" y="114216"/>
                </a:cubicBezTo>
                <a:cubicBezTo>
                  <a:pt x="78643" y="114216"/>
                  <a:pt x="72627" y="113693"/>
                  <a:pt x="66216" y="112647"/>
                </a:cubicBezTo>
                <a:cubicBezTo>
                  <a:pt x="59801" y="111601"/>
                  <a:pt x="53471" y="109907"/>
                  <a:pt x="47224" y="107564"/>
                </a:cubicBezTo>
                <a:cubicBezTo>
                  <a:pt x="40977" y="105221"/>
                  <a:pt x="35004" y="102209"/>
                  <a:pt x="29303" y="98527"/>
                </a:cubicBezTo>
                <a:cubicBezTo>
                  <a:pt x="23603" y="94845"/>
                  <a:pt x="18594" y="90390"/>
                  <a:pt x="14277" y="85160"/>
                </a:cubicBezTo>
                <a:cubicBezTo>
                  <a:pt x="9957" y="79930"/>
                  <a:pt x="6498" y="73885"/>
                  <a:pt x="3899" y="67024"/>
                </a:cubicBezTo>
                <a:cubicBezTo>
                  <a:pt x="1300" y="60162"/>
                  <a:pt x="0" y="52339"/>
                  <a:pt x="0" y="43553"/>
                </a:cubicBezTo>
                <a:cubicBezTo>
                  <a:pt x="0" y="35938"/>
                  <a:pt x="901" y="29391"/>
                  <a:pt x="2702" y="23910"/>
                </a:cubicBezTo>
                <a:cubicBezTo>
                  <a:pt x="4504" y="18429"/>
                  <a:pt x="6893" y="13932"/>
                  <a:pt x="9868" y="10418"/>
                </a:cubicBezTo>
                <a:cubicBezTo>
                  <a:pt x="12844" y="6903"/>
                  <a:pt x="16239" y="4288"/>
                  <a:pt x="20054" y="2573"/>
                </a:cubicBezTo>
                <a:cubicBezTo>
                  <a:pt x="23870" y="858"/>
                  <a:pt x="27788" y="0"/>
                  <a:pt x="31809" y="0"/>
                </a:cubicBezTo>
                <a:moveTo>
                  <a:pt x="34214" y="31002"/>
                </a:moveTo>
                <a:cubicBezTo>
                  <a:pt x="30883" y="31002"/>
                  <a:pt x="28113" y="32319"/>
                  <a:pt x="25907" y="34955"/>
                </a:cubicBezTo>
                <a:cubicBezTo>
                  <a:pt x="23697" y="37591"/>
                  <a:pt x="22592" y="41419"/>
                  <a:pt x="22592" y="46440"/>
                </a:cubicBezTo>
                <a:cubicBezTo>
                  <a:pt x="22592" y="50623"/>
                  <a:pt x="23343" y="54368"/>
                  <a:pt x="24844" y="57673"/>
                </a:cubicBezTo>
                <a:cubicBezTo>
                  <a:pt x="26342" y="60978"/>
                  <a:pt x="28362" y="63886"/>
                  <a:pt x="30903" y="66396"/>
                </a:cubicBezTo>
                <a:cubicBezTo>
                  <a:pt x="33442" y="68906"/>
                  <a:pt x="36442" y="71061"/>
                  <a:pt x="39901" y="72860"/>
                </a:cubicBezTo>
                <a:cubicBezTo>
                  <a:pt x="43358" y="74659"/>
                  <a:pt x="47044" y="76102"/>
                  <a:pt x="50958" y="77190"/>
                </a:cubicBezTo>
                <a:lnTo>
                  <a:pt x="50958" y="66647"/>
                </a:lnTo>
                <a:cubicBezTo>
                  <a:pt x="50958" y="59953"/>
                  <a:pt x="50521" y="54347"/>
                  <a:pt x="49648" y="49828"/>
                </a:cubicBezTo>
                <a:cubicBezTo>
                  <a:pt x="48772" y="45310"/>
                  <a:pt x="47585" y="41670"/>
                  <a:pt x="46087" y="38909"/>
                </a:cubicBezTo>
                <a:cubicBezTo>
                  <a:pt x="44586" y="36148"/>
                  <a:pt x="42815" y="34139"/>
                  <a:pt x="40776" y="32884"/>
                </a:cubicBezTo>
                <a:cubicBezTo>
                  <a:pt x="38734" y="31629"/>
                  <a:pt x="36546" y="31002"/>
                  <a:pt x="34214" y="31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f">
            <a:extLst xmlns:a="http://schemas.openxmlformats.org/drawingml/2006/main">
              <a:ext uri="{FF2B5EF4-FFF2-40B4-BE49-F238E27FC236}">
                <a16:creationId xmlns:a16="http://schemas.microsoft.com/office/drawing/2014/main" id="{210753C9-8C86-4FEA-A00A-48F3A2E3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200" y="2401621"/>
            <a:ext cx="221655" cy="127269"/>
          </a:xfrm>
          <a:custGeom xmlns:a="http://schemas.openxmlformats.org/drawingml/2006/main">
            <a:pathLst>
              <a:path w="221655" h="127269">
                <a:moveTo>
                  <a:pt x="8535" y="0"/>
                </a:moveTo>
                <a:cubicBezTo>
                  <a:pt x="9037" y="0"/>
                  <a:pt x="9853" y="63"/>
                  <a:pt x="10982" y="188"/>
                </a:cubicBezTo>
                <a:cubicBezTo>
                  <a:pt x="12112" y="314"/>
                  <a:pt x="13388" y="481"/>
                  <a:pt x="14810" y="690"/>
                </a:cubicBezTo>
                <a:cubicBezTo>
                  <a:pt x="16233" y="900"/>
                  <a:pt x="17697" y="1171"/>
                  <a:pt x="19203" y="1506"/>
                </a:cubicBezTo>
                <a:cubicBezTo>
                  <a:pt x="20710" y="1841"/>
                  <a:pt x="22111" y="2238"/>
                  <a:pt x="23408" y="2699"/>
                </a:cubicBezTo>
                <a:cubicBezTo>
                  <a:pt x="24705" y="3159"/>
                  <a:pt x="25751" y="3682"/>
                  <a:pt x="26546" y="4267"/>
                </a:cubicBezTo>
                <a:cubicBezTo>
                  <a:pt x="27341" y="4853"/>
                  <a:pt x="27738" y="5481"/>
                  <a:pt x="27738" y="6150"/>
                </a:cubicBezTo>
                <a:cubicBezTo>
                  <a:pt x="27738" y="6652"/>
                  <a:pt x="27613" y="7301"/>
                  <a:pt x="27362" y="8096"/>
                </a:cubicBezTo>
                <a:cubicBezTo>
                  <a:pt x="27111" y="8890"/>
                  <a:pt x="26839" y="9790"/>
                  <a:pt x="26546" y="10794"/>
                </a:cubicBezTo>
                <a:cubicBezTo>
                  <a:pt x="26253" y="11798"/>
                  <a:pt x="25981" y="12949"/>
                  <a:pt x="25730" y="14246"/>
                </a:cubicBezTo>
                <a:cubicBezTo>
                  <a:pt x="25479" y="15543"/>
                  <a:pt x="25353" y="16944"/>
                  <a:pt x="25353" y="18450"/>
                </a:cubicBezTo>
                <a:cubicBezTo>
                  <a:pt x="25353" y="21128"/>
                  <a:pt x="25730" y="23450"/>
                  <a:pt x="26483" y="25416"/>
                </a:cubicBezTo>
                <a:cubicBezTo>
                  <a:pt x="27236" y="27383"/>
                  <a:pt x="28429" y="29077"/>
                  <a:pt x="30060" y="30499"/>
                </a:cubicBezTo>
                <a:cubicBezTo>
                  <a:pt x="31692" y="31922"/>
                  <a:pt x="33805" y="33135"/>
                  <a:pt x="36399" y="34139"/>
                </a:cubicBezTo>
                <a:cubicBezTo>
                  <a:pt x="38992" y="35143"/>
                  <a:pt x="42088" y="35980"/>
                  <a:pt x="45686" y="36650"/>
                </a:cubicBezTo>
                <a:lnTo>
                  <a:pt x="55225" y="38532"/>
                </a:lnTo>
                <a:lnTo>
                  <a:pt x="55225" y="18199"/>
                </a:lnTo>
                <a:cubicBezTo>
                  <a:pt x="55225" y="16944"/>
                  <a:pt x="55623" y="16066"/>
                  <a:pt x="56418" y="15564"/>
                </a:cubicBezTo>
                <a:cubicBezTo>
                  <a:pt x="57213" y="15061"/>
                  <a:pt x="58489" y="14810"/>
                  <a:pt x="60246" y="14810"/>
                </a:cubicBezTo>
                <a:cubicBezTo>
                  <a:pt x="61083" y="14810"/>
                  <a:pt x="62170" y="14873"/>
                  <a:pt x="63509" y="14999"/>
                </a:cubicBezTo>
                <a:cubicBezTo>
                  <a:pt x="64848" y="15124"/>
                  <a:pt x="66291" y="15354"/>
                  <a:pt x="67839" y="15689"/>
                </a:cubicBezTo>
                <a:cubicBezTo>
                  <a:pt x="69387" y="16024"/>
                  <a:pt x="70914" y="16442"/>
                  <a:pt x="72421" y="16944"/>
                </a:cubicBezTo>
                <a:cubicBezTo>
                  <a:pt x="73927" y="17446"/>
                  <a:pt x="75307" y="17990"/>
                  <a:pt x="76562" y="18576"/>
                </a:cubicBezTo>
                <a:cubicBezTo>
                  <a:pt x="77818" y="19162"/>
                  <a:pt x="78843" y="19852"/>
                  <a:pt x="79637" y="20647"/>
                </a:cubicBezTo>
                <a:cubicBezTo>
                  <a:pt x="80432" y="21442"/>
                  <a:pt x="80830" y="22299"/>
                  <a:pt x="80830" y="23220"/>
                </a:cubicBezTo>
                <a:lnTo>
                  <a:pt x="80830" y="43804"/>
                </a:lnTo>
                <a:lnTo>
                  <a:pt x="179326" y="63509"/>
                </a:lnTo>
                <a:cubicBezTo>
                  <a:pt x="186276" y="64932"/>
                  <a:pt x="192388" y="66877"/>
                  <a:pt x="197662" y="69345"/>
                </a:cubicBezTo>
                <a:cubicBezTo>
                  <a:pt x="202939" y="71814"/>
                  <a:pt x="207357" y="74931"/>
                  <a:pt x="210915" y="78696"/>
                </a:cubicBezTo>
                <a:cubicBezTo>
                  <a:pt x="214474" y="82462"/>
                  <a:pt x="217153" y="86917"/>
                  <a:pt x="218952" y="92063"/>
                </a:cubicBezTo>
                <a:cubicBezTo>
                  <a:pt x="220754" y="97209"/>
                  <a:pt x="221655" y="103046"/>
                  <a:pt x="221655" y="109572"/>
                </a:cubicBezTo>
                <a:cubicBezTo>
                  <a:pt x="221655" y="113923"/>
                  <a:pt x="221320" y="117563"/>
                  <a:pt x="220650" y="120492"/>
                </a:cubicBezTo>
                <a:cubicBezTo>
                  <a:pt x="219981" y="123420"/>
                  <a:pt x="219312" y="125303"/>
                  <a:pt x="218642" y="126140"/>
                </a:cubicBezTo>
                <a:cubicBezTo>
                  <a:pt x="218140" y="126558"/>
                  <a:pt x="217596" y="126851"/>
                  <a:pt x="217011" y="127018"/>
                </a:cubicBezTo>
                <a:cubicBezTo>
                  <a:pt x="216425" y="127186"/>
                  <a:pt x="215588" y="127269"/>
                  <a:pt x="214500" y="127269"/>
                </a:cubicBezTo>
                <a:cubicBezTo>
                  <a:pt x="213998" y="127269"/>
                  <a:pt x="213162" y="127207"/>
                  <a:pt x="211990" y="127081"/>
                </a:cubicBezTo>
                <a:cubicBezTo>
                  <a:pt x="210819" y="126956"/>
                  <a:pt x="209543" y="126767"/>
                  <a:pt x="208162" y="126516"/>
                </a:cubicBezTo>
                <a:cubicBezTo>
                  <a:pt x="206781" y="126265"/>
                  <a:pt x="205338" y="125951"/>
                  <a:pt x="203832" y="125575"/>
                </a:cubicBezTo>
                <a:cubicBezTo>
                  <a:pt x="202326" y="125198"/>
                  <a:pt x="200945" y="124780"/>
                  <a:pt x="199690" y="124320"/>
                </a:cubicBezTo>
                <a:cubicBezTo>
                  <a:pt x="198435" y="123860"/>
                  <a:pt x="197410" y="123337"/>
                  <a:pt x="196615" y="122751"/>
                </a:cubicBezTo>
                <a:cubicBezTo>
                  <a:pt x="195820" y="122165"/>
                  <a:pt x="195422" y="121496"/>
                  <a:pt x="195422" y="120743"/>
                </a:cubicBezTo>
                <a:cubicBezTo>
                  <a:pt x="195422" y="120241"/>
                  <a:pt x="195464" y="119739"/>
                  <a:pt x="195548" y="119237"/>
                </a:cubicBezTo>
                <a:cubicBezTo>
                  <a:pt x="195632" y="118735"/>
                  <a:pt x="195736" y="118191"/>
                  <a:pt x="195862" y="117605"/>
                </a:cubicBezTo>
                <a:cubicBezTo>
                  <a:pt x="195987" y="117019"/>
                  <a:pt x="196092" y="116329"/>
                  <a:pt x="196176" y="115534"/>
                </a:cubicBezTo>
                <a:cubicBezTo>
                  <a:pt x="196259" y="114739"/>
                  <a:pt x="196301" y="113714"/>
                  <a:pt x="196301" y="112459"/>
                </a:cubicBezTo>
                <a:cubicBezTo>
                  <a:pt x="196301" y="109781"/>
                  <a:pt x="195902" y="107459"/>
                  <a:pt x="195105" y="105493"/>
                </a:cubicBezTo>
                <a:cubicBezTo>
                  <a:pt x="194310" y="103527"/>
                  <a:pt x="193074" y="101832"/>
                  <a:pt x="191398" y="100410"/>
                </a:cubicBezTo>
                <a:cubicBezTo>
                  <a:pt x="189722" y="98987"/>
                  <a:pt x="187564" y="97774"/>
                  <a:pt x="184923" y="96770"/>
                </a:cubicBezTo>
                <a:cubicBezTo>
                  <a:pt x="182282" y="95766"/>
                  <a:pt x="179076" y="94887"/>
                  <a:pt x="175305" y="94134"/>
                </a:cubicBezTo>
                <a:lnTo>
                  <a:pt x="80830" y="75182"/>
                </a:lnTo>
                <a:lnTo>
                  <a:pt x="80830" y="89239"/>
                </a:lnTo>
                <a:cubicBezTo>
                  <a:pt x="80830" y="90243"/>
                  <a:pt x="80474" y="91017"/>
                  <a:pt x="79763" y="91561"/>
                </a:cubicBezTo>
                <a:cubicBezTo>
                  <a:pt x="79052" y="92105"/>
                  <a:pt x="77692" y="92377"/>
                  <a:pt x="75684" y="92377"/>
                </a:cubicBezTo>
                <a:cubicBezTo>
                  <a:pt x="74847" y="92377"/>
                  <a:pt x="73759" y="92314"/>
                  <a:pt x="72421" y="92189"/>
                </a:cubicBezTo>
                <a:cubicBezTo>
                  <a:pt x="71082" y="92063"/>
                  <a:pt x="69659" y="91854"/>
                  <a:pt x="68153" y="91561"/>
                </a:cubicBezTo>
                <a:cubicBezTo>
                  <a:pt x="66647" y="91268"/>
                  <a:pt x="65120" y="90913"/>
                  <a:pt x="63572" y="90494"/>
                </a:cubicBezTo>
                <a:cubicBezTo>
                  <a:pt x="62024" y="90076"/>
                  <a:pt x="60643" y="89532"/>
                  <a:pt x="59430" y="88863"/>
                </a:cubicBezTo>
                <a:cubicBezTo>
                  <a:pt x="58217" y="88193"/>
                  <a:pt x="57213" y="87461"/>
                  <a:pt x="56418" y="86666"/>
                </a:cubicBezTo>
                <a:cubicBezTo>
                  <a:pt x="55623" y="85871"/>
                  <a:pt x="55225" y="84930"/>
                  <a:pt x="55225" y="83842"/>
                </a:cubicBezTo>
                <a:lnTo>
                  <a:pt x="55225" y="70036"/>
                </a:lnTo>
                <a:lnTo>
                  <a:pt x="42800" y="67651"/>
                </a:lnTo>
                <a:cubicBezTo>
                  <a:pt x="35771" y="66312"/>
                  <a:pt x="29579" y="64346"/>
                  <a:pt x="24224" y="61752"/>
                </a:cubicBezTo>
                <a:cubicBezTo>
                  <a:pt x="18869" y="59158"/>
                  <a:pt x="14392" y="55958"/>
                  <a:pt x="10794" y="52150"/>
                </a:cubicBezTo>
                <a:cubicBezTo>
                  <a:pt x="7196" y="48343"/>
                  <a:pt x="4498" y="43867"/>
                  <a:pt x="2699" y="38721"/>
                </a:cubicBezTo>
                <a:cubicBezTo>
                  <a:pt x="900" y="33575"/>
                  <a:pt x="0" y="27738"/>
                  <a:pt x="0" y="21212"/>
                </a:cubicBezTo>
                <a:cubicBezTo>
                  <a:pt x="0" y="19036"/>
                  <a:pt x="105" y="16860"/>
                  <a:pt x="314" y="14685"/>
                </a:cubicBezTo>
                <a:cubicBezTo>
                  <a:pt x="523" y="12509"/>
                  <a:pt x="816" y="10543"/>
                  <a:pt x="1192" y="8786"/>
                </a:cubicBezTo>
                <a:cubicBezTo>
                  <a:pt x="1569" y="7029"/>
                  <a:pt x="2008" y="5481"/>
                  <a:pt x="2510" y="4142"/>
                </a:cubicBezTo>
                <a:cubicBezTo>
                  <a:pt x="3012" y="2803"/>
                  <a:pt x="3514" y="1883"/>
                  <a:pt x="4016" y="1381"/>
                </a:cubicBezTo>
                <a:cubicBezTo>
                  <a:pt x="4435" y="879"/>
                  <a:pt x="5020" y="523"/>
                  <a:pt x="5774" y="314"/>
                </a:cubicBezTo>
                <a:cubicBezTo>
                  <a:pt x="6527" y="105"/>
                  <a:pt x="7447" y="0"/>
                  <a:pt x="853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l">
            <a:extLst xmlns:a="http://schemas.openxmlformats.org/drawingml/2006/main">
              <a:ext uri="{FF2B5EF4-FFF2-40B4-BE49-F238E27FC236}">
                <a16:creationId xmlns:a16="http://schemas.microsoft.com/office/drawing/2014/main" id="{0D3AEFEF-D2DB-4138-94DB-2AA2406A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204" y="2353779"/>
            <a:ext cx="175466" cy="64722"/>
          </a:xfrm>
          <a:custGeom xmlns:a="http://schemas.openxmlformats.org/drawingml/2006/main">
            <a:pathLst>
              <a:path w="175466" h="64722">
                <a:moveTo>
                  <a:pt x="170446" y="33052"/>
                </a:moveTo>
                <a:cubicBezTo>
                  <a:pt x="171282" y="33219"/>
                  <a:pt x="172014" y="33616"/>
                  <a:pt x="172642" y="34244"/>
                </a:cubicBezTo>
                <a:cubicBezTo>
                  <a:pt x="173270" y="34871"/>
                  <a:pt x="173793" y="35813"/>
                  <a:pt x="174211" y="37068"/>
                </a:cubicBezTo>
                <a:cubicBezTo>
                  <a:pt x="174629" y="38323"/>
                  <a:pt x="174943" y="39997"/>
                  <a:pt x="175152" y="42088"/>
                </a:cubicBezTo>
                <a:cubicBezTo>
                  <a:pt x="175361" y="44180"/>
                  <a:pt x="175466" y="46732"/>
                  <a:pt x="175466" y="49745"/>
                </a:cubicBezTo>
                <a:cubicBezTo>
                  <a:pt x="175466" y="52924"/>
                  <a:pt x="175361" y="55497"/>
                  <a:pt x="175152" y="57464"/>
                </a:cubicBezTo>
                <a:cubicBezTo>
                  <a:pt x="174943" y="59430"/>
                  <a:pt x="174629" y="60957"/>
                  <a:pt x="174211" y="62045"/>
                </a:cubicBezTo>
                <a:cubicBezTo>
                  <a:pt x="173793" y="63133"/>
                  <a:pt x="173270" y="63865"/>
                  <a:pt x="172642" y="64241"/>
                </a:cubicBezTo>
                <a:cubicBezTo>
                  <a:pt x="172014" y="64618"/>
                  <a:pt x="171282" y="64722"/>
                  <a:pt x="170446" y="64555"/>
                </a:cubicBezTo>
                <a:lnTo>
                  <a:pt x="5397" y="31545"/>
                </a:lnTo>
                <a:cubicBezTo>
                  <a:pt x="4560" y="31378"/>
                  <a:pt x="3807" y="31002"/>
                  <a:pt x="3138" y="30416"/>
                </a:cubicBezTo>
                <a:cubicBezTo>
                  <a:pt x="2468" y="29830"/>
                  <a:pt x="1904" y="28868"/>
                  <a:pt x="1443" y="27529"/>
                </a:cubicBezTo>
                <a:cubicBezTo>
                  <a:pt x="983" y="26190"/>
                  <a:pt x="628" y="24496"/>
                  <a:pt x="377" y="22446"/>
                </a:cubicBezTo>
                <a:cubicBezTo>
                  <a:pt x="126" y="20396"/>
                  <a:pt x="0" y="17823"/>
                  <a:pt x="0" y="14727"/>
                </a:cubicBezTo>
                <a:cubicBezTo>
                  <a:pt x="0" y="11631"/>
                  <a:pt x="126" y="9100"/>
                  <a:pt x="377" y="7133"/>
                </a:cubicBezTo>
                <a:cubicBezTo>
                  <a:pt x="628" y="5167"/>
                  <a:pt x="983" y="3640"/>
                  <a:pt x="1443" y="2552"/>
                </a:cubicBezTo>
                <a:cubicBezTo>
                  <a:pt x="1904" y="1464"/>
                  <a:pt x="2468" y="753"/>
                  <a:pt x="3138" y="418"/>
                </a:cubicBezTo>
                <a:cubicBezTo>
                  <a:pt x="3807" y="84"/>
                  <a:pt x="4560" y="0"/>
                  <a:pt x="5397" y="167"/>
                </a:cubicBezTo>
                <a:lnTo>
                  <a:pt x="170446" y="330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e">
            <a:extLst xmlns:a="http://schemas.openxmlformats.org/drawingml/2006/main">
              <a:ext uri="{FF2B5EF4-FFF2-40B4-BE49-F238E27FC236}">
                <a16:creationId xmlns:a16="http://schemas.microsoft.com/office/drawing/2014/main" id="{D742902A-1F31-4D88-8D95-A1EB0BBA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413" y="2237548"/>
            <a:ext cx="126516" cy="114216"/>
          </a:xfrm>
          <a:custGeom xmlns:a="http://schemas.openxmlformats.org/drawingml/2006/main">
            <a:pathLst>
              <a:path w="126516" h="114216">
                <a:moveTo>
                  <a:pt x="31809" y="0"/>
                </a:moveTo>
                <a:cubicBezTo>
                  <a:pt x="37845" y="0"/>
                  <a:pt x="43273" y="1360"/>
                  <a:pt x="48095" y="4079"/>
                </a:cubicBezTo>
                <a:cubicBezTo>
                  <a:pt x="52914" y="6799"/>
                  <a:pt x="57064" y="11024"/>
                  <a:pt x="60544" y="16756"/>
                </a:cubicBezTo>
                <a:cubicBezTo>
                  <a:pt x="64022" y="22488"/>
                  <a:pt x="66682" y="29767"/>
                  <a:pt x="68526" y="38595"/>
                </a:cubicBezTo>
                <a:cubicBezTo>
                  <a:pt x="70369" y="47423"/>
                  <a:pt x="71291" y="57945"/>
                  <a:pt x="71291" y="70161"/>
                </a:cubicBezTo>
                <a:lnTo>
                  <a:pt x="71291" y="81708"/>
                </a:lnTo>
                <a:cubicBezTo>
                  <a:pt x="73215" y="82043"/>
                  <a:pt x="75119" y="82294"/>
                  <a:pt x="77002" y="82462"/>
                </a:cubicBezTo>
                <a:cubicBezTo>
                  <a:pt x="78884" y="82629"/>
                  <a:pt x="80621" y="82713"/>
                  <a:pt x="82210" y="82713"/>
                </a:cubicBezTo>
                <a:cubicBezTo>
                  <a:pt x="88988" y="82713"/>
                  <a:pt x="94092" y="80955"/>
                  <a:pt x="97523" y="77441"/>
                </a:cubicBezTo>
                <a:cubicBezTo>
                  <a:pt x="100954" y="73927"/>
                  <a:pt x="102669" y="68279"/>
                  <a:pt x="102669" y="60497"/>
                </a:cubicBezTo>
                <a:cubicBezTo>
                  <a:pt x="102669" y="54974"/>
                  <a:pt x="102265" y="50017"/>
                  <a:pt x="101457" y="45624"/>
                </a:cubicBezTo>
                <a:cubicBezTo>
                  <a:pt x="100649" y="41231"/>
                  <a:pt x="99756" y="37382"/>
                  <a:pt x="98778" y="34077"/>
                </a:cubicBezTo>
                <a:cubicBezTo>
                  <a:pt x="97800" y="30771"/>
                  <a:pt x="96907" y="28031"/>
                  <a:pt x="96099" y="25856"/>
                </a:cubicBezTo>
                <a:cubicBezTo>
                  <a:pt x="95291" y="23680"/>
                  <a:pt x="94887" y="22090"/>
                  <a:pt x="94887" y="21086"/>
                </a:cubicBezTo>
                <a:cubicBezTo>
                  <a:pt x="94887" y="20082"/>
                  <a:pt x="95183" y="19371"/>
                  <a:pt x="95774" y="18952"/>
                </a:cubicBezTo>
                <a:cubicBezTo>
                  <a:pt x="96365" y="18534"/>
                  <a:pt x="97292" y="18325"/>
                  <a:pt x="98555" y="18325"/>
                </a:cubicBezTo>
                <a:cubicBezTo>
                  <a:pt x="99990" y="18325"/>
                  <a:pt x="101636" y="18450"/>
                  <a:pt x="103493" y="18701"/>
                </a:cubicBezTo>
                <a:cubicBezTo>
                  <a:pt x="105347" y="18952"/>
                  <a:pt x="107181" y="19308"/>
                  <a:pt x="108996" y="19768"/>
                </a:cubicBezTo>
                <a:cubicBezTo>
                  <a:pt x="110808" y="20228"/>
                  <a:pt x="112515" y="20814"/>
                  <a:pt x="114118" y="21525"/>
                </a:cubicBezTo>
                <a:cubicBezTo>
                  <a:pt x="115721" y="22237"/>
                  <a:pt x="116943" y="23052"/>
                  <a:pt x="117785" y="23973"/>
                </a:cubicBezTo>
                <a:cubicBezTo>
                  <a:pt x="118797" y="24977"/>
                  <a:pt x="119811" y="26818"/>
                  <a:pt x="120825" y="29495"/>
                </a:cubicBezTo>
                <a:cubicBezTo>
                  <a:pt x="121837" y="32173"/>
                  <a:pt x="122764" y="35394"/>
                  <a:pt x="123606" y="39160"/>
                </a:cubicBezTo>
                <a:cubicBezTo>
                  <a:pt x="124451" y="42925"/>
                  <a:pt x="125146" y="47151"/>
                  <a:pt x="125693" y="51837"/>
                </a:cubicBezTo>
                <a:cubicBezTo>
                  <a:pt x="126242" y="56522"/>
                  <a:pt x="126516" y="61292"/>
                  <a:pt x="126516" y="66145"/>
                </a:cubicBezTo>
                <a:cubicBezTo>
                  <a:pt x="126516" y="74178"/>
                  <a:pt x="125677" y="81185"/>
                  <a:pt x="123998" y="87168"/>
                </a:cubicBezTo>
                <a:cubicBezTo>
                  <a:pt x="122322" y="93151"/>
                  <a:pt x="119766" y="98151"/>
                  <a:pt x="116330" y="102167"/>
                </a:cubicBezTo>
                <a:cubicBezTo>
                  <a:pt x="112892" y="106183"/>
                  <a:pt x="108511" y="109196"/>
                  <a:pt x="103187" y="111204"/>
                </a:cubicBezTo>
                <a:cubicBezTo>
                  <a:pt x="97863" y="113212"/>
                  <a:pt x="91555" y="114216"/>
                  <a:pt x="84262" y="114216"/>
                </a:cubicBezTo>
                <a:cubicBezTo>
                  <a:pt x="78643" y="114216"/>
                  <a:pt x="72627" y="113693"/>
                  <a:pt x="66216" y="112647"/>
                </a:cubicBezTo>
                <a:cubicBezTo>
                  <a:pt x="59801" y="111601"/>
                  <a:pt x="53471" y="109907"/>
                  <a:pt x="47224" y="107564"/>
                </a:cubicBezTo>
                <a:cubicBezTo>
                  <a:pt x="40977" y="105221"/>
                  <a:pt x="35004" y="102209"/>
                  <a:pt x="29303" y="98527"/>
                </a:cubicBezTo>
                <a:cubicBezTo>
                  <a:pt x="23603" y="94845"/>
                  <a:pt x="18594" y="90390"/>
                  <a:pt x="14277" y="85160"/>
                </a:cubicBezTo>
                <a:cubicBezTo>
                  <a:pt x="9957" y="79930"/>
                  <a:pt x="6498" y="73885"/>
                  <a:pt x="3899" y="67024"/>
                </a:cubicBezTo>
                <a:cubicBezTo>
                  <a:pt x="1300" y="60162"/>
                  <a:pt x="0" y="52339"/>
                  <a:pt x="0" y="43553"/>
                </a:cubicBezTo>
                <a:cubicBezTo>
                  <a:pt x="0" y="35938"/>
                  <a:pt x="901" y="29391"/>
                  <a:pt x="2702" y="23910"/>
                </a:cubicBezTo>
                <a:cubicBezTo>
                  <a:pt x="4504" y="18429"/>
                  <a:pt x="6893" y="13932"/>
                  <a:pt x="9868" y="10418"/>
                </a:cubicBezTo>
                <a:cubicBezTo>
                  <a:pt x="12844" y="6903"/>
                  <a:pt x="16239" y="4288"/>
                  <a:pt x="20054" y="2573"/>
                </a:cubicBezTo>
                <a:cubicBezTo>
                  <a:pt x="23870" y="858"/>
                  <a:pt x="27788" y="0"/>
                  <a:pt x="31809" y="0"/>
                </a:cubicBezTo>
                <a:moveTo>
                  <a:pt x="34214" y="31002"/>
                </a:moveTo>
                <a:cubicBezTo>
                  <a:pt x="30883" y="31002"/>
                  <a:pt x="28113" y="32319"/>
                  <a:pt x="25907" y="34955"/>
                </a:cubicBezTo>
                <a:cubicBezTo>
                  <a:pt x="23697" y="37591"/>
                  <a:pt x="22592" y="41419"/>
                  <a:pt x="22592" y="46440"/>
                </a:cubicBezTo>
                <a:cubicBezTo>
                  <a:pt x="22592" y="50623"/>
                  <a:pt x="23343" y="54368"/>
                  <a:pt x="24844" y="57673"/>
                </a:cubicBezTo>
                <a:cubicBezTo>
                  <a:pt x="26342" y="60978"/>
                  <a:pt x="28362" y="63886"/>
                  <a:pt x="30903" y="66396"/>
                </a:cubicBezTo>
                <a:cubicBezTo>
                  <a:pt x="33442" y="68906"/>
                  <a:pt x="36442" y="71061"/>
                  <a:pt x="39901" y="72860"/>
                </a:cubicBezTo>
                <a:cubicBezTo>
                  <a:pt x="43358" y="74659"/>
                  <a:pt x="47044" y="76102"/>
                  <a:pt x="50958" y="77190"/>
                </a:cubicBezTo>
                <a:lnTo>
                  <a:pt x="50958" y="66647"/>
                </a:lnTo>
                <a:cubicBezTo>
                  <a:pt x="50958" y="59953"/>
                  <a:pt x="50521" y="54347"/>
                  <a:pt x="49648" y="49828"/>
                </a:cubicBezTo>
                <a:cubicBezTo>
                  <a:pt x="48772" y="45310"/>
                  <a:pt x="47585" y="41670"/>
                  <a:pt x="46087" y="38909"/>
                </a:cubicBezTo>
                <a:cubicBezTo>
                  <a:pt x="44586" y="36148"/>
                  <a:pt x="42815" y="34139"/>
                  <a:pt x="40776" y="32884"/>
                </a:cubicBezTo>
                <a:cubicBezTo>
                  <a:pt x="38734" y="31629"/>
                  <a:pt x="36546" y="31002"/>
                  <a:pt x="34214" y="31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c">
            <a:extLst xmlns:a="http://schemas.openxmlformats.org/drawingml/2006/main">
              <a:ext uri="{FF2B5EF4-FFF2-40B4-BE49-F238E27FC236}">
                <a16:creationId xmlns:a16="http://schemas.microsoft.com/office/drawing/2014/main" id="{2BE5991F-91C6-4940-A5F5-D40CFFF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664" y="2123033"/>
            <a:ext cx="126014" cy="100284"/>
          </a:xfrm>
          <a:custGeom xmlns:a="http://schemas.openxmlformats.org/drawingml/2006/main">
            <a:pathLst>
              <a:path w="126014" h="100284">
                <a:moveTo>
                  <a:pt x="14454" y="0"/>
                </a:moveTo>
                <a:cubicBezTo>
                  <a:pt x="16388" y="0"/>
                  <a:pt x="18576" y="230"/>
                  <a:pt x="21015" y="690"/>
                </a:cubicBezTo>
                <a:cubicBezTo>
                  <a:pt x="23452" y="1151"/>
                  <a:pt x="25764" y="1757"/>
                  <a:pt x="27950" y="2510"/>
                </a:cubicBezTo>
                <a:cubicBezTo>
                  <a:pt x="30136" y="3263"/>
                  <a:pt x="31965" y="4205"/>
                  <a:pt x="33437" y="5334"/>
                </a:cubicBezTo>
                <a:cubicBezTo>
                  <a:pt x="34909" y="6464"/>
                  <a:pt x="35645" y="7698"/>
                  <a:pt x="35645" y="9037"/>
                </a:cubicBezTo>
                <a:cubicBezTo>
                  <a:pt x="35645" y="10292"/>
                  <a:pt x="35137" y="11505"/>
                  <a:pt x="34120" y="12677"/>
                </a:cubicBezTo>
                <a:cubicBezTo>
                  <a:pt x="33103" y="13848"/>
                  <a:pt x="31959" y="15292"/>
                  <a:pt x="30688" y="17007"/>
                </a:cubicBezTo>
                <a:cubicBezTo>
                  <a:pt x="29417" y="18722"/>
                  <a:pt x="28252" y="20877"/>
                  <a:pt x="27193" y="23471"/>
                </a:cubicBezTo>
                <a:cubicBezTo>
                  <a:pt x="26134" y="26065"/>
                  <a:pt x="25604" y="29412"/>
                  <a:pt x="25604" y="33512"/>
                </a:cubicBezTo>
                <a:cubicBezTo>
                  <a:pt x="25604" y="37863"/>
                  <a:pt x="26565" y="41754"/>
                  <a:pt x="28487" y="45184"/>
                </a:cubicBezTo>
                <a:cubicBezTo>
                  <a:pt x="30409" y="48615"/>
                  <a:pt x="32895" y="51606"/>
                  <a:pt x="35944" y="54159"/>
                </a:cubicBezTo>
                <a:cubicBezTo>
                  <a:pt x="38992" y="56711"/>
                  <a:pt x="42460" y="58823"/>
                  <a:pt x="46345" y="60497"/>
                </a:cubicBezTo>
                <a:cubicBezTo>
                  <a:pt x="50228" y="62170"/>
                  <a:pt x="54153" y="63551"/>
                  <a:pt x="58120" y="64639"/>
                </a:cubicBezTo>
                <a:cubicBezTo>
                  <a:pt x="62087" y="65727"/>
                  <a:pt x="65887" y="66501"/>
                  <a:pt x="69522" y="66961"/>
                </a:cubicBezTo>
                <a:cubicBezTo>
                  <a:pt x="73157" y="67421"/>
                  <a:pt x="76310" y="67651"/>
                  <a:pt x="78982" y="67651"/>
                </a:cubicBezTo>
                <a:cubicBezTo>
                  <a:pt x="85750" y="67651"/>
                  <a:pt x="90888" y="66166"/>
                  <a:pt x="94397" y="63195"/>
                </a:cubicBezTo>
                <a:cubicBezTo>
                  <a:pt x="97903" y="60225"/>
                  <a:pt x="99657" y="55560"/>
                  <a:pt x="99657" y="49201"/>
                </a:cubicBezTo>
                <a:cubicBezTo>
                  <a:pt x="99657" y="44515"/>
                  <a:pt x="99050" y="40499"/>
                  <a:pt x="97837" y="37152"/>
                </a:cubicBezTo>
                <a:cubicBezTo>
                  <a:pt x="96623" y="33805"/>
                  <a:pt x="95285" y="30939"/>
                  <a:pt x="93820" y="28554"/>
                </a:cubicBezTo>
                <a:cubicBezTo>
                  <a:pt x="92356" y="26169"/>
                  <a:pt x="91038" y="24119"/>
                  <a:pt x="89867" y="22404"/>
                </a:cubicBezTo>
                <a:cubicBezTo>
                  <a:pt x="88695" y="20689"/>
                  <a:pt x="88110" y="19120"/>
                  <a:pt x="88110" y="17697"/>
                </a:cubicBezTo>
                <a:cubicBezTo>
                  <a:pt x="88110" y="16860"/>
                  <a:pt x="88486" y="16254"/>
                  <a:pt x="89239" y="15877"/>
                </a:cubicBezTo>
                <a:cubicBezTo>
                  <a:pt x="89992" y="15501"/>
                  <a:pt x="91080" y="15312"/>
                  <a:pt x="92502" y="15312"/>
                </a:cubicBezTo>
                <a:cubicBezTo>
                  <a:pt x="93925" y="15312"/>
                  <a:pt x="95703" y="15480"/>
                  <a:pt x="97837" y="15815"/>
                </a:cubicBezTo>
                <a:cubicBezTo>
                  <a:pt x="99970" y="16149"/>
                  <a:pt x="102125" y="16589"/>
                  <a:pt x="104301" y="17132"/>
                </a:cubicBezTo>
                <a:cubicBezTo>
                  <a:pt x="106476" y="17676"/>
                  <a:pt x="108505" y="18304"/>
                  <a:pt x="110388" y="19015"/>
                </a:cubicBezTo>
                <a:cubicBezTo>
                  <a:pt x="112271" y="19726"/>
                  <a:pt x="113761" y="20647"/>
                  <a:pt x="114859" y="21776"/>
                </a:cubicBezTo>
                <a:cubicBezTo>
                  <a:pt x="115958" y="22906"/>
                  <a:pt x="117205" y="24684"/>
                  <a:pt x="118601" y="27111"/>
                </a:cubicBezTo>
                <a:cubicBezTo>
                  <a:pt x="119995" y="29537"/>
                  <a:pt x="121241" y="32340"/>
                  <a:pt x="122339" y="35520"/>
                </a:cubicBezTo>
                <a:cubicBezTo>
                  <a:pt x="123437" y="38700"/>
                  <a:pt x="124324" y="42151"/>
                  <a:pt x="124998" y="45875"/>
                </a:cubicBezTo>
                <a:cubicBezTo>
                  <a:pt x="125676" y="49598"/>
                  <a:pt x="126014" y="53468"/>
                  <a:pt x="126014" y="57485"/>
                </a:cubicBezTo>
                <a:cubicBezTo>
                  <a:pt x="126014" y="71793"/>
                  <a:pt x="122395" y="82503"/>
                  <a:pt x="115157" y="89616"/>
                </a:cubicBezTo>
                <a:cubicBezTo>
                  <a:pt x="107920" y="96728"/>
                  <a:pt x="97230" y="100284"/>
                  <a:pt x="83089" y="100284"/>
                </a:cubicBezTo>
                <a:cubicBezTo>
                  <a:pt x="77985" y="100284"/>
                  <a:pt x="72379" y="99803"/>
                  <a:pt x="66270" y="98841"/>
                </a:cubicBezTo>
                <a:cubicBezTo>
                  <a:pt x="60162" y="97879"/>
                  <a:pt x="54033" y="96310"/>
                  <a:pt x="47883" y="94134"/>
                </a:cubicBezTo>
                <a:cubicBezTo>
                  <a:pt x="41733" y="91959"/>
                  <a:pt x="35771" y="89135"/>
                  <a:pt x="29997" y="85662"/>
                </a:cubicBezTo>
                <a:cubicBezTo>
                  <a:pt x="24224" y="82190"/>
                  <a:pt x="19120" y="77943"/>
                  <a:pt x="14685" y="72923"/>
                </a:cubicBezTo>
                <a:cubicBezTo>
                  <a:pt x="10250" y="67902"/>
                  <a:pt x="6694" y="62087"/>
                  <a:pt x="4016" y="55476"/>
                </a:cubicBezTo>
                <a:cubicBezTo>
                  <a:pt x="1339" y="48866"/>
                  <a:pt x="0" y="41252"/>
                  <a:pt x="0" y="32633"/>
                </a:cubicBezTo>
                <a:cubicBezTo>
                  <a:pt x="0" y="29286"/>
                  <a:pt x="251" y="26023"/>
                  <a:pt x="753" y="22843"/>
                </a:cubicBezTo>
                <a:cubicBezTo>
                  <a:pt x="1255" y="19664"/>
                  <a:pt x="1945" y="16735"/>
                  <a:pt x="2824" y="14057"/>
                </a:cubicBezTo>
                <a:cubicBezTo>
                  <a:pt x="3703" y="11380"/>
                  <a:pt x="4728" y="9016"/>
                  <a:pt x="5899" y="6966"/>
                </a:cubicBezTo>
                <a:cubicBezTo>
                  <a:pt x="7071" y="4916"/>
                  <a:pt x="8137" y="3389"/>
                  <a:pt x="9100" y="2385"/>
                </a:cubicBezTo>
                <a:cubicBezTo>
                  <a:pt x="10062" y="1381"/>
                  <a:pt x="10922" y="732"/>
                  <a:pt x="11680" y="439"/>
                </a:cubicBezTo>
                <a:cubicBezTo>
                  <a:pt x="12436" y="146"/>
                  <a:pt x="13361" y="0"/>
                  <a:pt x="1445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t">
            <a:extLst xmlns:a="http://schemas.openxmlformats.org/drawingml/2006/main">
              <a:ext uri="{FF2B5EF4-FFF2-40B4-BE49-F238E27FC236}">
                <a16:creationId xmlns:a16="http://schemas.microsoft.com/office/drawing/2014/main" id="{E75862F2-0326-42BC-A02E-055D4F3C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052" y="2030605"/>
            <a:ext cx="153376" cy="81206"/>
          </a:xfrm>
          <a:custGeom xmlns:a="http://schemas.openxmlformats.org/drawingml/2006/main">
            <a:pathLst>
              <a:path w="153376" h="81206">
                <a:moveTo>
                  <a:pt x="35771" y="0"/>
                </a:moveTo>
                <a:cubicBezTo>
                  <a:pt x="36608" y="0"/>
                  <a:pt x="37675" y="84"/>
                  <a:pt x="38972" y="251"/>
                </a:cubicBezTo>
                <a:cubicBezTo>
                  <a:pt x="40268" y="418"/>
                  <a:pt x="41670" y="648"/>
                  <a:pt x="43176" y="941"/>
                </a:cubicBezTo>
                <a:cubicBezTo>
                  <a:pt x="44682" y="1234"/>
                  <a:pt x="46188" y="1632"/>
                  <a:pt x="47695" y="2134"/>
                </a:cubicBezTo>
                <a:cubicBezTo>
                  <a:pt x="49201" y="2636"/>
                  <a:pt x="50561" y="3201"/>
                  <a:pt x="51774" y="3828"/>
                </a:cubicBezTo>
                <a:cubicBezTo>
                  <a:pt x="52987" y="4456"/>
                  <a:pt x="53991" y="5167"/>
                  <a:pt x="54786" y="5962"/>
                </a:cubicBezTo>
                <a:cubicBezTo>
                  <a:pt x="55581" y="6757"/>
                  <a:pt x="55978" y="7614"/>
                  <a:pt x="55978" y="8535"/>
                </a:cubicBezTo>
                <a:lnTo>
                  <a:pt x="55978" y="33010"/>
                </a:lnTo>
                <a:lnTo>
                  <a:pt x="108568" y="43553"/>
                </a:lnTo>
                <a:cubicBezTo>
                  <a:pt x="109815" y="43804"/>
                  <a:pt x="111291" y="44034"/>
                  <a:pt x="112996" y="44243"/>
                </a:cubicBezTo>
                <a:cubicBezTo>
                  <a:pt x="114699" y="44452"/>
                  <a:pt x="116090" y="44557"/>
                  <a:pt x="117170" y="44557"/>
                </a:cubicBezTo>
                <a:cubicBezTo>
                  <a:pt x="120493" y="44557"/>
                  <a:pt x="122924" y="43762"/>
                  <a:pt x="124461" y="42172"/>
                </a:cubicBezTo>
                <a:cubicBezTo>
                  <a:pt x="125999" y="40582"/>
                  <a:pt x="126767" y="38072"/>
                  <a:pt x="126767" y="34641"/>
                </a:cubicBezTo>
                <a:cubicBezTo>
                  <a:pt x="126767" y="32633"/>
                  <a:pt x="126621" y="30918"/>
                  <a:pt x="126328" y="29495"/>
                </a:cubicBezTo>
                <a:cubicBezTo>
                  <a:pt x="126035" y="28073"/>
                  <a:pt x="125700" y="26839"/>
                  <a:pt x="125324" y="25793"/>
                </a:cubicBezTo>
                <a:cubicBezTo>
                  <a:pt x="124947" y="24747"/>
                  <a:pt x="124613" y="23847"/>
                  <a:pt x="124320" y="23094"/>
                </a:cubicBezTo>
                <a:cubicBezTo>
                  <a:pt x="124027" y="22341"/>
                  <a:pt x="123881" y="21630"/>
                  <a:pt x="123881" y="20961"/>
                </a:cubicBezTo>
                <a:cubicBezTo>
                  <a:pt x="123881" y="20291"/>
                  <a:pt x="124194" y="19726"/>
                  <a:pt x="124822" y="19266"/>
                </a:cubicBezTo>
                <a:cubicBezTo>
                  <a:pt x="125449" y="18806"/>
                  <a:pt x="126476" y="18576"/>
                  <a:pt x="127901" y="18576"/>
                </a:cubicBezTo>
                <a:cubicBezTo>
                  <a:pt x="129499" y="18576"/>
                  <a:pt x="131307" y="18743"/>
                  <a:pt x="133325" y="19078"/>
                </a:cubicBezTo>
                <a:cubicBezTo>
                  <a:pt x="135344" y="19413"/>
                  <a:pt x="137299" y="19852"/>
                  <a:pt x="139189" y="20396"/>
                </a:cubicBezTo>
                <a:cubicBezTo>
                  <a:pt x="141080" y="20940"/>
                  <a:pt x="142803" y="21546"/>
                  <a:pt x="144359" y="22216"/>
                </a:cubicBezTo>
                <a:cubicBezTo>
                  <a:pt x="145914" y="22885"/>
                  <a:pt x="147070" y="23596"/>
                  <a:pt x="147826" y="24349"/>
                </a:cubicBezTo>
                <a:cubicBezTo>
                  <a:pt x="148584" y="25102"/>
                  <a:pt x="149299" y="26232"/>
                  <a:pt x="149971" y="27738"/>
                </a:cubicBezTo>
                <a:cubicBezTo>
                  <a:pt x="150643" y="29244"/>
                  <a:pt x="151232" y="31022"/>
                  <a:pt x="151736" y="33072"/>
                </a:cubicBezTo>
                <a:cubicBezTo>
                  <a:pt x="152241" y="35122"/>
                  <a:pt x="152640" y="37319"/>
                  <a:pt x="152933" y="39662"/>
                </a:cubicBezTo>
                <a:cubicBezTo>
                  <a:pt x="153228" y="42005"/>
                  <a:pt x="153376" y="44348"/>
                  <a:pt x="153376" y="46691"/>
                </a:cubicBezTo>
                <a:cubicBezTo>
                  <a:pt x="153376" y="51711"/>
                  <a:pt x="152853" y="56125"/>
                  <a:pt x="151807" y="59932"/>
                </a:cubicBezTo>
                <a:cubicBezTo>
                  <a:pt x="150761" y="63739"/>
                  <a:pt x="149108" y="66940"/>
                  <a:pt x="146849" y="69534"/>
                </a:cubicBezTo>
                <a:cubicBezTo>
                  <a:pt x="144590" y="72128"/>
                  <a:pt x="141703" y="74073"/>
                  <a:pt x="138189" y="75370"/>
                </a:cubicBezTo>
                <a:cubicBezTo>
                  <a:pt x="134675" y="76667"/>
                  <a:pt x="130407" y="77316"/>
                  <a:pt x="125387" y="77316"/>
                </a:cubicBezTo>
                <a:cubicBezTo>
                  <a:pt x="124466" y="77316"/>
                  <a:pt x="123399" y="77274"/>
                  <a:pt x="122186" y="77190"/>
                </a:cubicBezTo>
                <a:cubicBezTo>
                  <a:pt x="120973" y="77106"/>
                  <a:pt x="119697" y="76960"/>
                  <a:pt x="118358" y="76751"/>
                </a:cubicBezTo>
                <a:cubicBezTo>
                  <a:pt x="117019" y="76542"/>
                  <a:pt x="115659" y="76332"/>
                  <a:pt x="114279" y="76123"/>
                </a:cubicBezTo>
                <a:cubicBezTo>
                  <a:pt x="112898" y="75914"/>
                  <a:pt x="111664" y="75684"/>
                  <a:pt x="110576" y="75433"/>
                </a:cubicBezTo>
                <a:lnTo>
                  <a:pt x="55978" y="64513"/>
                </a:lnTo>
                <a:lnTo>
                  <a:pt x="55978" y="78069"/>
                </a:lnTo>
                <a:cubicBezTo>
                  <a:pt x="55978" y="79156"/>
                  <a:pt x="55623" y="79951"/>
                  <a:pt x="54912" y="80453"/>
                </a:cubicBezTo>
                <a:cubicBezTo>
                  <a:pt x="54200" y="80955"/>
                  <a:pt x="52841" y="81206"/>
                  <a:pt x="50832" y="81206"/>
                </a:cubicBezTo>
                <a:cubicBezTo>
                  <a:pt x="49410" y="81206"/>
                  <a:pt x="47548" y="81060"/>
                  <a:pt x="45247" y="80767"/>
                </a:cubicBezTo>
                <a:cubicBezTo>
                  <a:pt x="42946" y="80474"/>
                  <a:pt x="40687" y="79993"/>
                  <a:pt x="38469" y="79324"/>
                </a:cubicBezTo>
                <a:cubicBezTo>
                  <a:pt x="36252" y="78654"/>
                  <a:pt x="34349" y="77776"/>
                  <a:pt x="32759" y="76688"/>
                </a:cubicBezTo>
                <a:cubicBezTo>
                  <a:pt x="31169" y="75600"/>
                  <a:pt x="30374" y="74303"/>
                  <a:pt x="30374" y="72797"/>
                </a:cubicBezTo>
                <a:lnTo>
                  <a:pt x="30374" y="59367"/>
                </a:lnTo>
                <a:lnTo>
                  <a:pt x="5295" y="54347"/>
                </a:lnTo>
                <a:cubicBezTo>
                  <a:pt x="4456" y="54179"/>
                  <a:pt x="3700" y="53782"/>
                  <a:pt x="3028" y="53154"/>
                </a:cubicBezTo>
                <a:cubicBezTo>
                  <a:pt x="2353" y="52527"/>
                  <a:pt x="1786" y="51565"/>
                  <a:pt x="1326" y="50268"/>
                </a:cubicBezTo>
                <a:cubicBezTo>
                  <a:pt x="863" y="48971"/>
                  <a:pt x="527" y="47297"/>
                  <a:pt x="318" y="45247"/>
                </a:cubicBezTo>
                <a:cubicBezTo>
                  <a:pt x="106" y="43197"/>
                  <a:pt x="0" y="40624"/>
                  <a:pt x="0" y="37528"/>
                </a:cubicBezTo>
                <a:cubicBezTo>
                  <a:pt x="0" y="34516"/>
                  <a:pt x="106" y="32006"/>
                  <a:pt x="318" y="29997"/>
                </a:cubicBezTo>
                <a:cubicBezTo>
                  <a:pt x="527" y="27989"/>
                  <a:pt x="863" y="26441"/>
                  <a:pt x="1326" y="25353"/>
                </a:cubicBezTo>
                <a:cubicBezTo>
                  <a:pt x="1786" y="24266"/>
                  <a:pt x="2353" y="23534"/>
                  <a:pt x="3028" y="23157"/>
                </a:cubicBezTo>
                <a:cubicBezTo>
                  <a:pt x="3700" y="22780"/>
                  <a:pt x="4456" y="22676"/>
                  <a:pt x="5295" y="22843"/>
                </a:cubicBezTo>
                <a:lnTo>
                  <a:pt x="30374" y="27864"/>
                </a:lnTo>
                <a:lnTo>
                  <a:pt x="30374" y="3640"/>
                </a:lnTo>
                <a:cubicBezTo>
                  <a:pt x="30374" y="2217"/>
                  <a:pt x="30834" y="1255"/>
                  <a:pt x="31755" y="753"/>
                </a:cubicBezTo>
                <a:cubicBezTo>
                  <a:pt x="32675" y="251"/>
                  <a:pt x="34014" y="0"/>
                  <a:pt x="3577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i">
            <a:extLst xmlns:a="http://schemas.openxmlformats.org/drawingml/2006/main">
              <a:ext uri="{FF2B5EF4-FFF2-40B4-BE49-F238E27FC236}">
                <a16:creationId xmlns:a16="http://schemas.microsoft.com/office/drawing/2014/main" id="{11B00868-37B1-459D-AA21-BB1178FF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72" y="1963484"/>
            <a:ext cx="171199" cy="64869"/>
          </a:xfrm>
          <a:custGeom xmlns:a="http://schemas.openxmlformats.org/drawingml/2006/main">
            <a:pathLst>
              <a:path w="171199" h="64869">
                <a:moveTo>
                  <a:pt x="16568" y="816"/>
                </a:moveTo>
                <a:cubicBezTo>
                  <a:pt x="19664" y="1402"/>
                  <a:pt x="22278" y="2196"/>
                  <a:pt x="24412" y="3201"/>
                </a:cubicBezTo>
                <a:cubicBezTo>
                  <a:pt x="26546" y="4205"/>
                  <a:pt x="28261" y="5543"/>
                  <a:pt x="29558" y="7217"/>
                </a:cubicBezTo>
                <a:cubicBezTo>
                  <a:pt x="30855" y="8890"/>
                  <a:pt x="31776" y="10940"/>
                  <a:pt x="32319" y="13367"/>
                </a:cubicBezTo>
                <a:cubicBezTo>
                  <a:pt x="32863" y="15794"/>
                  <a:pt x="33135" y="18806"/>
                  <a:pt x="33135" y="22404"/>
                </a:cubicBezTo>
                <a:cubicBezTo>
                  <a:pt x="33135" y="25918"/>
                  <a:pt x="32863" y="28784"/>
                  <a:pt x="32319" y="31002"/>
                </a:cubicBezTo>
                <a:cubicBezTo>
                  <a:pt x="31776" y="33219"/>
                  <a:pt x="30855" y="34892"/>
                  <a:pt x="29558" y="36022"/>
                </a:cubicBezTo>
                <a:cubicBezTo>
                  <a:pt x="28261" y="37152"/>
                  <a:pt x="26546" y="37800"/>
                  <a:pt x="24412" y="37967"/>
                </a:cubicBezTo>
                <a:cubicBezTo>
                  <a:pt x="22278" y="38135"/>
                  <a:pt x="19664" y="37884"/>
                  <a:pt x="16568" y="37214"/>
                </a:cubicBezTo>
                <a:cubicBezTo>
                  <a:pt x="13555" y="36629"/>
                  <a:pt x="11003" y="35834"/>
                  <a:pt x="8911" y="34830"/>
                </a:cubicBezTo>
                <a:cubicBezTo>
                  <a:pt x="6820" y="33826"/>
                  <a:pt x="5104" y="32487"/>
                  <a:pt x="3765" y="30813"/>
                </a:cubicBezTo>
                <a:cubicBezTo>
                  <a:pt x="2427" y="29140"/>
                  <a:pt x="1464" y="27090"/>
                  <a:pt x="879" y="24663"/>
                </a:cubicBezTo>
                <a:cubicBezTo>
                  <a:pt x="293" y="22237"/>
                  <a:pt x="0" y="19224"/>
                  <a:pt x="0" y="15626"/>
                </a:cubicBezTo>
                <a:cubicBezTo>
                  <a:pt x="0" y="12112"/>
                  <a:pt x="293" y="9246"/>
                  <a:pt x="879" y="7029"/>
                </a:cubicBezTo>
                <a:cubicBezTo>
                  <a:pt x="1464" y="4811"/>
                  <a:pt x="2427" y="3138"/>
                  <a:pt x="3765" y="2008"/>
                </a:cubicBezTo>
                <a:cubicBezTo>
                  <a:pt x="5104" y="879"/>
                  <a:pt x="6820" y="251"/>
                  <a:pt x="8911" y="126"/>
                </a:cubicBezTo>
                <a:cubicBezTo>
                  <a:pt x="11003" y="0"/>
                  <a:pt x="13555" y="230"/>
                  <a:pt x="16568" y="816"/>
                </a:cubicBezTo>
                <a:moveTo>
                  <a:pt x="166178" y="33198"/>
                </a:moveTo>
                <a:cubicBezTo>
                  <a:pt x="167015" y="33365"/>
                  <a:pt x="167747" y="33763"/>
                  <a:pt x="168375" y="34390"/>
                </a:cubicBezTo>
                <a:cubicBezTo>
                  <a:pt x="169002" y="35018"/>
                  <a:pt x="169525" y="35980"/>
                  <a:pt x="169944" y="37277"/>
                </a:cubicBezTo>
                <a:cubicBezTo>
                  <a:pt x="170362" y="38574"/>
                  <a:pt x="170676" y="40268"/>
                  <a:pt x="170885" y="42360"/>
                </a:cubicBezTo>
                <a:cubicBezTo>
                  <a:pt x="171094" y="44452"/>
                  <a:pt x="171199" y="47004"/>
                  <a:pt x="171199" y="50017"/>
                </a:cubicBezTo>
                <a:cubicBezTo>
                  <a:pt x="171199" y="53113"/>
                  <a:pt x="171094" y="55644"/>
                  <a:pt x="170885" y="57610"/>
                </a:cubicBezTo>
                <a:cubicBezTo>
                  <a:pt x="170676" y="59576"/>
                  <a:pt x="170362" y="61124"/>
                  <a:pt x="169944" y="62254"/>
                </a:cubicBezTo>
                <a:cubicBezTo>
                  <a:pt x="169525" y="63384"/>
                  <a:pt x="169002" y="64116"/>
                  <a:pt x="168375" y="64451"/>
                </a:cubicBezTo>
                <a:cubicBezTo>
                  <a:pt x="167747" y="64785"/>
                  <a:pt x="167015" y="64869"/>
                  <a:pt x="166178" y="64702"/>
                </a:cubicBezTo>
                <a:lnTo>
                  <a:pt x="54472" y="42486"/>
                </a:lnTo>
                <a:cubicBezTo>
                  <a:pt x="53636" y="42319"/>
                  <a:pt x="52903" y="41921"/>
                  <a:pt x="52276" y="41294"/>
                </a:cubicBezTo>
                <a:cubicBezTo>
                  <a:pt x="51648" y="40666"/>
                  <a:pt x="51104" y="39704"/>
                  <a:pt x="50644" y="38407"/>
                </a:cubicBezTo>
                <a:cubicBezTo>
                  <a:pt x="50184" y="37110"/>
                  <a:pt x="49828" y="35436"/>
                  <a:pt x="49577" y="33386"/>
                </a:cubicBezTo>
                <a:cubicBezTo>
                  <a:pt x="49326" y="31336"/>
                  <a:pt x="49201" y="28763"/>
                  <a:pt x="49201" y="25667"/>
                </a:cubicBezTo>
                <a:cubicBezTo>
                  <a:pt x="49201" y="22571"/>
                  <a:pt x="49326" y="20040"/>
                  <a:pt x="49577" y="18074"/>
                </a:cubicBezTo>
                <a:cubicBezTo>
                  <a:pt x="49828" y="16107"/>
                  <a:pt x="50184" y="14559"/>
                  <a:pt x="50644" y="13430"/>
                </a:cubicBezTo>
                <a:cubicBezTo>
                  <a:pt x="51104" y="12300"/>
                  <a:pt x="51648" y="11568"/>
                  <a:pt x="52276" y="11233"/>
                </a:cubicBezTo>
                <a:cubicBezTo>
                  <a:pt x="52903" y="10899"/>
                  <a:pt x="53636" y="10815"/>
                  <a:pt x="54472" y="10982"/>
                </a:cubicBezTo>
                <a:lnTo>
                  <a:pt x="166178" y="331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o">
            <a:extLst xmlns:a="http://schemas.openxmlformats.org/drawingml/2006/main">
              <a:ext uri="{FF2B5EF4-FFF2-40B4-BE49-F238E27FC236}">
                <a16:creationId xmlns:a16="http://schemas.microsoft.com/office/drawing/2014/main" id="{1D5B048F-CDD0-4767-809E-EEE4F1D1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413" y="1840496"/>
            <a:ext cx="126516" cy="120994"/>
          </a:xfrm>
          <a:custGeom xmlns:a="http://schemas.openxmlformats.org/drawingml/2006/main">
            <a:pathLst>
              <a:path w="126516" h="120994">
                <a:moveTo>
                  <a:pt x="44898" y="0"/>
                </a:moveTo>
                <a:cubicBezTo>
                  <a:pt x="50933" y="0"/>
                  <a:pt x="57137" y="565"/>
                  <a:pt x="63509" y="1694"/>
                </a:cubicBezTo>
                <a:cubicBezTo>
                  <a:pt x="69882" y="2824"/>
                  <a:pt x="76107" y="4602"/>
                  <a:pt x="82187" y="7029"/>
                </a:cubicBezTo>
                <a:cubicBezTo>
                  <a:pt x="88264" y="9455"/>
                  <a:pt x="93964" y="12572"/>
                  <a:pt x="99288" y="16379"/>
                </a:cubicBezTo>
                <a:cubicBezTo>
                  <a:pt x="104612" y="20187"/>
                  <a:pt x="109307" y="24747"/>
                  <a:pt x="113373" y="30060"/>
                </a:cubicBezTo>
                <a:cubicBezTo>
                  <a:pt x="117439" y="35374"/>
                  <a:pt x="120646" y="41461"/>
                  <a:pt x="122994" y="48322"/>
                </a:cubicBezTo>
                <a:cubicBezTo>
                  <a:pt x="125342" y="55184"/>
                  <a:pt x="126516" y="62923"/>
                  <a:pt x="126516" y="71542"/>
                </a:cubicBezTo>
                <a:cubicBezTo>
                  <a:pt x="126516" y="79993"/>
                  <a:pt x="125531" y="87294"/>
                  <a:pt x="123559" y="93444"/>
                </a:cubicBezTo>
                <a:cubicBezTo>
                  <a:pt x="121590" y="99594"/>
                  <a:pt x="118698" y="104719"/>
                  <a:pt x="114883" y="108819"/>
                </a:cubicBezTo>
                <a:cubicBezTo>
                  <a:pt x="111068" y="112919"/>
                  <a:pt x="106373" y="115973"/>
                  <a:pt x="100798" y="117981"/>
                </a:cubicBezTo>
                <a:cubicBezTo>
                  <a:pt x="95223" y="119990"/>
                  <a:pt x="88830" y="120994"/>
                  <a:pt x="81618" y="120994"/>
                </a:cubicBezTo>
                <a:cubicBezTo>
                  <a:pt x="75583" y="120994"/>
                  <a:pt x="69379" y="120429"/>
                  <a:pt x="63007" y="119299"/>
                </a:cubicBezTo>
                <a:cubicBezTo>
                  <a:pt x="56635" y="118170"/>
                  <a:pt x="50431" y="116392"/>
                  <a:pt x="44396" y="113965"/>
                </a:cubicBezTo>
                <a:cubicBezTo>
                  <a:pt x="38358" y="111539"/>
                  <a:pt x="32636" y="108422"/>
                  <a:pt x="27228" y="104614"/>
                </a:cubicBezTo>
                <a:cubicBezTo>
                  <a:pt x="21821" y="100807"/>
                  <a:pt x="17105" y="96247"/>
                  <a:pt x="13081" y="90934"/>
                </a:cubicBezTo>
                <a:cubicBezTo>
                  <a:pt x="9056" y="85620"/>
                  <a:pt x="5870" y="79533"/>
                  <a:pt x="3522" y="72672"/>
                </a:cubicBezTo>
                <a:cubicBezTo>
                  <a:pt x="1174" y="65810"/>
                  <a:pt x="0" y="58070"/>
                  <a:pt x="0" y="49452"/>
                </a:cubicBezTo>
                <a:cubicBezTo>
                  <a:pt x="0" y="41001"/>
                  <a:pt x="986" y="33700"/>
                  <a:pt x="2957" y="27550"/>
                </a:cubicBezTo>
                <a:cubicBezTo>
                  <a:pt x="4926" y="21400"/>
                  <a:pt x="7818" y="16275"/>
                  <a:pt x="11633" y="12175"/>
                </a:cubicBezTo>
                <a:cubicBezTo>
                  <a:pt x="15448" y="8075"/>
                  <a:pt x="20143" y="5020"/>
                  <a:pt x="25718" y="3012"/>
                </a:cubicBezTo>
                <a:cubicBezTo>
                  <a:pt x="31293" y="1004"/>
                  <a:pt x="37686" y="0"/>
                  <a:pt x="44898" y="0"/>
                </a:cubicBezTo>
                <a:moveTo>
                  <a:pt x="46977" y="32633"/>
                </a:moveTo>
                <a:cubicBezTo>
                  <a:pt x="43457" y="32633"/>
                  <a:pt x="40336" y="32989"/>
                  <a:pt x="37614" y="33700"/>
                </a:cubicBezTo>
                <a:cubicBezTo>
                  <a:pt x="34890" y="34411"/>
                  <a:pt x="32585" y="35583"/>
                  <a:pt x="30700" y="37214"/>
                </a:cubicBezTo>
                <a:cubicBezTo>
                  <a:pt x="28812" y="38846"/>
                  <a:pt x="27366" y="40938"/>
                  <a:pt x="26361" y="43490"/>
                </a:cubicBezTo>
                <a:cubicBezTo>
                  <a:pt x="25355" y="46042"/>
                  <a:pt x="24851" y="49159"/>
                  <a:pt x="24851" y="52841"/>
                </a:cubicBezTo>
                <a:cubicBezTo>
                  <a:pt x="24851" y="57024"/>
                  <a:pt x="25669" y="60790"/>
                  <a:pt x="27303" y="64137"/>
                </a:cubicBezTo>
                <a:cubicBezTo>
                  <a:pt x="28937" y="67484"/>
                  <a:pt x="31137" y="70475"/>
                  <a:pt x="33904" y="73111"/>
                </a:cubicBezTo>
                <a:cubicBezTo>
                  <a:pt x="36670" y="75747"/>
                  <a:pt x="39876" y="78027"/>
                  <a:pt x="43521" y="79951"/>
                </a:cubicBezTo>
                <a:cubicBezTo>
                  <a:pt x="47166" y="81876"/>
                  <a:pt x="51001" y="83466"/>
                  <a:pt x="55025" y="84721"/>
                </a:cubicBezTo>
                <a:cubicBezTo>
                  <a:pt x="59047" y="85976"/>
                  <a:pt x="63133" y="86896"/>
                  <a:pt x="67282" y="87482"/>
                </a:cubicBezTo>
                <a:cubicBezTo>
                  <a:pt x="71430" y="88068"/>
                  <a:pt x="75390" y="88361"/>
                  <a:pt x="79163" y="88361"/>
                </a:cubicBezTo>
                <a:cubicBezTo>
                  <a:pt x="82682" y="88361"/>
                  <a:pt x="85826" y="88005"/>
                  <a:pt x="88592" y="87294"/>
                </a:cubicBezTo>
                <a:cubicBezTo>
                  <a:pt x="91356" y="86582"/>
                  <a:pt x="93682" y="85411"/>
                  <a:pt x="95570" y="83779"/>
                </a:cubicBezTo>
                <a:cubicBezTo>
                  <a:pt x="97455" y="82148"/>
                  <a:pt x="98901" y="80056"/>
                  <a:pt x="99908" y="77504"/>
                </a:cubicBezTo>
                <a:cubicBezTo>
                  <a:pt x="100912" y="74952"/>
                  <a:pt x="101414" y="71835"/>
                  <a:pt x="101414" y="68153"/>
                </a:cubicBezTo>
                <a:cubicBezTo>
                  <a:pt x="101414" y="63969"/>
                  <a:pt x="100597" y="60204"/>
                  <a:pt x="98962" y="56857"/>
                </a:cubicBezTo>
                <a:cubicBezTo>
                  <a:pt x="97328" y="53510"/>
                  <a:pt x="95107" y="50519"/>
                  <a:pt x="92299" y="47883"/>
                </a:cubicBezTo>
                <a:cubicBezTo>
                  <a:pt x="89490" y="45247"/>
                  <a:pt x="86263" y="42967"/>
                  <a:pt x="82618" y="41042"/>
                </a:cubicBezTo>
                <a:cubicBezTo>
                  <a:pt x="78973" y="39118"/>
                  <a:pt x="75119" y="37528"/>
                  <a:pt x="71056" y="36273"/>
                </a:cubicBezTo>
                <a:cubicBezTo>
                  <a:pt x="66990" y="35018"/>
                  <a:pt x="62904" y="34097"/>
                  <a:pt x="58799" y="33512"/>
                </a:cubicBezTo>
                <a:cubicBezTo>
                  <a:pt x="54691" y="32926"/>
                  <a:pt x="50750" y="32633"/>
                  <a:pt x="46977" y="326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n">
            <a:extLst xmlns:a="http://schemas.openxmlformats.org/drawingml/2006/main">
              <a:ext uri="{FF2B5EF4-FFF2-40B4-BE49-F238E27FC236}">
                <a16:creationId xmlns:a16="http://schemas.microsoft.com/office/drawing/2014/main" id="{FA41141B-2DBF-4400-9709-8C5A97C1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413" y="1705933"/>
            <a:ext cx="124257" cy="120534"/>
          </a:xfrm>
          <a:custGeom xmlns:a="http://schemas.openxmlformats.org/drawingml/2006/main">
            <a:pathLst>
              <a:path w="124257" h="120534">
                <a:moveTo>
                  <a:pt x="32166" y="0"/>
                </a:moveTo>
                <a:cubicBezTo>
                  <a:pt x="35098" y="0"/>
                  <a:pt x="38029" y="188"/>
                  <a:pt x="40960" y="565"/>
                </a:cubicBezTo>
                <a:cubicBezTo>
                  <a:pt x="43891" y="941"/>
                  <a:pt x="46906" y="1422"/>
                  <a:pt x="50005" y="2008"/>
                </a:cubicBezTo>
                <a:lnTo>
                  <a:pt x="119237" y="15940"/>
                </a:lnTo>
                <a:cubicBezTo>
                  <a:pt x="120073" y="16107"/>
                  <a:pt x="120805" y="16505"/>
                  <a:pt x="121433" y="17132"/>
                </a:cubicBezTo>
                <a:cubicBezTo>
                  <a:pt x="122061" y="17760"/>
                  <a:pt x="122584" y="18722"/>
                  <a:pt x="123002" y="20019"/>
                </a:cubicBezTo>
                <a:cubicBezTo>
                  <a:pt x="123420" y="21316"/>
                  <a:pt x="123734" y="22990"/>
                  <a:pt x="123943" y="25040"/>
                </a:cubicBezTo>
                <a:cubicBezTo>
                  <a:pt x="124152" y="27090"/>
                  <a:pt x="124257" y="29663"/>
                  <a:pt x="124257" y="32759"/>
                </a:cubicBezTo>
                <a:cubicBezTo>
                  <a:pt x="124257" y="35855"/>
                  <a:pt x="124152" y="38386"/>
                  <a:pt x="123943" y="40352"/>
                </a:cubicBezTo>
                <a:cubicBezTo>
                  <a:pt x="123734" y="42319"/>
                  <a:pt x="123420" y="43846"/>
                  <a:pt x="123002" y="44933"/>
                </a:cubicBezTo>
                <a:cubicBezTo>
                  <a:pt x="122584" y="46021"/>
                  <a:pt x="122061" y="46753"/>
                  <a:pt x="121433" y="47130"/>
                </a:cubicBezTo>
                <a:cubicBezTo>
                  <a:pt x="120805" y="47506"/>
                  <a:pt x="120073" y="47611"/>
                  <a:pt x="119237" y="47444"/>
                </a:cubicBezTo>
                <a:lnTo>
                  <a:pt x="52088" y="33888"/>
                </a:lnTo>
                <a:cubicBezTo>
                  <a:pt x="50069" y="33470"/>
                  <a:pt x="48008" y="33156"/>
                  <a:pt x="45906" y="32947"/>
                </a:cubicBezTo>
                <a:cubicBezTo>
                  <a:pt x="43804" y="32738"/>
                  <a:pt x="41954" y="32633"/>
                  <a:pt x="40356" y="32633"/>
                </a:cubicBezTo>
                <a:cubicBezTo>
                  <a:pt x="36570" y="32633"/>
                  <a:pt x="33458" y="33428"/>
                  <a:pt x="31021" y="35018"/>
                </a:cubicBezTo>
                <a:cubicBezTo>
                  <a:pt x="28581" y="36608"/>
                  <a:pt x="27362" y="39285"/>
                  <a:pt x="27362" y="43051"/>
                </a:cubicBezTo>
                <a:cubicBezTo>
                  <a:pt x="27362" y="46481"/>
                  <a:pt x="28453" y="50058"/>
                  <a:pt x="30637" y="53782"/>
                </a:cubicBezTo>
                <a:cubicBezTo>
                  <a:pt x="32818" y="57506"/>
                  <a:pt x="35776" y="61020"/>
                  <a:pt x="39513" y="64325"/>
                </a:cubicBezTo>
                <a:cubicBezTo>
                  <a:pt x="43247" y="67630"/>
                  <a:pt x="47611" y="70580"/>
                  <a:pt x="52605" y="73174"/>
                </a:cubicBezTo>
                <a:cubicBezTo>
                  <a:pt x="57597" y="75768"/>
                  <a:pt x="62905" y="77608"/>
                  <a:pt x="68530" y="78696"/>
                </a:cubicBezTo>
                <a:lnTo>
                  <a:pt x="119237" y="88863"/>
                </a:lnTo>
                <a:cubicBezTo>
                  <a:pt x="120073" y="89030"/>
                  <a:pt x="120805" y="89427"/>
                  <a:pt x="121433" y="90055"/>
                </a:cubicBezTo>
                <a:cubicBezTo>
                  <a:pt x="122061" y="90683"/>
                  <a:pt x="122584" y="91645"/>
                  <a:pt x="123002" y="92942"/>
                </a:cubicBezTo>
                <a:cubicBezTo>
                  <a:pt x="123420" y="94239"/>
                  <a:pt x="123734" y="95933"/>
                  <a:pt x="123943" y="98025"/>
                </a:cubicBezTo>
                <a:cubicBezTo>
                  <a:pt x="124152" y="100117"/>
                  <a:pt x="124257" y="102669"/>
                  <a:pt x="124257" y="105681"/>
                </a:cubicBezTo>
                <a:cubicBezTo>
                  <a:pt x="124257" y="108777"/>
                  <a:pt x="124152" y="111308"/>
                  <a:pt x="123943" y="113275"/>
                </a:cubicBezTo>
                <a:cubicBezTo>
                  <a:pt x="123734" y="115241"/>
                  <a:pt x="123420" y="116789"/>
                  <a:pt x="123002" y="117919"/>
                </a:cubicBezTo>
                <a:cubicBezTo>
                  <a:pt x="122584" y="119048"/>
                  <a:pt x="122061" y="119780"/>
                  <a:pt x="121433" y="120115"/>
                </a:cubicBezTo>
                <a:cubicBezTo>
                  <a:pt x="120805" y="120450"/>
                  <a:pt x="120073" y="120534"/>
                  <a:pt x="119237" y="120366"/>
                </a:cubicBezTo>
                <a:lnTo>
                  <a:pt x="7154" y="97900"/>
                </a:lnTo>
                <a:cubicBezTo>
                  <a:pt x="6317" y="97732"/>
                  <a:pt x="5585" y="97377"/>
                  <a:pt x="4958" y="96833"/>
                </a:cubicBezTo>
                <a:cubicBezTo>
                  <a:pt x="4330" y="96289"/>
                  <a:pt x="3828" y="95452"/>
                  <a:pt x="3452" y="94322"/>
                </a:cubicBezTo>
                <a:cubicBezTo>
                  <a:pt x="3075" y="93193"/>
                  <a:pt x="2782" y="91728"/>
                  <a:pt x="2573" y="89929"/>
                </a:cubicBezTo>
                <a:cubicBezTo>
                  <a:pt x="2364" y="88130"/>
                  <a:pt x="2259" y="85976"/>
                  <a:pt x="2259" y="83466"/>
                </a:cubicBezTo>
                <a:cubicBezTo>
                  <a:pt x="2259" y="80872"/>
                  <a:pt x="2364" y="78759"/>
                  <a:pt x="2573" y="77127"/>
                </a:cubicBezTo>
                <a:cubicBezTo>
                  <a:pt x="2782" y="75496"/>
                  <a:pt x="3075" y="74220"/>
                  <a:pt x="3452" y="73299"/>
                </a:cubicBezTo>
                <a:cubicBezTo>
                  <a:pt x="3828" y="72379"/>
                  <a:pt x="4330" y="71772"/>
                  <a:pt x="4958" y="71479"/>
                </a:cubicBezTo>
                <a:cubicBezTo>
                  <a:pt x="5585" y="71186"/>
                  <a:pt x="6317" y="71124"/>
                  <a:pt x="7154" y="71291"/>
                </a:cubicBezTo>
                <a:lnTo>
                  <a:pt x="25604" y="74931"/>
                </a:lnTo>
                <a:cubicBezTo>
                  <a:pt x="22660" y="73174"/>
                  <a:pt x="19654" y="70831"/>
                  <a:pt x="16587" y="67902"/>
                </a:cubicBezTo>
                <a:cubicBezTo>
                  <a:pt x="13517" y="64973"/>
                  <a:pt x="10764" y="61606"/>
                  <a:pt x="8327" y="57798"/>
                </a:cubicBezTo>
                <a:cubicBezTo>
                  <a:pt x="5887" y="53991"/>
                  <a:pt x="3890" y="49849"/>
                  <a:pt x="2334" y="45373"/>
                </a:cubicBezTo>
                <a:cubicBezTo>
                  <a:pt x="778" y="40896"/>
                  <a:pt x="0" y="36231"/>
                  <a:pt x="0" y="31378"/>
                </a:cubicBezTo>
                <a:cubicBezTo>
                  <a:pt x="0" y="25521"/>
                  <a:pt x="859" y="20605"/>
                  <a:pt x="2577" y="16630"/>
                </a:cubicBezTo>
                <a:cubicBezTo>
                  <a:pt x="4292" y="12656"/>
                  <a:pt x="6617" y="9434"/>
                  <a:pt x="9551" y="6966"/>
                </a:cubicBezTo>
                <a:cubicBezTo>
                  <a:pt x="12482" y="4498"/>
                  <a:pt x="15896" y="2719"/>
                  <a:pt x="19792" y="1632"/>
                </a:cubicBezTo>
                <a:cubicBezTo>
                  <a:pt x="23685" y="544"/>
                  <a:pt x="27810" y="0"/>
                  <a:pt x="3216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Economic">
            <a:extLst xmlns:a="http://schemas.openxmlformats.org/drawingml/2006/main">
              <a:ext uri="{FF2B5EF4-FFF2-40B4-BE49-F238E27FC236}">
                <a16:creationId xmlns:a16="http://schemas.microsoft.com/office/drawing/2014/main" id="{3667B4E0-3B5D-409D-996A-6240C9F3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900" y="744979"/>
            <a:ext cx="857925" cy="148678"/>
          </a:xfrm>
          <a:custGeom xmlns:a="http://schemas.openxmlformats.org/drawingml/2006/main">
            <a:pathLst>
              <a:path w="857925" h="148678">
                <a:moveTo>
                  <a:pt x="107044" y="10973"/>
                </a:moveTo>
                <a:cubicBezTo>
                  <a:pt x="107044" y="11404"/>
                  <a:pt x="106990" y="12157"/>
                  <a:pt x="106883" y="13233"/>
                </a:cubicBezTo>
                <a:cubicBezTo>
                  <a:pt x="106775" y="14308"/>
                  <a:pt x="106614" y="15510"/>
                  <a:pt x="106398" y="16837"/>
                </a:cubicBezTo>
                <a:cubicBezTo>
                  <a:pt x="106183" y="18163"/>
                  <a:pt x="105896" y="19544"/>
                  <a:pt x="105538" y="20978"/>
                </a:cubicBezTo>
                <a:cubicBezTo>
                  <a:pt x="105179" y="22413"/>
                  <a:pt x="104731" y="23722"/>
                  <a:pt x="104193" y="24905"/>
                </a:cubicBezTo>
                <a:cubicBezTo>
                  <a:pt x="103655" y="26089"/>
                  <a:pt x="103010" y="27075"/>
                  <a:pt x="102257" y="27864"/>
                </a:cubicBezTo>
                <a:cubicBezTo>
                  <a:pt x="101504" y="28653"/>
                  <a:pt x="100697" y="29047"/>
                  <a:pt x="99836" y="29047"/>
                </a:cubicBezTo>
                <a:lnTo>
                  <a:pt x="50133" y="29047"/>
                </a:lnTo>
                <a:lnTo>
                  <a:pt x="43248" y="62828"/>
                </a:lnTo>
                <a:lnTo>
                  <a:pt x="85420" y="62828"/>
                </a:lnTo>
                <a:cubicBezTo>
                  <a:pt x="86424" y="62828"/>
                  <a:pt x="87141" y="63189"/>
                  <a:pt x="87572" y="63910"/>
                </a:cubicBezTo>
                <a:cubicBezTo>
                  <a:pt x="88002" y="64630"/>
                  <a:pt x="88217" y="65638"/>
                  <a:pt x="88217" y="66936"/>
                </a:cubicBezTo>
                <a:cubicBezTo>
                  <a:pt x="88217" y="67440"/>
                  <a:pt x="88163" y="68216"/>
                  <a:pt x="88056" y="69263"/>
                </a:cubicBezTo>
                <a:cubicBezTo>
                  <a:pt x="87948" y="70307"/>
                  <a:pt x="87787" y="71496"/>
                  <a:pt x="87572" y="72830"/>
                </a:cubicBezTo>
                <a:cubicBezTo>
                  <a:pt x="87356" y="74163"/>
                  <a:pt x="87070" y="75515"/>
                  <a:pt x="86711" y="76884"/>
                </a:cubicBezTo>
                <a:cubicBezTo>
                  <a:pt x="86352" y="78253"/>
                  <a:pt x="85904" y="79515"/>
                  <a:pt x="85366" y="80670"/>
                </a:cubicBezTo>
                <a:cubicBezTo>
                  <a:pt x="84828" y="81822"/>
                  <a:pt x="84201" y="82758"/>
                  <a:pt x="83484" y="83480"/>
                </a:cubicBezTo>
                <a:cubicBezTo>
                  <a:pt x="82766" y="84200"/>
                  <a:pt x="81977" y="84559"/>
                  <a:pt x="81117" y="84559"/>
                </a:cubicBezTo>
                <a:lnTo>
                  <a:pt x="39052" y="84559"/>
                </a:lnTo>
                <a:lnTo>
                  <a:pt x="31091" y="123934"/>
                </a:lnTo>
                <a:lnTo>
                  <a:pt x="81439" y="123934"/>
                </a:lnTo>
                <a:cubicBezTo>
                  <a:pt x="82300" y="123934"/>
                  <a:pt x="82946" y="124311"/>
                  <a:pt x="83376" y="125064"/>
                </a:cubicBezTo>
                <a:cubicBezTo>
                  <a:pt x="83806" y="125817"/>
                  <a:pt x="84021" y="126911"/>
                  <a:pt x="84021" y="128345"/>
                </a:cubicBezTo>
                <a:cubicBezTo>
                  <a:pt x="84021" y="128847"/>
                  <a:pt x="83986" y="129636"/>
                  <a:pt x="83914" y="130712"/>
                </a:cubicBezTo>
                <a:cubicBezTo>
                  <a:pt x="83842" y="131788"/>
                  <a:pt x="83681" y="132989"/>
                  <a:pt x="83430" y="134316"/>
                </a:cubicBezTo>
                <a:cubicBezTo>
                  <a:pt x="83179" y="135643"/>
                  <a:pt x="82874" y="136988"/>
                  <a:pt x="82515" y="138350"/>
                </a:cubicBezTo>
                <a:cubicBezTo>
                  <a:pt x="82157" y="139713"/>
                  <a:pt x="81708" y="140986"/>
                  <a:pt x="81171" y="142169"/>
                </a:cubicBezTo>
                <a:cubicBezTo>
                  <a:pt x="80633" y="143353"/>
                  <a:pt x="80005" y="144303"/>
                  <a:pt x="79288" y="145020"/>
                </a:cubicBezTo>
                <a:cubicBezTo>
                  <a:pt x="78571" y="145738"/>
                  <a:pt x="77746" y="146096"/>
                  <a:pt x="76813" y="146096"/>
                </a:cubicBezTo>
                <a:lnTo>
                  <a:pt x="6885" y="146096"/>
                </a:lnTo>
                <a:cubicBezTo>
                  <a:pt x="5738" y="146096"/>
                  <a:pt x="4698" y="145935"/>
                  <a:pt x="3765" y="145612"/>
                </a:cubicBezTo>
                <a:cubicBezTo>
                  <a:pt x="2833" y="145287"/>
                  <a:pt x="2062" y="144748"/>
                  <a:pt x="1452" y="143995"/>
                </a:cubicBezTo>
                <a:cubicBezTo>
                  <a:pt x="843" y="143240"/>
                  <a:pt x="430" y="142305"/>
                  <a:pt x="215" y="141191"/>
                </a:cubicBezTo>
                <a:cubicBezTo>
                  <a:pt x="0" y="140077"/>
                  <a:pt x="36" y="138730"/>
                  <a:pt x="323" y="137150"/>
                </a:cubicBezTo>
                <a:lnTo>
                  <a:pt x="24636" y="15801"/>
                </a:lnTo>
                <a:cubicBezTo>
                  <a:pt x="25282" y="12650"/>
                  <a:pt x="26573" y="10376"/>
                  <a:pt x="28509" y="8980"/>
                </a:cubicBezTo>
                <a:cubicBezTo>
                  <a:pt x="30446" y="7583"/>
                  <a:pt x="32597" y="6885"/>
                  <a:pt x="34964" y="6885"/>
                </a:cubicBezTo>
                <a:lnTo>
                  <a:pt x="104247" y="6885"/>
                </a:lnTo>
                <a:cubicBezTo>
                  <a:pt x="106112" y="6885"/>
                  <a:pt x="107044" y="8248"/>
                  <a:pt x="107044" y="10973"/>
                </a:cubicBezTo>
                <a:close/>
                <a:moveTo>
                  <a:pt x="189539" y="52840"/>
                </a:moveTo>
                <a:cubicBezTo>
                  <a:pt x="189539" y="54498"/>
                  <a:pt x="189342" y="56373"/>
                  <a:pt x="188947" y="58464"/>
                </a:cubicBezTo>
                <a:cubicBezTo>
                  <a:pt x="188553" y="60553"/>
                  <a:pt x="188033" y="62534"/>
                  <a:pt x="187387" y="64408"/>
                </a:cubicBezTo>
                <a:cubicBezTo>
                  <a:pt x="186742" y="66282"/>
                  <a:pt x="185935" y="67849"/>
                  <a:pt x="184967" y="69111"/>
                </a:cubicBezTo>
                <a:cubicBezTo>
                  <a:pt x="183998" y="70373"/>
                  <a:pt x="182941" y="71004"/>
                  <a:pt x="181793" y="71004"/>
                </a:cubicBezTo>
                <a:cubicBezTo>
                  <a:pt x="180717" y="71004"/>
                  <a:pt x="179677" y="70568"/>
                  <a:pt x="178673" y="69696"/>
                </a:cubicBezTo>
                <a:cubicBezTo>
                  <a:pt x="177669" y="68824"/>
                  <a:pt x="176432" y="67844"/>
                  <a:pt x="174962" y="66755"/>
                </a:cubicBezTo>
                <a:cubicBezTo>
                  <a:pt x="173491" y="65665"/>
                  <a:pt x="171644" y="64667"/>
                  <a:pt x="169421" y="63759"/>
                </a:cubicBezTo>
                <a:cubicBezTo>
                  <a:pt x="167198" y="62851"/>
                  <a:pt x="164329" y="62397"/>
                  <a:pt x="160815" y="62397"/>
                </a:cubicBezTo>
                <a:cubicBezTo>
                  <a:pt x="157085" y="62397"/>
                  <a:pt x="153750" y="63221"/>
                  <a:pt x="150809" y="64869"/>
                </a:cubicBezTo>
                <a:cubicBezTo>
                  <a:pt x="147869" y="66516"/>
                  <a:pt x="145305" y="68646"/>
                  <a:pt x="143117" y="71260"/>
                </a:cubicBezTo>
                <a:cubicBezTo>
                  <a:pt x="140930" y="73873"/>
                  <a:pt x="139119" y="76845"/>
                  <a:pt x="137684" y="80175"/>
                </a:cubicBezTo>
                <a:cubicBezTo>
                  <a:pt x="136250" y="83504"/>
                  <a:pt x="135067" y="86868"/>
                  <a:pt x="134134" y="90268"/>
                </a:cubicBezTo>
                <a:cubicBezTo>
                  <a:pt x="133202" y="93668"/>
                  <a:pt x="132538" y="96926"/>
                  <a:pt x="132144" y="100041"/>
                </a:cubicBezTo>
                <a:cubicBezTo>
                  <a:pt x="131750" y="103156"/>
                  <a:pt x="131552" y="105859"/>
                  <a:pt x="131552" y="108150"/>
                </a:cubicBezTo>
                <a:cubicBezTo>
                  <a:pt x="131552" y="113951"/>
                  <a:pt x="132825" y="118355"/>
                  <a:pt x="135371" y="121362"/>
                </a:cubicBezTo>
                <a:cubicBezTo>
                  <a:pt x="137918" y="124368"/>
                  <a:pt x="141916" y="125871"/>
                  <a:pt x="147367" y="125871"/>
                </a:cubicBezTo>
                <a:cubicBezTo>
                  <a:pt x="151383" y="125871"/>
                  <a:pt x="154826" y="125351"/>
                  <a:pt x="157695" y="124311"/>
                </a:cubicBezTo>
                <a:cubicBezTo>
                  <a:pt x="160564" y="123271"/>
                  <a:pt x="163020" y="122123"/>
                  <a:pt x="165064" y="120868"/>
                </a:cubicBezTo>
                <a:cubicBezTo>
                  <a:pt x="167108" y="119613"/>
                  <a:pt x="168865" y="118484"/>
                  <a:pt x="170336" y="117479"/>
                </a:cubicBezTo>
                <a:cubicBezTo>
                  <a:pt x="171806" y="116475"/>
                  <a:pt x="173151" y="115973"/>
                  <a:pt x="174370" y="115973"/>
                </a:cubicBezTo>
                <a:cubicBezTo>
                  <a:pt x="175087" y="115973"/>
                  <a:pt x="175607" y="116296"/>
                  <a:pt x="175930" y="116942"/>
                </a:cubicBezTo>
                <a:cubicBezTo>
                  <a:pt x="176253" y="117587"/>
                  <a:pt x="176414" y="118519"/>
                  <a:pt x="176414" y="119739"/>
                </a:cubicBezTo>
                <a:cubicBezTo>
                  <a:pt x="176414" y="120958"/>
                  <a:pt x="176271" y="122482"/>
                  <a:pt x="175984" y="124311"/>
                </a:cubicBezTo>
                <a:cubicBezTo>
                  <a:pt x="175697" y="126140"/>
                  <a:pt x="175320" y="127987"/>
                  <a:pt x="174854" y="129851"/>
                </a:cubicBezTo>
                <a:cubicBezTo>
                  <a:pt x="174388" y="131716"/>
                  <a:pt x="173850" y="133455"/>
                  <a:pt x="173240" y="135069"/>
                </a:cubicBezTo>
                <a:cubicBezTo>
                  <a:pt x="172631" y="136683"/>
                  <a:pt x="171842" y="137960"/>
                  <a:pt x="170873" y="138902"/>
                </a:cubicBezTo>
                <a:cubicBezTo>
                  <a:pt x="169905" y="139843"/>
                  <a:pt x="168381" y="140912"/>
                  <a:pt x="166301" y="142109"/>
                </a:cubicBezTo>
                <a:cubicBezTo>
                  <a:pt x="164221" y="143304"/>
                  <a:pt x="161819" y="144372"/>
                  <a:pt x="159093" y="145313"/>
                </a:cubicBezTo>
                <a:cubicBezTo>
                  <a:pt x="156368" y="146254"/>
                  <a:pt x="153409" y="147014"/>
                  <a:pt x="150218" y="147592"/>
                </a:cubicBezTo>
                <a:cubicBezTo>
                  <a:pt x="147026" y="148173"/>
                  <a:pt x="143709" y="148463"/>
                  <a:pt x="140266" y="148463"/>
                </a:cubicBezTo>
                <a:cubicBezTo>
                  <a:pt x="128002" y="148463"/>
                  <a:pt x="118822" y="145361"/>
                  <a:pt x="112725" y="139157"/>
                </a:cubicBezTo>
                <a:cubicBezTo>
                  <a:pt x="106629" y="132953"/>
                  <a:pt x="103581" y="123791"/>
                  <a:pt x="103581" y="111670"/>
                </a:cubicBezTo>
                <a:cubicBezTo>
                  <a:pt x="103581" y="107295"/>
                  <a:pt x="103993" y="102490"/>
                  <a:pt x="104818" y="97254"/>
                </a:cubicBezTo>
                <a:cubicBezTo>
                  <a:pt x="105643" y="92018"/>
                  <a:pt x="106988" y="86765"/>
                  <a:pt x="108853" y="81493"/>
                </a:cubicBezTo>
                <a:cubicBezTo>
                  <a:pt x="110717" y="76222"/>
                  <a:pt x="113138" y="71112"/>
                  <a:pt x="116114" y="66163"/>
                </a:cubicBezTo>
                <a:cubicBezTo>
                  <a:pt x="119091" y="61214"/>
                  <a:pt x="122731" y="56839"/>
                  <a:pt x="127034" y="53038"/>
                </a:cubicBezTo>
                <a:cubicBezTo>
                  <a:pt x="131337" y="49237"/>
                  <a:pt x="136322" y="46188"/>
                  <a:pt x="141988" y="43893"/>
                </a:cubicBezTo>
                <a:cubicBezTo>
                  <a:pt x="147654" y="41598"/>
                  <a:pt x="154180" y="40451"/>
                  <a:pt x="161568" y="40451"/>
                </a:cubicBezTo>
                <a:cubicBezTo>
                  <a:pt x="164437" y="40451"/>
                  <a:pt x="167234" y="40666"/>
                  <a:pt x="169959" y="41096"/>
                </a:cubicBezTo>
                <a:cubicBezTo>
                  <a:pt x="172684" y="41527"/>
                  <a:pt x="175195" y="42118"/>
                  <a:pt x="177490" y="42871"/>
                </a:cubicBezTo>
                <a:cubicBezTo>
                  <a:pt x="179785" y="43624"/>
                  <a:pt x="181811" y="44503"/>
                  <a:pt x="183568" y="45507"/>
                </a:cubicBezTo>
                <a:cubicBezTo>
                  <a:pt x="185325" y="46511"/>
                  <a:pt x="186634" y="47426"/>
                  <a:pt x="187495" y="48250"/>
                </a:cubicBezTo>
                <a:cubicBezTo>
                  <a:pt x="188356" y="49075"/>
                  <a:pt x="188911" y="49813"/>
                  <a:pt x="189162" y="50463"/>
                </a:cubicBezTo>
                <a:cubicBezTo>
                  <a:pt x="189413" y="51110"/>
                  <a:pt x="189539" y="51903"/>
                  <a:pt x="189539" y="52840"/>
                </a:cubicBezTo>
                <a:close/>
                <a:moveTo>
                  <a:pt x="295551" y="78720"/>
                </a:moveTo>
                <a:cubicBezTo>
                  <a:pt x="295551" y="83893"/>
                  <a:pt x="295067" y="89210"/>
                  <a:pt x="294098" y="94672"/>
                </a:cubicBezTo>
                <a:cubicBezTo>
                  <a:pt x="293130" y="100134"/>
                  <a:pt x="291606" y="105471"/>
                  <a:pt x="289526" y="110682"/>
                </a:cubicBezTo>
                <a:cubicBezTo>
                  <a:pt x="287446" y="115890"/>
                  <a:pt x="284775" y="120776"/>
                  <a:pt x="281511" y="125340"/>
                </a:cubicBezTo>
                <a:cubicBezTo>
                  <a:pt x="278248" y="129903"/>
                  <a:pt x="274339" y="133927"/>
                  <a:pt x="269785" y="137412"/>
                </a:cubicBezTo>
                <a:cubicBezTo>
                  <a:pt x="265231" y="140898"/>
                  <a:pt x="260013" y="143646"/>
                  <a:pt x="254132" y="145659"/>
                </a:cubicBezTo>
                <a:cubicBezTo>
                  <a:pt x="248251" y="147672"/>
                  <a:pt x="241616" y="148678"/>
                  <a:pt x="234229" y="148678"/>
                </a:cubicBezTo>
                <a:cubicBezTo>
                  <a:pt x="226985" y="148678"/>
                  <a:pt x="220727" y="147833"/>
                  <a:pt x="215456" y="146143"/>
                </a:cubicBezTo>
                <a:cubicBezTo>
                  <a:pt x="210184" y="144456"/>
                  <a:pt x="205792" y="141977"/>
                  <a:pt x="202277" y="138707"/>
                </a:cubicBezTo>
                <a:cubicBezTo>
                  <a:pt x="198763" y="135437"/>
                  <a:pt x="196145" y="131412"/>
                  <a:pt x="194424" y="126634"/>
                </a:cubicBezTo>
                <a:cubicBezTo>
                  <a:pt x="192702" y="121856"/>
                  <a:pt x="191842" y="116376"/>
                  <a:pt x="191842" y="110194"/>
                </a:cubicBezTo>
                <a:cubicBezTo>
                  <a:pt x="191842" y="105021"/>
                  <a:pt x="192326" y="99704"/>
                  <a:pt x="193294" y="94242"/>
                </a:cubicBezTo>
                <a:cubicBezTo>
                  <a:pt x="194262" y="88780"/>
                  <a:pt x="195786" y="83462"/>
                  <a:pt x="197866" y="78289"/>
                </a:cubicBezTo>
                <a:cubicBezTo>
                  <a:pt x="199946" y="73114"/>
                  <a:pt x="202618" y="68209"/>
                  <a:pt x="205881" y="63574"/>
                </a:cubicBezTo>
                <a:cubicBezTo>
                  <a:pt x="209145" y="58939"/>
                  <a:pt x="213053" y="54897"/>
                  <a:pt x="217608" y="51448"/>
                </a:cubicBezTo>
                <a:cubicBezTo>
                  <a:pt x="222162" y="47998"/>
                  <a:pt x="227380" y="45267"/>
                  <a:pt x="233261" y="43255"/>
                </a:cubicBezTo>
                <a:cubicBezTo>
                  <a:pt x="239142" y="41242"/>
                  <a:pt x="245776" y="40236"/>
                  <a:pt x="253163" y="40236"/>
                </a:cubicBezTo>
                <a:cubicBezTo>
                  <a:pt x="260407" y="40236"/>
                  <a:pt x="266665" y="41081"/>
                  <a:pt x="271936" y="42771"/>
                </a:cubicBezTo>
                <a:cubicBezTo>
                  <a:pt x="277208" y="44458"/>
                  <a:pt x="281601" y="46937"/>
                  <a:pt x="285115" y="50207"/>
                </a:cubicBezTo>
                <a:cubicBezTo>
                  <a:pt x="288630" y="53477"/>
                  <a:pt x="291247" y="57501"/>
                  <a:pt x="292969" y="62280"/>
                </a:cubicBezTo>
                <a:cubicBezTo>
                  <a:pt x="294690" y="67058"/>
                  <a:pt x="295551" y="72538"/>
                  <a:pt x="295551" y="78720"/>
                </a:cubicBezTo>
                <a:moveTo>
                  <a:pt x="267579" y="80502"/>
                </a:moveTo>
                <a:cubicBezTo>
                  <a:pt x="267579" y="77485"/>
                  <a:pt x="267275" y="74810"/>
                  <a:pt x="266665" y="72477"/>
                </a:cubicBezTo>
                <a:cubicBezTo>
                  <a:pt x="266055" y="70141"/>
                  <a:pt x="265051" y="68165"/>
                  <a:pt x="263653" y="66549"/>
                </a:cubicBezTo>
                <a:cubicBezTo>
                  <a:pt x="262254" y="64931"/>
                  <a:pt x="260461" y="63692"/>
                  <a:pt x="258274" y="62831"/>
                </a:cubicBezTo>
                <a:cubicBezTo>
                  <a:pt x="256086" y="61968"/>
                  <a:pt x="253414" y="61537"/>
                  <a:pt x="250259" y="61537"/>
                </a:cubicBezTo>
                <a:cubicBezTo>
                  <a:pt x="246673" y="61537"/>
                  <a:pt x="243445" y="62237"/>
                  <a:pt x="240576" y="63638"/>
                </a:cubicBezTo>
                <a:cubicBezTo>
                  <a:pt x="237708" y="65039"/>
                  <a:pt x="235143" y="66925"/>
                  <a:pt x="232884" y="69296"/>
                </a:cubicBezTo>
                <a:cubicBezTo>
                  <a:pt x="230625" y="71667"/>
                  <a:pt x="228671" y="74415"/>
                  <a:pt x="227021" y="77540"/>
                </a:cubicBezTo>
                <a:cubicBezTo>
                  <a:pt x="225371" y="80664"/>
                  <a:pt x="224009" y="83951"/>
                  <a:pt x="222933" y="87400"/>
                </a:cubicBezTo>
                <a:cubicBezTo>
                  <a:pt x="221857" y="90847"/>
                  <a:pt x="221068" y="94349"/>
                  <a:pt x="220566" y="97906"/>
                </a:cubicBezTo>
                <a:cubicBezTo>
                  <a:pt x="220064" y="101461"/>
                  <a:pt x="219813" y="104855"/>
                  <a:pt x="219813" y="108090"/>
                </a:cubicBezTo>
                <a:cubicBezTo>
                  <a:pt x="219813" y="111106"/>
                  <a:pt x="220118" y="113800"/>
                  <a:pt x="220727" y="116172"/>
                </a:cubicBezTo>
                <a:cubicBezTo>
                  <a:pt x="221337" y="118541"/>
                  <a:pt x="222341" y="120534"/>
                  <a:pt x="223740" y="122152"/>
                </a:cubicBezTo>
                <a:cubicBezTo>
                  <a:pt x="225138" y="123768"/>
                  <a:pt x="226931" y="125008"/>
                  <a:pt x="229119" y="125871"/>
                </a:cubicBezTo>
                <a:cubicBezTo>
                  <a:pt x="231306" y="126731"/>
                  <a:pt x="233978" y="127162"/>
                  <a:pt x="237134" y="127162"/>
                </a:cubicBezTo>
                <a:cubicBezTo>
                  <a:pt x="240720" y="127162"/>
                  <a:pt x="243947" y="126461"/>
                  <a:pt x="246816" y="125061"/>
                </a:cubicBezTo>
                <a:cubicBezTo>
                  <a:pt x="249685" y="123660"/>
                  <a:pt x="252249" y="121756"/>
                  <a:pt x="254508" y="119349"/>
                </a:cubicBezTo>
                <a:cubicBezTo>
                  <a:pt x="256767" y="116942"/>
                  <a:pt x="258722" y="114176"/>
                  <a:pt x="260371" y="111051"/>
                </a:cubicBezTo>
                <a:cubicBezTo>
                  <a:pt x="262021" y="107927"/>
                  <a:pt x="263384" y="104623"/>
                  <a:pt x="264460" y="101140"/>
                </a:cubicBezTo>
                <a:cubicBezTo>
                  <a:pt x="265535" y="97655"/>
                  <a:pt x="266324" y="94153"/>
                  <a:pt x="266826" y="90634"/>
                </a:cubicBezTo>
                <a:cubicBezTo>
                  <a:pt x="267328" y="87113"/>
                  <a:pt x="267579" y="83736"/>
                  <a:pt x="267579" y="80502"/>
                </a:cubicBezTo>
                <a:close/>
                <a:moveTo>
                  <a:pt x="409216" y="67807"/>
                </a:moveTo>
                <a:cubicBezTo>
                  <a:pt x="409216" y="70319"/>
                  <a:pt x="409055" y="72832"/>
                  <a:pt x="408732" y="75344"/>
                </a:cubicBezTo>
                <a:cubicBezTo>
                  <a:pt x="408410" y="77857"/>
                  <a:pt x="407997" y="80441"/>
                  <a:pt x="407495" y="83097"/>
                </a:cubicBezTo>
                <a:lnTo>
                  <a:pt x="395554" y="142438"/>
                </a:lnTo>
                <a:cubicBezTo>
                  <a:pt x="395410" y="143156"/>
                  <a:pt x="395069" y="143783"/>
                  <a:pt x="394531" y="144321"/>
                </a:cubicBezTo>
                <a:cubicBezTo>
                  <a:pt x="393994" y="144859"/>
                  <a:pt x="393169" y="145307"/>
                  <a:pt x="392057" y="145666"/>
                </a:cubicBezTo>
                <a:cubicBezTo>
                  <a:pt x="390945" y="146024"/>
                  <a:pt x="389511" y="146293"/>
                  <a:pt x="387754" y="146473"/>
                </a:cubicBezTo>
                <a:cubicBezTo>
                  <a:pt x="385997" y="146652"/>
                  <a:pt x="383791" y="146742"/>
                  <a:pt x="381138" y="146742"/>
                </a:cubicBezTo>
                <a:cubicBezTo>
                  <a:pt x="378484" y="146742"/>
                  <a:pt x="376314" y="146652"/>
                  <a:pt x="374629" y="146473"/>
                </a:cubicBezTo>
                <a:cubicBezTo>
                  <a:pt x="372943" y="146293"/>
                  <a:pt x="371634" y="146024"/>
                  <a:pt x="370702" y="145666"/>
                </a:cubicBezTo>
                <a:cubicBezTo>
                  <a:pt x="369770" y="145307"/>
                  <a:pt x="369142" y="144859"/>
                  <a:pt x="368819" y="144321"/>
                </a:cubicBezTo>
                <a:cubicBezTo>
                  <a:pt x="368497" y="143783"/>
                  <a:pt x="368407" y="143156"/>
                  <a:pt x="368550" y="142438"/>
                </a:cubicBezTo>
                <a:lnTo>
                  <a:pt x="380169" y="84882"/>
                </a:lnTo>
                <a:cubicBezTo>
                  <a:pt x="380528" y="83152"/>
                  <a:pt x="380797" y="81386"/>
                  <a:pt x="380976" y="79584"/>
                </a:cubicBezTo>
                <a:cubicBezTo>
                  <a:pt x="381155" y="77782"/>
                  <a:pt x="381245" y="76196"/>
                  <a:pt x="381245" y="74827"/>
                </a:cubicBezTo>
                <a:cubicBezTo>
                  <a:pt x="381245" y="71581"/>
                  <a:pt x="380564" y="68914"/>
                  <a:pt x="379201" y="66825"/>
                </a:cubicBezTo>
                <a:cubicBezTo>
                  <a:pt x="377838" y="64734"/>
                  <a:pt x="375543" y="63688"/>
                  <a:pt x="372316" y="63688"/>
                </a:cubicBezTo>
                <a:cubicBezTo>
                  <a:pt x="369375" y="63688"/>
                  <a:pt x="366309" y="64624"/>
                  <a:pt x="363118" y="66496"/>
                </a:cubicBezTo>
                <a:cubicBezTo>
                  <a:pt x="359926" y="68365"/>
                  <a:pt x="356914" y="70901"/>
                  <a:pt x="354081" y="74104"/>
                </a:cubicBezTo>
                <a:cubicBezTo>
                  <a:pt x="351248" y="77304"/>
                  <a:pt x="348720" y="81045"/>
                  <a:pt x="346496" y="85326"/>
                </a:cubicBezTo>
                <a:cubicBezTo>
                  <a:pt x="344273" y="89604"/>
                  <a:pt x="342695" y="94154"/>
                  <a:pt x="341763" y="98975"/>
                </a:cubicBezTo>
                <a:lnTo>
                  <a:pt x="333048" y="142438"/>
                </a:lnTo>
                <a:cubicBezTo>
                  <a:pt x="332905" y="143156"/>
                  <a:pt x="332564" y="143783"/>
                  <a:pt x="332026" y="144321"/>
                </a:cubicBezTo>
                <a:cubicBezTo>
                  <a:pt x="331488" y="144859"/>
                  <a:pt x="330664" y="145307"/>
                  <a:pt x="329552" y="145666"/>
                </a:cubicBezTo>
                <a:cubicBezTo>
                  <a:pt x="328440" y="146024"/>
                  <a:pt x="326988" y="146293"/>
                  <a:pt x="325195" y="146473"/>
                </a:cubicBezTo>
                <a:cubicBezTo>
                  <a:pt x="323402" y="146652"/>
                  <a:pt x="321214" y="146742"/>
                  <a:pt x="318632" y="146742"/>
                </a:cubicBezTo>
                <a:cubicBezTo>
                  <a:pt x="315979" y="146742"/>
                  <a:pt x="313809" y="146652"/>
                  <a:pt x="312124" y="146473"/>
                </a:cubicBezTo>
                <a:cubicBezTo>
                  <a:pt x="310438" y="146293"/>
                  <a:pt x="309111" y="146024"/>
                  <a:pt x="308143" y="145666"/>
                </a:cubicBezTo>
                <a:cubicBezTo>
                  <a:pt x="307175" y="145307"/>
                  <a:pt x="306547" y="144859"/>
                  <a:pt x="306261" y="144321"/>
                </a:cubicBezTo>
                <a:cubicBezTo>
                  <a:pt x="305974" y="143783"/>
                  <a:pt x="305902" y="143156"/>
                  <a:pt x="306045" y="142438"/>
                </a:cubicBezTo>
                <a:lnTo>
                  <a:pt x="325303" y="46368"/>
                </a:lnTo>
                <a:cubicBezTo>
                  <a:pt x="325446" y="45651"/>
                  <a:pt x="325751" y="45023"/>
                  <a:pt x="326217" y="44485"/>
                </a:cubicBezTo>
                <a:cubicBezTo>
                  <a:pt x="326683" y="43947"/>
                  <a:pt x="327400" y="43517"/>
                  <a:pt x="328369" y="43194"/>
                </a:cubicBezTo>
                <a:cubicBezTo>
                  <a:pt x="329337" y="42871"/>
                  <a:pt x="330592" y="42620"/>
                  <a:pt x="332134" y="42441"/>
                </a:cubicBezTo>
                <a:cubicBezTo>
                  <a:pt x="333676" y="42262"/>
                  <a:pt x="335523" y="42172"/>
                  <a:pt x="337674" y="42172"/>
                </a:cubicBezTo>
                <a:cubicBezTo>
                  <a:pt x="339898" y="42172"/>
                  <a:pt x="341709" y="42262"/>
                  <a:pt x="343107" y="42441"/>
                </a:cubicBezTo>
                <a:cubicBezTo>
                  <a:pt x="344506" y="42620"/>
                  <a:pt x="345600" y="42871"/>
                  <a:pt x="346389" y="43194"/>
                </a:cubicBezTo>
                <a:cubicBezTo>
                  <a:pt x="347178" y="43517"/>
                  <a:pt x="347698" y="43947"/>
                  <a:pt x="347949" y="44485"/>
                </a:cubicBezTo>
                <a:cubicBezTo>
                  <a:pt x="348200" y="45023"/>
                  <a:pt x="348253" y="45651"/>
                  <a:pt x="348110" y="46368"/>
                </a:cubicBezTo>
                <a:lnTo>
                  <a:pt x="344990" y="62182"/>
                </a:lnTo>
                <a:cubicBezTo>
                  <a:pt x="346496" y="59659"/>
                  <a:pt x="348504" y="57082"/>
                  <a:pt x="351015" y="54453"/>
                </a:cubicBezTo>
                <a:cubicBezTo>
                  <a:pt x="353525" y="51822"/>
                  <a:pt x="356412" y="49462"/>
                  <a:pt x="359675" y="47373"/>
                </a:cubicBezTo>
                <a:cubicBezTo>
                  <a:pt x="362938" y="45282"/>
                  <a:pt x="366488" y="43570"/>
                  <a:pt x="370326" y="42236"/>
                </a:cubicBezTo>
                <a:cubicBezTo>
                  <a:pt x="374163" y="40902"/>
                  <a:pt x="378161" y="40236"/>
                  <a:pt x="382321" y="40236"/>
                </a:cubicBezTo>
                <a:cubicBezTo>
                  <a:pt x="387341" y="40236"/>
                  <a:pt x="391555" y="40972"/>
                  <a:pt x="394962" y="42444"/>
                </a:cubicBezTo>
                <a:cubicBezTo>
                  <a:pt x="398369" y="43915"/>
                  <a:pt x="401130" y="45907"/>
                  <a:pt x="403246" y="48422"/>
                </a:cubicBezTo>
                <a:cubicBezTo>
                  <a:pt x="405361" y="50934"/>
                  <a:pt x="406885" y="53860"/>
                  <a:pt x="407818" y="57200"/>
                </a:cubicBezTo>
                <a:cubicBezTo>
                  <a:pt x="408750" y="60537"/>
                  <a:pt x="409216" y="64073"/>
                  <a:pt x="409216" y="67807"/>
                </a:cubicBezTo>
                <a:close/>
                <a:moveTo>
                  <a:pt x="528260" y="78720"/>
                </a:moveTo>
                <a:cubicBezTo>
                  <a:pt x="528260" y="83893"/>
                  <a:pt x="527776" y="89210"/>
                  <a:pt x="526808" y="94672"/>
                </a:cubicBezTo>
                <a:cubicBezTo>
                  <a:pt x="525840" y="100134"/>
                  <a:pt x="524316" y="105471"/>
                  <a:pt x="522236" y="110682"/>
                </a:cubicBezTo>
                <a:cubicBezTo>
                  <a:pt x="520156" y="115890"/>
                  <a:pt x="517484" y="120776"/>
                  <a:pt x="514221" y="125340"/>
                </a:cubicBezTo>
                <a:cubicBezTo>
                  <a:pt x="510958" y="129903"/>
                  <a:pt x="507049" y="133927"/>
                  <a:pt x="502495" y="137412"/>
                </a:cubicBezTo>
                <a:cubicBezTo>
                  <a:pt x="497940" y="140898"/>
                  <a:pt x="492723" y="143646"/>
                  <a:pt x="486841" y="145659"/>
                </a:cubicBezTo>
                <a:cubicBezTo>
                  <a:pt x="480960" y="147672"/>
                  <a:pt x="474326" y="148678"/>
                  <a:pt x="466939" y="148678"/>
                </a:cubicBezTo>
                <a:cubicBezTo>
                  <a:pt x="459695" y="148678"/>
                  <a:pt x="453437" y="147833"/>
                  <a:pt x="448166" y="146143"/>
                </a:cubicBezTo>
                <a:cubicBezTo>
                  <a:pt x="442894" y="144456"/>
                  <a:pt x="438501" y="141977"/>
                  <a:pt x="434987" y="138707"/>
                </a:cubicBezTo>
                <a:cubicBezTo>
                  <a:pt x="431473" y="135437"/>
                  <a:pt x="428855" y="131412"/>
                  <a:pt x="427134" y="126634"/>
                </a:cubicBezTo>
                <a:cubicBezTo>
                  <a:pt x="425412" y="121856"/>
                  <a:pt x="424552" y="116376"/>
                  <a:pt x="424552" y="110194"/>
                </a:cubicBezTo>
                <a:cubicBezTo>
                  <a:pt x="424552" y="105021"/>
                  <a:pt x="425036" y="99704"/>
                  <a:pt x="426004" y="94242"/>
                </a:cubicBezTo>
                <a:cubicBezTo>
                  <a:pt x="426972" y="88780"/>
                  <a:pt x="428496" y="83462"/>
                  <a:pt x="430576" y="78289"/>
                </a:cubicBezTo>
                <a:cubicBezTo>
                  <a:pt x="432656" y="73114"/>
                  <a:pt x="435328" y="68209"/>
                  <a:pt x="438591" y="63574"/>
                </a:cubicBezTo>
                <a:cubicBezTo>
                  <a:pt x="441854" y="58939"/>
                  <a:pt x="445763" y="54897"/>
                  <a:pt x="450317" y="51448"/>
                </a:cubicBezTo>
                <a:cubicBezTo>
                  <a:pt x="454872" y="47998"/>
                  <a:pt x="460089" y="45267"/>
                  <a:pt x="465971" y="43255"/>
                </a:cubicBezTo>
                <a:cubicBezTo>
                  <a:pt x="471852" y="41242"/>
                  <a:pt x="478486" y="40236"/>
                  <a:pt x="485873" y="40236"/>
                </a:cubicBezTo>
                <a:cubicBezTo>
                  <a:pt x="493117" y="40236"/>
                  <a:pt x="499375" y="41081"/>
                  <a:pt x="504646" y="42771"/>
                </a:cubicBezTo>
                <a:cubicBezTo>
                  <a:pt x="509918" y="44458"/>
                  <a:pt x="514311" y="46937"/>
                  <a:pt x="517825" y="50207"/>
                </a:cubicBezTo>
                <a:cubicBezTo>
                  <a:pt x="521339" y="53477"/>
                  <a:pt x="523957" y="57501"/>
                  <a:pt x="525679" y="62280"/>
                </a:cubicBezTo>
                <a:cubicBezTo>
                  <a:pt x="527400" y="67058"/>
                  <a:pt x="528260" y="72538"/>
                  <a:pt x="528260" y="78720"/>
                </a:cubicBezTo>
                <a:moveTo>
                  <a:pt x="500289" y="80502"/>
                </a:moveTo>
                <a:cubicBezTo>
                  <a:pt x="500289" y="77485"/>
                  <a:pt x="499984" y="74810"/>
                  <a:pt x="499375" y="72477"/>
                </a:cubicBezTo>
                <a:cubicBezTo>
                  <a:pt x="498765" y="70141"/>
                  <a:pt x="497761" y="68165"/>
                  <a:pt x="496362" y="66549"/>
                </a:cubicBezTo>
                <a:cubicBezTo>
                  <a:pt x="494964" y="64931"/>
                  <a:pt x="493171" y="63692"/>
                  <a:pt x="490983" y="62831"/>
                </a:cubicBezTo>
                <a:cubicBezTo>
                  <a:pt x="488796" y="61968"/>
                  <a:pt x="486124" y="61537"/>
                  <a:pt x="482969" y="61537"/>
                </a:cubicBezTo>
                <a:cubicBezTo>
                  <a:pt x="479382" y="61537"/>
                  <a:pt x="476155" y="62237"/>
                  <a:pt x="473286" y="63638"/>
                </a:cubicBezTo>
                <a:cubicBezTo>
                  <a:pt x="470417" y="65039"/>
                  <a:pt x="467853" y="66925"/>
                  <a:pt x="465594" y="69296"/>
                </a:cubicBezTo>
                <a:cubicBezTo>
                  <a:pt x="463335" y="71667"/>
                  <a:pt x="461380" y="74415"/>
                  <a:pt x="459731" y="77540"/>
                </a:cubicBezTo>
                <a:cubicBezTo>
                  <a:pt x="458081" y="80664"/>
                  <a:pt x="456719" y="83951"/>
                  <a:pt x="455643" y="87400"/>
                </a:cubicBezTo>
                <a:cubicBezTo>
                  <a:pt x="454567" y="90847"/>
                  <a:pt x="453778" y="94349"/>
                  <a:pt x="453276" y="97906"/>
                </a:cubicBezTo>
                <a:cubicBezTo>
                  <a:pt x="452774" y="101461"/>
                  <a:pt x="452523" y="104855"/>
                  <a:pt x="452523" y="108090"/>
                </a:cubicBezTo>
                <a:cubicBezTo>
                  <a:pt x="452523" y="111106"/>
                  <a:pt x="452828" y="113800"/>
                  <a:pt x="453437" y="116172"/>
                </a:cubicBezTo>
                <a:cubicBezTo>
                  <a:pt x="454047" y="118541"/>
                  <a:pt x="455051" y="120534"/>
                  <a:pt x="456450" y="122152"/>
                </a:cubicBezTo>
                <a:cubicBezTo>
                  <a:pt x="457848" y="123768"/>
                  <a:pt x="459641" y="125008"/>
                  <a:pt x="461829" y="125871"/>
                </a:cubicBezTo>
                <a:cubicBezTo>
                  <a:pt x="464016" y="126731"/>
                  <a:pt x="466688" y="127162"/>
                  <a:pt x="469844" y="127162"/>
                </a:cubicBezTo>
                <a:cubicBezTo>
                  <a:pt x="473430" y="127162"/>
                  <a:pt x="476657" y="126461"/>
                  <a:pt x="479526" y="125061"/>
                </a:cubicBezTo>
                <a:cubicBezTo>
                  <a:pt x="482395" y="123660"/>
                  <a:pt x="484959" y="121756"/>
                  <a:pt x="487218" y="119349"/>
                </a:cubicBezTo>
                <a:cubicBezTo>
                  <a:pt x="489477" y="116942"/>
                  <a:pt x="491432" y="114176"/>
                  <a:pt x="493081" y="111051"/>
                </a:cubicBezTo>
                <a:cubicBezTo>
                  <a:pt x="494731" y="107927"/>
                  <a:pt x="496094" y="104623"/>
                  <a:pt x="497169" y="101140"/>
                </a:cubicBezTo>
                <a:cubicBezTo>
                  <a:pt x="498245" y="97655"/>
                  <a:pt x="499034" y="94153"/>
                  <a:pt x="499536" y="90634"/>
                </a:cubicBezTo>
                <a:cubicBezTo>
                  <a:pt x="500038" y="87113"/>
                  <a:pt x="500289" y="83736"/>
                  <a:pt x="500289" y="80502"/>
                </a:cubicBezTo>
                <a:close/>
                <a:moveTo>
                  <a:pt x="689263" y="142438"/>
                </a:moveTo>
                <a:cubicBezTo>
                  <a:pt x="689119" y="143156"/>
                  <a:pt x="688778" y="143783"/>
                  <a:pt x="688241" y="144321"/>
                </a:cubicBezTo>
                <a:cubicBezTo>
                  <a:pt x="687703" y="144859"/>
                  <a:pt x="686860" y="145307"/>
                  <a:pt x="685712" y="145666"/>
                </a:cubicBezTo>
                <a:cubicBezTo>
                  <a:pt x="684565" y="146024"/>
                  <a:pt x="683112" y="146293"/>
                  <a:pt x="681355" y="146473"/>
                </a:cubicBezTo>
                <a:cubicBezTo>
                  <a:pt x="679598" y="146652"/>
                  <a:pt x="677393" y="146742"/>
                  <a:pt x="674739" y="146742"/>
                </a:cubicBezTo>
                <a:cubicBezTo>
                  <a:pt x="672157" y="146742"/>
                  <a:pt x="670005" y="146652"/>
                  <a:pt x="668284" y="146473"/>
                </a:cubicBezTo>
                <a:cubicBezTo>
                  <a:pt x="666563" y="146293"/>
                  <a:pt x="665236" y="146024"/>
                  <a:pt x="664304" y="145666"/>
                </a:cubicBezTo>
                <a:cubicBezTo>
                  <a:pt x="663371" y="145307"/>
                  <a:pt x="662744" y="144859"/>
                  <a:pt x="662421" y="144321"/>
                </a:cubicBezTo>
                <a:cubicBezTo>
                  <a:pt x="662098" y="143783"/>
                  <a:pt x="662044" y="143156"/>
                  <a:pt x="662260" y="142438"/>
                </a:cubicBezTo>
                <a:lnTo>
                  <a:pt x="673771" y="84882"/>
                </a:lnTo>
                <a:cubicBezTo>
                  <a:pt x="674058" y="83224"/>
                  <a:pt x="674309" y="81584"/>
                  <a:pt x="674524" y="79964"/>
                </a:cubicBezTo>
                <a:cubicBezTo>
                  <a:pt x="674739" y="78341"/>
                  <a:pt x="674847" y="76700"/>
                  <a:pt x="674847" y="75042"/>
                </a:cubicBezTo>
                <a:cubicBezTo>
                  <a:pt x="674847" y="71653"/>
                  <a:pt x="674219" y="68914"/>
                  <a:pt x="672964" y="66825"/>
                </a:cubicBezTo>
                <a:cubicBezTo>
                  <a:pt x="671709" y="64734"/>
                  <a:pt x="669468" y="63688"/>
                  <a:pt x="666240" y="63688"/>
                </a:cubicBezTo>
                <a:cubicBezTo>
                  <a:pt x="663371" y="63688"/>
                  <a:pt x="660395" y="64624"/>
                  <a:pt x="657311" y="66496"/>
                </a:cubicBezTo>
                <a:cubicBezTo>
                  <a:pt x="654227" y="68365"/>
                  <a:pt x="651268" y="70901"/>
                  <a:pt x="648435" y="74104"/>
                </a:cubicBezTo>
                <a:cubicBezTo>
                  <a:pt x="645602" y="77304"/>
                  <a:pt x="643092" y="81045"/>
                  <a:pt x="640905" y="85326"/>
                </a:cubicBezTo>
                <a:cubicBezTo>
                  <a:pt x="638717" y="89604"/>
                  <a:pt x="637157" y="94154"/>
                  <a:pt x="636225" y="98975"/>
                </a:cubicBezTo>
                <a:lnTo>
                  <a:pt x="627511" y="142438"/>
                </a:lnTo>
                <a:cubicBezTo>
                  <a:pt x="627367" y="143156"/>
                  <a:pt x="627026" y="143783"/>
                  <a:pt x="626489" y="144321"/>
                </a:cubicBezTo>
                <a:cubicBezTo>
                  <a:pt x="625951" y="144859"/>
                  <a:pt x="625108" y="145307"/>
                  <a:pt x="623960" y="145666"/>
                </a:cubicBezTo>
                <a:cubicBezTo>
                  <a:pt x="622813" y="146024"/>
                  <a:pt x="621360" y="146293"/>
                  <a:pt x="619603" y="146473"/>
                </a:cubicBezTo>
                <a:cubicBezTo>
                  <a:pt x="617846" y="146652"/>
                  <a:pt x="615641" y="146742"/>
                  <a:pt x="612987" y="146742"/>
                </a:cubicBezTo>
                <a:cubicBezTo>
                  <a:pt x="610405" y="146742"/>
                  <a:pt x="608271" y="146652"/>
                  <a:pt x="606586" y="146473"/>
                </a:cubicBezTo>
                <a:cubicBezTo>
                  <a:pt x="604900" y="146293"/>
                  <a:pt x="603592" y="146024"/>
                  <a:pt x="602659" y="145666"/>
                </a:cubicBezTo>
                <a:cubicBezTo>
                  <a:pt x="601727" y="145307"/>
                  <a:pt x="601099" y="144859"/>
                  <a:pt x="600776" y="144321"/>
                </a:cubicBezTo>
                <a:cubicBezTo>
                  <a:pt x="600454" y="143783"/>
                  <a:pt x="600364" y="143156"/>
                  <a:pt x="600508" y="142438"/>
                </a:cubicBezTo>
                <a:lnTo>
                  <a:pt x="611911" y="84882"/>
                </a:lnTo>
                <a:cubicBezTo>
                  <a:pt x="612342" y="83224"/>
                  <a:pt x="612646" y="81511"/>
                  <a:pt x="612826" y="79745"/>
                </a:cubicBezTo>
                <a:cubicBezTo>
                  <a:pt x="613005" y="77979"/>
                  <a:pt x="613095" y="76267"/>
                  <a:pt x="613095" y="74608"/>
                </a:cubicBezTo>
                <a:cubicBezTo>
                  <a:pt x="613095" y="71437"/>
                  <a:pt x="612449" y="68824"/>
                  <a:pt x="611158" y="66771"/>
                </a:cubicBezTo>
                <a:cubicBezTo>
                  <a:pt x="609867" y="64716"/>
                  <a:pt x="607644" y="63688"/>
                  <a:pt x="604488" y="63688"/>
                </a:cubicBezTo>
                <a:cubicBezTo>
                  <a:pt x="601619" y="63688"/>
                  <a:pt x="598643" y="64624"/>
                  <a:pt x="595559" y="66496"/>
                </a:cubicBezTo>
                <a:cubicBezTo>
                  <a:pt x="592475" y="68365"/>
                  <a:pt x="589516" y="70901"/>
                  <a:pt x="586683" y="74104"/>
                </a:cubicBezTo>
                <a:cubicBezTo>
                  <a:pt x="583850" y="77304"/>
                  <a:pt x="581340" y="81045"/>
                  <a:pt x="579153" y="85326"/>
                </a:cubicBezTo>
                <a:cubicBezTo>
                  <a:pt x="576965" y="89604"/>
                  <a:pt x="575405" y="94154"/>
                  <a:pt x="574473" y="98975"/>
                </a:cubicBezTo>
                <a:lnTo>
                  <a:pt x="565759" y="142438"/>
                </a:lnTo>
                <a:cubicBezTo>
                  <a:pt x="565615" y="143156"/>
                  <a:pt x="565274" y="143783"/>
                  <a:pt x="564737" y="144321"/>
                </a:cubicBezTo>
                <a:cubicBezTo>
                  <a:pt x="564199" y="144859"/>
                  <a:pt x="563374" y="145307"/>
                  <a:pt x="562262" y="145666"/>
                </a:cubicBezTo>
                <a:cubicBezTo>
                  <a:pt x="561151" y="146024"/>
                  <a:pt x="559698" y="146293"/>
                  <a:pt x="557905" y="146473"/>
                </a:cubicBezTo>
                <a:cubicBezTo>
                  <a:pt x="556112" y="146652"/>
                  <a:pt x="553925" y="146742"/>
                  <a:pt x="551343" y="146742"/>
                </a:cubicBezTo>
                <a:cubicBezTo>
                  <a:pt x="548689" y="146742"/>
                  <a:pt x="546519" y="146652"/>
                  <a:pt x="544834" y="146473"/>
                </a:cubicBezTo>
                <a:cubicBezTo>
                  <a:pt x="543148" y="146293"/>
                  <a:pt x="541822" y="146024"/>
                  <a:pt x="540853" y="145666"/>
                </a:cubicBezTo>
                <a:cubicBezTo>
                  <a:pt x="539885" y="145307"/>
                  <a:pt x="539258" y="144859"/>
                  <a:pt x="538971" y="144321"/>
                </a:cubicBezTo>
                <a:cubicBezTo>
                  <a:pt x="538684" y="143783"/>
                  <a:pt x="538612" y="143156"/>
                  <a:pt x="538756" y="142438"/>
                </a:cubicBezTo>
                <a:lnTo>
                  <a:pt x="558013" y="46368"/>
                </a:lnTo>
                <a:cubicBezTo>
                  <a:pt x="558156" y="45651"/>
                  <a:pt x="558461" y="45023"/>
                  <a:pt x="558927" y="44485"/>
                </a:cubicBezTo>
                <a:cubicBezTo>
                  <a:pt x="559393" y="43947"/>
                  <a:pt x="560111" y="43517"/>
                  <a:pt x="561079" y="43194"/>
                </a:cubicBezTo>
                <a:cubicBezTo>
                  <a:pt x="562047" y="42871"/>
                  <a:pt x="563302" y="42620"/>
                  <a:pt x="564844" y="42441"/>
                </a:cubicBezTo>
                <a:cubicBezTo>
                  <a:pt x="566386" y="42262"/>
                  <a:pt x="568233" y="42172"/>
                  <a:pt x="570385" y="42172"/>
                </a:cubicBezTo>
                <a:cubicBezTo>
                  <a:pt x="572608" y="42172"/>
                  <a:pt x="574419" y="42262"/>
                  <a:pt x="575817" y="42441"/>
                </a:cubicBezTo>
                <a:cubicBezTo>
                  <a:pt x="577216" y="42620"/>
                  <a:pt x="578310" y="42871"/>
                  <a:pt x="579099" y="43194"/>
                </a:cubicBezTo>
                <a:cubicBezTo>
                  <a:pt x="579888" y="43517"/>
                  <a:pt x="580408" y="43947"/>
                  <a:pt x="580659" y="44485"/>
                </a:cubicBezTo>
                <a:cubicBezTo>
                  <a:pt x="580910" y="45023"/>
                  <a:pt x="580963" y="45651"/>
                  <a:pt x="580820" y="46368"/>
                </a:cubicBezTo>
                <a:lnTo>
                  <a:pt x="577700" y="62182"/>
                </a:lnTo>
                <a:cubicBezTo>
                  <a:pt x="579206" y="59659"/>
                  <a:pt x="581215" y="57082"/>
                  <a:pt x="583725" y="54453"/>
                </a:cubicBezTo>
                <a:cubicBezTo>
                  <a:pt x="586235" y="51822"/>
                  <a:pt x="589086" y="49462"/>
                  <a:pt x="592278" y="47373"/>
                </a:cubicBezTo>
                <a:cubicBezTo>
                  <a:pt x="595469" y="45282"/>
                  <a:pt x="598948" y="43570"/>
                  <a:pt x="602713" y="42236"/>
                </a:cubicBezTo>
                <a:cubicBezTo>
                  <a:pt x="606478" y="40902"/>
                  <a:pt x="610369" y="40236"/>
                  <a:pt x="614386" y="40236"/>
                </a:cubicBezTo>
                <a:cubicBezTo>
                  <a:pt x="618545" y="40236"/>
                  <a:pt x="622149" y="40795"/>
                  <a:pt x="625198" y="41913"/>
                </a:cubicBezTo>
                <a:cubicBezTo>
                  <a:pt x="628246" y="43029"/>
                  <a:pt x="630756" y="44579"/>
                  <a:pt x="632728" y="46563"/>
                </a:cubicBezTo>
                <a:cubicBezTo>
                  <a:pt x="634701" y="48544"/>
                  <a:pt x="636207" y="50868"/>
                  <a:pt x="637247" y="53535"/>
                </a:cubicBezTo>
                <a:cubicBezTo>
                  <a:pt x="638287" y="56200"/>
                  <a:pt x="638950" y="59083"/>
                  <a:pt x="639237" y="62182"/>
                </a:cubicBezTo>
                <a:cubicBezTo>
                  <a:pt x="640887" y="59587"/>
                  <a:pt x="642984" y="56993"/>
                  <a:pt x="645531" y="54399"/>
                </a:cubicBezTo>
                <a:cubicBezTo>
                  <a:pt x="648077" y="51804"/>
                  <a:pt x="650946" y="49462"/>
                  <a:pt x="654137" y="47373"/>
                </a:cubicBezTo>
                <a:cubicBezTo>
                  <a:pt x="657329" y="45282"/>
                  <a:pt x="660789" y="43570"/>
                  <a:pt x="664519" y="42236"/>
                </a:cubicBezTo>
                <a:cubicBezTo>
                  <a:pt x="668248" y="40902"/>
                  <a:pt x="672085" y="40236"/>
                  <a:pt x="676030" y="40236"/>
                </a:cubicBezTo>
                <a:cubicBezTo>
                  <a:pt x="681051" y="40236"/>
                  <a:pt x="685264" y="40937"/>
                  <a:pt x="688671" y="42340"/>
                </a:cubicBezTo>
                <a:cubicBezTo>
                  <a:pt x="692078" y="43741"/>
                  <a:pt x="694821" y="45682"/>
                  <a:pt x="696901" y="48163"/>
                </a:cubicBezTo>
                <a:cubicBezTo>
                  <a:pt x="698981" y="50644"/>
                  <a:pt x="700487" y="53557"/>
                  <a:pt x="701419" y="56901"/>
                </a:cubicBezTo>
                <a:cubicBezTo>
                  <a:pt x="702352" y="60242"/>
                  <a:pt x="702818" y="63855"/>
                  <a:pt x="702818" y="67740"/>
                </a:cubicBezTo>
                <a:cubicBezTo>
                  <a:pt x="702818" y="70254"/>
                  <a:pt x="702674" y="72788"/>
                  <a:pt x="702388" y="75341"/>
                </a:cubicBezTo>
                <a:cubicBezTo>
                  <a:pt x="702101" y="77894"/>
                  <a:pt x="701670" y="80500"/>
                  <a:pt x="701097" y="83161"/>
                </a:cubicBezTo>
                <a:lnTo>
                  <a:pt x="689263" y="142438"/>
                </a:lnTo>
                <a:close/>
                <a:moveTo>
                  <a:pt x="771121" y="14201"/>
                </a:moveTo>
                <a:cubicBezTo>
                  <a:pt x="770619" y="16854"/>
                  <a:pt x="769937" y="19096"/>
                  <a:pt x="769077" y="20925"/>
                </a:cubicBezTo>
                <a:cubicBezTo>
                  <a:pt x="768216" y="22754"/>
                  <a:pt x="767069" y="24224"/>
                  <a:pt x="765634" y="25336"/>
                </a:cubicBezTo>
                <a:cubicBezTo>
                  <a:pt x="764200" y="26447"/>
                  <a:pt x="762443" y="27236"/>
                  <a:pt x="760363" y="27702"/>
                </a:cubicBezTo>
                <a:cubicBezTo>
                  <a:pt x="758283" y="28169"/>
                  <a:pt x="755701" y="28402"/>
                  <a:pt x="752617" y="28402"/>
                </a:cubicBezTo>
                <a:cubicBezTo>
                  <a:pt x="749604" y="28402"/>
                  <a:pt x="747148" y="28169"/>
                  <a:pt x="745247" y="27702"/>
                </a:cubicBezTo>
                <a:cubicBezTo>
                  <a:pt x="743347" y="27236"/>
                  <a:pt x="741912" y="26447"/>
                  <a:pt x="740944" y="25336"/>
                </a:cubicBezTo>
                <a:cubicBezTo>
                  <a:pt x="739976" y="24224"/>
                  <a:pt x="739420" y="22754"/>
                  <a:pt x="739277" y="20925"/>
                </a:cubicBezTo>
                <a:cubicBezTo>
                  <a:pt x="739133" y="19096"/>
                  <a:pt x="739348" y="16854"/>
                  <a:pt x="739922" y="14201"/>
                </a:cubicBezTo>
                <a:cubicBezTo>
                  <a:pt x="740424" y="11619"/>
                  <a:pt x="741106" y="9431"/>
                  <a:pt x="741966" y="7638"/>
                </a:cubicBezTo>
                <a:cubicBezTo>
                  <a:pt x="742827" y="5845"/>
                  <a:pt x="743974" y="4375"/>
                  <a:pt x="745409" y="3227"/>
                </a:cubicBezTo>
                <a:cubicBezTo>
                  <a:pt x="746843" y="2080"/>
                  <a:pt x="748600" y="1255"/>
                  <a:pt x="750680" y="753"/>
                </a:cubicBezTo>
                <a:cubicBezTo>
                  <a:pt x="752760" y="251"/>
                  <a:pt x="755342" y="0"/>
                  <a:pt x="758426" y="0"/>
                </a:cubicBezTo>
                <a:cubicBezTo>
                  <a:pt x="761438" y="0"/>
                  <a:pt x="763895" y="251"/>
                  <a:pt x="765796" y="753"/>
                </a:cubicBezTo>
                <a:cubicBezTo>
                  <a:pt x="767696" y="1255"/>
                  <a:pt x="769131" y="2080"/>
                  <a:pt x="770099" y="3227"/>
                </a:cubicBezTo>
                <a:cubicBezTo>
                  <a:pt x="771067" y="4375"/>
                  <a:pt x="771605" y="5845"/>
                  <a:pt x="771713" y="7638"/>
                </a:cubicBezTo>
                <a:cubicBezTo>
                  <a:pt x="771820" y="9431"/>
                  <a:pt x="771623" y="11619"/>
                  <a:pt x="771121" y="14201"/>
                </a:cubicBezTo>
                <a:moveTo>
                  <a:pt x="743365" y="142438"/>
                </a:moveTo>
                <a:cubicBezTo>
                  <a:pt x="743221" y="143156"/>
                  <a:pt x="742881" y="143783"/>
                  <a:pt x="742343" y="144321"/>
                </a:cubicBezTo>
                <a:cubicBezTo>
                  <a:pt x="741805" y="144859"/>
                  <a:pt x="740980" y="145307"/>
                  <a:pt x="739868" y="145666"/>
                </a:cubicBezTo>
                <a:cubicBezTo>
                  <a:pt x="738757" y="146024"/>
                  <a:pt x="737304" y="146293"/>
                  <a:pt x="735511" y="146473"/>
                </a:cubicBezTo>
                <a:cubicBezTo>
                  <a:pt x="733718" y="146652"/>
                  <a:pt x="731531" y="146742"/>
                  <a:pt x="728949" y="146742"/>
                </a:cubicBezTo>
                <a:cubicBezTo>
                  <a:pt x="726295" y="146742"/>
                  <a:pt x="724125" y="146652"/>
                  <a:pt x="722440" y="146473"/>
                </a:cubicBezTo>
                <a:cubicBezTo>
                  <a:pt x="720755" y="146293"/>
                  <a:pt x="719428" y="146024"/>
                  <a:pt x="718460" y="145666"/>
                </a:cubicBezTo>
                <a:cubicBezTo>
                  <a:pt x="717491" y="145307"/>
                  <a:pt x="716864" y="144859"/>
                  <a:pt x="716577" y="144321"/>
                </a:cubicBezTo>
                <a:cubicBezTo>
                  <a:pt x="716290" y="143783"/>
                  <a:pt x="716218" y="143156"/>
                  <a:pt x="716362" y="142438"/>
                </a:cubicBezTo>
                <a:lnTo>
                  <a:pt x="735404" y="46691"/>
                </a:lnTo>
                <a:cubicBezTo>
                  <a:pt x="735547" y="45973"/>
                  <a:pt x="735888" y="45346"/>
                  <a:pt x="736426" y="44808"/>
                </a:cubicBezTo>
                <a:cubicBezTo>
                  <a:pt x="736964" y="44270"/>
                  <a:pt x="737788" y="43804"/>
                  <a:pt x="738900" y="43409"/>
                </a:cubicBezTo>
                <a:cubicBezTo>
                  <a:pt x="740012" y="43015"/>
                  <a:pt x="741446" y="42710"/>
                  <a:pt x="743203" y="42495"/>
                </a:cubicBezTo>
                <a:cubicBezTo>
                  <a:pt x="744961" y="42280"/>
                  <a:pt x="747166" y="42172"/>
                  <a:pt x="749820" y="42172"/>
                </a:cubicBezTo>
                <a:cubicBezTo>
                  <a:pt x="752473" y="42172"/>
                  <a:pt x="754643" y="42280"/>
                  <a:pt x="756328" y="42495"/>
                </a:cubicBezTo>
                <a:cubicBezTo>
                  <a:pt x="758014" y="42710"/>
                  <a:pt x="759341" y="43015"/>
                  <a:pt x="760309" y="43409"/>
                </a:cubicBezTo>
                <a:cubicBezTo>
                  <a:pt x="761277" y="43804"/>
                  <a:pt x="761905" y="44270"/>
                  <a:pt x="762192" y="44808"/>
                </a:cubicBezTo>
                <a:cubicBezTo>
                  <a:pt x="762478" y="45346"/>
                  <a:pt x="762550" y="45973"/>
                  <a:pt x="762407" y="46691"/>
                </a:cubicBezTo>
                <a:lnTo>
                  <a:pt x="743365" y="142438"/>
                </a:lnTo>
                <a:close/>
                <a:moveTo>
                  <a:pt x="857925" y="52840"/>
                </a:moveTo>
                <a:cubicBezTo>
                  <a:pt x="857925" y="54498"/>
                  <a:pt x="857728" y="56373"/>
                  <a:pt x="857334" y="58464"/>
                </a:cubicBezTo>
                <a:cubicBezTo>
                  <a:pt x="856939" y="60553"/>
                  <a:pt x="856419" y="62534"/>
                  <a:pt x="855774" y="64408"/>
                </a:cubicBezTo>
                <a:cubicBezTo>
                  <a:pt x="855128" y="66282"/>
                  <a:pt x="854321" y="67849"/>
                  <a:pt x="853353" y="69111"/>
                </a:cubicBezTo>
                <a:cubicBezTo>
                  <a:pt x="852385" y="70373"/>
                  <a:pt x="851327" y="71004"/>
                  <a:pt x="850179" y="71004"/>
                </a:cubicBezTo>
                <a:cubicBezTo>
                  <a:pt x="849104" y="71004"/>
                  <a:pt x="848064" y="70568"/>
                  <a:pt x="847060" y="69696"/>
                </a:cubicBezTo>
                <a:cubicBezTo>
                  <a:pt x="846055" y="68824"/>
                  <a:pt x="844818" y="67844"/>
                  <a:pt x="843348" y="66755"/>
                </a:cubicBezTo>
                <a:cubicBezTo>
                  <a:pt x="841878" y="65665"/>
                  <a:pt x="840031" y="64667"/>
                  <a:pt x="837808" y="63759"/>
                </a:cubicBezTo>
                <a:cubicBezTo>
                  <a:pt x="835584" y="62851"/>
                  <a:pt x="832715" y="62397"/>
                  <a:pt x="829201" y="62397"/>
                </a:cubicBezTo>
                <a:cubicBezTo>
                  <a:pt x="825471" y="62397"/>
                  <a:pt x="822136" y="63221"/>
                  <a:pt x="819196" y="64869"/>
                </a:cubicBezTo>
                <a:cubicBezTo>
                  <a:pt x="816255" y="66516"/>
                  <a:pt x="813691" y="68646"/>
                  <a:pt x="811504" y="71260"/>
                </a:cubicBezTo>
                <a:cubicBezTo>
                  <a:pt x="809316" y="73873"/>
                  <a:pt x="807505" y="76845"/>
                  <a:pt x="806071" y="80175"/>
                </a:cubicBezTo>
                <a:cubicBezTo>
                  <a:pt x="804636" y="83504"/>
                  <a:pt x="803453" y="86868"/>
                  <a:pt x="802521" y="90268"/>
                </a:cubicBezTo>
                <a:cubicBezTo>
                  <a:pt x="801588" y="93668"/>
                  <a:pt x="800925" y="96926"/>
                  <a:pt x="800530" y="100041"/>
                </a:cubicBezTo>
                <a:cubicBezTo>
                  <a:pt x="800136" y="103156"/>
                  <a:pt x="799939" y="105859"/>
                  <a:pt x="799939" y="108150"/>
                </a:cubicBezTo>
                <a:cubicBezTo>
                  <a:pt x="799939" y="113951"/>
                  <a:pt x="801212" y="118355"/>
                  <a:pt x="803758" y="121362"/>
                </a:cubicBezTo>
                <a:cubicBezTo>
                  <a:pt x="806304" y="124368"/>
                  <a:pt x="810302" y="125871"/>
                  <a:pt x="815753" y="125871"/>
                </a:cubicBezTo>
                <a:cubicBezTo>
                  <a:pt x="819770" y="125871"/>
                  <a:pt x="823212" y="125351"/>
                  <a:pt x="826081" y="124311"/>
                </a:cubicBezTo>
                <a:cubicBezTo>
                  <a:pt x="828950" y="123271"/>
                  <a:pt x="831406" y="122123"/>
                  <a:pt x="833450" y="120868"/>
                </a:cubicBezTo>
                <a:cubicBezTo>
                  <a:pt x="835495" y="119613"/>
                  <a:pt x="837252" y="118484"/>
                  <a:pt x="838722" y="117479"/>
                </a:cubicBezTo>
                <a:cubicBezTo>
                  <a:pt x="840192" y="116475"/>
                  <a:pt x="841537" y="115973"/>
                  <a:pt x="842756" y="115973"/>
                </a:cubicBezTo>
                <a:cubicBezTo>
                  <a:pt x="843474" y="115973"/>
                  <a:pt x="843993" y="116296"/>
                  <a:pt x="844316" y="116942"/>
                </a:cubicBezTo>
                <a:cubicBezTo>
                  <a:pt x="844639" y="117587"/>
                  <a:pt x="844800" y="118519"/>
                  <a:pt x="844800" y="119739"/>
                </a:cubicBezTo>
                <a:cubicBezTo>
                  <a:pt x="844800" y="120958"/>
                  <a:pt x="844657" y="122482"/>
                  <a:pt x="844370" y="124311"/>
                </a:cubicBezTo>
                <a:cubicBezTo>
                  <a:pt x="844083" y="126140"/>
                  <a:pt x="843707" y="127987"/>
                  <a:pt x="843240" y="129851"/>
                </a:cubicBezTo>
                <a:cubicBezTo>
                  <a:pt x="842774" y="131716"/>
                  <a:pt x="842236" y="133455"/>
                  <a:pt x="841627" y="135069"/>
                </a:cubicBezTo>
                <a:cubicBezTo>
                  <a:pt x="841017" y="136683"/>
                  <a:pt x="840228" y="137960"/>
                  <a:pt x="839260" y="138902"/>
                </a:cubicBezTo>
                <a:cubicBezTo>
                  <a:pt x="838292" y="139843"/>
                  <a:pt x="836768" y="140912"/>
                  <a:pt x="834688" y="142109"/>
                </a:cubicBezTo>
                <a:cubicBezTo>
                  <a:pt x="832608" y="143304"/>
                  <a:pt x="830205" y="144372"/>
                  <a:pt x="827480" y="145313"/>
                </a:cubicBezTo>
                <a:cubicBezTo>
                  <a:pt x="824754" y="146254"/>
                  <a:pt x="821796" y="147014"/>
                  <a:pt x="818604" y="147592"/>
                </a:cubicBezTo>
                <a:cubicBezTo>
                  <a:pt x="815413" y="148173"/>
                  <a:pt x="812095" y="148463"/>
                  <a:pt x="808653" y="148463"/>
                </a:cubicBezTo>
                <a:cubicBezTo>
                  <a:pt x="796389" y="148463"/>
                  <a:pt x="787208" y="145361"/>
                  <a:pt x="781112" y="139157"/>
                </a:cubicBezTo>
                <a:cubicBezTo>
                  <a:pt x="775016" y="132953"/>
                  <a:pt x="771967" y="123791"/>
                  <a:pt x="771967" y="111670"/>
                </a:cubicBezTo>
                <a:cubicBezTo>
                  <a:pt x="771967" y="107295"/>
                  <a:pt x="772380" y="102490"/>
                  <a:pt x="773205" y="97254"/>
                </a:cubicBezTo>
                <a:cubicBezTo>
                  <a:pt x="774029" y="92018"/>
                  <a:pt x="775374" y="86765"/>
                  <a:pt x="777239" y="81493"/>
                </a:cubicBezTo>
                <a:cubicBezTo>
                  <a:pt x="779104" y="76222"/>
                  <a:pt x="781524" y="71112"/>
                  <a:pt x="784501" y="66163"/>
                </a:cubicBezTo>
                <a:cubicBezTo>
                  <a:pt x="787477" y="61214"/>
                  <a:pt x="791117" y="56839"/>
                  <a:pt x="795420" y="53038"/>
                </a:cubicBezTo>
                <a:cubicBezTo>
                  <a:pt x="799724" y="49237"/>
                  <a:pt x="804708" y="46188"/>
                  <a:pt x="810374" y="43893"/>
                </a:cubicBezTo>
                <a:cubicBezTo>
                  <a:pt x="816040" y="41598"/>
                  <a:pt x="822567" y="40451"/>
                  <a:pt x="829954" y="40451"/>
                </a:cubicBezTo>
                <a:cubicBezTo>
                  <a:pt x="832823" y="40451"/>
                  <a:pt x="835620" y="40666"/>
                  <a:pt x="838345" y="41096"/>
                </a:cubicBezTo>
                <a:cubicBezTo>
                  <a:pt x="841071" y="41527"/>
                  <a:pt x="843581" y="42118"/>
                  <a:pt x="845876" y="42871"/>
                </a:cubicBezTo>
                <a:cubicBezTo>
                  <a:pt x="848171" y="43624"/>
                  <a:pt x="850197" y="44503"/>
                  <a:pt x="851955" y="45507"/>
                </a:cubicBezTo>
                <a:cubicBezTo>
                  <a:pt x="853712" y="46511"/>
                  <a:pt x="855021" y="47426"/>
                  <a:pt x="855881" y="48250"/>
                </a:cubicBezTo>
                <a:cubicBezTo>
                  <a:pt x="856742" y="49075"/>
                  <a:pt x="857298" y="49813"/>
                  <a:pt x="857549" y="50463"/>
                </a:cubicBezTo>
                <a:cubicBezTo>
                  <a:pt x="857800" y="51110"/>
                  <a:pt x="857925" y="51903"/>
                  <a:pt x="857925" y="528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Factors">
            <a:extLst xmlns:a="http://schemas.openxmlformats.org/drawingml/2006/main">
              <a:ext uri="{FF2B5EF4-FFF2-40B4-BE49-F238E27FC236}">
                <a16:creationId xmlns:a16="http://schemas.microsoft.com/office/drawing/2014/main" id="{E59FCE5C-5365-46C6-9968-FCC62D73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009" y="1007444"/>
            <a:ext cx="650991" cy="141793"/>
          </a:xfrm>
          <a:custGeom xmlns:a="http://schemas.openxmlformats.org/drawingml/2006/main">
            <a:pathLst>
              <a:path w="650991" h="141793">
                <a:moveTo>
                  <a:pt x="103709" y="4539"/>
                </a:moveTo>
                <a:cubicBezTo>
                  <a:pt x="103709" y="4971"/>
                  <a:pt x="103655" y="5747"/>
                  <a:pt x="103548" y="6865"/>
                </a:cubicBezTo>
                <a:cubicBezTo>
                  <a:pt x="103440" y="7981"/>
                  <a:pt x="103261" y="9224"/>
                  <a:pt x="103010" y="10593"/>
                </a:cubicBezTo>
                <a:cubicBezTo>
                  <a:pt x="102759" y="11961"/>
                  <a:pt x="102454" y="13384"/>
                  <a:pt x="102095" y="14863"/>
                </a:cubicBezTo>
                <a:cubicBezTo>
                  <a:pt x="101737" y="16340"/>
                  <a:pt x="101288" y="17710"/>
                  <a:pt x="100750" y="18971"/>
                </a:cubicBezTo>
                <a:cubicBezTo>
                  <a:pt x="100213" y="20231"/>
                  <a:pt x="99585" y="21258"/>
                  <a:pt x="98868" y="22051"/>
                </a:cubicBezTo>
                <a:cubicBezTo>
                  <a:pt x="98151" y="22842"/>
                  <a:pt x="97326" y="23238"/>
                  <a:pt x="96393" y="23238"/>
                </a:cubicBezTo>
                <a:lnTo>
                  <a:pt x="50886" y="23238"/>
                </a:lnTo>
                <a:lnTo>
                  <a:pt x="43355" y="60461"/>
                </a:lnTo>
                <a:lnTo>
                  <a:pt x="86173" y="60461"/>
                </a:lnTo>
                <a:cubicBezTo>
                  <a:pt x="87177" y="60461"/>
                  <a:pt x="87894" y="60858"/>
                  <a:pt x="88325" y="61651"/>
                </a:cubicBezTo>
                <a:cubicBezTo>
                  <a:pt x="88755" y="62442"/>
                  <a:pt x="88970" y="63487"/>
                  <a:pt x="88970" y="64784"/>
                </a:cubicBezTo>
                <a:cubicBezTo>
                  <a:pt x="88970" y="65289"/>
                  <a:pt x="88898" y="66100"/>
                  <a:pt x="88755" y="67219"/>
                </a:cubicBezTo>
                <a:cubicBezTo>
                  <a:pt x="88612" y="68335"/>
                  <a:pt x="88414" y="69560"/>
                  <a:pt x="88163" y="70893"/>
                </a:cubicBezTo>
                <a:cubicBezTo>
                  <a:pt x="87912" y="72224"/>
                  <a:pt x="87590" y="73630"/>
                  <a:pt x="87195" y="75109"/>
                </a:cubicBezTo>
                <a:cubicBezTo>
                  <a:pt x="86801" y="76586"/>
                  <a:pt x="86334" y="77920"/>
                  <a:pt x="85797" y="79110"/>
                </a:cubicBezTo>
                <a:cubicBezTo>
                  <a:pt x="85259" y="80298"/>
                  <a:pt x="84631" y="81288"/>
                  <a:pt x="83914" y="82082"/>
                </a:cubicBezTo>
                <a:cubicBezTo>
                  <a:pt x="83197" y="82873"/>
                  <a:pt x="82372" y="83268"/>
                  <a:pt x="81439" y="83268"/>
                </a:cubicBezTo>
                <a:lnTo>
                  <a:pt x="38945" y="83268"/>
                </a:lnTo>
                <a:lnTo>
                  <a:pt x="28617" y="135230"/>
                </a:lnTo>
                <a:cubicBezTo>
                  <a:pt x="28473" y="136019"/>
                  <a:pt x="28115" y="136701"/>
                  <a:pt x="27541" y="137274"/>
                </a:cubicBezTo>
                <a:cubicBezTo>
                  <a:pt x="26967" y="137848"/>
                  <a:pt x="26089" y="138314"/>
                  <a:pt x="24905" y="138673"/>
                </a:cubicBezTo>
                <a:cubicBezTo>
                  <a:pt x="23722" y="139032"/>
                  <a:pt x="22198" y="139319"/>
                  <a:pt x="20333" y="139534"/>
                </a:cubicBezTo>
                <a:cubicBezTo>
                  <a:pt x="18468" y="139749"/>
                  <a:pt x="16173" y="139856"/>
                  <a:pt x="13448" y="139856"/>
                </a:cubicBezTo>
                <a:cubicBezTo>
                  <a:pt x="10651" y="139856"/>
                  <a:pt x="8373" y="139749"/>
                  <a:pt x="6616" y="139534"/>
                </a:cubicBezTo>
                <a:cubicBezTo>
                  <a:pt x="4859" y="139319"/>
                  <a:pt x="3478" y="139032"/>
                  <a:pt x="2474" y="138673"/>
                </a:cubicBezTo>
                <a:cubicBezTo>
                  <a:pt x="1470" y="138314"/>
                  <a:pt x="789" y="137848"/>
                  <a:pt x="430" y="137274"/>
                </a:cubicBezTo>
                <a:cubicBezTo>
                  <a:pt x="72" y="136701"/>
                  <a:pt x="0" y="136019"/>
                  <a:pt x="215" y="135230"/>
                </a:cubicBezTo>
                <a:lnTo>
                  <a:pt x="25389" y="8929"/>
                </a:lnTo>
                <a:cubicBezTo>
                  <a:pt x="26035" y="5774"/>
                  <a:pt x="27326" y="3496"/>
                  <a:pt x="29262" y="2098"/>
                </a:cubicBezTo>
                <a:cubicBezTo>
                  <a:pt x="31199" y="699"/>
                  <a:pt x="33350" y="0"/>
                  <a:pt x="35717" y="0"/>
                </a:cubicBezTo>
                <a:lnTo>
                  <a:pt x="100912" y="0"/>
                </a:lnTo>
                <a:cubicBezTo>
                  <a:pt x="102131" y="0"/>
                  <a:pt x="102902" y="397"/>
                  <a:pt x="103225" y="1190"/>
                </a:cubicBezTo>
                <a:cubicBezTo>
                  <a:pt x="103548" y="1981"/>
                  <a:pt x="103709" y="3097"/>
                  <a:pt x="103709" y="4539"/>
                </a:cubicBezTo>
                <a:close/>
                <a:moveTo>
                  <a:pt x="185860" y="135661"/>
                </a:moveTo>
                <a:cubicBezTo>
                  <a:pt x="185573" y="137167"/>
                  <a:pt x="184443" y="138243"/>
                  <a:pt x="182471" y="138888"/>
                </a:cubicBezTo>
                <a:cubicBezTo>
                  <a:pt x="180498" y="139534"/>
                  <a:pt x="177325" y="139856"/>
                  <a:pt x="172950" y="139856"/>
                </a:cubicBezTo>
                <a:cubicBezTo>
                  <a:pt x="170726" y="139856"/>
                  <a:pt x="168916" y="139785"/>
                  <a:pt x="167517" y="139641"/>
                </a:cubicBezTo>
                <a:cubicBezTo>
                  <a:pt x="166118" y="139498"/>
                  <a:pt x="164989" y="139265"/>
                  <a:pt x="164128" y="138942"/>
                </a:cubicBezTo>
                <a:cubicBezTo>
                  <a:pt x="163267" y="138619"/>
                  <a:pt x="162712" y="138189"/>
                  <a:pt x="162461" y="137651"/>
                </a:cubicBezTo>
                <a:cubicBezTo>
                  <a:pt x="162210" y="137113"/>
                  <a:pt x="162156" y="136450"/>
                  <a:pt x="162299" y="135661"/>
                </a:cubicBezTo>
                <a:lnTo>
                  <a:pt x="165312" y="120277"/>
                </a:lnTo>
                <a:cubicBezTo>
                  <a:pt x="164236" y="122583"/>
                  <a:pt x="162514" y="125016"/>
                  <a:pt x="160148" y="127575"/>
                </a:cubicBezTo>
                <a:cubicBezTo>
                  <a:pt x="157781" y="130135"/>
                  <a:pt x="154984" y="132460"/>
                  <a:pt x="151756" y="134551"/>
                </a:cubicBezTo>
                <a:cubicBezTo>
                  <a:pt x="148529" y="136640"/>
                  <a:pt x="144961" y="138369"/>
                  <a:pt x="141052" y="139739"/>
                </a:cubicBezTo>
                <a:cubicBezTo>
                  <a:pt x="137143" y="141108"/>
                  <a:pt x="133109" y="141793"/>
                  <a:pt x="128949" y="141793"/>
                </a:cubicBezTo>
                <a:cubicBezTo>
                  <a:pt x="123211" y="141793"/>
                  <a:pt x="118442" y="140787"/>
                  <a:pt x="114640" y="138774"/>
                </a:cubicBezTo>
                <a:cubicBezTo>
                  <a:pt x="110839" y="136761"/>
                  <a:pt x="107791" y="134048"/>
                  <a:pt x="105496" y="130635"/>
                </a:cubicBezTo>
                <a:cubicBezTo>
                  <a:pt x="103201" y="127221"/>
                  <a:pt x="101569" y="123324"/>
                  <a:pt x="100601" y="118942"/>
                </a:cubicBezTo>
                <a:cubicBezTo>
                  <a:pt x="99633" y="114558"/>
                  <a:pt x="99149" y="109958"/>
                  <a:pt x="99149" y="105141"/>
                </a:cubicBezTo>
                <a:cubicBezTo>
                  <a:pt x="99149" y="100614"/>
                  <a:pt x="99579" y="95674"/>
                  <a:pt x="100440" y="90322"/>
                </a:cubicBezTo>
                <a:cubicBezTo>
                  <a:pt x="101300" y="84967"/>
                  <a:pt x="102627" y="79631"/>
                  <a:pt x="104420" y="74312"/>
                </a:cubicBezTo>
                <a:cubicBezTo>
                  <a:pt x="106213" y="68994"/>
                  <a:pt x="108508" y="63873"/>
                  <a:pt x="111305" y="58952"/>
                </a:cubicBezTo>
                <a:cubicBezTo>
                  <a:pt x="114103" y="54030"/>
                  <a:pt x="117456" y="49665"/>
                  <a:pt x="121364" y="45857"/>
                </a:cubicBezTo>
                <a:cubicBezTo>
                  <a:pt x="125273" y="42047"/>
                  <a:pt x="129756" y="39010"/>
                  <a:pt x="134812" y="36746"/>
                </a:cubicBezTo>
                <a:cubicBezTo>
                  <a:pt x="139868" y="34482"/>
                  <a:pt x="145588" y="33350"/>
                  <a:pt x="151971" y="33350"/>
                </a:cubicBezTo>
                <a:cubicBezTo>
                  <a:pt x="157924" y="33350"/>
                  <a:pt x="163196" y="34597"/>
                  <a:pt x="167786" y="37089"/>
                </a:cubicBezTo>
                <a:cubicBezTo>
                  <a:pt x="172376" y="39581"/>
                  <a:pt x="176392" y="43212"/>
                  <a:pt x="179835" y="47982"/>
                </a:cubicBezTo>
                <a:lnTo>
                  <a:pt x="181556" y="39483"/>
                </a:lnTo>
                <a:cubicBezTo>
                  <a:pt x="181843" y="37976"/>
                  <a:pt x="182973" y="36901"/>
                  <a:pt x="184945" y="36255"/>
                </a:cubicBezTo>
                <a:cubicBezTo>
                  <a:pt x="186918" y="35610"/>
                  <a:pt x="190091" y="35287"/>
                  <a:pt x="194466" y="35287"/>
                </a:cubicBezTo>
                <a:cubicBezTo>
                  <a:pt x="196618" y="35287"/>
                  <a:pt x="198411" y="35377"/>
                  <a:pt x="199845" y="35556"/>
                </a:cubicBezTo>
                <a:cubicBezTo>
                  <a:pt x="201280" y="35735"/>
                  <a:pt x="202409" y="35986"/>
                  <a:pt x="203234" y="36309"/>
                </a:cubicBezTo>
                <a:cubicBezTo>
                  <a:pt x="204059" y="36632"/>
                  <a:pt x="204615" y="37062"/>
                  <a:pt x="204902" y="37600"/>
                </a:cubicBezTo>
                <a:cubicBezTo>
                  <a:pt x="205189" y="38138"/>
                  <a:pt x="205260" y="38765"/>
                  <a:pt x="205117" y="39483"/>
                </a:cubicBezTo>
                <a:lnTo>
                  <a:pt x="185860" y="135661"/>
                </a:lnTo>
                <a:moveTo>
                  <a:pt x="172519" y="68314"/>
                </a:moveTo>
                <a:cubicBezTo>
                  <a:pt x="170009" y="64334"/>
                  <a:pt x="167230" y="61349"/>
                  <a:pt x="164182" y="59358"/>
                </a:cubicBezTo>
                <a:cubicBezTo>
                  <a:pt x="161134" y="57368"/>
                  <a:pt x="157601" y="56373"/>
                  <a:pt x="153585" y="56373"/>
                </a:cubicBezTo>
                <a:cubicBezTo>
                  <a:pt x="150573" y="56373"/>
                  <a:pt x="147812" y="57091"/>
                  <a:pt x="145301" y="58528"/>
                </a:cubicBezTo>
                <a:cubicBezTo>
                  <a:pt x="142791" y="59965"/>
                  <a:pt x="140568" y="61886"/>
                  <a:pt x="138631" y="64294"/>
                </a:cubicBezTo>
                <a:cubicBezTo>
                  <a:pt x="136695" y="66701"/>
                  <a:pt x="134991" y="69486"/>
                  <a:pt x="133521" y="72648"/>
                </a:cubicBezTo>
                <a:cubicBezTo>
                  <a:pt x="132051" y="75808"/>
                  <a:pt x="130832" y="79095"/>
                  <a:pt x="129863" y="82509"/>
                </a:cubicBezTo>
                <a:cubicBezTo>
                  <a:pt x="128895" y="85920"/>
                  <a:pt x="128178" y="89368"/>
                  <a:pt x="127712" y="92853"/>
                </a:cubicBezTo>
                <a:cubicBezTo>
                  <a:pt x="127245" y="96336"/>
                  <a:pt x="127012" y="99551"/>
                  <a:pt x="127012" y="102499"/>
                </a:cubicBezTo>
                <a:cubicBezTo>
                  <a:pt x="127012" y="104653"/>
                  <a:pt x="127174" y="106700"/>
                  <a:pt x="127496" y="108641"/>
                </a:cubicBezTo>
                <a:cubicBezTo>
                  <a:pt x="127819" y="110580"/>
                  <a:pt x="128411" y="112304"/>
                  <a:pt x="129272" y="113815"/>
                </a:cubicBezTo>
                <a:cubicBezTo>
                  <a:pt x="130132" y="115323"/>
                  <a:pt x="131280" y="116527"/>
                  <a:pt x="132714" y="117426"/>
                </a:cubicBezTo>
                <a:cubicBezTo>
                  <a:pt x="134149" y="118322"/>
                  <a:pt x="135978" y="118770"/>
                  <a:pt x="138201" y="118770"/>
                </a:cubicBezTo>
                <a:cubicBezTo>
                  <a:pt x="141357" y="118770"/>
                  <a:pt x="144584" y="117820"/>
                  <a:pt x="147883" y="115919"/>
                </a:cubicBezTo>
                <a:cubicBezTo>
                  <a:pt x="151182" y="114019"/>
                  <a:pt x="154266" y="111437"/>
                  <a:pt x="157135" y="108174"/>
                </a:cubicBezTo>
                <a:cubicBezTo>
                  <a:pt x="160004" y="104910"/>
                  <a:pt x="162532" y="101109"/>
                  <a:pt x="164720" y="96770"/>
                </a:cubicBezTo>
                <a:cubicBezTo>
                  <a:pt x="166907" y="92431"/>
                  <a:pt x="168503" y="87787"/>
                  <a:pt x="169507" y="82838"/>
                </a:cubicBezTo>
                <a:lnTo>
                  <a:pt x="172519" y="68314"/>
                </a:lnTo>
                <a:close/>
                <a:moveTo>
                  <a:pt x="301139" y="45954"/>
                </a:moveTo>
                <a:cubicBezTo>
                  <a:pt x="301139" y="47613"/>
                  <a:pt x="300941" y="49488"/>
                  <a:pt x="300547" y="51579"/>
                </a:cubicBezTo>
                <a:cubicBezTo>
                  <a:pt x="300153" y="53668"/>
                  <a:pt x="299633" y="55649"/>
                  <a:pt x="298987" y="57523"/>
                </a:cubicBezTo>
                <a:cubicBezTo>
                  <a:pt x="298342" y="59396"/>
                  <a:pt x="297535" y="60964"/>
                  <a:pt x="296566" y="62226"/>
                </a:cubicBezTo>
                <a:cubicBezTo>
                  <a:pt x="295598" y="63488"/>
                  <a:pt x="294540" y="64119"/>
                  <a:pt x="293393" y="64119"/>
                </a:cubicBezTo>
                <a:cubicBezTo>
                  <a:pt x="292317" y="64119"/>
                  <a:pt x="291277" y="63683"/>
                  <a:pt x="290273" y="62811"/>
                </a:cubicBezTo>
                <a:cubicBezTo>
                  <a:pt x="289269" y="61939"/>
                  <a:pt x="288032" y="60959"/>
                  <a:pt x="286561" y="59869"/>
                </a:cubicBezTo>
                <a:cubicBezTo>
                  <a:pt x="285091" y="58780"/>
                  <a:pt x="283244" y="57782"/>
                  <a:pt x="281021" y="56874"/>
                </a:cubicBezTo>
                <a:cubicBezTo>
                  <a:pt x="278798" y="55966"/>
                  <a:pt x="275929" y="55512"/>
                  <a:pt x="272414" y="55512"/>
                </a:cubicBezTo>
                <a:cubicBezTo>
                  <a:pt x="268685" y="55512"/>
                  <a:pt x="265350" y="56336"/>
                  <a:pt x="262409" y="57983"/>
                </a:cubicBezTo>
                <a:cubicBezTo>
                  <a:pt x="259469" y="59631"/>
                  <a:pt x="256905" y="61761"/>
                  <a:pt x="254717" y="64374"/>
                </a:cubicBezTo>
                <a:cubicBezTo>
                  <a:pt x="252530" y="66988"/>
                  <a:pt x="250719" y="69960"/>
                  <a:pt x="249284" y="73290"/>
                </a:cubicBezTo>
                <a:cubicBezTo>
                  <a:pt x="247850" y="76618"/>
                  <a:pt x="246666" y="79983"/>
                  <a:pt x="245734" y="83383"/>
                </a:cubicBezTo>
                <a:cubicBezTo>
                  <a:pt x="244802" y="86783"/>
                  <a:pt x="244138" y="90040"/>
                  <a:pt x="243744" y="93156"/>
                </a:cubicBezTo>
                <a:cubicBezTo>
                  <a:pt x="243349" y="96271"/>
                  <a:pt x="243152" y="98974"/>
                  <a:pt x="243152" y="101265"/>
                </a:cubicBezTo>
                <a:cubicBezTo>
                  <a:pt x="243152" y="107065"/>
                  <a:pt x="244425" y="111469"/>
                  <a:pt x="246971" y="114477"/>
                </a:cubicBezTo>
                <a:cubicBezTo>
                  <a:pt x="249517" y="117483"/>
                  <a:pt x="253516" y="118986"/>
                  <a:pt x="258967" y="118986"/>
                </a:cubicBezTo>
                <a:cubicBezTo>
                  <a:pt x="262983" y="118986"/>
                  <a:pt x="266426" y="118466"/>
                  <a:pt x="269294" y="117426"/>
                </a:cubicBezTo>
                <a:cubicBezTo>
                  <a:pt x="272163" y="116386"/>
                  <a:pt x="274620" y="115238"/>
                  <a:pt x="276664" y="113983"/>
                </a:cubicBezTo>
                <a:cubicBezTo>
                  <a:pt x="278708" y="112728"/>
                  <a:pt x="280465" y="111598"/>
                  <a:pt x="281935" y="110594"/>
                </a:cubicBezTo>
                <a:cubicBezTo>
                  <a:pt x="283406" y="109590"/>
                  <a:pt x="284750" y="109088"/>
                  <a:pt x="285970" y="109088"/>
                </a:cubicBezTo>
                <a:cubicBezTo>
                  <a:pt x="286687" y="109088"/>
                  <a:pt x="287207" y="109411"/>
                  <a:pt x="287530" y="110056"/>
                </a:cubicBezTo>
                <a:cubicBezTo>
                  <a:pt x="287852" y="110702"/>
                  <a:pt x="288014" y="111634"/>
                  <a:pt x="288014" y="112853"/>
                </a:cubicBezTo>
                <a:cubicBezTo>
                  <a:pt x="288014" y="114073"/>
                  <a:pt x="287870" y="115597"/>
                  <a:pt x="287583" y="117426"/>
                </a:cubicBezTo>
                <a:cubicBezTo>
                  <a:pt x="287297" y="119255"/>
                  <a:pt x="286920" y="121101"/>
                  <a:pt x="286454" y="122966"/>
                </a:cubicBezTo>
                <a:cubicBezTo>
                  <a:pt x="285988" y="124831"/>
                  <a:pt x="285450" y="126570"/>
                  <a:pt x="284840" y="128184"/>
                </a:cubicBezTo>
                <a:cubicBezTo>
                  <a:pt x="284230" y="129798"/>
                  <a:pt x="283442" y="131075"/>
                  <a:pt x="282473" y="132016"/>
                </a:cubicBezTo>
                <a:cubicBezTo>
                  <a:pt x="281505" y="132958"/>
                  <a:pt x="279981" y="134027"/>
                  <a:pt x="277901" y="135224"/>
                </a:cubicBezTo>
                <a:cubicBezTo>
                  <a:pt x="275821" y="136418"/>
                  <a:pt x="273418" y="137486"/>
                  <a:pt x="270693" y="138428"/>
                </a:cubicBezTo>
                <a:cubicBezTo>
                  <a:pt x="267968" y="139369"/>
                  <a:pt x="265009" y="140129"/>
                  <a:pt x="261818" y="140707"/>
                </a:cubicBezTo>
                <a:cubicBezTo>
                  <a:pt x="258626" y="141288"/>
                  <a:pt x="255309" y="141578"/>
                  <a:pt x="251866" y="141578"/>
                </a:cubicBezTo>
                <a:cubicBezTo>
                  <a:pt x="239602" y="141578"/>
                  <a:pt x="230422" y="138476"/>
                  <a:pt x="224325" y="132272"/>
                </a:cubicBezTo>
                <a:cubicBezTo>
                  <a:pt x="218229" y="126068"/>
                  <a:pt x="215181" y="116906"/>
                  <a:pt x="215181" y="104785"/>
                </a:cubicBezTo>
                <a:cubicBezTo>
                  <a:pt x="215181" y="100410"/>
                  <a:pt x="215593" y="95604"/>
                  <a:pt x="216418" y="90369"/>
                </a:cubicBezTo>
                <a:cubicBezTo>
                  <a:pt x="217243" y="85133"/>
                  <a:pt x="218588" y="79880"/>
                  <a:pt x="220452" y="74608"/>
                </a:cubicBezTo>
                <a:cubicBezTo>
                  <a:pt x="222317" y="69337"/>
                  <a:pt x="224738" y="64226"/>
                  <a:pt x="227714" y="59278"/>
                </a:cubicBezTo>
                <a:cubicBezTo>
                  <a:pt x="230691" y="54329"/>
                  <a:pt x="234330" y="49954"/>
                  <a:pt x="238634" y="46153"/>
                </a:cubicBezTo>
                <a:cubicBezTo>
                  <a:pt x="242937" y="42351"/>
                  <a:pt x="247922" y="39303"/>
                  <a:pt x="253588" y="37008"/>
                </a:cubicBezTo>
                <a:cubicBezTo>
                  <a:pt x="259254" y="34713"/>
                  <a:pt x="265780" y="33566"/>
                  <a:pt x="273167" y="33566"/>
                </a:cubicBezTo>
                <a:cubicBezTo>
                  <a:pt x="276036" y="33566"/>
                  <a:pt x="278833" y="33781"/>
                  <a:pt x="281559" y="34211"/>
                </a:cubicBezTo>
                <a:cubicBezTo>
                  <a:pt x="284284" y="34641"/>
                  <a:pt x="286794" y="35233"/>
                  <a:pt x="289090" y="35986"/>
                </a:cubicBezTo>
                <a:cubicBezTo>
                  <a:pt x="291385" y="36739"/>
                  <a:pt x="293411" y="37618"/>
                  <a:pt x="295168" y="38622"/>
                </a:cubicBezTo>
                <a:cubicBezTo>
                  <a:pt x="296925" y="39626"/>
                  <a:pt x="298234" y="40540"/>
                  <a:pt x="299095" y="41365"/>
                </a:cubicBezTo>
                <a:cubicBezTo>
                  <a:pt x="299955" y="42190"/>
                  <a:pt x="300511" y="42927"/>
                  <a:pt x="300762" y="43577"/>
                </a:cubicBezTo>
                <a:cubicBezTo>
                  <a:pt x="301013" y="44225"/>
                  <a:pt x="301139" y="45017"/>
                  <a:pt x="301139" y="45954"/>
                </a:cubicBezTo>
                <a:close/>
                <a:moveTo>
                  <a:pt x="378908" y="40558"/>
                </a:moveTo>
                <a:cubicBezTo>
                  <a:pt x="378908" y="41276"/>
                  <a:pt x="378836" y="42190"/>
                  <a:pt x="378693" y="43302"/>
                </a:cubicBezTo>
                <a:cubicBezTo>
                  <a:pt x="378549" y="44413"/>
                  <a:pt x="378352" y="45615"/>
                  <a:pt x="378101" y="46906"/>
                </a:cubicBezTo>
                <a:cubicBezTo>
                  <a:pt x="377850" y="48197"/>
                  <a:pt x="377509" y="49488"/>
                  <a:pt x="377079" y="50779"/>
                </a:cubicBezTo>
                <a:cubicBezTo>
                  <a:pt x="376649" y="52070"/>
                  <a:pt x="376165" y="53235"/>
                  <a:pt x="375627" y="54275"/>
                </a:cubicBezTo>
                <a:cubicBezTo>
                  <a:pt x="375089" y="55315"/>
                  <a:pt x="374479" y="56176"/>
                  <a:pt x="373798" y="56857"/>
                </a:cubicBezTo>
                <a:cubicBezTo>
                  <a:pt x="373116" y="57538"/>
                  <a:pt x="372381" y="57879"/>
                  <a:pt x="371592" y="57879"/>
                </a:cubicBezTo>
                <a:lnTo>
                  <a:pt x="350614" y="57879"/>
                </a:lnTo>
                <a:lnTo>
                  <a:pt x="341577" y="102956"/>
                </a:lnTo>
                <a:cubicBezTo>
                  <a:pt x="341362" y="104025"/>
                  <a:pt x="341165" y="105290"/>
                  <a:pt x="340985" y="106751"/>
                </a:cubicBezTo>
                <a:cubicBezTo>
                  <a:pt x="340806" y="108211"/>
                  <a:pt x="340716" y="109403"/>
                  <a:pt x="340716" y="110329"/>
                </a:cubicBezTo>
                <a:cubicBezTo>
                  <a:pt x="340716" y="113177"/>
                  <a:pt x="341398" y="115261"/>
                  <a:pt x="342760" y="116578"/>
                </a:cubicBezTo>
                <a:cubicBezTo>
                  <a:pt x="344123" y="117896"/>
                  <a:pt x="346275" y="118555"/>
                  <a:pt x="349215" y="118555"/>
                </a:cubicBezTo>
                <a:cubicBezTo>
                  <a:pt x="350937" y="118555"/>
                  <a:pt x="352407" y="118430"/>
                  <a:pt x="353626" y="118179"/>
                </a:cubicBezTo>
                <a:cubicBezTo>
                  <a:pt x="354845" y="117928"/>
                  <a:pt x="355903" y="117641"/>
                  <a:pt x="356800" y="117318"/>
                </a:cubicBezTo>
                <a:cubicBezTo>
                  <a:pt x="357696" y="116995"/>
                  <a:pt x="358467" y="116708"/>
                  <a:pt x="359113" y="116457"/>
                </a:cubicBezTo>
                <a:cubicBezTo>
                  <a:pt x="359758" y="116206"/>
                  <a:pt x="360368" y="116081"/>
                  <a:pt x="360942" y="116081"/>
                </a:cubicBezTo>
                <a:cubicBezTo>
                  <a:pt x="361516" y="116081"/>
                  <a:pt x="362000" y="116350"/>
                  <a:pt x="362394" y="116888"/>
                </a:cubicBezTo>
                <a:cubicBezTo>
                  <a:pt x="362789" y="117426"/>
                  <a:pt x="362986" y="118305"/>
                  <a:pt x="362986" y="119527"/>
                </a:cubicBezTo>
                <a:cubicBezTo>
                  <a:pt x="362986" y="120896"/>
                  <a:pt x="362842" y="122446"/>
                  <a:pt x="362555" y="124176"/>
                </a:cubicBezTo>
                <a:cubicBezTo>
                  <a:pt x="362269" y="125907"/>
                  <a:pt x="361892" y="127582"/>
                  <a:pt x="361426" y="129202"/>
                </a:cubicBezTo>
                <a:cubicBezTo>
                  <a:pt x="360960" y="130823"/>
                  <a:pt x="360440" y="132300"/>
                  <a:pt x="359866" y="133634"/>
                </a:cubicBezTo>
                <a:cubicBezTo>
                  <a:pt x="359292" y="134967"/>
                  <a:pt x="358683" y="135958"/>
                  <a:pt x="358037" y="136605"/>
                </a:cubicBezTo>
                <a:cubicBezTo>
                  <a:pt x="357392" y="137255"/>
                  <a:pt x="356423" y="137868"/>
                  <a:pt x="355132" y="138444"/>
                </a:cubicBezTo>
                <a:cubicBezTo>
                  <a:pt x="353841" y="139020"/>
                  <a:pt x="352317" y="139525"/>
                  <a:pt x="350560" y="139957"/>
                </a:cubicBezTo>
                <a:cubicBezTo>
                  <a:pt x="348803" y="140390"/>
                  <a:pt x="346920" y="140732"/>
                  <a:pt x="344912" y="140983"/>
                </a:cubicBezTo>
                <a:cubicBezTo>
                  <a:pt x="342904" y="141236"/>
                  <a:pt x="340896" y="141363"/>
                  <a:pt x="338887" y="141363"/>
                </a:cubicBezTo>
                <a:cubicBezTo>
                  <a:pt x="334584" y="141363"/>
                  <a:pt x="330801" y="140914"/>
                  <a:pt x="327538" y="140018"/>
                </a:cubicBezTo>
                <a:cubicBezTo>
                  <a:pt x="324274" y="139121"/>
                  <a:pt x="321531" y="137705"/>
                  <a:pt x="319308" y="135768"/>
                </a:cubicBezTo>
                <a:cubicBezTo>
                  <a:pt x="317084" y="133832"/>
                  <a:pt x="315417" y="131357"/>
                  <a:pt x="314305" y="128345"/>
                </a:cubicBezTo>
                <a:cubicBezTo>
                  <a:pt x="313193" y="125333"/>
                  <a:pt x="312638" y="121675"/>
                  <a:pt x="312638" y="117372"/>
                </a:cubicBezTo>
                <a:cubicBezTo>
                  <a:pt x="312638" y="116583"/>
                  <a:pt x="312673" y="115668"/>
                  <a:pt x="312745" y="114628"/>
                </a:cubicBezTo>
                <a:cubicBezTo>
                  <a:pt x="312817" y="113589"/>
                  <a:pt x="312942" y="112495"/>
                  <a:pt x="313122" y="111347"/>
                </a:cubicBezTo>
                <a:cubicBezTo>
                  <a:pt x="313301" y="110200"/>
                  <a:pt x="313480" y="109034"/>
                  <a:pt x="313660" y="107851"/>
                </a:cubicBezTo>
                <a:cubicBezTo>
                  <a:pt x="313839" y="106667"/>
                  <a:pt x="314036" y="105610"/>
                  <a:pt x="314251" y="104677"/>
                </a:cubicBezTo>
                <a:lnTo>
                  <a:pt x="323611" y="57879"/>
                </a:lnTo>
                <a:lnTo>
                  <a:pt x="311992" y="57879"/>
                </a:lnTo>
                <a:cubicBezTo>
                  <a:pt x="311060" y="57879"/>
                  <a:pt x="310378" y="57574"/>
                  <a:pt x="309948" y="56965"/>
                </a:cubicBezTo>
                <a:cubicBezTo>
                  <a:pt x="309518" y="56355"/>
                  <a:pt x="309302" y="55190"/>
                  <a:pt x="309302" y="53468"/>
                </a:cubicBezTo>
                <a:cubicBezTo>
                  <a:pt x="309302" y="52249"/>
                  <a:pt x="309428" y="50653"/>
                  <a:pt x="309679" y="48681"/>
                </a:cubicBezTo>
                <a:cubicBezTo>
                  <a:pt x="309930" y="46708"/>
                  <a:pt x="310342" y="44772"/>
                  <a:pt x="310916" y="42871"/>
                </a:cubicBezTo>
                <a:cubicBezTo>
                  <a:pt x="311490" y="40971"/>
                  <a:pt x="312243" y="39339"/>
                  <a:pt x="313175" y="37976"/>
                </a:cubicBezTo>
                <a:cubicBezTo>
                  <a:pt x="314108" y="36614"/>
                  <a:pt x="315219" y="35932"/>
                  <a:pt x="316510" y="35932"/>
                </a:cubicBezTo>
                <a:lnTo>
                  <a:pt x="328022" y="35932"/>
                </a:lnTo>
                <a:lnTo>
                  <a:pt x="332325" y="14436"/>
                </a:lnTo>
                <a:cubicBezTo>
                  <a:pt x="332468" y="13717"/>
                  <a:pt x="332809" y="13069"/>
                  <a:pt x="333347" y="12493"/>
                </a:cubicBezTo>
                <a:cubicBezTo>
                  <a:pt x="333885" y="11915"/>
                  <a:pt x="334710" y="11428"/>
                  <a:pt x="335821" y="11034"/>
                </a:cubicBezTo>
                <a:cubicBezTo>
                  <a:pt x="336933" y="10637"/>
                  <a:pt x="338368" y="10349"/>
                  <a:pt x="340125" y="10170"/>
                </a:cubicBezTo>
                <a:cubicBezTo>
                  <a:pt x="341882" y="9988"/>
                  <a:pt x="344087" y="9898"/>
                  <a:pt x="346741" y="9898"/>
                </a:cubicBezTo>
                <a:cubicBezTo>
                  <a:pt x="349323" y="9898"/>
                  <a:pt x="351475" y="9988"/>
                  <a:pt x="353196" y="10170"/>
                </a:cubicBezTo>
                <a:cubicBezTo>
                  <a:pt x="354917" y="10349"/>
                  <a:pt x="356244" y="10637"/>
                  <a:pt x="357176" y="11034"/>
                </a:cubicBezTo>
                <a:cubicBezTo>
                  <a:pt x="358109" y="11428"/>
                  <a:pt x="358736" y="11915"/>
                  <a:pt x="359059" y="12493"/>
                </a:cubicBezTo>
                <a:cubicBezTo>
                  <a:pt x="359382" y="13069"/>
                  <a:pt x="359471" y="13717"/>
                  <a:pt x="359328" y="14436"/>
                </a:cubicBezTo>
                <a:lnTo>
                  <a:pt x="355025" y="35932"/>
                </a:lnTo>
                <a:lnTo>
                  <a:pt x="375788" y="35932"/>
                </a:lnTo>
                <a:cubicBezTo>
                  <a:pt x="377007" y="35932"/>
                  <a:pt x="377832" y="36327"/>
                  <a:pt x="378262" y="37116"/>
                </a:cubicBezTo>
                <a:cubicBezTo>
                  <a:pt x="378693" y="37905"/>
                  <a:pt x="378908" y="39052"/>
                  <a:pt x="378908" y="40558"/>
                </a:cubicBezTo>
                <a:close/>
                <a:moveTo>
                  <a:pt x="483406" y="71834"/>
                </a:moveTo>
                <a:cubicBezTo>
                  <a:pt x="483406" y="77007"/>
                  <a:pt x="482922" y="82325"/>
                  <a:pt x="481954" y="87787"/>
                </a:cubicBezTo>
                <a:cubicBezTo>
                  <a:pt x="480985" y="93249"/>
                  <a:pt x="479461" y="98585"/>
                  <a:pt x="477381" y="103796"/>
                </a:cubicBezTo>
                <a:cubicBezTo>
                  <a:pt x="475302" y="109005"/>
                  <a:pt x="472630" y="113891"/>
                  <a:pt x="469367" y="118454"/>
                </a:cubicBezTo>
                <a:cubicBezTo>
                  <a:pt x="466103" y="123018"/>
                  <a:pt x="462195" y="127042"/>
                  <a:pt x="457640" y="130527"/>
                </a:cubicBezTo>
                <a:cubicBezTo>
                  <a:pt x="453086" y="134012"/>
                  <a:pt x="447868" y="136761"/>
                  <a:pt x="441987" y="138774"/>
                </a:cubicBezTo>
                <a:cubicBezTo>
                  <a:pt x="436106" y="140787"/>
                  <a:pt x="429472" y="141793"/>
                  <a:pt x="422084" y="141793"/>
                </a:cubicBezTo>
                <a:cubicBezTo>
                  <a:pt x="414841" y="141793"/>
                  <a:pt x="408583" y="140948"/>
                  <a:pt x="403311" y="139258"/>
                </a:cubicBezTo>
                <a:cubicBezTo>
                  <a:pt x="398040" y="137570"/>
                  <a:pt x="393647" y="135091"/>
                  <a:pt x="390133" y="131821"/>
                </a:cubicBezTo>
                <a:cubicBezTo>
                  <a:pt x="386618" y="128551"/>
                  <a:pt x="384000" y="124527"/>
                  <a:pt x="382279" y="119749"/>
                </a:cubicBezTo>
                <a:cubicBezTo>
                  <a:pt x="380558" y="114970"/>
                  <a:pt x="379697" y="109490"/>
                  <a:pt x="379697" y="103309"/>
                </a:cubicBezTo>
                <a:cubicBezTo>
                  <a:pt x="379697" y="98136"/>
                  <a:pt x="380181" y="92819"/>
                  <a:pt x="381150" y="87356"/>
                </a:cubicBezTo>
                <a:cubicBezTo>
                  <a:pt x="382118" y="81894"/>
                  <a:pt x="383642" y="76577"/>
                  <a:pt x="385722" y="71404"/>
                </a:cubicBezTo>
                <a:cubicBezTo>
                  <a:pt x="387802" y="66229"/>
                  <a:pt x="390473" y="61324"/>
                  <a:pt x="393737" y="56689"/>
                </a:cubicBezTo>
                <a:cubicBezTo>
                  <a:pt x="397000" y="52054"/>
                  <a:pt x="400909" y="48012"/>
                  <a:pt x="405463" y="44562"/>
                </a:cubicBezTo>
                <a:cubicBezTo>
                  <a:pt x="410017" y="41113"/>
                  <a:pt x="415235" y="38382"/>
                  <a:pt x="421116" y="36369"/>
                </a:cubicBezTo>
                <a:cubicBezTo>
                  <a:pt x="426997" y="34357"/>
                  <a:pt x="433632" y="33350"/>
                  <a:pt x="441019" y="33350"/>
                </a:cubicBezTo>
                <a:cubicBezTo>
                  <a:pt x="448263" y="33350"/>
                  <a:pt x="454520" y="34195"/>
                  <a:pt x="459792" y="35885"/>
                </a:cubicBezTo>
                <a:cubicBezTo>
                  <a:pt x="465063" y="37573"/>
                  <a:pt x="469456" y="40052"/>
                  <a:pt x="472971" y="43322"/>
                </a:cubicBezTo>
                <a:cubicBezTo>
                  <a:pt x="476485" y="46592"/>
                  <a:pt x="479103" y="50616"/>
                  <a:pt x="480824" y="55395"/>
                </a:cubicBezTo>
                <a:cubicBezTo>
                  <a:pt x="482545" y="60173"/>
                  <a:pt x="483406" y="65653"/>
                  <a:pt x="483406" y="71834"/>
                </a:cubicBezTo>
                <a:moveTo>
                  <a:pt x="455435" y="73616"/>
                </a:moveTo>
                <a:cubicBezTo>
                  <a:pt x="455435" y="70599"/>
                  <a:pt x="455130" y="67925"/>
                  <a:pt x="454520" y="65591"/>
                </a:cubicBezTo>
                <a:cubicBezTo>
                  <a:pt x="453911" y="63256"/>
                  <a:pt x="452907" y="61280"/>
                  <a:pt x="451508" y="59664"/>
                </a:cubicBezTo>
                <a:cubicBezTo>
                  <a:pt x="450109" y="58046"/>
                  <a:pt x="448316" y="56807"/>
                  <a:pt x="446129" y="55946"/>
                </a:cubicBezTo>
                <a:cubicBezTo>
                  <a:pt x="443941" y="55083"/>
                  <a:pt x="441270" y="54652"/>
                  <a:pt x="438114" y="54652"/>
                </a:cubicBezTo>
                <a:cubicBezTo>
                  <a:pt x="434528" y="54652"/>
                  <a:pt x="431301" y="55352"/>
                  <a:pt x="428432" y="56753"/>
                </a:cubicBezTo>
                <a:cubicBezTo>
                  <a:pt x="425563" y="58154"/>
                  <a:pt x="422999" y="60040"/>
                  <a:pt x="420740" y="62411"/>
                </a:cubicBezTo>
                <a:cubicBezTo>
                  <a:pt x="418480" y="64782"/>
                  <a:pt x="416526" y="67530"/>
                  <a:pt x="414876" y="70654"/>
                </a:cubicBezTo>
                <a:cubicBezTo>
                  <a:pt x="413227" y="73779"/>
                  <a:pt x="411864" y="77066"/>
                  <a:pt x="410788" y="80515"/>
                </a:cubicBezTo>
                <a:cubicBezTo>
                  <a:pt x="409712" y="83962"/>
                  <a:pt x="408924" y="87464"/>
                  <a:pt x="408422" y="91021"/>
                </a:cubicBezTo>
                <a:cubicBezTo>
                  <a:pt x="407919" y="94576"/>
                  <a:pt x="407668" y="97970"/>
                  <a:pt x="407668" y="101204"/>
                </a:cubicBezTo>
                <a:cubicBezTo>
                  <a:pt x="407668" y="104221"/>
                  <a:pt x="407973" y="106915"/>
                  <a:pt x="408583" y="109286"/>
                </a:cubicBezTo>
                <a:cubicBezTo>
                  <a:pt x="409193" y="111655"/>
                  <a:pt x="410197" y="113649"/>
                  <a:pt x="411595" y="115267"/>
                </a:cubicBezTo>
                <a:cubicBezTo>
                  <a:pt x="412994" y="116883"/>
                  <a:pt x="414787" y="118123"/>
                  <a:pt x="416974" y="118986"/>
                </a:cubicBezTo>
                <a:cubicBezTo>
                  <a:pt x="419162" y="119846"/>
                  <a:pt x="421833" y="120277"/>
                  <a:pt x="424989" y="120277"/>
                </a:cubicBezTo>
                <a:cubicBezTo>
                  <a:pt x="428575" y="120277"/>
                  <a:pt x="431803" y="119576"/>
                  <a:pt x="434671" y="118175"/>
                </a:cubicBezTo>
                <a:cubicBezTo>
                  <a:pt x="437540" y="116775"/>
                  <a:pt x="440104" y="114871"/>
                  <a:pt x="442364" y="112463"/>
                </a:cubicBezTo>
                <a:cubicBezTo>
                  <a:pt x="444623" y="110056"/>
                  <a:pt x="446577" y="107291"/>
                  <a:pt x="448227" y="104166"/>
                </a:cubicBezTo>
                <a:cubicBezTo>
                  <a:pt x="449876" y="101042"/>
                  <a:pt x="451239" y="97738"/>
                  <a:pt x="452315" y="94255"/>
                </a:cubicBezTo>
                <a:cubicBezTo>
                  <a:pt x="453391" y="90770"/>
                  <a:pt x="454180" y="87268"/>
                  <a:pt x="454682" y="83749"/>
                </a:cubicBezTo>
                <a:cubicBezTo>
                  <a:pt x="455184" y="80228"/>
                  <a:pt x="455435" y="76850"/>
                  <a:pt x="455435" y="73616"/>
                </a:cubicBezTo>
                <a:close/>
                <a:moveTo>
                  <a:pt x="573511" y="37976"/>
                </a:moveTo>
                <a:cubicBezTo>
                  <a:pt x="573511" y="38478"/>
                  <a:pt x="573439" y="39375"/>
                  <a:pt x="573296" y="40666"/>
                </a:cubicBezTo>
                <a:cubicBezTo>
                  <a:pt x="573152" y="41957"/>
                  <a:pt x="572937" y="43463"/>
                  <a:pt x="572650" y="45184"/>
                </a:cubicBezTo>
                <a:cubicBezTo>
                  <a:pt x="572363" y="46906"/>
                  <a:pt x="572005" y="48681"/>
                  <a:pt x="571575" y="50510"/>
                </a:cubicBezTo>
                <a:cubicBezTo>
                  <a:pt x="571144" y="52339"/>
                  <a:pt x="570660" y="54042"/>
                  <a:pt x="570122" y="55620"/>
                </a:cubicBezTo>
                <a:cubicBezTo>
                  <a:pt x="569584" y="57198"/>
                  <a:pt x="568975" y="58489"/>
                  <a:pt x="568293" y="59493"/>
                </a:cubicBezTo>
                <a:cubicBezTo>
                  <a:pt x="567612" y="60497"/>
                  <a:pt x="566877" y="60999"/>
                  <a:pt x="566088" y="60999"/>
                </a:cubicBezTo>
                <a:cubicBezTo>
                  <a:pt x="565442" y="60999"/>
                  <a:pt x="564797" y="60873"/>
                  <a:pt x="564151" y="60622"/>
                </a:cubicBezTo>
                <a:cubicBezTo>
                  <a:pt x="563506" y="60371"/>
                  <a:pt x="562789" y="60120"/>
                  <a:pt x="562000" y="59869"/>
                </a:cubicBezTo>
                <a:cubicBezTo>
                  <a:pt x="561211" y="59618"/>
                  <a:pt x="560350" y="59367"/>
                  <a:pt x="559418" y="59116"/>
                </a:cubicBezTo>
                <a:cubicBezTo>
                  <a:pt x="558485" y="58865"/>
                  <a:pt x="557410" y="58740"/>
                  <a:pt x="556190" y="58740"/>
                </a:cubicBezTo>
                <a:cubicBezTo>
                  <a:pt x="553752" y="58740"/>
                  <a:pt x="551152" y="59675"/>
                  <a:pt x="548391" y="61547"/>
                </a:cubicBezTo>
                <a:cubicBezTo>
                  <a:pt x="545629" y="63416"/>
                  <a:pt x="542994" y="65880"/>
                  <a:pt x="540483" y="68940"/>
                </a:cubicBezTo>
                <a:cubicBezTo>
                  <a:pt x="537973" y="71997"/>
                  <a:pt x="535732" y="75558"/>
                  <a:pt x="533760" y="79624"/>
                </a:cubicBezTo>
                <a:cubicBezTo>
                  <a:pt x="531787" y="83690"/>
                  <a:pt x="530371" y="87953"/>
                  <a:pt x="529510" y="92413"/>
                </a:cubicBezTo>
                <a:lnTo>
                  <a:pt x="520903" y="135553"/>
                </a:lnTo>
                <a:cubicBezTo>
                  <a:pt x="520760" y="136270"/>
                  <a:pt x="520419" y="136898"/>
                  <a:pt x="519881" y="137436"/>
                </a:cubicBezTo>
                <a:cubicBezTo>
                  <a:pt x="519344" y="137974"/>
                  <a:pt x="518519" y="138422"/>
                  <a:pt x="517407" y="138781"/>
                </a:cubicBezTo>
                <a:cubicBezTo>
                  <a:pt x="516295" y="139139"/>
                  <a:pt x="514843" y="139408"/>
                  <a:pt x="513050" y="139587"/>
                </a:cubicBezTo>
                <a:cubicBezTo>
                  <a:pt x="511257" y="139767"/>
                  <a:pt x="509069" y="139856"/>
                  <a:pt x="506487" y="139856"/>
                </a:cubicBezTo>
                <a:cubicBezTo>
                  <a:pt x="503834" y="139856"/>
                  <a:pt x="501664" y="139767"/>
                  <a:pt x="499979" y="139587"/>
                </a:cubicBezTo>
                <a:cubicBezTo>
                  <a:pt x="498293" y="139408"/>
                  <a:pt x="496966" y="139139"/>
                  <a:pt x="495998" y="138781"/>
                </a:cubicBezTo>
                <a:cubicBezTo>
                  <a:pt x="495030" y="138422"/>
                  <a:pt x="494402" y="137974"/>
                  <a:pt x="494116" y="137436"/>
                </a:cubicBezTo>
                <a:cubicBezTo>
                  <a:pt x="493829" y="136898"/>
                  <a:pt x="493757" y="136270"/>
                  <a:pt x="493900" y="135553"/>
                </a:cubicBezTo>
                <a:lnTo>
                  <a:pt x="513050" y="39483"/>
                </a:lnTo>
                <a:cubicBezTo>
                  <a:pt x="513193" y="38765"/>
                  <a:pt x="513516" y="38138"/>
                  <a:pt x="514018" y="37600"/>
                </a:cubicBezTo>
                <a:cubicBezTo>
                  <a:pt x="514520" y="37062"/>
                  <a:pt x="515255" y="36632"/>
                  <a:pt x="516224" y="36309"/>
                </a:cubicBezTo>
                <a:cubicBezTo>
                  <a:pt x="517192" y="35986"/>
                  <a:pt x="518447" y="35735"/>
                  <a:pt x="519989" y="35556"/>
                </a:cubicBezTo>
                <a:cubicBezTo>
                  <a:pt x="521531" y="35377"/>
                  <a:pt x="523378" y="35287"/>
                  <a:pt x="525529" y="35287"/>
                </a:cubicBezTo>
                <a:cubicBezTo>
                  <a:pt x="527753" y="35287"/>
                  <a:pt x="529564" y="35377"/>
                  <a:pt x="530962" y="35556"/>
                </a:cubicBezTo>
                <a:cubicBezTo>
                  <a:pt x="532361" y="35735"/>
                  <a:pt x="533455" y="35986"/>
                  <a:pt x="534244" y="36309"/>
                </a:cubicBezTo>
                <a:cubicBezTo>
                  <a:pt x="535033" y="36632"/>
                  <a:pt x="535553" y="37062"/>
                  <a:pt x="535804" y="37600"/>
                </a:cubicBezTo>
                <a:cubicBezTo>
                  <a:pt x="536055" y="38138"/>
                  <a:pt x="536108" y="38765"/>
                  <a:pt x="535965" y="39483"/>
                </a:cubicBezTo>
                <a:lnTo>
                  <a:pt x="532953" y="54759"/>
                </a:lnTo>
                <a:cubicBezTo>
                  <a:pt x="534674" y="51659"/>
                  <a:pt x="536664" y="48812"/>
                  <a:pt x="538923" y="46217"/>
                </a:cubicBezTo>
                <a:cubicBezTo>
                  <a:pt x="541183" y="43621"/>
                  <a:pt x="543585" y="41369"/>
                  <a:pt x="546131" y="39459"/>
                </a:cubicBezTo>
                <a:cubicBezTo>
                  <a:pt x="548678" y="37549"/>
                  <a:pt x="551313" y="36055"/>
                  <a:pt x="554039" y="34974"/>
                </a:cubicBezTo>
                <a:cubicBezTo>
                  <a:pt x="556764" y="33892"/>
                  <a:pt x="559454" y="33350"/>
                  <a:pt x="562107" y="33350"/>
                </a:cubicBezTo>
                <a:cubicBezTo>
                  <a:pt x="563183" y="33350"/>
                  <a:pt x="564277" y="33422"/>
                  <a:pt x="565389" y="33566"/>
                </a:cubicBezTo>
                <a:cubicBezTo>
                  <a:pt x="566500" y="33709"/>
                  <a:pt x="567540" y="33888"/>
                  <a:pt x="568508" y="34103"/>
                </a:cubicBezTo>
                <a:cubicBezTo>
                  <a:pt x="569477" y="34319"/>
                  <a:pt x="570337" y="34588"/>
                  <a:pt x="571090" y="34910"/>
                </a:cubicBezTo>
                <a:cubicBezTo>
                  <a:pt x="571843" y="35233"/>
                  <a:pt x="572435" y="35574"/>
                  <a:pt x="572866" y="35932"/>
                </a:cubicBezTo>
                <a:cubicBezTo>
                  <a:pt x="573296" y="36363"/>
                  <a:pt x="573511" y="37044"/>
                  <a:pt x="573511" y="37976"/>
                </a:cubicBezTo>
                <a:close/>
                <a:moveTo>
                  <a:pt x="650991" y="43678"/>
                </a:moveTo>
                <a:cubicBezTo>
                  <a:pt x="650991" y="44539"/>
                  <a:pt x="650866" y="45812"/>
                  <a:pt x="650615" y="47497"/>
                </a:cubicBezTo>
                <a:cubicBezTo>
                  <a:pt x="650364" y="49183"/>
                  <a:pt x="649987" y="50886"/>
                  <a:pt x="649485" y="52608"/>
                </a:cubicBezTo>
                <a:cubicBezTo>
                  <a:pt x="648983" y="54329"/>
                  <a:pt x="648391" y="55817"/>
                  <a:pt x="647710" y="57072"/>
                </a:cubicBezTo>
                <a:cubicBezTo>
                  <a:pt x="647028" y="58327"/>
                  <a:pt x="646257" y="58955"/>
                  <a:pt x="645397" y="58955"/>
                </a:cubicBezTo>
                <a:cubicBezTo>
                  <a:pt x="644464" y="58955"/>
                  <a:pt x="643371" y="58614"/>
                  <a:pt x="642116" y="57933"/>
                </a:cubicBezTo>
                <a:cubicBezTo>
                  <a:pt x="640860" y="57251"/>
                  <a:pt x="639336" y="56498"/>
                  <a:pt x="637543" y="55674"/>
                </a:cubicBezTo>
                <a:cubicBezTo>
                  <a:pt x="635750" y="54849"/>
                  <a:pt x="633652" y="54114"/>
                  <a:pt x="631250" y="53468"/>
                </a:cubicBezTo>
                <a:cubicBezTo>
                  <a:pt x="628847" y="52823"/>
                  <a:pt x="626032" y="52500"/>
                  <a:pt x="622805" y="52500"/>
                </a:cubicBezTo>
                <a:cubicBezTo>
                  <a:pt x="620294" y="52500"/>
                  <a:pt x="618053" y="52825"/>
                  <a:pt x="616081" y="53475"/>
                </a:cubicBezTo>
                <a:cubicBezTo>
                  <a:pt x="614108" y="54123"/>
                  <a:pt x="612477" y="55006"/>
                  <a:pt x="611186" y="56124"/>
                </a:cubicBezTo>
                <a:cubicBezTo>
                  <a:pt x="609895" y="57240"/>
                  <a:pt x="608909" y="58556"/>
                  <a:pt x="608227" y="60071"/>
                </a:cubicBezTo>
                <a:cubicBezTo>
                  <a:pt x="607546" y="61584"/>
                  <a:pt x="607205" y="63205"/>
                  <a:pt x="607205" y="64936"/>
                </a:cubicBezTo>
                <a:cubicBezTo>
                  <a:pt x="607205" y="67164"/>
                  <a:pt x="608120" y="69033"/>
                  <a:pt x="609949" y="70543"/>
                </a:cubicBezTo>
                <a:cubicBezTo>
                  <a:pt x="611777" y="72052"/>
                  <a:pt x="614055" y="73471"/>
                  <a:pt x="616780" y="74800"/>
                </a:cubicBezTo>
                <a:cubicBezTo>
                  <a:pt x="619505" y="76129"/>
                  <a:pt x="622446" y="77512"/>
                  <a:pt x="625602" y="78948"/>
                </a:cubicBezTo>
                <a:cubicBezTo>
                  <a:pt x="628757" y="80385"/>
                  <a:pt x="631698" y="82181"/>
                  <a:pt x="634423" y="84337"/>
                </a:cubicBezTo>
                <a:cubicBezTo>
                  <a:pt x="637149" y="86494"/>
                  <a:pt x="639408" y="89117"/>
                  <a:pt x="641201" y="92208"/>
                </a:cubicBezTo>
                <a:cubicBezTo>
                  <a:pt x="642994" y="95298"/>
                  <a:pt x="643891" y="99179"/>
                  <a:pt x="643891" y="103850"/>
                </a:cubicBezTo>
                <a:cubicBezTo>
                  <a:pt x="643891" y="109312"/>
                  <a:pt x="642851" y="114361"/>
                  <a:pt x="640771" y="118996"/>
                </a:cubicBezTo>
                <a:cubicBezTo>
                  <a:pt x="638691" y="123631"/>
                  <a:pt x="635661" y="127637"/>
                  <a:pt x="631680" y="131015"/>
                </a:cubicBezTo>
                <a:cubicBezTo>
                  <a:pt x="627700" y="134392"/>
                  <a:pt x="622858" y="137034"/>
                  <a:pt x="617157" y="138939"/>
                </a:cubicBezTo>
                <a:cubicBezTo>
                  <a:pt x="611455" y="140841"/>
                  <a:pt x="605018" y="141793"/>
                  <a:pt x="597846" y="141793"/>
                </a:cubicBezTo>
                <a:cubicBezTo>
                  <a:pt x="594403" y="141793"/>
                  <a:pt x="591122" y="141539"/>
                  <a:pt x="588002" y="141030"/>
                </a:cubicBezTo>
                <a:cubicBezTo>
                  <a:pt x="584882" y="140521"/>
                  <a:pt x="582085" y="139904"/>
                  <a:pt x="579610" y="139177"/>
                </a:cubicBezTo>
                <a:cubicBezTo>
                  <a:pt x="577136" y="138449"/>
                  <a:pt x="575038" y="137612"/>
                  <a:pt x="573317" y="136666"/>
                </a:cubicBezTo>
                <a:cubicBezTo>
                  <a:pt x="571596" y="135720"/>
                  <a:pt x="570305" y="134847"/>
                  <a:pt x="569444" y="134047"/>
                </a:cubicBezTo>
                <a:cubicBezTo>
                  <a:pt x="568870" y="133473"/>
                  <a:pt x="568458" y="132864"/>
                  <a:pt x="568207" y="132218"/>
                </a:cubicBezTo>
                <a:cubicBezTo>
                  <a:pt x="567956" y="131573"/>
                  <a:pt x="567830" y="130748"/>
                  <a:pt x="567830" y="129744"/>
                </a:cubicBezTo>
                <a:cubicBezTo>
                  <a:pt x="567830" y="129098"/>
                  <a:pt x="567884" y="128273"/>
                  <a:pt x="567992" y="127269"/>
                </a:cubicBezTo>
                <a:cubicBezTo>
                  <a:pt x="568099" y="126265"/>
                  <a:pt x="568279" y="125154"/>
                  <a:pt x="568530" y="123934"/>
                </a:cubicBezTo>
                <a:cubicBezTo>
                  <a:pt x="568781" y="122715"/>
                  <a:pt x="569067" y="121496"/>
                  <a:pt x="569390" y="120277"/>
                </a:cubicBezTo>
                <a:cubicBezTo>
                  <a:pt x="569713" y="119057"/>
                  <a:pt x="570089" y="117946"/>
                  <a:pt x="570520" y="116942"/>
                </a:cubicBezTo>
                <a:cubicBezTo>
                  <a:pt x="570950" y="115937"/>
                  <a:pt x="571416" y="115131"/>
                  <a:pt x="571918" y="114521"/>
                </a:cubicBezTo>
                <a:cubicBezTo>
                  <a:pt x="572420" y="113911"/>
                  <a:pt x="572958" y="113606"/>
                  <a:pt x="573532" y="113606"/>
                </a:cubicBezTo>
                <a:cubicBezTo>
                  <a:pt x="574536" y="113606"/>
                  <a:pt x="575648" y="114037"/>
                  <a:pt x="576867" y="114897"/>
                </a:cubicBezTo>
                <a:cubicBezTo>
                  <a:pt x="578086" y="115758"/>
                  <a:pt x="579664" y="116708"/>
                  <a:pt x="581601" y="117748"/>
                </a:cubicBezTo>
                <a:cubicBezTo>
                  <a:pt x="583537" y="118788"/>
                  <a:pt x="585922" y="119757"/>
                  <a:pt x="588755" y="120653"/>
                </a:cubicBezTo>
                <a:cubicBezTo>
                  <a:pt x="591588" y="121550"/>
                  <a:pt x="595120" y="121998"/>
                  <a:pt x="599352" y="121998"/>
                </a:cubicBezTo>
                <a:cubicBezTo>
                  <a:pt x="602292" y="121998"/>
                  <a:pt x="604856" y="121658"/>
                  <a:pt x="607044" y="120979"/>
                </a:cubicBezTo>
                <a:cubicBezTo>
                  <a:pt x="609231" y="120300"/>
                  <a:pt x="611042" y="119353"/>
                  <a:pt x="612477" y="118138"/>
                </a:cubicBezTo>
                <a:cubicBezTo>
                  <a:pt x="613911" y="116924"/>
                  <a:pt x="614969" y="115529"/>
                  <a:pt x="615650" y="113956"/>
                </a:cubicBezTo>
                <a:cubicBezTo>
                  <a:pt x="616332" y="112383"/>
                  <a:pt x="616672" y="110703"/>
                  <a:pt x="616672" y="108917"/>
                </a:cubicBezTo>
                <a:cubicBezTo>
                  <a:pt x="616672" y="106402"/>
                  <a:pt x="615794" y="104354"/>
                  <a:pt x="614037" y="102774"/>
                </a:cubicBezTo>
                <a:cubicBezTo>
                  <a:pt x="612280" y="101192"/>
                  <a:pt x="610074" y="99718"/>
                  <a:pt x="607420" y="98353"/>
                </a:cubicBezTo>
                <a:cubicBezTo>
                  <a:pt x="604767" y="96986"/>
                  <a:pt x="601880" y="95584"/>
                  <a:pt x="598760" y="94148"/>
                </a:cubicBezTo>
                <a:cubicBezTo>
                  <a:pt x="595640" y="92711"/>
                  <a:pt x="592753" y="90950"/>
                  <a:pt x="590100" y="88866"/>
                </a:cubicBezTo>
                <a:cubicBezTo>
                  <a:pt x="587446" y="86782"/>
                  <a:pt x="585241" y="84195"/>
                  <a:pt x="583483" y="81107"/>
                </a:cubicBezTo>
                <a:cubicBezTo>
                  <a:pt x="581726" y="78016"/>
                  <a:pt x="580848" y="74135"/>
                  <a:pt x="580848" y="69464"/>
                </a:cubicBezTo>
                <a:cubicBezTo>
                  <a:pt x="580848" y="64361"/>
                  <a:pt x="581816" y="59617"/>
                  <a:pt x="583752" y="55233"/>
                </a:cubicBezTo>
                <a:cubicBezTo>
                  <a:pt x="585689" y="50849"/>
                  <a:pt x="588522" y="47022"/>
                  <a:pt x="592251" y="43752"/>
                </a:cubicBezTo>
                <a:cubicBezTo>
                  <a:pt x="595981" y="40482"/>
                  <a:pt x="600499" y="37932"/>
                  <a:pt x="605807" y="36100"/>
                </a:cubicBezTo>
                <a:cubicBezTo>
                  <a:pt x="611114" y="34267"/>
                  <a:pt x="617139" y="33350"/>
                  <a:pt x="623880" y="33350"/>
                </a:cubicBezTo>
                <a:cubicBezTo>
                  <a:pt x="626893" y="33350"/>
                  <a:pt x="629815" y="33548"/>
                  <a:pt x="632648" y="33942"/>
                </a:cubicBezTo>
                <a:cubicBezTo>
                  <a:pt x="635481" y="34337"/>
                  <a:pt x="638027" y="34857"/>
                  <a:pt x="640287" y="35502"/>
                </a:cubicBezTo>
                <a:cubicBezTo>
                  <a:pt x="642546" y="36148"/>
                  <a:pt x="644518" y="36865"/>
                  <a:pt x="646204" y="37654"/>
                </a:cubicBezTo>
                <a:cubicBezTo>
                  <a:pt x="647889" y="38443"/>
                  <a:pt x="649090" y="39232"/>
                  <a:pt x="649808" y="40020"/>
                </a:cubicBezTo>
                <a:cubicBezTo>
                  <a:pt x="650597" y="40738"/>
                  <a:pt x="650991" y="41957"/>
                  <a:pt x="650991" y="436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Decision">
            <a:extLst xmlns:a="http://schemas.openxmlformats.org/drawingml/2006/main">
              <a:ext uri="{FF2B5EF4-FFF2-40B4-BE49-F238E27FC236}">
                <a16:creationId xmlns:a16="http://schemas.microsoft.com/office/drawing/2014/main" id="{6215ECD3-6D1D-4DAC-833E-5B068EA0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334" y="2130727"/>
            <a:ext cx="883989" cy="173458"/>
          </a:xfrm>
          <a:custGeom xmlns:a="http://schemas.openxmlformats.org/drawingml/2006/main">
            <a:pathLst>
              <a:path w="883989" h="173458">
                <a:moveTo>
                  <a:pt x="134926" y="86854"/>
                </a:moveTo>
                <a:cubicBezTo>
                  <a:pt x="134926" y="101749"/>
                  <a:pt x="132980" y="114488"/>
                  <a:pt x="129089" y="125073"/>
                </a:cubicBezTo>
                <a:cubicBezTo>
                  <a:pt x="125198" y="135658"/>
                  <a:pt x="119613" y="144297"/>
                  <a:pt x="112333" y="150991"/>
                </a:cubicBezTo>
                <a:cubicBezTo>
                  <a:pt x="105054" y="157685"/>
                  <a:pt x="96205" y="162601"/>
                  <a:pt x="85788" y="165739"/>
                </a:cubicBezTo>
                <a:cubicBezTo>
                  <a:pt x="75370" y="168877"/>
                  <a:pt x="62965" y="170446"/>
                  <a:pt x="48573" y="170446"/>
                </a:cubicBezTo>
                <a:lnTo>
                  <a:pt x="9790" y="170446"/>
                </a:lnTo>
                <a:cubicBezTo>
                  <a:pt x="7029" y="170446"/>
                  <a:pt x="4707" y="169630"/>
                  <a:pt x="2824" y="167998"/>
                </a:cubicBezTo>
                <a:cubicBezTo>
                  <a:pt x="941" y="166366"/>
                  <a:pt x="0" y="163710"/>
                  <a:pt x="0" y="160028"/>
                </a:cubicBezTo>
                <a:lnTo>
                  <a:pt x="0" y="18450"/>
                </a:lnTo>
                <a:cubicBezTo>
                  <a:pt x="0" y="14769"/>
                  <a:pt x="941" y="12112"/>
                  <a:pt x="2824" y="10480"/>
                </a:cubicBezTo>
                <a:cubicBezTo>
                  <a:pt x="4707" y="8849"/>
                  <a:pt x="7029" y="8033"/>
                  <a:pt x="9790" y="8033"/>
                </a:cubicBezTo>
                <a:lnTo>
                  <a:pt x="51460" y="8033"/>
                </a:lnTo>
                <a:cubicBezTo>
                  <a:pt x="65936" y="8033"/>
                  <a:pt x="78215" y="9727"/>
                  <a:pt x="88298" y="13116"/>
                </a:cubicBezTo>
                <a:cubicBezTo>
                  <a:pt x="98381" y="16505"/>
                  <a:pt x="106874" y="21525"/>
                  <a:pt x="113777" y="28177"/>
                </a:cubicBezTo>
                <a:cubicBezTo>
                  <a:pt x="120680" y="34830"/>
                  <a:pt x="125931" y="43051"/>
                  <a:pt x="129529" y="52841"/>
                </a:cubicBezTo>
                <a:cubicBezTo>
                  <a:pt x="133127" y="62631"/>
                  <a:pt x="134926" y="73969"/>
                  <a:pt x="134926" y="86854"/>
                </a:cubicBezTo>
                <a:moveTo>
                  <a:pt x="100786" y="87984"/>
                </a:moveTo>
                <a:cubicBezTo>
                  <a:pt x="100786" y="80286"/>
                  <a:pt x="99887" y="73132"/>
                  <a:pt x="98088" y="66521"/>
                </a:cubicBezTo>
                <a:cubicBezTo>
                  <a:pt x="96289" y="59911"/>
                  <a:pt x="93402" y="54179"/>
                  <a:pt x="89427" y="49326"/>
                </a:cubicBezTo>
                <a:cubicBezTo>
                  <a:pt x="85453" y="44473"/>
                  <a:pt x="80349" y="40687"/>
                  <a:pt x="74115" y="37967"/>
                </a:cubicBezTo>
                <a:cubicBezTo>
                  <a:pt x="67881" y="35248"/>
                  <a:pt x="59702" y="33888"/>
                  <a:pt x="49577" y="33888"/>
                </a:cubicBezTo>
                <a:lnTo>
                  <a:pt x="32884" y="33888"/>
                </a:lnTo>
                <a:lnTo>
                  <a:pt x="32884" y="144339"/>
                </a:lnTo>
                <a:lnTo>
                  <a:pt x="50079" y="144339"/>
                </a:lnTo>
                <a:cubicBezTo>
                  <a:pt x="59116" y="144339"/>
                  <a:pt x="66731" y="143168"/>
                  <a:pt x="72923" y="140825"/>
                </a:cubicBezTo>
                <a:cubicBezTo>
                  <a:pt x="79115" y="138482"/>
                  <a:pt x="84281" y="134947"/>
                  <a:pt x="88423" y="130219"/>
                </a:cubicBezTo>
                <a:cubicBezTo>
                  <a:pt x="92565" y="125491"/>
                  <a:pt x="95661" y="119613"/>
                  <a:pt x="97711" y="112584"/>
                </a:cubicBezTo>
                <a:cubicBezTo>
                  <a:pt x="99761" y="105556"/>
                  <a:pt x="100786" y="97356"/>
                  <a:pt x="100786" y="87984"/>
                </a:cubicBezTo>
                <a:close/>
                <a:moveTo>
                  <a:pt x="266796" y="106917"/>
                </a:moveTo>
                <a:cubicBezTo>
                  <a:pt x="266796" y="110774"/>
                  <a:pt x="265938" y="113624"/>
                  <a:pt x="264223" y="115467"/>
                </a:cubicBezTo>
                <a:cubicBezTo>
                  <a:pt x="262508" y="117311"/>
                  <a:pt x="260144" y="118232"/>
                  <a:pt x="257132" y="118232"/>
                </a:cubicBezTo>
                <a:lnTo>
                  <a:pt x="188979" y="118232"/>
                </a:lnTo>
                <a:cubicBezTo>
                  <a:pt x="188979" y="123020"/>
                  <a:pt x="189543" y="127367"/>
                  <a:pt x="190673" y="131274"/>
                </a:cubicBezTo>
                <a:cubicBezTo>
                  <a:pt x="191803" y="135181"/>
                  <a:pt x="193602" y="138500"/>
                  <a:pt x="196070" y="141233"/>
                </a:cubicBezTo>
                <a:cubicBezTo>
                  <a:pt x="198538" y="143962"/>
                  <a:pt x="201718" y="146041"/>
                  <a:pt x="205609" y="147469"/>
                </a:cubicBezTo>
                <a:cubicBezTo>
                  <a:pt x="209500" y="148897"/>
                  <a:pt x="214165" y="149611"/>
                  <a:pt x="219604" y="149611"/>
                </a:cubicBezTo>
                <a:cubicBezTo>
                  <a:pt x="225126" y="149611"/>
                  <a:pt x="229979" y="149207"/>
                  <a:pt x="234163" y="148399"/>
                </a:cubicBezTo>
                <a:cubicBezTo>
                  <a:pt x="238347" y="147591"/>
                  <a:pt x="241966" y="146698"/>
                  <a:pt x="245020" y="145720"/>
                </a:cubicBezTo>
                <a:cubicBezTo>
                  <a:pt x="248074" y="144742"/>
                  <a:pt x="250605" y="143849"/>
                  <a:pt x="252613" y="143041"/>
                </a:cubicBezTo>
                <a:cubicBezTo>
                  <a:pt x="254621" y="142233"/>
                  <a:pt x="256253" y="141829"/>
                  <a:pt x="257508" y="141829"/>
                </a:cubicBezTo>
                <a:cubicBezTo>
                  <a:pt x="258261" y="141829"/>
                  <a:pt x="258889" y="141977"/>
                  <a:pt x="259391" y="142272"/>
                </a:cubicBezTo>
                <a:cubicBezTo>
                  <a:pt x="259893" y="142565"/>
                  <a:pt x="260311" y="143090"/>
                  <a:pt x="260646" y="143849"/>
                </a:cubicBezTo>
                <a:cubicBezTo>
                  <a:pt x="260981" y="144604"/>
                  <a:pt x="261211" y="145677"/>
                  <a:pt x="261336" y="147065"/>
                </a:cubicBezTo>
                <a:cubicBezTo>
                  <a:pt x="261462" y="148453"/>
                  <a:pt x="261525" y="150199"/>
                  <a:pt x="261525" y="152301"/>
                </a:cubicBezTo>
                <a:cubicBezTo>
                  <a:pt x="261525" y="154153"/>
                  <a:pt x="261483" y="155731"/>
                  <a:pt x="261399" y="157035"/>
                </a:cubicBezTo>
                <a:cubicBezTo>
                  <a:pt x="261315" y="158338"/>
                  <a:pt x="261190" y="159451"/>
                  <a:pt x="261023" y="160377"/>
                </a:cubicBezTo>
                <a:cubicBezTo>
                  <a:pt x="260855" y="161303"/>
                  <a:pt x="260604" y="162082"/>
                  <a:pt x="260269" y="162715"/>
                </a:cubicBezTo>
                <a:cubicBezTo>
                  <a:pt x="259935" y="163345"/>
                  <a:pt x="259495" y="163954"/>
                  <a:pt x="258952" y="164543"/>
                </a:cubicBezTo>
                <a:cubicBezTo>
                  <a:pt x="258408" y="165131"/>
                  <a:pt x="256922" y="165927"/>
                  <a:pt x="254496" y="166931"/>
                </a:cubicBezTo>
                <a:cubicBezTo>
                  <a:pt x="252069" y="167935"/>
                  <a:pt x="248973" y="168919"/>
                  <a:pt x="245208" y="169881"/>
                </a:cubicBezTo>
                <a:cubicBezTo>
                  <a:pt x="241443" y="170843"/>
                  <a:pt x="237133" y="171680"/>
                  <a:pt x="232280" y="172391"/>
                </a:cubicBezTo>
                <a:cubicBezTo>
                  <a:pt x="227427" y="173102"/>
                  <a:pt x="222239" y="173458"/>
                  <a:pt x="216717" y="173458"/>
                </a:cubicBezTo>
                <a:cubicBezTo>
                  <a:pt x="206759" y="173458"/>
                  <a:pt x="198036" y="172200"/>
                  <a:pt x="190547" y="169685"/>
                </a:cubicBezTo>
                <a:cubicBezTo>
                  <a:pt x="183059" y="167169"/>
                  <a:pt x="176804" y="163354"/>
                  <a:pt x="171783" y="158240"/>
                </a:cubicBezTo>
                <a:cubicBezTo>
                  <a:pt x="166763" y="153125"/>
                  <a:pt x="163018" y="146670"/>
                  <a:pt x="160550" y="138875"/>
                </a:cubicBezTo>
                <a:cubicBezTo>
                  <a:pt x="158082" y="131078"/>
                  <a:pt x="156847" y="121939"/>
                  <a:pt x="156847" y="111459"/>
                </a:cubicBezTo>
                <a:cubicBezTo>
                  <a:pt x="156847" y="101481"/>
                  <a:pt x="158144" y="92488"/>
                  <a:pt x="160738" y="84481"/>
                </a:cubicBezTo>
                <a:cubicBezTo>
                  <a:pt x="163332" y="76475"/>
                  <a:pt x="167098" y="69684"/>
                  <a:pt x="172034" y="64109"/>
                </a:cubicBezTo>
                <a:cubicBezTo>
                  <a:pt x="176971" y="58532"/>
                  <a:pt x="182975" y="54276"/>
                  <a:pt x="190045" y="51342"/>
                </a:cubicBezTo>
                <a:cubicBezTo>
                  <a:pt x="197116" y="48408"/>
                  <a:pt x="205086" y="46942"/>
                  <a:pt x="213955" y="46942"/>
                </a:cubicBezTo>
                <a:cubicBezTo>
                  <a:pt x="223327" y="46942"/>
                  <a:pt x="231339" y="48325"/>
                  <a:pt x="237991" y="51091"/>
                </a:cubicBezTo>
                <a:cubicBezTo>
                  <a:pt x="244643" y="53858"/>
                  <a:pt x="250103" y="57692"/>
                  <a:pt x="254370" y="62595"/>
                </a:cubicBezTo>
                <a:cubicBezTo>
                  <a:pt x="258638" y="67498"/>
                  <a:pt x="261776" y="73303"/>
                  <a:pt x="263784" y="80010"/>
                </a:cubicBezTo>
                <a:cubicBezTo>
                  <a:pt x="265792" y="86715"/>
                  <a:pt x="266796" y="94007"/>
                  <a:pt x="266796" y="101888"/>
                </a:cubicBezTo>
                <a:lnTo>
                  <a:pt x="266796" y="106917"/>
                </a:lnTo>
                <a:moveTo>
                  <a:pt x="236171" y="97900"/>
                </a:moveTo>
                <a:cubicBezTo>
                  <a:pt x="236422" y="88991"/>
                  <a:pt x="234644" y="81995"/>
                  <a:pt x="230837" y="76912"/>
                </a:cubicBezTo>
                <a:cubicBezTo>
                  <a:pt x="227030" y="71826"/>
                  <a:pt x="221151" y="69283"/>
                  <a:pt x="213202" y="69283"/>
                </a:cubicBezTo>
                <a:cubicBezTo>
                  <a:pt x="209186" y="69283"/>
                  <a:pt x="205693" y="70040"/>
                  <a:pt x="202722" y="71554"/>
                </a:cubicBezTo>
                <a:cubicBezTo>
                  <a:pt x="199752" y="73065"/>
                  <a:pt x="197283" y="75103"/>
                  <a:pt x="195317" y="77669"/>
                </a:cubicBezTo>
                <a:cubicBezTo>
                  <a:pt x="193351" y="80231"/>
                  <a:pt x="191844" y="83256"/>
                  <a:pt x="190798" y="86745"/>
                </a:cubicBezTo>
                <a:cubicBezTo>
                  <a:pt x="189753" y="90230"/>
                  <a:pt x="189146" y="93948"/>
                  <a:pt x="188979" y="97900"/>
                </a:cubicBezTo>
                <a:lnTo>
                  <a:pt x="236171" y="97900"/>
                </a:lnTo>
                <a:close/>
                <a:moveTo>
                  <a:pt x="379678" y="148355"/>
                </a:moveTo>
                <a:cubicBezTo>
                  <a:pt x="379678" y="150531"/>
                  <a:pt x="379615" y="152351"/>
                  <a:pt x="379490" y="153815"/>
                </a:cubicBezTo>
                <a:cubicBezTo>
                  <a:pt x="379364" y="155280"/>
                  <a:pt x="379197" y="156514"/>
                  <a:pt x="378988" y="157518"/>
                </a:cubicBezTo>
                <a:cubicBezTo>
                  <a:pt x="378779" y="158522"/>
                  <a:pt x="378527" y="159338"/>
                  <a:pt x="378235" y="159965"/>
                </a:cubicBezTo>
                <a:cubicBezTo>
                  <a:pt x="377942" y="160593"/>
                  <a:pt x="377293" y="161388"/>
                  <a:pt x="376289" y="162350"/>
                </a:cubicBezTo>
                <a:cubicBezTo>
                  <a:pt x="375285" y="163312"/>
                  <a:pt x="373570" y="164484"/>
                  <a:pt x="371143" y="165864"/>
                </a:cubicBezTo>
                <a:cubicBezTo>
                  <a:pt x="368717" y="167245"/>
                  <a:pt x="365955" y="168479"/>
                  <a:pt x="362859" y="169567"/>
                </a:cubicBezTo>
                <a:cubicBezTo>
                  <a:pt x="359763" y="170655"/>
                  <a:pt x="356395" y="171533"/>
                  <a:pt x="352756" y="172203"/>
                </a:cubicBezTo>
                <a:cubicBezTo>
                  <a:pt x="349116" y="172872"/>
                  <a:pt x="345371" y="173207"/>
                  <a:pt x="341522" y="173207"/>
                </a:cubicBezTo>
                <a:cubicBezTo>
                  <a:pt x="332904" y="173207"/>
                  <a:pt x="325268" y="171868"/>
                  <a:pt x="318616" y="169190"/>
                </a:cubicBezTo>
                <a:cubicBezTo>
                  <a:pt x="311964" y="166513"/>
                  <a:pt x="306379" y="162559"/>
                  <a:pt x="301860" y="157330"/>
                </a:cubicBezTo>
                <a:cubicBezTo>
                  <a:pt x="297342" y="152100"/>
                  <a:pt x="293932" y="145720"/>
                  <a:pt x="291631" y="138189"/>
                </a:cubicBezTo>
                <a:cubicBezTo>
                  <a:pt x="289330" y="130658"/>
                  <a:pt x="288180" y="122040"/>
                  <a:pt x="288180" y="112333"/>
                </a:cubicBezTo>
                <a:cubicBezTo>
                  <a:pt x="288180" y="101121"/>
                  <a:pt x="289581" y="91436"/>
                  <a:pt x="292384" y="83277"/>
                </a:cubicBezTo>
                <a:cubicBezTo>
                  <a:pt x="295187" y="75119"/>
                  <a:pt x="299099" y="68362"/>
                  <a:pt x="304120" y="63007"/>
                </a:cubicBezTo>
                <a:cubicBezTo>
                  <a:pt x="309140" y="57652"/>
                  <a:pt x="315081" y="53677"/>
                  <a:pt x="321942" y="51083"/>
                </a:cubicBezTo>
                <a:cubicBezTo>
                  <a:pt x="328804" y="48490"/>
                  <a:pt x="336334" y="47193"/>
                  <a:pt x="344535" y="47193"/>
                </a:cubicBezTo>
                <a:cubicBezTo>
                  <a:pt x="347882" y="47193"/>
                  <a:pt x="351166" y="47485"/>
                  <a:pt x="354387" y="48071"/>
                </a:cubicBezTo>
                <a:cubicBezTo>
                  <a:pt x="357609" y="48657"/>
                  <a:pt x="360621" y="49452"/>
                  <a:pt x="363424" y="50456"/>
                </a:cubicBezTo>
                <a:cubicBezTo>
                  <a:pt x="366227" y="51460"/>
                  <a:pt x="368738" y="52590"/>
                  <a:pt x="370955" y="53845"/>
                </a:cubicBezTo>
                <a:cubicBezTo>
                  <a:pt x="373172" y="55100"/>
                  <a:pt x="374741" y="56188"/>
                  <a:pt x="375662" y="57108"/>
                </a:cubicBezTo>
                <a:cubicBezTo>
                  <a:pt x="376582" y="58028"/>
                  <a:pt x="377231" y="58802"/>
                  <a:pt x="377607" y="59430"/>
                </a:cubicBezTo>
                <a:cubicBezTo>
                  <a:pt x="377984" y="60058"/>
                  <a:pt x="378276" y="60873"/>
                  <a:pt x="378486" y="61878"/>
                </a:cubicBezTo>
                <a:cubicBezTo>
                  <a:pt x="378695" y="62882"/>
                  <a:pt x="378862" y="64116"/>
                  <a:pt x="378988" y="65580"/>
                </a:cubicBezTo>
                <a:cubicBezTo>
                  <a:pt x="379113" y="67044"/>
                  <a:pt x="379176" y="68823"/>
                  <a:pt x="379176" y="70914"/>
                </a:cubicBezTo>
                <a:cubicBezTo>
                  <a:pt x="379176" y="75768"/>
                  <a:pt x="378758" y="79177"/>
                  <a:pt x="377921" y="81144"/>
                </a:cubicBezTo>
                <a:cubicBezTo>
                  <a:pt x="377084" y="83110"/>
                  <a:pt x="375996" y="84093"/>
                  <a:pt x="374658" y="84093"/>
                </a:cubicBezTo>
                <a:cubicBezTo>
                  <a:pt x="373235" y="84093"/>
                  <a:pt x="371729" y="83507"/>
                  <a:pt x="370139" y="82336"/>
                </a:cubicBezTo>
                <a:cubicBezTo>
                  <a:pt x="368549" y="81165"/>
                  <a:pt x="366667" y="79868"/>
                  <a:pt x="364491" y="78445"/>
                </a:cubicBezTo>
                <a:cubicBezTo>
                  <a:pt x="362315" y="77023"/>
                  <a:pt x="359722" y="75726"/>
                  <a:pt x="356709" y="74554"/>
                </a:cubicBezTo>
                <a:cubicBezTo>
                  <a:pt x="353697" y="73383"/>
                  <a:pt x="350099" y="72797"/>
                  <a:pt x="345915" y="72797"/>
                </a:cubicBezTo>
                <a:cubicBezTo>
                  <a:pt x="337715" y="72797"/>
                  <a:pt x="331439" y="75956"/>
                  <a:pt x="327088" y="82273"/>
                </a:cubicBezTo>
                <a:cubicBezTo>
                  <a:pt x="322737" y="88591"/>
                  <a:pt x="320562" y="97858"/>
                  <a:pt x="320562" y="110074"/>
                </a:cubicBezTo>
                <a:cubicBezTo>
                  <a:pt x="320562" y="116099"/>
                  <a:pt x="321106" y="121412"/>
                  <a:pt x="322193" y="126014"/>
                </a:cubicBezTo>
                <a:cubicBezTo>
                  <a:pt x="323281" y="130616"/>
                  <a:pt x="324892" y="134465"/>
                  <a:pt x="327026" y="137561"/>
                </a:cubicBezTo>
                <a:cubicBezTo>
                  <a:pt x="329159" y="140657"/>
                  <a:pt x="331837" y="142979"/>
                  <a:pt x="335058" y="144527"/>
                </a:cubicBezTo>
                <a:cubicBezTo>
                  <a:pt x="338280" y="146075"/>
                  <a:pt x="342024" y="146849"/>
                  <a:pt x="346292" y="146849"/>
                </a:cubicBezTo>
                <a:cubicBezTo>
                  <a:pt x="350643" y="146849"/>
                  <a:pt x="354387" y="146201"/>
                  <a:pt x="357525" y="144904"/>
                </a:cubicBezTo>
                <a:cubicBezTo>
                  <a:pt x="360663" y="143607"/>
                  <a:pt x="363403" y="142163"/>
                  <a:pt x="365746" y="140574"/>
                </a:cubicBezTo>
                <a:cubicBezTo>
                  <a:pt x="368089" y="138984"/>
                  <a:pt x="370055" y="137540"/>
                  <a:pt x="371645" y="136243"/>
                </a:cubicBezTo>
                <a:cubicBezTo>
                  <a:pt x="373235" y="134947"/>
                  <a:pt x="374574" y="134298"/>
                  <a:pt x="375662" y="134298"/>
                </a:cubicBezTo>
                <a:cubicBezTo>
                  <a:pt x="376415" y="134298"/>
                  <a:pt x="377042" y="134507"/>
                  <a:pt x="377544" y="134926"/>
                </a:cubicBezTo>
                <a:cubicBezTo>
                  <a:pt x="378046" y="135344"/>
                  <a:pt x="378444" y="136118"/>
                  <a:pt x="378737" y="137248"/>
                </a:cubicBezTo>
                <a:cubicBezTo>
                  <a:pt x="379030" y="138377"/>
                  <a:pt x="379260" y="139821"/>
                  <a:pt x="379427" y="141578"/>
                </a:cubicBezTo>
                <a:cubicBezTo>
                  <a:pt x="379594" y="143335"/>
                  <a:pt x="379678" y="145594"/>
                  <a:pt x="379678" y="148355"/>
                </a:cubicBezTo>
                <a:close/>
                <a:moveTo>
                  <a:pt x="435292" y="166178"/>
                </a:moveTo>
                <a:cubicBezTo>
                  <a:pt x="435292" y="167015"/>
                  <a:pt x="435041" y="167747"/>
                  <a:pt x="434539" y="168375"/>
                </a:cubicBezTo>
                <a:cubicBezTo>
                  <a:pt x="434037" y="169002"/>
                  <a:pt x="433180" y="169525"/>
                  <a:pt x="431966" y="169944"/>
                </a:cubicBezTo>
                <a:cubicBezTo>
                  <a:pt x="430753" y="170362"/>
                  <a:pt x="429142" y="170676"/>
                  <a:pt x="427134" y="170885"/>
                </a:cubicBezTo>
                <a:cubicBezTo>
                  <a:pt x="425126" y="171094"/>
                  <a:pt x="422574" y="171199"/>
                  <a:pt x="419478" y="171199"/>
                </a:cubicBezTo>
                <a:cubicBezTo>
                  <a:pt x="416382" y="171199"/>
                  <a:pt x="413830" y="171094"/>
                  <a:pt x="411822" y="170885"/>
                </a:cubicBezTo>
                <a:cubicBezTo>
                  <a:pt x="409813" y="170676"/>
                  <a:pt x="408203" y="170362"/>
                  <a:pt x="406989" y="169944"/>
                </a:cubicBezTo>
                <a:cubicBezTo>
                  <a:pt x="405776" y="169525"/>
                  <a:pt x="404918" y="169002"/>
                  <a:pt x="404416" y="168375"/>
                </a:cubicBezTo>
                <a:cubicBezTo>
                  <a:pt x="403914" y="167747"/>
                  <a:pt x="403663" y="167015"/>
                  <a:pt x="403663" y="166178"/>
                </a:cubicBezTo>
                <a:lnTo>
                  <a:pt x="403663" y="54472"/>
                </a:lnTo>
                <a:cubicBezTo>
                  <a:pt x="403663" y="53636"/>
                  <a:pt x="403914" y="52903"/>
                  <a:pt x="404416" y="52276"/>
                </a:cubicBezTo>
                <a:cubicBezTo>
                  <a:pt x="404918" y="51648"/>
                  <a:pt x="405776" y="51104"/>
                  <a:pt x="406989" y="50644"/>
                </a:cubicBezTo>
                <a:cubicBezTo>
                  <a:pt x="408203" y="50184"/>
                  <a:pt x="409813" y="49828"/>
                  <a:pt x="411822" y="49577"/>
                </a:cubicBezTo>
                <a:cubicBezTo>
                  <a:pt x="413830" y="49326"/>
                  <a:pt x="416382" y="49201"/>
                  <a:pt x="419478" y="49201"/>
                </a:cubicBezTo>
                <a:cubicBezTo>
                  <a:pt x="422574" y="49201"/>
                  <a:pt x="425126" y="49326"/>
                  <a:pt x="427134" y="49577"/>
                </a:cubicBezTo>
                <a:cubicBezTo>
                  <a:pt x="429142" y="49828"/>
                  <a:pt x="430753" y="50184"/>
                  <a:pt x="431966" y="50644"/>
                </a:cubicBezTo>
                <a:cubicBezTo>
                  <a:pt x="433180" y="51104"/>
                  <a:pt x="434037" y="51648"/>
                  <a:pt x="434539" y="52276"/>
                </a:cubicBezTo>
                <a:cubicBezTo>
                  <a:pt x="435041" y="52903"/>
                  <a:pt x="435292" y="53636"/>
                  <a:pt x="435292" y="54472"/>
                </a:cubicBezTo>
                <a:lnTo>
                  <a:pt x="435292" y="166178"/>
                </a:lnTo>
                <a:moveTo>
                  <a:pt x="437677" y="16317"/>
                </a:moveTo>
                <a:cubicBezTo>
                  <a:pt x="437677" y="22676"/>
                  <a:pt x="436380" y="27069"/>
                  <a:pt x="433786" y="29495"/>
                </a:cubicBezTo>
                <a:cubicBezTo>
                  <a:pt x="431192" y="31922"/>
                  <a:pt x="426381" y="33135"/>
                  <a:pt x="419352" y="33135"/>
                </a:cubicBezTo>
                <a:cubicBezTo>
                  <a:pt x="412240" y="33135"/>
                  <a:pt x="407450" y="31964"/>
                  <a:pt x="404981" y="29621"/>
                </a:cubicBezTo>
                <a:cubicBezTo>
                  <a:pt x="402513" y="27278"/>
                  <a:pt x="401279" y="23052"/>
                  <a:pt x="401279" y="16944"/>
                </a:cubicBezTo>
                <a:cubicBezTo>
                  <a:pt x="401279" y="10585"/>
                  <a:pt x="402555" y="6171"/>
                  <a:pt x="405107" y="3703"/>
                </a:cubicBezTo>
                <a:cubicBezTo>
                  <a:pt x="407659" y="1234"/>
                  <a:pt x="412491" y="0"/>
                  <a:pt x="419603" y="0"/>
                </a:cubicBezTo>
                <a:cubicBezTo>
                  <a:pt x="426632" y="0"/>
                  <a:pt x="431402" y="1192"/>
                  <a:pt x="433912" y="3577"/>
                </a:cubicBezTo>
                <a:cubicBezTo>
                  <a:pt x="436422" y="5962"/>
                  <a:pt x="437677" y="10208"/>
                  <a:pt x="437677" y="16317"/>
                </a:cubicBezTo>
                <a:close/>
                <a:moveTo>
                  <a:pt x="546722" y="134596"/>
                </a:moveTo>
                <a:cubicBezTo>
                  <a:pt x="546722" y="140969"/>
                  <a:pt x="545529" y="146586"/>
                  <a:pt x="543145" y="151450"/>
                </a:cubicBezTo>
                <a:cubicBezTo>
                  <a:pt x="540760" y="156311"/>
                  <a:pt x="537392" y="160377"/>
                  <a:pt x="533041" y="163648"/>
                </a:cubicBezTo>
                <a:cubicBezTo>
                  <a:pt x="528690" y="166917"/>
                  <a:pt x="523544" y="169368"/>
                  <a:pt x="517603" y="171003"/>
                </a:cubicBezTo>
                <a:cubicBezTo>
                  <a:pt x="511662" y="172639"/>
                  <a:pt x="505219" y="173458"/>
                  <a:pt x="498274" y="173458"/>
                </a:cubicBezTo>
                <a:cubicBezTo>
                  <a:pt x="494090" y="173458"/>
                  <a:pt x="490095" y="173140"/>
                  <a:pt x="486287" y="172505"/>
                </a:cubicBezTo>
                <a:cubicBezTo>
                  <a:pt x="482480" y="171869"/>
                  <a:pt x="479071" y="171065"/>
                  <a:pt x="476058" y="170093"/>
                </a:cubicBezTo>
                <a:cubicBezTo>
                  <a:pt x="473046" y="169117"/>
                  <a:pt x="470536" y="168122"/>
                  <a:pt x="468528" y="167108"/>
                </a:cubicBezTo>
                <a:cubicBezTo>
                  <a:pt x="466519" y="166091"/>
                  <a:pt x="465055" y="165137"/>
                  <a:pt x="464135" y="164248"/>
                </a:cubicBezTo>
                <a:cubicBezTo>
                  <a:pt x="463214" y="163359"/>
                  <a:pt x="462503" y="161968"/>
                  <a:pt x="462001" y="160075"/>
                </a:cubicBezTo>
                <a:cubicBezTo>
                  <a:pt x="461499" y="158182"/>
                  <a:pt x="461248" y="155384"/>
                  <a:pt x="461248" y="151681"/>
                </a:cubicBezTo>
                <a:cubicBezTo>
                  <a:pt x="461248" y="149242"/>
                  <a:pt x="461331" y="147286"/>
                  <a:pt x="461499" y="145814"/>
                </a:cubicBezTo>
                <a:cubicBezTo>
                  <a:pt x="461666" y="144342"/>
                  <a:pt x="461917" y="143164"/>
                  <a:pt x="462252" y="142280"/>
                </a:cubicBezTo>
                <a:cubicBezTo>
                  <a:pt x="462587" y="141396"/>
                  <a:pt x="463005" y="140808"/>
                  <a:pt x="463507" y="140515"/>
                </a:cubicBezTo>
                <a:cubicBezTo>
                  <a:pt x="464009" y="140219"/>
                  <a:pt x="464637" y="140072"/>
                  <a:pt x="465390" y="140072"/>
                </a:cubicBezTo>
                <a:cubicBezTo>
                  <a:pt x="466310" y="140072"/>
                  <a:pt x="467670" y="140601"/>
                  <a:pt x="469469" y="141660"/>
                </a:cubicBezTo>
                <a:cubicBezTo>
                  <a:pt x="471268" y="142719"/>
                  <a:pt x="473506" y="143884"/>
                  <a:pt x="476184" y="145155"/>
                </a:cubicBezTo>
                <a:cubicBezTo>
                  <a:pt x="478861" y="146426"/>
                  <a:pt x="481978" y="147611"/>
                  <a:pt x="485534" y="148712"/>
                </a:cubicBezTo>
                <a:cubicBezTo>
                  <a:pt x="489091" y="149813"/>
                  <a:pt x="493128" y="150364"/>
                  <a:pt x="497646" y="150364"/>
                </a:cubicBezTo>
                <a:cubicBezTo>
                  <a:pt x="500491" y="150364"/>
                  <a:pt x="503022" y="150072"/>
                  <a:pt x="505240" y="149489"/>
                </a:cubicBezTo>
                <a:cubicBezTo>
                  <a:pt x="507457" y="148906"/>
                  <a:pt x="509382" y="148073"/>
                  <a:pt x="511013" y="146990"/>
                </a:cubicBezTo>
                <a:cubicBezTo>
                  <a:pt x="512645" y="145905"/>
                  <a:pt x="513879" y="144530"/>
                  <a:pt x="514716" y="142864"/>
                </a:cubicBezTo>
                <a:cubicBezTo>
                  <a:pt x="515553" y="141199"/>
                  <a:pt x="515971" y="139282"/>
                  <a:pt x="515971" y="137114"/>
                </a:cubicBezTo>
                <a:cubicBezTo>
                  <a:pt x="515971" y="134599"/>
                  <a:pt x="515197" y="132440"/>
                  <a:pt x="513649" y="130639"/>
                </a:cubicBezTo>
                <a:cubicBezTo>
                  <a:pt x="512101" y="128834"/>
                  <a:pt x="510051" y="127262"/>
                  <a:pt x="507499" y="125920"/>
                </a:cubicBezTo>
                <a:cubicBezTo>
                  <a:pt x="504947" y="124579"/>
                  <a:pt x="502060" y="123321"/>
                  <a:pt x="498839" y="122147"/>
                </a:cubicBezTo>
                <a:cubicBezTo>
                  <a:pt x="495617" y="120973"/>
                  <a:pt x="492312" y="119673"/>
                  <a:pt x="488923" y="118248"/>
                </a:cubicBezTo>
                <a:cubicBezTo>
                  <a:pt x="485534" y="116823"/>
                  <a:pt x="482229" y="115189"/>
                  <a:pt x="479008" y="113345"/>
                </a:cubicBezTo>
                <a:cubicBezTo>
                  <a:pt x="475786" y="111499"/>
                  <a:pt x="472900" y="109235"/>
                  <a:pt x="470347" y="106552"/>
                </a:cubicBezTo>
                <a:cubicBezTo>
                  <a:pt x="467795" y="103869"/>
                  <a:pt x="465745" y="100642"/>
                  <a:pt x="464197" y="96872"/>
                </a:cubicBezTo>
                <a:cubicBezTo>
                  <a:pt x="462649" y="93099"/>
                  <a:pt x="461875" y="88571"/>
                  <a:pt x="461875" y="83289"/>
                </a:cubicBezTo>
                <a:cubicBezTo>
                  <a:pt x="461875" y="77921"/>
                  <a:pt x="462921" y="72994"/>
                  <a:pt x="465013" y="68510"/>
                </a:cubicBezTo>
                <a:cubicBezTo>
                  <a:pt x="467105" y="64026"/>
                  <a:pt x="470117" y="60191"/>
                  <a:pt x="474050" y="57006"/>
                </a:cubicBezTo>
                <a:cubicBezTo>
                  <a:pt x="477983" y="53819"/>
                  <a:pt x="482773" y="51345"/>
                  <a:pt x="488421" y="49585"/>
                </a:cubicBezTo>
                <a:cubicBezTo>
                  <a:pt x="494069" y="47823"/>
                  <a:pt x="500408" y="46942"/>
                  <a:pt x="507436" y="46942"/>
                </a:cubicBezTo>
                <a:cubicBezTo>
                  <a:pt x="510951" y="46942"/>
                  <a:pt x="514360" y="47193"/>
                  <a:pt x="517666" y="47695"/>
                </a:cubicBezTo>
                <a:cubicBezTo>
                  <a:pt x="520971" y="48197"/>
                  <a:pt x="523962" y="48824"/>
                  <a:pt x="526640" y="49577"/>
                </a:cubicBezTo>
                <a:cubicBezTo>
                  <a:pt x="529317" y="50330"/>
                  <a:pt x="531576" y="51146"/>
                  <a:pt x="533417" y="52025"/>
                </a:cubicBezTo>
                <a:cubicBezTo>
                  <a:pt x="535258" y="52903"/>
                  <a:pt x="536576" y="53656"/>
                  <a:pt x="537371" y="54284"/>
                </a:cubicBezTo>
                <a:cubicBezTo>
                  <a:pt x="538166" y="54912"/>
                  <a:pt x="538731" y="55539"/>
                  <a:pt x="539065" y="56167"/>
                </a:cubicBezTo>
                <a:cubicBezTo>
                  <a:pt x="539400" y="56794"/>
                  <a:pt x="539651" y="57547"/>
                  <a:pt x="539818" y="58426"/>
                </a:cubicBezTo>
                <a:cubicBezTo>
                  <a:pt x="539986" y="59305"/>
                  <a:pt x="540132" y="60392"/>
                  <a:pt x="540258" y="61689"/>
                </a:cubicBezTo>
                <a:cubicBezTo>
                  <a:pt x="540383" y="62986"/>
                  <a:pt x="540446" y="64597"/>
                  <a:pt x="540446" y="66521"/>
                </a:cubicBezTo>
                <a:cubicBezTo>
                  <a:pt x="540446" y="68781"/>
                  <a:pt x="540383" y="70622"/>
                  <a:pt x="540258" y="72044"/>
                </a:cubicBezTo>
                <a:cubicBezTo>
                  <a:pt x="540132" y="73466"/>
                  <a:pt x="539923" y="74596"/>
                  <a:pt x="539630" y="75433"/>
                </a:cubicBezTo>
                <a:cubicBezTo>
                  <a:pt x="539337" y="76270"/>
                  <a:pt x="538940" y="76834"/>
                  <a:pt x="538438" y="77127"/>
                </a:cubicBezTo>
                <a:cubicBezTo>
                  <a:pt x="537936" y="77420"/>
                  <a:pt x="537350" y="77567"/>
                  <a:pt x="536681" y="77567"/>
                </a:cubicBezTo>
                <a:cubicBezTo>
                  <a:pt x="535928" y="77567"/>
                  <a:pt x="534756" y="77127"/>
                  <a:pt x="533166" y="76249"/>
                </a:cubicBezTo>
                <a:cubicBezTo>
                  <a:pt x="531576" y="75370"/>
                  <a:pt x="529589" y="74429"/>
                  <a:pt x="527204" y="73425"/>
                </a:cubicBezTo>
                <a:cubicBezTo>
                  <a:pt x="524820" y="72421"/>
                  <a:pt x="522058" y="71479"/>
                  <a:pt x="518921" y="70601"/>
                </a:cubicBezTo>
                <a:cubicBezTo>
                  <a:pt x="515783" y="69722"/>
                  <a:pt x="512206" y="69283"/>
                  <a:pt x="508189" y="69283"/>
                </a:cubicBezTo>
                <a:cubicBezTo>
                  <a:pt x="505344" y="69283"/>
                  <a:pt x="502876" y="69578"/>
                  <a:pt x="500784" y="70169"/>
                </a:cubicBezTo>
                <a:cubicBezTo>
                  <a:pt x="498692" y="70758"/>
                  <a:pt x="496977" y="71598"/>
                  <a:pt x="495638" y="72691"/>
                </a:cubicBezTo>
                <a:cubicBezTo>
                  <a:pt x="494299" y="73784"/>
                  <a:pt x="493295" y="75067"/>
                  <a:pt x="492626" y="76539"/>
                </a:cubicBezTo>
                <a:cubicBezTo>
                  <a:pt x="491956" y="78011"/>
                  <a:pt x="491622" y="79589"/>
                  <a:pt x="491622" y="81273"/>
                </a:cubicBezTo>
                <a:cubicBezTo>
                  <a:pt x="491622" y="83872"/>
                  <a:pt x="492417" y="86053"/>
                  <a:pt x="494006" y="87815"/>
                </a:cubicBezTo>
                <a:cubicBezTo>
                  <a:pt x="495596" y="89575"/>
                  <a:pt x="497688" y="91126"/>
                  <a:pt x="500282" y="92467"/>
                </a:cubicBezTo>
                <a:cubicBezTo>
                  <a:pt x="502876" y="93809"/>
                  <a:pt x="505826" y="95066"/>
                  <a:pt x="509131" y="96240"/>
                </a:cubicBezTo>
                <a:cubicBezTo>
                  <a:pt x="512436" y="97414"/>
                  <a:pt x="515783" y="98693"/>
                  <a:pt x="519172" y="100076"/>
                </a:cubicBezTo>
                <a:cubicBezTo>
                  <a:pt x="522561" y="101460"/>
                  <a:pt x="525908" y="103073"/>
                  <a:pt x="529213" y="104916"/>
                </a:cubicBezTo>
                <a:cubicBezTo>
                  <a:pt x="532518" y="106760"/>
                  <a:pt x="535467" y="109024"/>
                  <a:pt x="538061" y="111710"/>
                </a:cubicBezTo>
                <a:cubicBezTo>
                  <a:pt x="540655" y="114393"/>
                  <a:pt x="542747" y="117600"/>
                  <a:pt x="544337" y="121331"/>
                </a:cubicBezTo>
                <a:cubicBezTo>
                  <a:pt x="545927" y="125060"/>
                  <a:pt x="546722" y="129482"/>
                  <a:pt x="546722" y="134596"/>
                </a:cubicBezTo>
                <a:close/>
                <a:moveTo>
                  <a:pt x="603608" y="166178"/>
                </a:moveTo>
                <a:cubicBezTo>
                  <a:pt x="603608" y="167015"/>
                  <a:pt x="603357" y="167747"/>
                  <a:pt x="602855" y="168375"/>
                </a:cubicBezTo>
                <a:cubicBezTo>
                  <a:pt x="602353" y="169002"/>
                  <a:pt x="601495" y="169525"/>
                  <a:pt x="600282" y="169944"/>
                </a:cubicBezTo>
                <a:cubicBezTo>
                  <a:pt x="599069" y="170362"/>
                  <a:pt x="597458" y="170676"/>
                  <a:pt x="595450" y="170885"/>
                </a:cubicBezTo>
                <a:cubicBezTo>
                  <a:pt x="593442" y="171094"/>
                  <a:pt x="590890" y="171199"/>
                  <a:pt x="587794" y="171199"/>
                </a:cubicBezTo>
                <a:cubicBezTo>
                  <a:pt x="584698" y="171199"/>
                  <a:pt x="582146" y="171094"/>
                  <a:pt x="580137" y="170885"/>
                </a:cubicBezTo>
                <a:cubicBezTo>
                  <a:pt x="578129" y="170676"/>
                  <a:pt x="576518" y="170362"/>
                  <a:pt x="575305" y="169944"/>
                </a:cubicBezTo>
                <a:cubicBezTo>
                  <a:pt x="574092" y="169525"/>
                  <a:pt x="573234" y="169002"/>
                  <a:pt x="572732" y="168375"/>
                </a:cubicBezTo>
                <a:cubicBezTo>
                  <a:pt x="572230" y="167747"/>
                  <a:pt x="571979" y="167015"/>
                  <a:pt x="571979" y="166178"/>
                </a:cubicBezTo>
                <a:lnTo>
                  <a:pt x="571979" y="54472"/>
                </a:lnTo>
                <a:cubicBezTo>
                  <a:pt x="571979" y="53636"/>
                  <a:pt x="572230" y="52903"/>
                  <a:pt x="572732" y="52276"/>
                </a:cubicBezTo>
                <a:cubicBezTo>
                  <a:pt x="573234" y="51648"/>
                  <a:pt x="574092" y="51104"/>
                  <a:pt x="575305" y="50644"/>
                </a:cubicBezTo>
                <a:cubicBezTo>
                  <a:pt x="576518" y="50184"/>
                  <a:pt x="578129" y="49828"/>
                  <a:pt x="580137" y="49577"/>
                </a:cubicBezTo>
                <a:cubicBezTo>
                  <a:pt x="582146" y="49326"/>
                  <a:pt x="584698" y="49201"/>
                  <a:pt x="587794" y="49201"/>
                </a:cubicBezTo>
                <a:cubicBezTo>
                  <a:pt x="590890" y="49201"/>
                  <a:pt x="593442" y="49326"/>
                  <a:pt x="595450" y="49577"/>
                </a:cubicBezTo>
                <a:cubicBezTo>
                  <a:pt x="597458" y="49828"/>
                  <a:pt x="599069" y="50184"/>
                  <a:pt x="600282" y="50644"/>
                </a:cubicBezTo>
                <a:cubicBezTo>
                  <a:pt x="601495" y="51104"/>
                  <a:pt x="602353" y="51648"/>
                  <a:pt x="602855" y="52276"/>
                </a:cubicBezTo>
                <a:cubicBezTo>
                  <a:pt x="603357" y="52903"/>
                  <a:pt x="603608" y="53636"/>
                  <a:pt x="603608" y="54472"/>
                </a:cubicBezTo>
                <a:lnTo>
                  <a:pt x="603608" y="166178"/>
                </a:lnTo>
                <a:moveTo>
                  <a:pt x="605993" y="16317"/>
                </a:moveTo>
                <a:cubicBezTo>
                  <a:pt x="605993" y="22676"/>
                  <a:pt x="604696" y="27069"/>
                  <a:pt x="602102" y="29495"/>
                </a:cubicBezTo>
                <a:cubicBezTo>
                  <a:pt x="599508" y="31922"/>
                  <a:pt x="594697" y="33135"/>
                  <a:pt x="587668" y="33135"/>
                </a:cubicBezTo>
                <a:cubicBezTo>
                  <a:pt x="580556" y="33135"/>
                  <a:pt x="575765" y="31964"/>
                  <a:pt x="573297" y="29621"/>
                </a:cubicBezTo>
                <a:cubicBezTo>
                  <a:pt x="570829" y="27278"/>
                  <a:pt x="569594" y="23052"/>
                  <a:pt x="569594" y="16944"/>
                </a:cubicBezTo>
                <a:cubicBezTo>
                  <a:pt x="569594" y="10585"/>
                  <a:pt x="570870" y="6171"/>
                  <a:pt x="573422" y="3703"/>
                </a:cubicBezTo>
                <a:cubicBezTo>
                  <a:pt x="575975" y="1234"/>
                  <a:pt x="580807" y="0"/>
                  <a:pt x="587919" y="0"/>
                </a:cubicBezTo>
                <a:cubicBezTo>
                  <a:pt x="594948" y="0"/>
                  <a:pt x="599717" y="1192"/>
                  <a:pt x="602227" y="3577"/>
                </a:cubicBezTo>
                <a:cubicBezTo>
                  <a:pt x="604738" y="5962"/>
                  <a:pt x="605993" y="10208"/>
                  <a:pt x="605993" y="16317"/>
                </a:cubicBezTo>
                <a:close/>
                <a:moveTo>
                  <a:pt x="749427" y="109066"/>
                </a:moveTo>
                <a:cubicBezTo>
                  <a:pt x="749427" y="118626"/>
                  <a:pt x="748172" y="127347"/>
                  <a:pt x="745662" y="135228"/>
                </a:cubicBezTo>
                <a:cubicBezTo>
                  <a:pt x="743152" y="143109"/>
                  <a:pt x="739344" y="149899"/>
                  <a:pt x="734240" y="155600"/>
                </a:cubicBezTo>
                <a:cubicBezTo>
                  <a:pt x="729136" y="161300"/>
                  <a:pt x="722735" y="165702"/>
                  <a:pt x="715037" y="168806"/>
                </a:cubicBezTo>
                <a:cubicBezTo>
                  <a:pt x="707339" y="171907"/>
                  <a:pt x="698344" y="173458"/>
                  <a:pt x="688052" y="173458"/>
                </a:cubicBezTo>
                <a:cubicBezTo>
                  <a:pt x="678095" y="173458"/>
                  <a:pt x="669434" y="172075"/>
                  <a:pt x="662071" y="169308"/>
                </a:cubicBezTo>
                <a:cubicBezTo>
                  <a:pt x="654707" y="166542"/>
                  <a:pt x="648599" y="162517"/>
                  <a:pt x="643746" y="157235"/>
                </a:cubicBezTo>
                <a:cubicBezTo>
                  <a:pt x="638893" y="151953"/>
                  <a:pt x="635295" y="145456"/>
                  <a:pt x="632952" y="137742"/>
                </a:cubicBezTo>
                <a:cubicBezTo>
                  <a:pt x="630609" y="130028"/>
                  <a:pt x="629438" y="121225"/>
                  <a:pt x="629438" y="111333"/>
                </a:cubicBezTo>
                <a:cubicBezTo>
                  <a:pt x="629438" y="101773"/>
                  <a:pt x="630714" y="93032"/>
                  <a:pt x="633266" y="85109"/>
                </a:cubicBezTo>
                <a:cubicBezTo>
                  <a:pt x="635818" y="77186"/>
                  <a:pt x="639646" y="70395"/>
                  <a:pt x="644750" y="64737"/>
                </a:cubicBezTo>
                <a:cubicBezTo>
                  <a:pt x="649854" y="59078"/>
                  <a:pt x="656234" y="54698"/>
                  <a:pt x="663891" y="51597"/>
                </a:cubicBezTo>
                <a:cubicBezTo>
                  <a:pt x="671547" y="48493"/>
                  <a:pt x="680521" y="46942"/>
                  <a:pt x="690813" y="46942"/>
                </a:cubicBezTo>
                <a:cubicBezTo>
                  <a:pt x="700854" y="46942"/>
                  <a:pt x="709556" y="48304"/>
                  <a:pt x="716920" y="51029"/>
                </a:cubicBezTo>
                <a:cubicBezTo>
                  <a:pt x="724283" y="53753"/>
                  <a:pt x="730370" y="57757"/>
                  <a:pt x="735182" y="63039"/>
                </a:cubicBezTo>
                <a:cubicBezTo>
                  <a:pt x="739993" y="68320"/>
                  <a:pt x="743570" y="74818"/>
                  <a:pt x="745913" y="82532"/>
                </a:cubicBezTo>
                <a:cubicBezTo>
                  <a:pt x="748256" y="90246"/>
                  <a:pt x="749427" y="99091"/>
                  <a:pt x="749427" y="109066"/>
                </a:cubicBezTo>
                <a:moveTo>
                  <a:pt x="716920" y="110325"/>
                </a:moveTo>
                <a:cubicBezTo>
                  <a:pt x="716920" y="104803"/>
                  <a:pt x="716480" y="99719"/>
                  <a:pt x="715602" y="95075"/>
                </a:cubicBezTo>
                <a:cubicBezTo>
                  <a:pt x="714723" y="90432"/>
                  <a:pt x="713238" y="86394"/>
                  <a:pt x="711146" y="82964"/>
                </a:cubicBezTo>
                <a:cubicBezTo>
                  <a:pt x="709054" y="79533"/>
                  <a:pt x="706272" y="76855"/>
                  <a:pt x="702800" y="74931"/>
                </a:cubicBezTo>
                <a:cubicBezTo>
                  <a:pt x="699327" y="73006"/>
                  <a:pt x="694955" y="72044"/>
                  <a:pt x="689683" y="72044"/>
                </a:cubicBezTo>
                <a:cubicBezTo>
                  <a:pt x="684998" y="72044"/>
                  <a:pt x="680898" y="72902"/>
                  <a:pt x="677383" y="74617"/>
                </a:cubicBezTo>
                <a:cubicBezTo>
                  <a:pt x="673869" y="76332"/>
                  <a:pt x="670982" y="78843"/>
                  <a:pt x="668723" y="82148"/>
                </a:cubicBezTo>
                <a:cubicBezTo>
                  <a:pt x="666464" y="85453"/>
                  <a:pt x="664769" y="89427"/>
                  <a:pt x="663640" y="94071"/>
                </a:cubicBezTo>
                <a:cubicBezTo>
                  <a:pt x="662510" y="98715"/>
                  <a:pt x="661945" y="104008"/>
                  <a:pt x="661945" y="109949"/>
                </a:cubicBezTo>
                <a:cubicBezTo>
                  <a:pt x="661945" y="115471"/>
                  <a:pt x="662405" y="120554"/>
                  <a:pt x="663326" y="125198"/>
                </a:cubicBezTo>
                <a:cubicBezTo>
                  <a:pt x="664246" y="129842"/>
                  <a:pt x="665732" y="133880"/>
                  <a:pt x="667782" y="137310"/>
                </a:cubicBezTo>
                <a:cubicBezTo>
                  <a:pt x="669832" y="140741"/>
                  <a:pt x="672614" y="143398"/>
                  <a:pt x="676128" y="145280"/>
                </a:cubicBezTo>
                <a:cubicBezTo>
                  <a:pt x="679643" y="147163"/>
                  <a:pt x="683994" y="148104"/>
                  <a:pt x="689181" y="148104"/>
                </a:cubicBezTo>
                <a:cubicBezTo>
                  <a:pt x="693951" y="148104"/>
                  <a:pt x="698093" y="147247"/>
                  <a:pt x="701607" y="145531"/>
                </a:cubicBezTo>
                <a:cubicBezTo>
                  <a:pt x="705121" y="143816"/>
                  <a:pt x="708008" y="141327"/>
                  <a:pt x="710267" y="138063"/>
                </a:cubicBezTo>
                <a:cubicBezTo>
                  <a:pt x="712527" y="134800"/>
                  <a:pt x="714200" y="130846"/>
                  <a:pt x="715288" y="126203"/>
                </a:cubicBezTo>
                <a:cubicBezTo>
                  <a:pt x="716376" y="121559"/>
                  <a:pt x="716920" y="116266"/>
                  <a:pt x="716920" y="110325"/>
                </a:cubicBezTo>
                <a:close/>
                <a:moveTo>
                  <a:pt x="883989" y="166174"/>
                </a:moveTo>
                <a:cubicBezTo>
                  <a:pt x="883989" y="167011"/>
                  <a:pt x="883738" y="167744"/>
                  <a:pt x="883236" y="168375"/>
                </a:cubicBezTo>
                <a:cubicBezTo>
                  <a:pt x="882734" y="169002"/>
                  <a:pt x="881897" y="169525"/>
                  <a:pt x="880726" y="169944"/>
                </a:cubicBezTo>
                <a:cubicBezTo>
                  <a:pt x="879555" y="170362"/>
                  <a:pt x="877944" y="170676"/>
                  <a:pt x="875894" y="170885"/>
                </a:cubicBezTo>
                <a:cubicBezTo>
                  <a:pt x="873844" y="171094"/>
                  <a:pt x="871313" y="171199"/>
                  <a:pt x="868300" y="171199"/>
                </a:cubicBezTo>
                <a:cubicBezTo>
                  <a:pt x="865204" y="171199"/>
                  <a:pt x="862631" y="171094"/>
                  <a:pt x="860581" y="170885"/>
                </a:cubicBezTo>
                <a:cubicBezTo>
                  <a:pt x="858531" y="170676"/>
                  <a:pt x="856920" y="170362"/>
                  <a:pt x="855749" y="169944"/>
                </a:cubicBezTo>
                <a:cubicBezTo>
                  <a:pt x="854578" y="169525"/>
                  <a:pt x="853741" y="169002"/>
                  <a:pt x="853239" y="168375"/>
                </a:cubicBezTo>
                <a:cubicBezTo>
                  <a:pt x="852737" y="167747"/>
                  <a:pt x="852486" y="167015"/>
                  <a:pt x="852486" y="166178"/>
                </a:cubicBezTo>
                <a:lnTo>
                  <a:pt x="852486" y="102292"/>
                </a:lnTo>
                <a:cubicBezTo>
                  <a:pt x="852486" y="96854"/>
                  <a:pt x="852088" y="92586"/>
                  <a:pt x="851293" y="89490"/>
                </a:cubicBezTo>
                <a:cubicBezTo>
                  <a:pt x="850498" y="86394"/>
                  <a:pt x="849348" y="83738"/>
                  <a:pt x="847842" y="81520"/>
                </a:cubicBezTo>
                <a:cubicBezTo>
                  <a:pt x="846336" y="79303"/>
                  <a:pt x="844390" y="77587"/>
                  <a:pt x="842005" y="76374"/>
                </a:cubicBezTo>
                <a:cubicBezTo>
                  <a:pt x="839621" y="75161"/>
                  <a:pt x="836839" y="74554"/>
                  <a:pt x="833659" y="74554"/>
                </a:cubicBezTo>
                <a:cubicBezTo>
                  <a:pt x="829642" y="74554"/>
                  <a:pt x="825584" y="76019"/>
                  <a:pt x="821484" y="78947"/>
                </a:cubicBezTo>
                <a:cubicBezTo>
                  <a:pt x="817384" y="81876"/>
                  <a:pt x="813117" y="86143"/>
                  <a:pt x="808682" y="91749"/>
                </a:cubicBezTo>
                <a:lnTo>
                  <a:pt x="808682" y="166178"/>
                </a:lnTo>
                <a:cubicBezTo>
                  <a:pt x="808682" y="167015"/>
                  <a:pt x="808431" y="167747"/>
                  <a:pt x="807929" y="168375"/>
                </a:cubicBezTo>
                <a:cubicBezTo>
                  <a:pt x="807427" y="169002"/>
                  <a:pt x="806569" y="169525"/>
                  <a:pt x="805356" y="169944"/>
                </a:cubicBezTo>
                <a:cubicBezTo>
                  <a:pt x="804143" y="170362"/>
                  <a:pt x="802532" y="170676"/>
                  <a:pt x="800524" y="170885"/>
                </a:cubicBezTo>
                <a:cubicBezTo>
                  <a:pt x="798515" y="171094"/>
                  <a:pt x="795963" y="171199"/>
                  <a:pt x="792867" y="171199"/>
                </a:cubicBezTo>
                <a:cubicBezTo>
                  <a:pt x="789771" y="171199"/>
                  <a:pt x="787219" y="171094"/>
                  <a:pt x="785211" y="170885"/>
                </a:cubicBezTo>
                <a:cubicBezTo>
                  <a:pt x="783203" y="170676"/>
                  <a:pt x="781592" y="170362"/>
                  <a:pt x="780379" y="169944"/>
                </a:cubicBezTo>
                <a:cubicBezTo>
                  <a:pt x="779166" y="169525"/>
                  <a:pt x="778308" y="169002"/>
                  <a:pt x="777806" y="168375"/>
                </a:cubicBezTo>
                <a:cubicBezTo>
                  <a:pt x="777304" y="167747"/>
                  <a:pt x="777053" y="167015"/>
                  <a:pt x="777053" y="166178"/>
                </a:cubicBezTo>
                <a:lnTo>
                  <a:pt x="777053" y="54221"/>
                </a:lnTo>
                <a:cubicBezTo>
                  <a:pt x="777053" y="53385"/>
                  <a:pt x="777262" y="52652"/>
                  <a:pt x="777680" y="52025"/>
                </a:cubicBezTo>
                <a:cubicBezTo>
                  <a:pt x="778099" y="51397"/>
                  <a:pt x="778852" y="50874"/>
                  <a:pt x="779940" y="50456"/>
                </a:cubicBezTo>
                <a:cubicBezTo>
                  <a:pt x="781027" y="50038"/>
                  <a:pt x="782429" y="49724"/>
                  <a:pt x="784144" y="49515"/>
                </a:cubicBezTo>
                <a:cubicBezTo>
                  <a:pt x="785860" y="49305"/>
                  <a:pt x="788014" y="49201"/>
                  <a:pt x="790608" y="49201"/>
                </a:cubicBezTo>
                <a:cubicBezTo>
                  <a:pt x="793286" y="49201"/>
                  <a:pt x="795503" y="49305"/>
                  <a:pt x="797260" y="49515"/>
                </a:cubicBezTo>
                <a:cubicBezTo>
                  <a:pt x="799018" y="49724"/>
                  <a:pt x="800377" y="50038"/>
                  <a:pt x="801339" y="50456"/>
                </a:cubicBezTo>
                <a:cubicBezTo>
                  <a:pt x="802302" y="50874"/>
                  <a:pt x="802992" y="51397"/>
                  <a:pt x="803410" y="52025"/>
                </a:cubicBezTo>
                <a:cubicBezTo>
                  <a:pt x="803829" y="52652"/>
                  <a:pt x="804038" y="53385"/>
                  <a:pt x="804038" y="54221"/>
                </a:cubicBezTo>
                <a:lnTo>
                  <a:pt x="804038" y="67149"/>
                </a:lnTo>
                <a:cubicBezTo>
                  <a:pt x="810230" y="60413"/>
                  <a:pt x="816526" y="55361"/>
                  <a:pt x="822928" y="51993"/>
                </a:cubicBezTo>
                <a:cubicBezTo>
                  <a:pt x="829329" y="48626"/>
                  <a:pt x="836002" y="46942"/>
                  <a:pt x="842947" y="46942"/>
                </a:cubicBezTo>
                <a:cubicBezTo>
                  <a:pt x="850561" y="46942"/>
                  <a:pt x="856983" y="48198"/>
                  <a:pt x="862213" y="50711"/>
                </a:cubicBezTo>
                <a:cubicBezTo>
                  <a:pt x="867443" y="53224"/>
                  <a:pt x="871668" y="56637"/>
                  <a:pt x="874890" y="60952"/>
                </a:cubicBezTo>
                <a:cubicBezTo>
                  <a:pt x="878111" y="65264"/>
                  <a:pt x="880433" y="70310"/>
                  <a:pt x="881856" y="76092"/>
                </a:cubicBezTo>
                <a:cubicBezTo>
                  <a:pt x="883278" y="81871"/>
                  <a:pt x="883989" y="88822"/>
                  <a:pt x="883989" y="96946"/>
                </a:cubicBezTo>
                <a:lnTo>
                  <a:pt x="883989" y="1661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L">
            <a:extLst xmlns:a="http://schemas.openxmlformats.org/drawingml/2006/main">
              <a:ext uri="{FF2B5EF4-FFF2-40B4-BE49-F238E27FC236}">
                <a16:creationId xmlns:a16="http://schemas.microsoft.com/office/drawing/2014/main" id="{990744F9-EFBD-4E0F-82F6-8ACB6187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42" y="3525291"/>
            <a:ext cx="209785" cy="108281"/>
          </a:xfrm>
          <a:custGeom xmlns:a="http://schemas.openxmlformats.org/drawingml/2006/main">
            <a:pathLst>
              <a:path w="209785" h="108281">
                <a:moveTo>
                  <a:pt x="197682" y="0"/>
                </a:moveTo>
                <a:cubicBezTo>
                  <a:pt x="199833" y="0"/>
                  <a:pt x="201635" y="108"/>
                  <a:pt x="203088" y="323"/>
                </a:cubicBezTo>
                <a:cubicBezTo>
                  <a:pt x="204540" y="538"/>
                  <a:pt x="205777" y="888"/>
                  <a:pt x="206799" y="1372"/>
                </a:cubicBezTo>
                <a:cubicBezTo>
                  <a:pt x="207821" y="1856"/>
                  <a:pt x="208574" y="2447"/>
                  <a:pt x="209058" y="3147"/>
                </a:cubicBezTo>
                <a:cubicBezTo>
                  <a:pt x="209543" y="3846"/>
                  <a:pt x="209785" y="4680"/>
                  <a:pt x="209785" y="5648"/>
                </a:cubicBezTo>
                <a:lnTo>
                  <a:pt x="209785" y="97953"/>
                </a:lnTo>
                <a:cubicBezTo>
                  <a:pt x="209785" y="100428"/>
                  <a:pt x="208951" y="102768"/>
                  <a:pt x="207283" y="104973"/>
                </a:cubicBezTo>
                <a:cubicBezTo>
                  <a:pt x="205616" y="107178"/>
                  <a:pt x="202684" y="108281"/>
                  <a:pt x="198489" y="108281"/>
                </a:cubicBezTo>
                <a:lnTo>
                  <a:pt x="5164" y="108281"/>
                </a:lnTo>
                <a:cubicBezTo>
                  <a:pt x="4303" y="108281"/>
                  <a:pt x="3550" y="108066"/>
                  <a:pt x="2905" y="107636"/>
                </a:cubicBezTo>
                <a:cubicBezTo>
                  <a:pt x="2259" y="107205"/>
                  <a:pt x="1748" y="106452"/>
                  <a:pt x="1372" y="105376"/>
                </a:cubicBezTo>
                <a:cubicBezTo>
                  <a:pt x="995" y="104301"/>
                  <a:pt x="672" y="102848"/>
                  <a:pt x="403" y="101019"/>
                </a:cubicBezTo>
                <a:cubicBezTo>
                  <a:pt x="134" y="99190"/>
                  <a:pt x="0" y="96985"/>
                  <a:pt x="0" y="94403"/>
                </a:cubicBezTo>
                <a:cubicBezTo>
                  <a:pt x="0" y="91714"/>
                  <a:pt x="134" y="89481"/>
                  <a:pt x="403" y="87706"/>
                </a:cubicBezTo>
                <a:cubicBezTo>
                  <a:pt x="672" y="85931"/>
                  <a:pt x="995" y="84506"/>
                  <a:pt x="1372" y="83430"/>
                </a:cubicBezTo>
                <a:cubicBezTo>
                  <a:pt x="1748" y="82354"/>
                  <a:pt x="2259" y="81601"/>
                  <a:pt x="2905" y="81171"/>
                </a:cubicBezTo>
                <a:cubicBezTo>
                  <a:pt x="3550" y="80740"/>
                  <a:pt x="4303" y="80525"/>
                  <a:pt x="5164" y="80525"/>
                </a:cubicBezTo>
                <a:lnTo>
                  <a:pt x="185740" y="80525"/>
                </a:lnTo>
                <a:lnTo>
                  <a:pt x="185740" y="5648"/>
                </a:lnTo>
                <a:cubicBezTo>
                  <a:pt x="185740" y="4680"/>
                  <a:pt x="185982" y="3846"/>
                  <a:pt x="186466" y="3147"/>
                </a:cubicBezTo>
                <a:cubicBezTo>
                  <a:pt x="186950" y="2447"/>
                  <a:pt x="187650" y="1856"/>
                  <a:pt x="188564" y="1372"/>
                </a:cubicBezTo>
                <a:cubicBezTo>
                  <a:pt x="189479" y="888"/>
                  <a:pt x="190689" y="538"/>
                  <a:pt x="192195" y="323"/>
                </a:cubicBezTo>
                <a:cubicBezTo>
                  <a:pt x="193701" y="108"/>
                  <a:pt x="195530" y="0"/>
                  <a:pt x="19768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a">
            <a:extLst xmlns:a="http://schemas.openxmlformats.org/drawingml/2006/main">
              <a:ext uri="{FF2B5EF4-FFF2-40B4-BE49-F238E27FC236}">
                <a16:creationId xmlns:a16="http://schemas.microsoft.com/office/drawing/2014/main" id="{F4F14D2B-22E5-400C-9117-CA2128B6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95" y="3389511"/>
            <a:ext cx="159759" cy="119255"/>
          </a:xfrm>
          <a:custGeom xmlns:a="http://schemas.openxmlformats.org/drawingml/2006/main">
            <a:pathLst>
              <a:path w="159759" h="119255">
                <a:moveTo>
                  <a:pt x="152659" y="0"/>
                </a:moveTo>
                <a:cubicBezTo>
                  <a:pt x="153950" y="0"/>
                  <a:pt x="154918" y="430"/>
                  <a:pt x="155563" y="1291"/>
                </a:cubicBezTo>
                <a:cubicBezTo>
                  <a:pt x="156209" y="2152"/>
                  <a:pt x="156693" y="3335"/>
                  <a:pt x="157016" y="4841"/>
                </a:cubicBezTo>
                <a:cubicBezTo>
                  <a:pt x="157338" y="6347"/>
                  <a:pt x="157500" y="8553"/>
                  <a:pt x="157500" y="11457"/>
                </a:cubicBezTo>
                <a:cubicBezTo>
                  <a:pt x="157500" y="14255"/>
                  <a:pt x="157338" y="16487"/>
                  <a:pt x="157016" y="18154"/>
                </a:cubicBezTo>
                <a:cubicBezTo>
                  <a:pt x="156693" y="19822"/>
                  <a:pt x="156209" y="21032"/>
                  <a:pt x="155563" y="21785"/>
                </a:cubicBezTo>
                <a:cubicBezTo>
                  <a:pt x="154918" y="22538"/>
                  <a:pt x="153950" y="22915"/>
                  <a:pt x="152659" y="22915"/>
                </a:cubicBezTo>
                <a:lnTo>
                  <a:pt x="138135" y="22915"/>
                </a:lnTo>
                <a:cubicBezTo>
                  <a:pt x="144913" y="29262"/>
                  <a:pt x="150211" y="36336"/>
                  <a:pt x="154030" y="44135"/>
                </a:cubicBezTo>
                <a:cubicBezTo>
                  <a:pt x="157850" y="51935"/>
                  <a:pt x="159759" y="60192"/>
                  <a:pt x="159759" y="68906"/>
                </a:cubicBezTo>
                <a:cubicBezTo>
                  <a:pt x="159759" y="76545"/>
                  <a:pt x="158761" y="83457"/>
                  <a:pt x="156764" y="89643"/>
                </a:cubicBezTo>
                <a:cubicBezTo>
                  <a:pt x="154767" y="95829"/>
                  <a:pt x="151879" y="101100"/>
                  <a:pt x="148100" y="105457"/>
                </a:cubicBezTo>
                <a:cubicBezTo>
                  <a:pt x="144321" y="109814"/>
                  <a:pt x="139680" y="113203"/>
                  <a:pt x="134176" y="115624"/>
                </a:cubicBezTo>
                <a:cubicBezTo>
                  <a:pt x="128670" y="118044"/>
                  <a:pt x="122406" y="119255"/>
                  <a:pt x="115387" y="119255"/>
                </a:cubicBezTo>
                <a:cubicBezTo>
                  <a:pt x="107183" y="119255"/>
                  <a:pt x="100060" y="117587"/>
                  <a:pt x="94015" y="114252"/>
                </a:cubicBezTo>
                <a:cubicBezTo>
                  <a:pt x="87967" y="110917"/>
                  <a:pt x="82946" y="106130"/>
                  <a:pt x="78952" y="99890"/>
                </a:cubicBezTo>
                <a:cubicBezTo>
                  <a:pt x="74958" y="93650"/>
                  <a:pt x="71962" y="86012"/>
                  <a:pt x="69965" y="76975"/>
                </a:cubicBezTo>
                <a:cubicBezTo>
                  <a:pt x="67968" y="67938"/>
                  <a:pt x="66970" y="57771"/>
                  <a:pt x="66970" y="46475"/>
                </a:cubicBezTo>
                <a:lnTo>
                  <a:pt x="66970" y="26465"/>
                </a:lnTo>
                <a:lnTo>
                  <a:pt x="55714" y="26465"/>
                </a:lnTo>
                <a:cubicBezTo>
                  <a:pt x="50140" y="26465"/>
                  <a:pt x="45210" y="27057"/>
                  <a:pt x="40923" y="28240"/>
                </a:cubicBezTo>
                <a:cubicBezTo>
                  <a:pt x="36633" y="29424"/>
                  <a:pt x="33068" y="31333"/>
                  <a:pt x="30227" y="33969"/>
                </a:cubicBezTo>
                <a:cubicBezTo>
                  <a:pt x="27386" y="36605"/>
                  <a:pt x="25243" y="40020"/>
                  <a:pt x="23797" y="44216"/>
                </a:cubicBezTo>
                <a:cubicBezTo>
                  <a:pt x="22348" y="48412"/>
                  <a:pt x="21624" y="53576"/>
                  <a:pt x="21624" y="59708"/>
                </a:cubicBezTo>
                <a:cubicBezTo>
                  <a:pt x="21624" y="66270"/>
                  <a:pt x="22396" y="72161"/>
                  <a:pt x="23939" y="77378"/>
                </a:cubicBezTo>
                <a:cubicBezTo>
                  <a:pt x="25482" y="82596"/>
                  <a:pt x="27185" y="87168"/>
                  <a:pt x="29047" y="91095"/>
                </a:cubicBezTo>
                <a:cubicBezTo>
                  <a:pt x="30910" y="95022"/>
                  <a:pt x="32612" y="98303"/>
                  <a:pt x="34156" y="100939"/>
                </a:cubicBezTo>
                <a:cubicBezTo>
                  <a:pt x="35699" y="103574"/>
                  <a:pt x="36470" y="105538"/>
                  <a:pt x="36470" y="106829"/>
                </a:cubicBezTo>
                <a:cubicBezTo>
                  <a:pt x="36470" y="107689"/>
                  <a:pt x="36255" y="108443"/>
                  <a:pt x="35825" y="109088"/>
                </a:cubicBezTo>
                <a:cubicBezTo>
                  <a:pt x="35394" y="109734"/>
                  <a:pt x="34749" y="110298"/>
                  <a:pt x="33888" y="110782"/>
                </a:cubicBezTo>
                <a:cubicBezTo>
                  <a:pt x="33028" y="111267"/>
                  <a:pt x="31925" y="111616"/>
                  <a:pt x="30580" y="111831"/>
                </a:cubicBezTo>
                <a:cubicBezTo>
                  <a:pt x="29235" y="112047"/>
                  <a:pt x="27756" y="112154"/>
                  <a:pt x="26142" y="112154"/>
                </a:cubicBezTo>
                <a:cubicBezTo>
                  <a:pt x="23453" y="112154"/>
                  <a:pt x="21328" y="111966"/>
                  <a:pt x="19768" y="111589"/>
                </a:cubicBezTo>
                <a:cubicBezTo>
                  <a:pt x="18208" y="111213"/>
                  <a:pt x="16729" y="110298"/>
                  <a:pt x="15330" y="108846"/>
                </a:cubicBezTo>
                <a:cubicBezTo>
                  <a:pt x="13932" y="107394"/>
                  <a:pt x="12303" y="104892"/>
                  <a:pt x="10444" y="101342"/>
                </a:cubicBezTo>
                <a:cubicBezTo>
                  <a:pt x="8581" y="97792"/>
                  <a:pt x="6880" y="93704"/>
                  <a:pt x="5340" y="89078"/>
                </a:cubicBezTo>
                <a:cubicBezTo>
                  <a:pt x="3801" y="84452"/>
                  <a:pt x="2526" y="79395"/>
                  <a:pt x="1518" y="73909"/>
                </a:cubicBezTo>
                <a:cubicBezTo>
                  <a:pt x="506" y="68422"/>
                  <a:pt x="0" y="62882"/>
                  <a:pt x="0" y="57287"/>
                </a:cubicBezTo>
                <a:cubicBezTo>
                  <a:pt x="0" y="46852"/>
                  <a:pt x="1183" y="37976"/>
                  <a:pt x="3550" y="30661"/>
                </a:cubicBezTo>
                <a:cubicBezTo>
                  <a:pt x="5917" y="23345"/>
                  <a:pt x="9387" y="17428"/>
                  <a:pt x="13959" y="12910"/>
                </a:cubicBezTo>
                <a:cubicBezTo>
                  <a:pt x="18531" y="8391"/>
                  <a:pt x="24206" y="5110"/>
                  <a:pt x="30984" y="3066"/>
                </a:cubicBezTo>
                <a:cubicBezTo>
                  <a:pt x="37761" y="1022"/>
                  <a:pt x="45668" y="0"/>
                  <a:pt x="54705" y="0"/>
                </a:cubicBezTo>
                <a:lnTo>
                  <a:pt x="152659" y="0"/>
                </a:lnTo>
                <a:moveTo>
                  <a:pt x="86173" y="26465"/>
                </a:moveTo>
                <a:lnTo>
                  <a:pt x="86173" y="49219"/>
                </a:lnTo>
                <a:cubicBezTo>
                  <a:pt x="86173" y="56534"/>
                  <a:pt x="86797" y="62882"/>
                  <a:pt x="88044" y="68261"/>
                </a:cubicBezTo>
                <a:cubicBezTo>
                  <a:pt x="89288" y="73640"/>
                  <a:pt x="91127" y="78104"/>
                  <a:pt x="93561" y="81655"/>
                </a:cubicBezTo>
                <a:cubicBezTo>
                  <a:pt x="95995" y="85205"/>
                  <a:pt x="98918" y="87814"/>
                  <a:pt x="102331" y="89481"/>
                </a:cubicBezTo>
                <a:cubicBezTo>
                  <a:pt x="105740" y="91149"/>
                  <a:pt x="109663" y="91983"/>
                  <a:pt x="114101" y="91983"/>
                </a:cubicBezTo>
                <a:cubicBezTo>
                  <a:pt x="121678" y="91983"/>
                  <a:pt x="127713" y="89589"/>
                  <a:pt x="132205" y="84801"/>
                </a:cubicBezTo>
                <a:cubicBezTo>
                  <a:pt x="136696" y="80014"/>
                  <a:pt x="138942" y="73317"/>
                  <a:pt x="138942" y="64711"/>
                </a:cubicBezTo>
                <a:cubicBezTo>
                  <a:pt x="138942" y="57718"/>
                  <a:pt x="137157" y="51236"/>
                  <a:pt x="133586" y="45265"/>
                </a:cubicBezTo>
                <a:cubicBezTo>
                  <a:pt x="130013" y="39294"/>
                  <a:pt x="124546" y="33028"/>
                  <a:pt x="117187" y="26465"/>
                </a:cubicBezTo>
                <a:lnTo>
                  <a:pt x="86173" y="26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r">
            <a:extLst xmlns:a="http://schemas.openxmlformats.org/drawingml/2006/main">
              <a:ext uri="{FF2B5EF4-FFF2-40B4-BE49-F238E27FC236}">
                <a16:creationId xmlns:a16="http://schemas.microsoft.com/office/drawing/2014/main" id="{8A49180D-949A-44E1-855F-981C16F9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95" y="3258147"/>
            <a:ext cx="157500" cy="84882"/>
          </a:xfrm>
          <a:custGeom xmlns:a="http://schemas.openxmlformats.org/drawingml/2006/main">
            <a:pathLst>
              <a:path w="157500" h="84882">
                <a:moveTo>
                  <a:pt x="16783" y="0"/>
                </a:moveTo>
                <a:cubicBezTo>
                  <a:pt x="19150" y="0"/>
                  <a:pt x="21140" y="54"/>
                  <a:pt x="22754" y="161"/>
                </a:cubicBezTo>
                <a:cubicBezTo>
                  <a:pt x="24367" y="269"/>
                  <a:pt x="25631" y="484"/>
                  <a:pt x="26546" y="807"/>
                </a:cubicBezTo>
                <a:cubicBezTo>
                  <a:pt x="27460" y="1130"/>
                  <a:pt x="28160" y="1533"/>
                  <a:pt x="28644" y="2017"/>
                </a:cubicBezTo>
                <a:cubicBezTo>
                  <a:pt x="29128" y="2501"/>
                  <a:pt x="29370" y="3174"/>
                  <a:pt x="29370" y="4034"/>
                </a:cubicBezTo>
                <a:cubicBezTo>
                  <a:pt x="29370" y="4895"/>
                  <a:pt x="29128" y="5944"/>
                  <a:pt x="28644" y="7181"/>
                </a:cubicBezTo>
                <a:cubicBezTo>
                  <a:pt x="28160" y="8418"/>
                  <a:pt x="27675" y="9817"/>
                  <a:pt x="27191" y="11377"/>
                </a:cubicBezTo>
                <a:cubicBezTo>
                  <a:pt x="26707" y="12937"/>
                  <a:pt x="26250" y="14685"/>
                  <a:pt x="25820" y="16621"/>
                </a:cubicBezTo>
                <a:cubicBezTo>
                  <a:pt x="25389" y="18558"/>
                  <a:pt x="25174" y="20656"/>
                  <a:pt x="25174" y="22915"/>
                </a:cubicBezTo>
                <a:cubicBezTo>
                  <a:pt x="25174" y="25604"/>
                  <a:pt x="25712" y="28240"/>
                  <a:pt x="26788" y="30822"/>
                </a:cubicBezTo>
                <a:cubicBezTo>
                  <a:pt x="27864" y="33404"/>
                  <a:pt x="29639" y="36121"/>
                  <a:pt x="32113" y="38972"/>
                </a:cubicBezTo>
                <a:cubicBezTo>
                  <a:pt x="34588" y="41822"/>
                  <a:pt x="37869" y="44808"/>
                  <a:pt x="41957" y="47928"/>
                </a:cubicBezTo>
                <a:cubicBezTo>
                  <a:pt x="46045" y="51048"/>
                  <a:pt x="51048" y="54490"/>
                  <a:pt x="56965" y="58256"/>
                </a:cubicBezTo>
                <a:lnTo>
                  <a:pt x="152497" y="58256"/>
                </a:lnTo>
                <a:cubicBezTo>
                  <a:pt x="153358" y="58256"/>
                  <a:pt x="154084" y="58471"/>
                  <a:pt x="154676" y="58901"/>
                </a:cubicBezTo>
                <a:cubicBezTo>
                  <a:pt x="155268" y="59331"/>
                  <a:pt x="155779" y="60031"/>
                  <a:pt x="156209" y="60999"/>
                </a:cubicBezTo>
                <a:cubicBezTo>
                  <a:pt x="156639" y="61967"/>
                  <a:pt x="156962" y="63312"/>
                  <a:pt x="157177" y="65033"/>
                </a:cubicBezTo>
                <a:cubicBezTo>
                  <a:pt x="157392" y="66755"/>
                  <a:pt x="157500" y="68960"/>
                  <a:pt x="157500" y="71650"/>
                </a:cubicBezTo>
                <a:cubicBezTo>
                  <a:pt x="157500" y="74231"/>
                  <a:pt x="157392" y="76383"/>
                  <a:pt x="157177" y="78104"/>
                </a:cubicBezTo>
                <a:cubicBezTo>
                  <a:pt x="156962" y="79826"/>
                  <a:pt x="156639" y="81197"/>
                  <a:pt x="156209" y="82219"/>
                </a:cubicBezTo>
                <a:cubicBezTo>
                  <a:pt x="155779" y="83241"/>
                  <a:pt x="155268" y="83941"/>
                  <a:pt x="154676" y="84317"/>
                </a:cubicBezTo>
                <a:cubicBezTo>
                  <a:pt x="154084" y="84694"/>
                  <a:pt x="153358" y="84882"/>
                  <a:pt x="152497" y="84882"/>
                </a:cubicBezTo>
                <a:lnTo>
                  <a:pt x="7262" y="84882"/>
                </a:lnTo>
                <a:cubicBezTo>
                  <a:pt x="6401" y="84882"/>
                  <a:pt x="5675" y="84721"/>
                  <a:pt x="5083" y="84398"/>
                </a:cubicBezTo>
                <a:cubicBezTo>
                  <a:pt x="4492" y="84075"/>
                  <a:pt x="3954" y="83430"/>
                  <a:pt x="3470" y="82462"/>
                </a:cubicBezTo>
                <a:cubicBezTo>
                  <a:pt x="2985" y="81493"/>
                  <a:pt x="2663" y="80256"/>
                  <a:pt x="2501" y="78750"/>
                </a:cubicBezTo>
                <a:cubicBezTo>
                  <a:pt x="2340" y="77244"/>
                  <a:pt x="2259" y="75254"/>
                  <a:pt x="2259" y="72779"/>
                </a:cubicBezTo>
                <a:cubicBezTo>
                  <a:pt x="2259" y="70412"/>
                  <a:pt x="2340" y="68449"/>
                  <a:pt x="2501" y="66889"/>
                </a:cubicBezTo>
                <a:cubicBezTo>
                  <a:pt x="2663" y="65329"/>
                  <a:pt x="2985" y="64119"/>
                  <a:pt x="3470" y="63258"/>
                </a:cubicBezTo>
                <a:cubicBezTo>
                  <a:pt x="3954" y="62397"/>
                  <a:pt x="4492" y="61779"/>
                  <a:pt x="5083" y="61402"/>
                </a:cubicBezTo>
                <a:cubicBezTo>
                  <a:pt x="5675" y="61026"/>
                  <a:pt x="6401" y="60838"/>
                  <a:pt x="7262" y="60838"/>
                </a:cubicBezTo>
                <a:lnTo>
                  <a:pt x="28402" y="60838"/>
                </a:lnTo>
                <a:cubicBezTo>
                  <a:pt x="22592" y="56857"/>
                  <a:pt x="17859" y="53119"/>
                  <a:pt x="14201" y="49622"/>
                </a:cubicBezTo>
                <a:cubicBezTo>
                  <a:pt x="10543" y="46126"/>
                  <a:pt x="7665" y="42818"/>
                  <a:pt x="5567" y="39698"/>
                </a:cubicBezTo>
                <a:cubicBezTo>
                  <a:pt x="3470" y="36578"/>
                  <a:pt x="2017" y="33485"/>
                  <a:pt x="1210" y="30419"/>
                </a:cubicBezTo>
                <a:cubicBezTo>
                  <a:pt x="403" y="27353"/>
                  <a:pt x="0" y="24260"/>
                  <a:pt x="0" y="21140"/>
                </a:cubicBezTo>
                <a:cubicBezTo>
                  <a:pt x="0" y="19741"/>
                  <a:pt x="81" y="18154"/>
                  <a:pt x="242" y="16379"/>
                </a:cubicBezTo>
                <a:cubicBezTo>
                  <a:pt x="403" y="14604"/>
                  <a:pt x="699" y="12748"/>
                  <a:pt x="1130" y="10812"/>
                </a:cubicBezTo>
                <a:cubicBezTo>
                  <a:pt x="1560" y="8876"/>
                  <a:pt x="2044" y="7127"/>
                  <a:pt x="2582" y="5567"/>
                </a:cubicBezTo>
                <a:cubicBezTo>
                  <a:pt x="3120" y="4007"/>
                  <a:pt x="3658" y="2905"/>
                  <a:pt x="4196" y="2259"/>
                </a:cubicBezTo>
                <a:cubicBezTo>
                  <a:pt x="4734" y="1614"/>
                  <a:pt x="5245" y="1183"/>
                  <a:pt x="5729" y="968"/>
                </a:cubicBezTo>
                <a:cubicBezTo>
                  <a:pt x="6213" y="753"/>
                  <a:pt x="6831" y="565"/>
                  <a:pt x="7585" y="403"/>
                </a:cubicBezTo>
                <a:cubicBezTo>
                  <a:pt x="8338" y="242"/>
                  <a:pt x="9440" y="134"/>
                  <a:pt x="10893" y="81"/>
                </a:cubicBezTo>
                <a:cubicBezTo>
                  <a:pt x="12345" y="27"/>
                  <a:pt x="14308" y="0"/>
                  <a:pt x="1678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g">
            <a:extLst xmlns:a="http://schemas.openxmlformats.org/drawingml/2006/main">
              <a:ext uri="{FF2B5EF4-FFF2-40B4-BE49-F238E27FC236}">
                <a16:creationId xmlns:a16="http://schemas.microsoft.com/office/drawing/2014/main" id="{627AD303-26D5-40FA-8831-0DCA73D1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418" y="3113044"/>
            <a:ext cx="215271" cy="137490"/>
          </a:xfrm>
          <a:custGeom xmlns:a="http://schemas.openxmlformats.org/drawingml/2006/main">
            <a:pathLst>
              <a:path w="215271" h="137490">
                <a:moveTo>
                  <a:pt x="13394" y="0"/>
                </a:moveTo>
                <a:cubicBezTo>
                  <a:pt x="17159" y="0"/>
                  <a:pt x="19876" y="511"/>
                  <a:pt x="21543" y="1533"/>
                </a:cubicBezTo>
                <a:cubicBezTo>
                  <a:pt x="23211" y="2555"/>
                  <a:pt x="24045" y="3873"/>
                  <a:pt x="24045" y="5487"/>
                </a:cubicBezTo>
                <a:lnTo>
                  <a:pt x="24045" y="26304"/>
                </a:lnTo>
                <a:cubicBezTo>
                  <a:pt x="27928" y="22538"/>
                  <a:pt x="32217" y="19903"/>
                  <a:pt x="36914" y="18396"/>
                </a:cubicBezTo>
                <a:cubicBezTo>
                  <a:pt x="41607" y="16890"/>
                  <a:pt x="46489" y="16137"/>
                  <a:pt x="51559" y="16137"/>
                </a:cubicBezTo>
                <a:cubicBezTo>
                  <a:pt x="59937" y="16137"/>
                  <a:pt x="67348" y="17482"/>
                  <a:pt x="73793" y="20172"/>
                </a:cubicBezTo>
                <a:cubicBezTo>
                  <a:pt x="80238" y="22861"/>
                  <a:pt x="85689" y="26707"/>
                  <a:pt x="90147" y="31710"/>
                </a:cubicBezTo>
                <a:cubicBezTo>
                  <a:pt x="94605" y="36712"/>
                  <a:pt x="98015" y="42656"/>
                  <a:pt x="100379" y="49541"/>
                </a:cubicBezTo>
                <a:cubicBezTo>
                  <a:pt x="102742" y="56427"/>
                  <a:pt x="103924" y="64065"/>
                  <a:pt x="103924" y="72456"/>
                </a:cubicBezTo>
                <a:cubicBezTo>
                  <a:pt x="103924" y="78373"/>
                  <a:pt x="103146" y="83995"/>
                  <a:pt x="101589" y="89320"/>
                </a:cubicBezTo>
                <a:cubicBezTo>
                  <a:pt x="100033" y="94645"/>
                  <a:pt x="98073" y="98760"/>
                  <a:pt x="95709" y="101665"/>
                </a:cubicBezTo>
                <a:cubicBezTo>
                  <a:pt x="97646" y="103601"/>
                  <a:pt x="99851" y="105188"/>
                  <a:pt x="102325" y="106425"/>
                </a:cubicBezTo>
                <a:cubicBezTo>
                  <a:pt x="104797" y="107663"/>
                  <a:pt x="107644" y="108281"/>
                  <a:pt x="110868" y="108281"/>
                </a:cubicBezTo>
                <a:cubicBezTo>
                  <a:pt x="114634" y="108281"/>
                  <a:pt x="117753" y="106533"/>
                  <a:pt x="120228" y="103037"/>
                </a:cubicBezTo>
                <a:cubicBezTo>
                  <a:pt x="122699" y="99540"/>
                  <a:pt x="124042" y="94887"/>
                  <a:pt x="124257" y="89078"/>
                </a:cubicBezTo>
                <a:lnTo>
                  <a:pt x="125876" y="51155"/>
                </a:lnTo>
                <a:cubicBezTo>
                  <a:pt x="126091" y="43947"/>
                  <a:pt x="127089" y="37331"/>
                  <a:pt x="128871" y="31306"/>
                </a:cubicBezTo>
                <a:cubicBezTo>
                  <a:pt x="130653" y="25282"/>
                  <a:pt x="133191" y="20064"/>
                  <a:pt x="136486" y="15653"/>
                </a:cubicBezTo>
                <a:cubicBezTo>
                  <a:pt x="139777" y="11242"/>
                  <a:pt x="143825" y="7800"/>
                  <a:pt x="148629" y="5325"/>
                </a:cubicBezTo>
                <a:cubicBezTo>
                  <a:pt x="153434" y="2851"/>
                  <a:pt x="159021" y="1614"/>
                  <a:pt x="165392" y="1614"/>
                </a:cubicBezTo>
                <a:cubicBezTo>
                  <a:pt x="172086" y="1614"/>
                  <a:pt x="178455" y="3012"/>
                  <a:pt x="184500" y="5809"/>
                </a:cubicBezTo>
                <a:cubicBezTo>
                  <a:pt x="190548" y="8607"/>
                  <a:pt x="195865" y="12883"/>
                  <a:pt x="200450" y="18639"/>
                </a:cubicBezTo>
                <a:cubicBezTo>
                  <a:pt x="205039" y="24394"/>
                  <a:pt x="208657" y="31737"/>
                  <a:pt x="211303" y="40666"/>
                </a:cubicBezTo>
                <a:cubicBezTo>
                  <a:pt x="213948" y="49595"/>
                  <a:pt x="215271" y="60138"/>
                  <a:pt x="215271" y="72295"/>
                </a:cubicBezTo>
                <a:cubicBezTo>
                  <a:pt x="215271" y="84021"/>
                  <a:pt x="214275" y="94000"/>
                  <a:pt x="212281" y="102230"/>
                </a:cubicBezTo>
                <a:cubicBezTo>
                  <a:pt x="210291" y="110460"/>
                  <a:pt x="207573" y="117210"/>
                  <a:pt x="204127" y="122482"/>
                </a:cubicBezTo>
                <a:cubicBezTo>
                  <a:pt x="200684" y="127753"/>
                  <a:pt x="196567" y="131573"/>
                  <a:pt x="191776" y="133939"/>
                </a:cubicBezTo>
                <a:cubicBezTo>
                  <a:pt x="186986" y="136306"/>
                  <a:pt x="181790" y="137490"/>
                  <a:pt x="176189" y="137490"/>
                </a:cubicBezTo>
                <a:cubicBezTo>
                  <a:pt x="172639" y="137490"/>
                  <a:pt x="169194" y="137059"/>
                  <a:pt x="165856" y="136199"/>
                </a:cubicBezTo>
                <a:cubicBezTo>
                  <a:pt x="162518" y="135338"/>
                  <a:pt x="159341" y="134020"/>
                  <a:pt x="156325" y="132245"/>
                </a:cubicBezTo>
                <a:cubicBezTo>
                  <a:pt x="153313" y="130470"/>
                  <a:pt x="150435" y="128264"/>
                  <a:pt x="147691" y="125629"/>
                </a:cubicBezTo>
                <a:cubicBezTo>
                  <a:pt x="144945" y="122993"/>
                  <a:pt x="142225" y="119954"/>
                  <a:pt x="139532" y="116511"/>
                </a:cubicBezTo>
                <a:cubicBezTo>
                  <a:pt x="136832" y="121783"/>
                  <a:pt x="133430" y="125683"/>
                  <a:pt x="129325" y="128211"/>
                </a:cubicBezTo>
                <a:cubicBezTo>
                  <a:pt x="125217" y="130739"/>
                  <a:pt x="120786" y="132003"/>
                  <a:pt x="116032" y="132003"/>
                </a:cubicBezTo>
                <a:cubicBezTo>
                  <a:pt x="109443" y="132003"/>
                  <a:pt x="103554" y="130658"/>
                  <a:pt x="98367" y="127969"/>
                </a:cubicBezTo>
                <a:cubicBezTo>
                  <a:pt x="93179" y="125279"/>
                  <a:pt x="88533" y="121944"/>
                  <a:pt x="84428" y="117964"/>
                </a:cubicBezTo>
                <a:cubicBezTo>
                  <a:pt x="80454" y="121299"/>
                  <a:pt x="75970" y="123934"/>
                  <a:pt x="70974" y="125871"/>
                </a:cubicBezTo>
                <a:cubicBezTo>
                  <a:pt x="65978" y="127807"/>
                  <a:pt x="59937" y="128776"/>
                  <a:pt x="52850" y="128776"/>
                </a:cubicBezTo>
                <a:cubicBezTo>
                  <a:pt x="44579" y="128776"/>
                  <a:pt x="37168" y="127377"/>
                  <a:pt x="30615" y="124580"/>
                </a:cubicBezTo>
                <a:cubicBezTo>
                  <a:pt x="24063" y="121783"/>
                  <a:pt x="18531" y="117910"/>
                  <a:pt x="14019" y="112961"/>
                </a:cubicBezTo>
                <a:cubicBezTo>
                  <a:pt x="9508" y="108012"/>
                  <a:pt x="6043" y="102068"/>
                  <a:pt x="3626" y="95129"/>
                </a:cubicBezTo>
                <a:cubicBezTo>
                  <a:pt x="1209" y="88190"/>
                  <a:pt x="0" y="80633"/>
                  <a:pt x="0" y="72456"/>
                </a:cubicBezTo>
                <a:cubicBezTo>
                  <a:pt x="0" y="68046"/>
                  <a:pt x="229" y="63931"/>
                  <a:pt x="686" y="60111"/>
                </a:cubicBezTo>
                <a:cubicBezTo>
                  <a:pt x="1140" y="56292"/>
                  <a:pt x="1772" y="52715"/>
                  <a:pt x="2582" y="49380"/>
                </a:cubicBezTo>
                <a:lnTo>
                  <a:pt x="2582" y="5487"/>
                </a:lnTo>
                <a:cubicBezTo>
                  <a:pt x="2582" y="3658"/>
                  <a:pt x="3470" y="2286"/>
                  <a:pt x="5245" y="1372"/>
                </a:cubicBezTo>
                <a:cubicBezTo>
                  <a:pt x="7020" y="457"/>
                  <a:pt x="9736" y="0"/>
                  <a:pt x="13394" y="0"/>
                </a:cubicBezTo>
                <a:moveTo>
                  <a:pt x="51720" y="41634"/>
                </a:moveTo>
                <a:cubicBezTo>
                  <a:pt x="41849" y="41634"/>
                  <a:pt x="34151" y="44351"/>
                  <a:pt x="28624" y="49784"/>
                </a:cubicBezTo>
                <a:cubicBezTo>
                  <a:pt x="23096" y="55216"/>
                  <a:pt x="20333" y="62935"/>
                  <a:pt x="20333" y="72941"/>
                </a:cubicBezTo>
                <a:cubicBezTo>
                  <a:pt x="20333" y="78104"/>
                  <a:pt x="21192" y="82596"/>
                  <a:pt x="22910" y="86415"/>
                </a:cubicBezTo>
                <a:cubicBezTo>
                  <a:pt x="24624" y="90234"/>
                  <a:pt x="26985" y="93408"/>
                  <a:pt x="29990" y="95936"/>
                </a:cubicBezTo>
                <a:cubicBezTo>
                  <a:pt x="32996" y="98464"/>
                  <a:pt x="36457" y="100347"/>
                  <a:pt x="40373" y="101584"/>
                </a:cubicBezTo>
                <a:cubicBezTo>
                  <a:pt x="44290" y="102821"/>
                  <a:pt x="48395" y="103440"/>
                  <a:pt x="52688" y="103440"/>
                </a:cubicBezTo>
                <a:cubicBezTo>
                  <a:pt x="62236" y="103440"/>
                  <a:pt x="69747" y="100724"/>
                  <a:pt x="75220" y="95291"/>
                </a:cubicBezTo>
                <a:cubicBezTo>
                  <a:pt x="80693" y="89858"/>
                  <a:pt x="83430" y="82246"/>
                  <a:pt x="83430" y="72456"/>
                </a:cubicBezTo>
                <a:cubicBezTo>
                  <a:pt x="83430" y="67185"/>
                  <a:pt x="82599" y="62613"/>
                  <a:pt x="80939" y="58740"/>
                </a:cubicBezTo>
                <a:cubicBezTo>
                  <a:pt x="79274" y="54867"/>
                  <a:pt x="76966" y="51666"/>
                  <a:pt x="74015" y="49138"/>
                </a:cubicBezTo>
                <a:cubicBezTo>
                  <a:pt x="71063" y="46610"/>
                  <a:pt x="67656" y="44727"/>
                  <a:pt x="63793" y="43490"/>
                </a:cubicBezTo>
                <a:cubicBezTo>
                  <a:pt x="59930" y="42253"/>
                  <a:pt x="55906" y="41634"/>
                  <a:pt x="51720" y="41634"/>
                </a:cubicBezTo>
                <a:moveTo>
                  <a:pt x="166839" y="28240"/>
                </a:moveTo>
                <a:cubicBezTo>
                  <a:pt x="160556" y="28240"/>
                  <a:pt x="155710" y="30795"/>
                  <a:pt x="152301" y="35905"/>
                </a:cubicBezTo>
                <a:cubicBezTo>
                  <a:pt x="148888" y="41016"/>
                  <a:pt x="147075" y="47928"/>
                  <a:pt x="146859" y="56642"/>
                </a:cubicBezTo>
                <a:lnTo>
                  <a:pt x="145558" y="94242"/>
                </a:lnTo>
                <a:cubicBezTo>
                  <a:pt x="148265" y="97684"/>
                  <a:pt x="150837" y="100508"/>
                  <a:pt x="153274" y="102714"/>
                </a:cubicBezTo>
                <a:cubicBezTo>
                  <a:pt x="155711" y="104919"/>
                  <a:pt x="158039" y="106667"/>
                  <a:pt x="160258" y="107958"/>
                </a:cubicBezTo>
                <a:cubicBezTo>
                  <a:pt x="162477" y="109249"/>
                  <a:pt x="164669" y="110137"/>
                  <a:pt x="166834" y="110621"/>
                </a:cubicBezTo>
                <a:cubicBezTo>
                  <a:pt x="169003" y="111105"/>
                  <a:pt x="171223" y="111347"/>
                  <a:pt x="173496" y="111347"/>
                </a:cubicBezTo>
                <a:cubicBezTo>
                  <a:pt x="180536" y="111347"/>
                  <a:pt x="185870" y="107797"/>
                  <a:pt x="189497" y="100697"/>
                </a:cubicBezTo>
                <a:cubicBezTo>
                  <a:pt x="193125" y="93596"/>
                  <a:pt x="194938" y="83699"/>
                  <a:pt x="194938" y="71004"/>
                </a:cubicBezTo>
                <a:cubicBezTo>
                  <a:pt x="194938" y="62935"/>
                  <a:pt x="194153" y="56185"/>
                  <a:pt x="192583" y="50752"/>
                </a:cubicBezTo>
                <a:cubicBezTo>
                  <a:pt x="191013" y="45319"/>
                  <a:pt x="188929" y="40935"/>
                  <a:pt x="186330" y="37600"/>
                </a:cubicBezTo>
                <a:cubicBezTo>
                  <a:pt x="183731" y="34265"/>
                  <a:pt x="180753" y="31871"/>
                  <a:pt x="177394" y="30419"/>
                </a:cubicBezTo>
                <a:cubicBezTo>
                  <a:pt x="174039" y="28966"/>
                  <a:pt x="170521" y="28240"/>
                  <a:pt x="166839" y="282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e">
            <a:extLst xmlns:a="http://schemas.openxmlformats.org/drawingml/2006/main">
              <a:ext uri="{FF2B5EF4-FFF2-40B4-BE49-F238E27FC236}">
                <a16:creationId xmlns:a16="http://schemas.microsoft.com/office/drawing/2014/main" id="{84B58E51-BC6D-42A2-BD66-E9675908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95" y="2960188"/>
            <a:ext cx="159759" cy="133617"/>
          </a:xfrm>
          <a:custGeom xmlns:a="http://schemas.openxmlformats.org/drawingml/2006/main">
            <a:pathLst>
              <a:path w="159759" h="133617">
                <a:moveTo>
                  <a:pt x="73586" y="0"/>
                </a:moveTo>
                <a:cubicBezTo>
                  <a:pt x="77782" y="0"/>
                  <a:pt x="80767" y="1049"/>
                  <a:pt x="82542" y="3147"/>
                </a:cubicBezTo>
                <a:cubicBezTo>
                  <a:pt x="84317" y="5245"/>
                  <a:pt x="85205" y="7638"/>
                  <a:pt x="85205" y="10328"/>
                </a:cubicBezTo>
                <a:lnTo>
                  <a:pt x="85205" y="105538"/>
                </a:lnTo>
                <a:cubicBezTo>
                  <a:pt x="93297" y="105538"/>
                  <a:pt x="100581" y="104731"/>
                  <a:pt x="107056" y="103117"/>
                </a:cubicBezTo>
                <a:cubicBezTo>
                  <a:pt x="113531" y="101504"/>
                  <a:pt x="119088" y="98814"/>
                  <a:pt x="123728" y="95049"/>
                </a:cubicBezTo>
                <a:cubicBezTo>
                  <a:pt x="128367" y="91283"/>
                  <a:pt x="131929" y="86388"/>
                  <a:pt x="134413" y="80364"/>
                </a:cubicBezTo>
                <a:cubicBezTo>
                  <a:pt x="136895" y="74339"/>
                  <a:pt x="138135" y="66970"/>
                  <a:pt x="138135" y="58256"/>
                </a:cubicBezTo>
                <a:cubicBezTo>
                  <a:pt x="138135" y="51370"/>
                  <a:pt x="137570" y="45238"/>
                  <a:pt x="136441" y="39859"/>
                </a:cubicBezTo>
                <a:cubicBezTo>
                  <a:pt x="135311" y="34480"/>
                  <a:pt x="134047" y="29827"/>
                  <a:pt x="132648" y="25900"/>
                </a:cubicBezTo>
                <a:cubicBezTo>
                  <a:pt x="131250" y="21974"/>
                  <a:pt x="129986" y="18746"/>
                  <a:pt x="128856" y="16218"/>
                </a:cubicBezTo>
                <a:cubicBezTo>
                  <a:pt x="127727" y="13690"/>
                  <a:pt x="127162" y="11780"/>
                  <a:pt x="127162" y="10489"/>
                </a:cubicBezTo>
                <a:cubicBezTo>
                  <a:pt x="127162" y="9736"/>
                  <a:pt x="127350" y="9064"/>
                  <a:pt x="127727" y="8472"/>
                </a:cubicBezTo>
                <a:cubicBezTo>
                  <a:pt x="128103" y="7880"/>
                  <a:pt x="128668" y="7423"/>
                  <a:pt x="129421" y="7100"/>
                </a:cubicBezTo>
                <a:cubicBezTo>
                  <a:pt x="130174" y="6778"/>
                  <a:pt x="131223" y="6536"/>
                  <a:pt x="132568" y="6374"/>
                </a:cubicBezTo>
                <a:cubicBezTo>
                  <a:pt x="133913" y="6213"/>
                  <a:pt x="135553" y="6132"/>
                  <a:pt x="137490" y="6132"/>
                </a:cubicBezTo>
                <a:cubicBezTo>
                  <a:pt x="138888" y="6132"/>
                  <a:pt x="140098" y="6186"/>
                  <a:pt x="141121" y="6294"/>
                </a:cubicBezTo>
                <a:cubicBezTo>
                  <a:pt x="142143" y="6401"/>
                  <a:pt x="143057" y="6536"/>
                  <a:pt x="143864" y="6697"/>
                </a:cubicBezTo>
                <a:cubicBezTo>
                  <a:pt x="144671" y="6858"/>
                  <a:pt x="145397" y="7127"/>
                  <a:pt x="146042" y="7504"/>
                </a:cubicBezTo>
                <a:cubicBezTo>
                  <a:pt x="146688" y="7880"/>
                  <a:pt x="147306" y="8364"/>
                  <a:pt x="147898" y="8956"/>
                </a:cubicBezTo>
                <a:cubicBezTo>
                  <a:pt x="148490" y="9548"/>
                  <a:pt x="149458" y="11296"/>
                  <a:pt x="150803" y="14201"/>
                </a:cubicBezTo>
                <a:cubicBezTo>
                  <a:pt x="152148" y="17106"/>
                  <a:pt x="153466" y="20871"/>
                  <a:pt x="154757" y="25497"/>
                </a:cubicBezTo>
                <a:cubicBezTo>
                  <a:pt x="156048" y="30123"/>
                  <a:pt x="157204" y="35475"/>
                  <a:pt x="158226" y="41554"/>
                </a:cubicBezTo>
                <a:cubicBezTo>
                  <a:pt x="159248" y="47632"/>
                  <a:pt x="159759" y="54114"/>
                  <a:pt x="159759" y="60999"/>
                </a:cubicBezTo>
                <a:cubicBezTo>
                  <a:pt x="159759" y="72941"/>
                  <a:pt x="158090" y="83403"/>
                  <a:pt x="154751" y="92386"/>
                </a:cubicBezTo>
                <a:cubicBezTo>
                  <a:pt x="151413" y="101369"/>
                  <a:pt x="146459" y="108927"/>
                  <a:pt x="139890" y="115059"/>
                </a:cubicBezTo>
                <a:cubicBezTo>
                  <a:pt x="133321" y="121191"/>
                  <a:pt x="125082" y="125817"/>
                  <a:pt x="115175" y="128937"/>
                </a:cubicBezTo>
                <a:cubicBezTo>
                  <a:pt x="105267" y="132057"/>
                  <a:pt x="93744" y="133617"/>
                  <a:pt x="80606" y="133617"/>
                </a:cubicBezTo>
                <a:cubicBezTo>
                  <a:pt x="68113" y="133617"/>
                  <a:pt x="56886" y="132003"/>
                  <a:pt x="46924" y="128776"/>
                </a:cubicBezTo>
                <a:cubicBezTo>
                  <a:pt x="36963" y="125548"/>
                  <a:pt x="28509" y="120895"/>
                  <a:pt x="21563" y="114817"/>
                </a:cubicBezTo>
                <a:cubicBezTo>
                  <a:pt x="14618" y="108738"/>
                  <a:pt x="9287" y="101396"/>
                  <a:pt x="5572" y="92789"/>
                </a:cubicBezTo>
                <a:cubicBezTo>
                  <a:pt x="1857" y="84183"/>
                  <a:pt x="0" y="74554"/>
                  <a:pt x="0" y="63904"/>
                </a:cubicBezTo>
                <a:cubicBezTo>
                  <a:pt x="0" y="52500"/>
                  <a:pt x="1829" y="42791"/>
                  <a:pt x="5487" y="34776"/>
                </a:cubicBezTo>
                <a:cubicBezTo>
                  <a:pt x="9144" y="26761"/>
                  <a:pt x="14066" y="20172"/>
                  <a:pt x="20252" y="15008"/>
                </a:cubicBezTo>
                <a:cubicBezTo>
                  <a:pt x="26438" y="9844"/>
                  <a:pt x="33700" y="6051"/>
                  <a:pt x="42038" y="3631"/>
                </a:cubicBezTo>
                <a:cubicBezTo>
                  <a:pt x="50375" y="1210"/>
                  <a:pt x="59278" y="0"/>
                  <a:pt x="68745" y="0"/>
                </a:cubicBezTo>
                <a:lnTo>
                  <a:pt x="73586" y="0"/>
                </a:lnTo>
                <a:moveTo>
                  <a:pt x="65679" y="26788"/>
                </a:moveTo>
                <a:cubicBezTo>
                  <a:pt x="51693" y="26465"/>
                  <a:pt x="40720" y="29558"/>
                  <a:pt x="32759" y="36067"/>
                </a:cubicBezTo>
                <a:cubicBezTo>
                  <a:pt x="24798" y="42576"/>
                  <a:pt x="20817" y="52231"/>
                  <a:pt x="20817" y="65033"/>
                </a:cubicBezTo>
                <a:cubicBezTo>
                  <a:pt x="20817" y="71596"/>
                  <a:pt x="22054" y="77351"/>
                  <a:pt x="24529" y="82300"/>
                </a:cubicBezTo>
                <a:cubicBezTo>
                  <a:pt x="27003" y="87249"/>
                  <a:pt x="30284" y="91391"/>
                  <a:pt x="34372" y="94726"/>
                </a:cubicBezTo>
                <a:cubicBezTo>
                  <a:pt x="38461" y="98061"/>
                  <a:pt x="43221" y="100643"/>
                  <a:pt x="48654" y="102472"/>
                </a:cubicBezTo>
                <a:cubicBezTo>
                  <a:pt x="54087" y="104301"/>
                  <a:pt x="59762" y="105323"/>
                  <a:pt x="65679" y="105538"/>
                </a:cubicBezTo>
                <a:lnTo>
                  <a:pt x="65679" y="267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L">
            <a:extLst xmlns:a="http://schemas.openxmlformats.org/drawingml/2006/main">
              <a:ext uri="{FF2B5EF4-FFF2-40B4-BE49-F238E27FC236}">
                <a16:creationId xmlns:a16="http://schemas.microsoft.com/office/drawing/2014/main" id="{5FD01665-684C-4C2C-B8F3-788C687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42" y="2737333"/>
            <a:ext cx="209785" cy="108281"/>
          </a:xfrm>
          <a:custGeom xmlns:a="http://schemas.openxmlformats.org/drawingml/2006/main">
            <a:pathLst>
              <a:path w="209785" h="108281">
                <a:moveTo>
                  <a:pt x="197682" y="0"/>
                </a:moveTo>
                <a:cubicBezTo>
                  <a:pt x="199833" y="0"/>
                  <a:pt x="201635" y="108"/>
                  <a:pt x="203088" y="323"/>
                </a:cubicBezTo>
                <a:cubicBezTo>
                  <a:pt x="204540" y="538"/>
                  <a:pt x="205777" y="888"/>
                  <a:pt x="206799" y="1372"/>
                </a:cubicBezTo>
                <a:cubicBezTo>
                  <a:pt x="207821" y="1856"/>
                  <a:pt x="208574" y="2447"/>
                  <a:pt x="209058" y="3147"/>
                </a:cubicBezTo>
                <a:cubicBezTo>
                  <a:pt x="209543" y="3846"/>
                  <a:pt x="209785" y="4680"/>
                  <a:pt x="209785" y="5648"/>
                </a:cubicBezTo>
                <a:lnTo>
                  <a:pt x="209785" y="97953"/>
                </a:lnTo>
                <a:cubicBezTo>
                  <a:pt x="209785" y="100428"/>
                  <a:pt x="208951" y="102768"/>
                  <a:pt x="207283" y="104973"/>
                </a:cubicBezTo>
                <a:cubicBezTo>
                  <a:pt x="205616" y="107178"/>
                  <a:pt x="202684" y="108281"/>
                  <a:pt x="198489" y="108281"/>
                </a:cubicBezTo>
                <a:lnTo>
                  <a:pt x="5164" y="108281"/>
                </a:lnTo>
                <a:cubicBezTo>
                  <a:pt x="4303" y="108281"/>
                  <a:pt x="3550" y="108066"/>
                  <a:pt x="2905" y="107636"/>
                </a:cubicBezTo>
                <a:cubicBezTo>
                  <a:pt x="2259" y="107205"/>
                  <a:pt x="1748" y="106452"/>
                  <a:pt x="1372" y="105376"/>
                </a:cubicBezTo>
                <a:cubicBezTo>
                  <a:pt x="995" y="104301"/>
                  <a:pt x="672" y="102848"/>
                  <a:pt x="403" y="101019"/>
                </a:cubicBezTo>
                <a:cubicBezTo>
                  <a:pt x="134" y="99190"/>
                  <a:pt x="0" y="96985"/>
                  <a:pt x="0" y="94403"/>
                </a:cubicBezTo>
                <a:cubicBezTo>
                  <a:pt x="0" y="91714"/>
                  <a:pt x="134" y="89481"/>
                  <a:pt x="403" y="87706"/>
                </a:cubicBezTo>
                <a:cubicBezTo>
                  <a:pt x="672" y="85931"/>
                  <a:pt x="995" y="84506"/>
                  <a:pt x="1372" y="83430"/>
                </a:cubicBezTo>
                <a:cubicBezTo>
                  <a:pt x="1748" y="82354"/>
                  <a:pt x="2259" y="81601"/>
                  <a:pt x="2905" y="81171"/>
                </a:cubicBezTo>
                <a:cubicBezTo>
                  <a:pt x="3550" y="80740"/>
                  <a:pt x="4303" y="80525"/>
                  <a:pt x="5164" y="80525"/>
                </a:cubicBezTo>
                <a:lnTo>
                  <a:pt x="185740" y="80525"/>
                </a:lnTo>
                <a:lnTo>
                  <a:pt x="185740" y="5648"/>
                </a:lnTo>
                <a:cubicBezTo>
                  <a:pt x="185740" y="4680"/>
                  <a:pt x="185982" y="3846"/>
                  <a:pt x="186466" y="3147"/>
                </a:cubicBezTo>
                <a:cubicBezTo>
                  <a:pt x="186950" y="2447"/>
                  <a:pt x="187650" y="1856"/>
                  <a:pt x="188564" y="1372"/>
                </a:cubicBezTo>
                <a:cubicBezTo>
                  <a:pt x="189479" y="888"/>
                  <a:pt x="190689" y="538"/>
                  <a:pt x="192195" y="323"/>
                </a:cubicBezTo>
                <a:cubicBezTo>
                  <a:pt x="193701" y="108"/>
                  <a:pt x="195530" y="0"/>
                  <a:pt x="19768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a">
            <a:extLst xmlns:a="http://schemas.openxmlformats.org/drawingml/2006/main">
              <a:ext uri="{FF2B5EF4-FFF2-40B4-BE49-F238E27FC236}">
                <a16:creationId xmlns:a16="http://schemas.microsoft.com/office/drawing/2014/main" id="{AFFD4F1E-7D6C-4B5E-9025-D38A4410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95" y="2601554"/>
            <a:ext cx="159759" cy="119255"/>
          </a:xfrm>
          <a:custGeom xmlns:a="http://schemas.openxmlformats.org/drawingml/2006/main">
            <a:pathLst>
              <a:path w="159759" h="119255">
                <a:moveTo>
                  <a:pt x="152659" y="0"/>
                </a:moveTo>
                <a:cubicBezTo>
                  <a:pt x="153950" y="0"/>
                  <a:pt x="154918" y="430"/>
                  <a:pt x="155563" y="1291"/>
                </a:cubicBezTo>
                <a:cubicBezTo>
                  <a:pt x="156209" y="2152"/>
                  <a:pt x="156693" y="3335"/>
                  <a:pt x="157016" y="4841"/>
                </a:cubicBezTo>
                <a:cubicBezTo>
                  <a:pt x="157338" y="6347"/>
                  <a:pt x="157500" y="8553"/>
                  <a:pt x="157500" y="11457"/>
                </a:cubicBezTo>
                <a:cubicBezTo>
                  <a:pt x="157500" y="14255"/>
                  <a:pt x="157338" y="16487"/>
                  <a:pt x="157016" y="18154"/>
                </a:cubicBezTo>
                <a:cubicBezTo>
                  <a:pt x="156693" y="19822"/>
                  <a:pt x="156209" y="21032"/>
                  <a:pt x="155563" y="21785"/>
                </a:cubicBezTo>
                <a:cubicBezTo>
                  <a:pt x="154918" y="22538"/>
                  <a:pt x="153950" y="22915"/>
                  <a:pt x="152659" y="22915"/>
                </a:cubicBezTo>
                <a:lnTo>
                  <a:pt x="138135" y="22915"/>
                </a:lnTo>
                <a:cubicBezTo>
                  <a:pt x="144913" y="29262"/>
                  <a:pt x="150211" y="36336"/>
                  <a:pt x="154030" y="44135"/>
                </a:cubicBezTo>
                <a:cubicBezTo>
                  <a:pt x="157850" y="51935"/>
                  <a:pt x="159759" y="60192"/>
                  <a:pt x="159759" y="68906"/>
                </a:cubicBezTo>
                <a:cubicBezTo>
                  <a:pt x="159759" y="76545"/>
                  <a:pt x="158761" y="83457"/>
                  <a:pt x="156764" y="89643"/>
                </a:cubicBezTo>
                <a:cubicBezTo>
                  <a:pt x="154767" y="95829"/>
                  <a:pt x="151879" y="101100"/>
                  <a:pt x="148100" y="105457"/>
                </a:cubicBezTo>
                <a:cubicBezTo>
                  <a:pt x="144321" y="109814"/>
                  <a:pt x="139680" y="113203"/>
                  <a:pt x="134176" y="115624"/>
                </a:cubicBezTo>
                <a:cubicBezTo>
                  <a:pt x="128670" y="118044"/>
                  <a:pt x="122406" y="119255"/>
                  <a:pt x="115387" y="119255"/>
                </a:cubicBezTo>
                <a:cubicBezTo>
                  <a:pt x="107183" y="119255"/>
                  <a:pt x="100060" y="117587"/>
                  <a:pt x="94015" y="114252"/>
                </a:cubicBezTo>
                <a:cubicBezTo>
                  <a:pt x="87967" y="110917"/>
                  <a:pt x="82946" y="106130"/>
                  <a:pt x="78952" y="99890"/>
                </a:cubicBezTo>
                <a:cubicBezTo>
                  <a:pt x="74958" y="93650"/>
                  <a:pt x="71962" y="86012"/>
                  <a:pt x="69965" y="76975"/>
                </a:cubicBezTo>
                <a:cubicBezTo>
                  <a:pt x="67968" y="67938"/>
                  <a:pt x="66970" y="57771"/>
                  <a:pt x="66970" y="46475"/>
                </a:cubicBezTo>
                <a:lnTo>
                  <a:pt x="66970" y="26465"/>
                </a:lnTo>
                <a:lnTo>
                  <a:pt x="55714" y="26465"/>
                </a:lnTo>
                <a:cubicBezTo>
                  <a:pt x="50140" y="26465"/>
                  <a:pt x="45210" y="27057"/>
                  <a:pt x="40923" y="28240"/>
                </a:cubicBezTo>
                <a:cubicBezTo>
                  <a:pt x="36633" y="29424"/>
                  <a:pt x="33068" y="31333"/>
                  <a:pt x="30227" y="33969"/>
                </a:cubicBezTo>
                <a:cubicBezTo>
                  <a:pt x="27386" y="36605"/>
                  <a:pt x="25243" y="40020"/>
                  <a:pt x="23797" y="44216"/>
                </a:cubicBezTo>
                <a:cubicBezTo>
                  <a:pt x="22348" y="48412"/>
                  <a:pt x="21624" y="53576"/>
                  <a:pt x="21624" y="59708"/>
                </a:cubicBezTo>
                <a:cubicBezTo>
                  <a:pt x="21624" y="66270"/>
                  <a:pt x="22396" y="72161"/>
                  <a:pt x="23939" y="77378"/>
                </a:cubicBezTo>
                <a:cubicBezTo>
                  <a:pt x="25482" y="82596"/>
                  <a:pt x="27185" y="87168"/>
                  <a:pt x="29047" y="91095"/>
                </a:cubicBezTo>
                <a:cubicBezTo>
                  <a:pt x="30910" y="95022"/>
                  <a:pt x="32612" y="98303"/>
                  <a:pt x="34156" y="100939"/>
                </a:cubicBezTo>
                <a:cubicBezTo>
                  <a:pt x="35699" y="103574"/>
                  <a:pt x="36470" y="105538"/>
                  <a:pt x="36470" y="106829"/>
                </a:cubicBezTo>
                <a:cubicBezTo>
                  <a:pt x="36470" y="107689"/>
                  <a:pt x="36255" y="108443"/>
                  <a:pt x="35825" y="109088"/>
                </a:cubicBezTo>
                <a:cubicBezTo>
                  <a:pt x="35394" y="109734"/>
                  <a:pt x="34749" y="110298"/>
                  <a:pt x="33888" y="110782"/>
                </a:cubicBezTo>
                <a:cubicBezTo>
                  <a:pt x="33028" y="111267"/>
                  <a:pt x="31925" y="111616"/>
                  <a:pt x="30580" y="111831"/>
                </a:cubicBezTo>
                <a:cubicBezTo>
                  <a:pt x="29235" y="112047"/>
                  <a:pt x="27756" y="112154"/>
                  <a:pt x="26142" y="112154"/>
                </a:cubicBezTo>
                <a:cubicBezTo>
                  <a:pt x="23453" y="112154"/>
                  <a:pt x="21328" y="111966"/>
                  <a:pt x="19768" y="111589"/>
                </a:cubicBezTo>
                <a:cubicBezTo>
                  <a:pt x="18208" y="111213"/>
                  <a:pt x="16729" y="110298"/>
                  <a:pt x="15330" y="108846"/>
                </a:cubicBezTo>
                <a:cubicBezTo>
                  <a:pt x="13932" y="107394"/>
                  <a:pt x="12303" y="104892"/>
                  <a:pt x="10444" y="101342"/>
                </a:cubicBezTo>
                <a:cubicBezTo>
                  <a:pt x="8581" y="97792"/>
                  <a:pt x="6880" y="93704"/>
                  <a:pt x="5340" y="89078"/>
                </a:cubicBezTo>
                <a:cubicBezTo>
                  <a:pt x="3801" y="84452"/>
                  <a:pt x="2526" y="79395"/>
                  <a:pt x="1518" y="73909"/>
                </a:cubicBezTo>
                <a:cubicBezTo>
                  <a:pt x="506" y="68422"/>
                  <a:pt x="0" y="62882"/>
                  <a:pt x="0" y="57287"/>
                </a:cubicBezTo>
                <a:cubicBezTo>
                  <a:pt x="0" y="46852"/>
                  <a:pt x="1183" y="37976"/>
                  <a:pt x="3550" y="30661"/>
                </a:cubicBezTo>
                <a:cubicBezTo>
                  <a:pt x="5917" y="23345"/>
                  <a:pt x="9387" y="17428"/>
                  <a:pt x="13959" y="12910"/>
                </a:cubicBezTo>
                <a:cubicBezTo>
                  <a:pt x="18531" y="8391"/>
                  <a:pt x="24206" y="5110"/>
                  <a:pt x="30984" y="3066"/>
                </a:cubicBezTo>
                <a:cubicBezTo>
                  <a:pt x="37761" y="1022"/>
                  <a:pt x="45668" y="0"/>
                  <a:pt x="54705" y="0"/>
                </a:cubicBezTo>
                <a:lnTo>
                  <a:pt x="152659" y="0"/>
                </a:lnTo>
                <a:moveTo>
                  <a:pt x="86173" y="26465"/>
                </a:moveTo>
                <a:lnTo>
                  <a:pt x="86173" y="49219"/>
                </a:lnTo>
                <a:cubicBezTo>
                  <a:pt x="86173" y="56534"/>
                  <a:pt x="86797" y="62882"/>
                  <a:pt x="88044" y="68261"/>
                </a:cubicBezTo>
                <a:cubicBezTo>
                  <a:pt x="89288" y="73640"/>
                  <a:pt x="91127" y="78104"/>
                  <a:pt x="93561" y="81655"/>
                </a:cubicBezTo>
                <a:cubicBezTo>
                  <a:pt x="95995" y="85205"/>
                  <a:pt x="98918" y="87814"/>
                  <a:pt x="102331" y="89481"/>
                </a:cubicBezTo>
                <a:cubicBezTo>
                  <a:pt x="105740" y="91149"/>
                  <a:pt x="109663" y="91983"/>
                  <a:pt x="114101" y="91983"/>
                </a:cubicBezTo>
                <a:cubicBezTo>
                  <a:pt x="121678" y="91983"/>
                  <a:pt x="127713" y="89589"/>
                  <a:pt x="132205" y="84801"/>
                </a:cubicBezTo>
                <a:cubicBezTo>
                  <a:pt x="136696" y="80014"/>
                  <a:pt x="138942" y="73317"/>
                  <a:pt x="138942" y="64711"/>
                </a:cubicBezTo>
                <a:cubicBezTo>
                  <a:pt x="138942" y="57718"/>
                  <a:pt x="137157" y="51236"/>
                  <a:pt x="133586" y="45265"/>
                </a:cubicBezTo>
                <a:cubicBezTo>
                  <a:pt x="130013" y="39294"/>
                  <a:pt x="124546" y="33028"/>
                  <a:pt x="117187" y="26465"/>
                </a:cubicBezTo>
                <a:lnTo>
                  <a:pt x="86173" y="26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n">
            <a:extLst xmlns:a="http://schemas.openxmlformats.org/drawingml/2006/main">
              <a:ext uri="{FF2B5EF4-FFF2-40B4-BE49-F238E27FC236}">
                <a16:creationId xmlns:a16="http://schemas.microsoft.com/office/drawing/2014/main" id="{7278F762-C434-4D96-9D38-EF9E9EA5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95" y="2430007"/>
            <a:ext cx="157500" cy="125064"/>
          </a:xfrm>
          <a:custGeom xmlns:a="http://schemas.openxmlformats.org/drawingml/2006/main">
            <a:pathLst>
              <a:path w="157500" h="125064">
                <a:moveTo>
                  <a:pt x="152497" y="0"/>
                </a:moveTo>
                <a:cubicBezTo>
                  <a:pt x="153358" y="0"/>
                  <a:pt x="154084" y="215"/>
                  <a:pt x="154676" y="645"/>
                </a:cubicBezTo>
                <a:cubicBezTo>
                  <a:pt x="155268" y="1076"/>
                  <a:pt x="155779" y="1775"/>
                  <a:pt x="156209" y="2743"/>
                </a:cubicBezTo>
                <a:cubicBezTo>
                  <a:pt x="156639" y="3712"/>
                  <a:pt x="156962" y="5056"/>
                  <a:pt x="157177" y="6778"/>
                </a:cubicBezTo>
                <a:cubicBezTo>
                  <a:pt x="157392" y="8499"/>
                  <a:pt x="157500" y="10651"/>
                  <a:pt x="157500" y="13233"/>
                </a:cubicBezTo>
                <a:cubicBezTo>
                  <a:pt x="157500" y="15922"/>
                  <a:pt x="157392" y="18128"/>
                  <a:pt x="157177" y="19849"/>
                </a:cubicBezTo>
                <a:cubicBezTo>
                  <a:pt x="156962" y="21570"/>
                  <a:pt x="156639" y="22915"/>
                  <a:pt x="156209" y="23883"/>
                </a:cubicBezTo>
                <a:cubicBezTo>
                  <a:pt x="155779" y="24851"/>
                  <a:pt x="155268" y="25551"/>
                  <a:pt x="154676" y="25981"/>
                </a:cubicBezTo>
                <a:cubicBezTo>
                  <a:pt x="154084" y="26411"/>
                  <a:pt x="153358" y="26627"/>
                  <a:pt x="152497" y="26627"/>
                </a:cubicBezTo>
                <a:lnTo>
                  <a:pt x="67454" y="26627"/>
                </a:lnTo>
                <a:cubicBezTo>
                  <a:pt x="59170" y="26627"/>
                  <a:pt x="52500" y="27272"/>
                  <a:pt x="47444" y="28563"/>
                </a:cubicBezTo>
                <a:cubicBezTo>
                  <a:pt x="42387" y="29854"/>
                  <a:pt x="38030" y="31737"/>
                  <a:pt x="34372" y="34211"/>
                </a:cubicBezTo>
                <a:cubicBezTo>
                  <a:pt x="30715" y="36685"/>
                  <a:pt x="27917" y="39886"/>
                  <a:pt x="25981" y="43813"/>
                </a:cubicBezTo>
                <a:cubicBezTo>
                  <a:pt x="24045" y="47739"/>
                  <a:pt x="23076" y="52285"/>
                  <a:pt x="23076" y="57449"/>
                </a:cubicBezTo>
                <a:cubicBezTo>
                  <a:pt x="23076" y="64119"/>
                  <a:pt x="25443" y="70789"/>
                  <a:pt x="30177" y="77459"/>
                </a:cubicBezTo>
                <a:cubicBezTo>
                  <a:pt x="34910" y="84129"/>
                  <a:pt x="41849" y="91122"/>
                  <a:pt x="50994" y="98437"/>
                </a:cubicBezTo>
                <a:lnTo>
                  <a:pt x="152497" y="98437"/>
                </a:lnTo>
                <a:cubicBezTo>
                  <a:pt x="153358" y="98437"/>
                  <a:pt x="154084" y="98653"/>
                  <a:pt x="154676" y="99083"/>
                </a:cubicBezTo>
                <a:cubicBezTo>
                  <a:pt x="155268" y="99513"/>
                  <a:pt x="155779" y="100213"/>
                  <a:pt x="156209" y="101181"/>
                </a:cubicBezTo>
                <a:cubicBezTo>
                  <a:pt x="156639" y="102149"/>
                  <a:pt x="156962" y="103494"/>
                  <a:pt x="157177" y="105215"/>
                </a:cubicBezTo>
                <a:cubicBezTo>
                  <a:pt x="157392" y="106936"/>
                  <a:pt x="157500" y="109142"/>
                  <a:pt x="157500" y="111831"/>
                </a:cubicBezTo>
                <a:cubicBezTo>
                  <a:pt x="157500" y="114413"/>
                  <a:pt x="157392" y="116565"/>
                  <a:pt x="157177" y="118286"/>
                </a:cubicBezTo>
                <a:cubicBezTo>
                  <a:pt x="156962" y="120008"/>
                  <a:pt x="156639" y="121379"/>
                  <a:pt x="156209" y="122401"/>
                </a:cubicBezTo>
                <a:cubicBezTo>
                  <a:pt x="155779" y="123423"/>
                  <a:pt x="155268" y="124123"/>
                  <a:pt x="154676" y="124499"/>
                </a:cubicBezTo>
                <a:cubicBezTo>
                  <a:pt x="154084" y="124876"/>
                  <a:pt x="153358" y="125064"/>
                  <a:pt x="152497" y="125064"/>
                </a:cubicBezTo>
                <a:lnTo>
                  <a:pt x="7262" y="125064"/>
                </a:lnTo>
                <a:cubicBezTo>
                  <a:pt x="6401" y="125064"/>
                  <a:pt x="5675" y="124903"/>
                  <a:pt x="5083" y="124580"/>
                </a:cubicBezTo>
                <a:cubicBezTo>
                  <a:pt x="4492" y="124257"/>
                  <a:pt x="3954" y="123612"/>
                  <a:pt x="3470" y="122643"/>
                </a:cubicBezTo>
                <a:cubicBezTo>
                  <a:pt x="2985" y="121675"/>
                  <a:pt x="2663" y="120438"/>
                  <a:pt x="2501" y="118932"/>
                </a:cubicBezTo>
                <a:cubicBezTo>
                  <a:pt x="2340" y="117426"/>
                  <a:pt x="2259" y="115435"/>
                  <a:pt x="2259" y="112961"/>
                </a:cubicBezTo>
                <a:cubicBezTo>
                  <a:pt x="2259" y="110594"/>
                  <a:pt x="2340" y="108631"/>
                  <a:pt x="2501" y="107071"/>
                </a:cubicBezTo>
                <a:cubicBezTo>
                  <a:pt x="2663" y="105511"/>
                  <a:pt x="2985" y="104301"/>
                  <a:pt x="3470" y="103440"/>
                </a:cubicBezTo>
                <a:cubicBezTo>
                  <a:pt x="3954" y="102579"/>
                  <a:pt x="4492" y="101961"/>
                  <a:pt x="5083" y="101584"/>
                </a:cubicBezTo>
                <a:cubicBezTo>
                  <a:pt x="5675" y="101208"/>
                  <a:pt x="6401" y="101019"/>
                  <a:pt x="7262" y="101019"/>
                </a:cubicBezTo>
                <a:lnTo>
                  <a:pt x="26465" y="101019"/>
                </a:lnTo>
                <a:cubicBezTo>
                  <a:pt x="17321" y="92843"/>
                  <a:pt x="10624" y="84694"/>
                  <a:pt x="6374" y="76571"/>
                </a:cubicBezTo>
                <a:cubicBezTo>
                  <a:pt x="2125" y="68449"/>
                  <a:pt x="0" y="60246"/>
                  <a:pt x="0" y="51962"/>
                </a:cubicBezTo>
                <a:cubicBezTo>
                  <a:pt x="0" y="42280"/>
                  <a:pt x="1641" y="34130"/>
                  <a:pt x="4922" y="27514"/>
                </a:cubicBezTo>
                <a:cubicBezTo>
                  <a:pt x="8203" y="20898"/>
                  <a:pt x="12587" y="15546"/>
                  <a:pt x="18074" y="11457"/>
                </a:cubicBezTo>
                <a:cubicBezTo>
                  <a:pt x="23560" y="7369"/>
                  <a:pt x="29988" y="4438"/>
                  <a:pt x="37358" y="2663"/>
                </a:cubicBezTo>
                <a:cubicBezTo>
                  <a:pt x="44727" y="888"/>
                  <a:pt x="53576" y="0"/>
                  <a:pt x="63904" y="0"/>
                </a:cubicBezTo>
                <a:lnTo>
                  <a:pt x="15249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g">
            <a:extLst xmlns:a="http://schemas.openxmlformats.org/drawingml/2006/main">
              <a:ext uri="{FF2B5EF4-FFF2-40B4-BE49-F238E27FC236}">
                <a16:creationId xmlns:a16="http://schemas.microsoft.com/office/drawing/2014/main" id="{58A420D1-1261-4DA4-B314-01CE2844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418" y="2262293"/>
            <a:ext cx="215271" cy="137490"/>
          </a:xfrm>
          <a:custGeom xmlns:a="http://schemas.openxmlformats.org/drawingml/2006/main">
            <a:pathLst>
              <a:path w="215271" h="137490">
                <a:moveTo>
                  <a:pt x="13394" y="0"/>
                </a:moveTo>
                <a:cubicBezTo>
                  <a:pt x="17159" y="0"/>
                  <a:pt x="19876" y="511"/>
                  <a:pt x="21543" y="1533"/>
                </a:cubicBezTo>
                <a:cubicBezTo>
                  <a:pt x="23211" y="2555"/>
                  <a:pt x="24045" y="3873"/>
                  <a:pt x="24045" y="5487"/>
                </a:cubicBezTo>
                <a:lnTo>
                  <a:pt x="24045" y="26304"/>
                </a:lnTo>
                <a:cubicBezTo>
                  <a:pt x="27928" y="22538"/>
                  <a:pt x="32217" y="19903"/>
                  <a:pt x="36914" y="18396"/>
                </a:cubicBezTo>
                <a:cubicBezTo>
                  <a:pt x="41607" y="16890"/>
                  <a:pt x="46489" y="16137"/>
                  <a:pt x="51559" y="16137"/>
                </a:cubicBezTo>
                <a:cubicBezTo>
                  <a:pt x="59937" y="16137"/>
                  <a:pt x="67348" y="17482"/>
                  <a:pt x="73793" y="20172"/>
                </a:cubicBezTo>
                <a:cubicBezTo>
                  <a:pt x="80238" y="22861"/>
                  <a:pt x="85689" y="26707"/>
                  <a:pt x="90147" y="31710"/>
                </a:cubicBezTo>
                <a:cubicBezTo>
                  <a:pt x="94605" y="36712"/>
                  <a:pt x="98015" y="42656"/>
                  <a:pt x="100379" y="49541"/>
                </a:cubicBezTo>
                <a:cubicBezTo>
                  <a:pt x="102742" y="56427"/>
                  <a:pt x="103924" y="64065"/>
                  <a:pt x="103924" y="72456"/>
                </a:cubicBezTo>
                <a:cubicBezTo>
                  <a:pt x="103924" y="78373"/>
                  <a:pt x="103146" y="83995"/>
                  <a:pt x="101589" y="89320"/>
                </a:cubicBezTo>
                <a:cubicBezTo>
                  <a:pt x="100033" y="94645"/>
                  <a:pt x="98073" y="98760"/>
                  <a:pt x="95709" y="101665"/>
                </a:cubicBezTo>
                <a:cubicBezTo>
                  <a:pt x="97646" y="103601"/>
                  <a:pt x="99851" y="105188"/>
                  <a:pt x="102325" y="106425"/>
                </a:cubicBezTo>
                <a:cubicBezTo>
                  <a:pt x="104797" y="107663"/>
                  <a:pt x="107644" y="108281"/>
                  <a:pt x="110868" y="108281"/>
                </a:cubicBezTo>
                <a:cubicBezTo>
                  <a:pt x="114634" y="108281"/>
                  <a:pt x="117753" y="106533"/>
                  <a:pt x="120228" y="103037"/>
                </a:cubicBezTo>
                <a:cubicBezTo>
                  <a:pt x="122699" y="99540"/>
                  <a:pt x="124042" y="94887"/>
                  <a:pt x="124257" y="89078"/>
                </a:cubicBezTo>
                <a:lnTo>
                  <a:pt x="125876" y="51155"/>
                </a:lnTo>
                <a:cubicBezTo>
                  <a:pt x="126091" y="43947"/>
                  <a:pt x="127089" y="37331"/>
                  <a:pt x="128871" y="31306"/>
                </a:cubicBezTo>
                <a:cubicBezTo>
                  <a:pt x="130653" y="25282"/>
                  <a:pt x="133191" y="20064"/>
                  <a:pt x="136486" y="15653"/>
                </a:cubicBezTo>
                <a:cubicBezTo>
                  <a:pt x="139777" y="11242"/>
                  <a:pt x="143825" y="7800"/>
                  <a:pt x="148629" y="5325"/>
                </a:cubicBezTo>
                <a:cubicBezTo>
                  <a:pt x="153434" y="2851"/>
                  <a:pt x="159021" y="1614"/>
                  <a:pt x="165392" y="1614"/>
                </a:cubicBezTo>
                <a:cubicBezTo>
                  <a:pt x="172086" y="1614"/>
                  <a:pt x="178455" y="3012"/>
                  <a:pt x="184500" y="5809"/>
                </a:cubicBezTo>
                <a:cubicBezTo>
                  <a:pt x="190548" y="8607"/>
                  <a:pt x="195865" y="12883"/>
                  <a:pt x="200450" y="18639"/>
                </a:cubicBezTo>
                <a:cubicBezTo>
                  <a:pt x="205039" y="24394"/>
                  <a:pt x="208657" y="31737"/>
                  <a:pt x="211303" y="40666"/>
                </a:cubicBezTo>
                <a:cubicBezTo>
                  <a:pt x="213948" y="49595"/>
                  <a:pt x="215271" y="60138"/>
                  <a:pt x="215271" y="72295"/>
                </a:cubicBezTo>
                <a:cubicBezTo>
                  <a:pt x="215271" y="84021"/>
                  <a:pt x="214275" y="94000"/>
                  <a:pt x="212281" y="102230"/>
                </a:cubicBezTo>
                <a:cubicBezTo>
                  <a:pt x="210291" y="110460"/>
                  <a:pt x="207573" y="117210"/>
                  <a:pt x="204127" y="122482"/>
                </a:cubicBezTo>
                <a:cubicBezTo>
                  <a:pt x="200684" y="127753"/>
                  <a:pt x="196567" y="131573"/>
                  <a:pt x="191776" y="133939"/>
                </a:cubicBezTo>
                <a:cubicBezTo>
                  <a:pt x="186986" y="136306"/>
                  <a:pt x="181790" y="137490"/>
                  <a:pt x="176189" y="137490"/>
                </a:cubicBezTo>
                <a:cubicBezTo>
                  <a:pt x="172639" y="137490"/>
                  <a:pt x="169194" y="137059"/>
                  <a:pt x="165856" y="136199"/>
                </a:cubicBezTo>
                <a:cubicBezTo>
                  <a:pt x="162518" y="135338"/>
                  <a:pt x="159341" y="134020"/>
                  <a:pt x="156325" y="132245"/>
                </a:cubicBezTo>
                <a:cubicBezTo>
                  <a:pt x="153313" y="130470"/>
                  <a:pt x="150435" y="128264"/>
                  <a:pt x="147691" y="125629"/>
                </a:cubicBezTo>
                <a:cubicBezTo>
                  <a:pt x="144945" y="122993"/>
                  <a:pt x="142225" y="119954"/>
                  <a:pt x="139532" y="116511"/>
                </a:cubicBezTo>
                <a:cubicBezTo>
                  <a:pt x="136832" y="121783"/>
                  <a:pt x="133430" y="125683"/>
                  <a:pt x="129325" y="128211"/>
                </a:cubicBezTo>
                <a:cubicBezTo>
                  <a:pt x="125217" y="130739"/>
                  <a:pt x="120786" y="132003"/>
                  <a:pt x="116032" y="132003"/>
                </a:cubicBezTo>
                <a:cubicBezTo>
                  <a:pt x="109443" y="132003"/>
                  <a:pt x="103554" y="130658"/>
                  <a:pt x="98367" y="127969"/>
                </a:cubicBezTo>
                <a:cubicBezTo>
                  <a:pt x="93179" y="125279"/>
                  <a:pt x="88533" y="121944"/>
                  <a:pt x="84428" y="117964"/>
                </a:cubicBezTo>
                <a:cubicBezTo>
                  <a:pt x="80454" y="121299"/>
                  <a:pt x="75970" y="123934"/>
                  <a:pt x="70974" y="125871"/>
                </a:cubicBezTo>
                <a:cubicBezTo>
                  <a:pt x="65978" y="127807"/>
                  <a:pt x="59937" y="128776"/>
                  <a:pt x="52850" y="128776"/>
                </a:cubicBezTo>
                <a:cubicBezTo>
                  <a:pt x="44579" y="128776"/>
                  <a:pt x="37168" y="127377"/>
                  <a:pt x="30615" y="124580"/>
                </a:cubicBezTo>
                <a:cubicBezTo>
                  <a:pt x="24063" y="121783"/>
                  <a:pt x="18531" y="117910"/>
                  <a:pt x="14019" y="112961"/>
                </a:cubicBezTo>
                <a:cubicBezTo>
                  <a:pt x="9508" y="108012"/>
                  <a:pt x="6043" y="102068"/>
                  <a:pt x="3626" y="95129"/>
                </a:cubicBezTo>
                <a:cubicBezTo>
                  <a:pt x="1209" y="88190"/>
                  <a:pt x="0" y="80633"/>
                  <a:pt x="0" y="72456"/>
                </a:cubicBezTo>
                <a:cubicBezTo>
                  <a:pt x="0" y="68046"/>
                  <a:pt x="229" y="63931"/>
                  <a:pt x="686" y="60111"/>
                </a:cubicBezTo>
                <a:cubicBezTo>
                  <a:pt x="1140" y="56292"/>
                  <a:pt x="1772" y="52715"/>
                  <a:pt x="2582" y="49380"/>
                </a:cubicBezTo>
                <a:lnTo>
                  <a:pt x="2582" y="5487"/>
                </a:lnTo>
                <a:cubicBezTo>
                  <a:pt x="2582" y="3658"/>
                  <a:pt x="3470" y="2286"/>
                  <a:pt x="5245" y="1372"/>
                </a:cubicBezTo>
                <a:cubicBezTo>
                  <a:pt x="7020" y="457"/>
                  <a:pt x="9736" y="0"/>
                  <a:pt x="13394" y="0"/>
                </a:cubicBezTo>
                <a:moveTo>
                  <a:pt x="51720" y="41634"/>
                </a:moveTo>
                <a:cubicBezTo>
                  <a:pt x="41849" y="41634"/>
                  <a:pt x="34151" y="44351"/>
                  <a:pt x="28624" y="49784"/>
                </a:cubicBezTo>
                <a:cubicBezTo>
                  <a:pt x="23096" y="55216"/>
                  <a:pt x="20333" y="62935"/>
                  <a:pt x="20333" y="72941"/>
                </a:cubicBezTo>
                <a:cubicBezTo>
                  <a:pt x="20333" y="78104"/>
                  <a:pt x="21192" y="82596"/>
                  <a:pt x="22910" y="86415"/>
                </a:cubicBezTo>
                <a:cubicBezTo>
                  <a:pt x="24624" y="90234"/>
                  <a:pt x="26985" y="93408"/>
                  <a:pt x="29990" y="95936"/>
                </a:cubicBezTo>
                <a:cubicBezTo>
                  <a:pt x="32996" y="98464"/>
                  <a:pt x="36457" y="100347"/>
                  <a:pt x="40373" y="101584"/>
                </a:cubicBezTo>
                <a:cubicBezTo>
                  <a:pt x="44290" y="102821"/>
                  <a:pt x="48395" y="103440"/>
                  <a:pt x="52688" y="103440"/>
                </a:cubicBezTo>
                <a:cubicBezTo>
                  <a:pt x="62236" y="103440"/>
                  <a:pt x="69747" y="100724"/>
                  <a:pt x="75220" y="95291"/>
                </a:cubicBezTo>
                <a:cubicBezTo>
                  <a:pt x="80693" y="89858"/>
                  <a:pt x="83430" y="82246"/>
                  <a:pt x="83430" y="72456"/>
                </a:cubicBezTo>
                <a:cubicBezTo>
                  <a:pt x="83430" y="67185"/>
                  <a:pt x="82599" y="62613"/>
                  <a:pt x="80939" y="58740"/>
                </a:cubicBezTo>
                <a:cubicBezTo>
                  <a:pt x="79274" y="54867"/>
                  <a:pt x="76966" y="51666"/>
                  <a:pt x="74015" y="49138"/>
                </a:cubicBezTo>
                <a:cubicBezTo>
                  <a:pt x="71063" y="46610"/>
                  <a:pt x="67656" y="44727"/>
                  <a:pt x="63793" y="43490"/>
                </a:cubicBezTo>
                <a:cubicBezTo>
                  <a:pt x="59930" y="42253"/>
                  <a:pt x="55906" y="41634"/>
                  <a:pt x="51720" y="41634"/>
                </a:cubicBezTo>
                <a:moveTo>
                  <a:pt x="166839" y="28240"/>
                </a:moveTo>
                <a:cubicBezTo>
                  <a:pt x="160556" y="28240"/>
                  <a:pt x="155710" y="30795"/>
                  <a:pt x="152301" y="35905"/>
                </a:cubicBezTo>
                <a:cubicBezTo>
                  <a:pt x="148888" y="41016"/>
                  <a:pt x="147075" y="47928"/>
                  <a:pt x="146859" y="56642"/>
                </a:cubicBezTo>
                <a:lnTo>
                  <a:pt x="145558" y="94242"/>
                </a:lnTo>
                <a:cubicBezTo>
                  <a:pt x="148265" y="97684"/>
                  <a:pt x="150837" y="100508"/>
                  <a:pt x="153274" y="102714"/>
                </a:cubicBezTo>
                <a:cubicBezTo>
                  <a:pt x="155711" y="104919"/>
                  <a:pt x="158039" y="106667"/>
                  <a:pt x="160258" y="107958"/>
                </a:cubicBezTo>
                <a:cubicBezTo>
                  <a:pt x="162477" y="109249"/>
                  <a:pt x="164669" y="110137"/>
                  <a:pt x="166834" y="110621"/>
                </a:cubicBezTo>
                <a:cubicBezTo>
                  <a:pt x="169003" y="111105"/>
                  <a:pt x="171223" y="111347"/>
                  <a:pt x="173496" y="111347"/>
                </a:cubicBezTo>
                <a:cubicBezTo>
                  <a:pt x="180536" y="111347"/>
                  <a:pt x="185870" y="107797"/>
                  <a:pt x="189497" y="100697"/>
                </a:cubicBezTo>
                <a:cubicBezTo>
                  <a:pt x="193125" y="93596"/>
                  <a:pt x="194938" y="83699"/>
                  <a:pt x="194938" y="71004"/>
                </a:cubicBezTo>
                <a:cubicBezTo>
                  <a:pt x="194938" y="62935"/>
                  <a:pt x="194153" y="56185"/>
                  <a:pt x="192583" y="50752"/>
                </a:cubicBezTo>
                <a:cubicBezTo>
                  <a:pt x="191013" y="45319"/>
                  <a:pt x="188929" y="40935"/>
                  <a:pt x="186330" y="37600"/>
                </a:cubicBezTo>
                <a:cubicBezTo>
                  <a:pt x="183731" y="34265"/>
                  <a:pt x="180753" y="31871"/>
                  <a:pt x="177394" y="30419"/>
                </a:cubicBezTo>
                <a:cubicBezTo>
                  <a:pt x="174039" y="28966"/>
                  <a:pt x="170521" y="28240"/>
                  <a:pt x="166839" y="282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u">
            <a:extLst xmlns:a="http://schemas.openxmlformats.org/drawingml/2006/main">
              <a:ext uri="{FF2B5EF4-FFF2-40B4-BE49-F238E27FC236}">
                <a16:creationId xmlns:a16="http://schemas.microsoft.com/office/drawing/2014/main" id="{FAEFCFDA-6093-44C1-9B5B-C945A115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354" y="2106308"/>
            <a:ext cx="157500" cy="125225"/>
          </a:xfrm>
          <a:custGeom xmlns:a="http://schemas.openxmlformats.org/drawingml/2006/main">
            <a:pathLst>
              <a:path w="157500" h="125225">
                <a:moveTo>
                  <a:pt x="150238" y="0"/>
                </a:moveTo>
                <a:cubicBezTo>
                  <a:pt x="151099" y="0"/>
                  <a:pt x="151825" y="188"/>
                  <a:pt x="152417" y="565"/>
                </a:cubicBezTo>
                <a:cubicBezTo>
                  <a:pt x="153008" y="941"/>
                  <a:pt x="153519" y="1614"/>
                  <a:pt x="153950" y="2582"/>
                </a:cubicBezTo>
                <a:cubicBezTo>
                  <a:pt x="154380" y="3550"/>
                  <a:pt x="154703" y="4814"/>
                  <a:pt x="154918" y="6374"/>
                </a:cubicBezTo>
                <a:cubicBezTo>
                  <a:pt x="155133" y="7934"/>
                  <a:pt x="155241" y="9844"/>
                  <a:pt x="155241" y="12103"/>
                </a:cubicBezTo>
                <a:cubicBezTo>
                  <a:pt x="155241" y="14577"/>
                  <a:pt x="155133" y="16595"/>
                  <a:pt x="154918" y="18154"/>
                </a:cubicBezTo>
                <a:cubicBezTo>
                  <a:pt x="154703" y="19714"/>
                  <a:pt x="154380" y="20952"/>
                  <a:pt x="153950" y="21866"/>
                </a:cubicBezTo>
                <a:cubicBezTo>
                  <a:pt x="153519" y="22780"/>
                  <a:pt x="153008" y="23399"/>
                  <a:pt x="152417" y="23722"/>
                </a:cubicBezTo>
                <a:cubicBezTo>
                  <a:pt x="151825" y="24045"/>
                  <a:pt x="151099" y="24206"/>
                  <a:pt x="150238" y="24206"/>
                </a:cubicBezTo>
                <a:lnTo>
                  <a:pt x="131035" y="24206"/>
                </a:lnTo>
                <a:cubicBezTo>
                  <a:pt x="140236" y="32490"/>
                  <a:pt x="146948" y="40666"/>
                  <a:pt x="151171" y="48735"/>
                </a:cubicBezTo>
                <a:cubicBezTo>
                  <a:pt x="155390" y="56803"/>
                  <a:pt x="157500" y="64979"/>
                  <a:pt x="157500" y="73263"/>
                </a:cubicBezTo>
                <a:cubicBezTo>
                  <a:pt x="157500" y="82946"/>
                  <a:pt x="155884" y="91095"/>
                  <a:pt x="152654" y="97711"/>
                </a:cubicBezTo>
                <a:cubicBezTo>
                  <a:pt x="149423" y="104328"/>
                  <a:pt x="145035" y="109680"/>
                  <a:pt x="139492" y="113768"/>
                </a:cubicBezTo>
                <a:cubicBezTo>
                  <a:pt x="133944" y="117856"/>
                  <a:pt x="127483" y="120788"/>
                  <a:pt x="120107" y="122563"/>
                </a:cubicBezTo>
                <a:cubicBezTo>
                  <a:pt x="112727" y="124338"/>
                  <a:pt x="103761" y="125225"/>
                  <a:pt x="93208" y="125225"/>
                </a:cubicBezTo>
                <a:lnTo>
                  <a:pt x="5008" y="125225"/>
                </a:lnTo>
                <a:cubicBezTo>
                  <a:pt x="4147" y="125225"/>
                  <a:pt x="3421" y="125037"/>
                  <a:pt x="2829" y="124660"/>
                </a:cubicBezTo>
                <a:cubicBezTo>
                  <a:pt x="2234" y="124284"/>
                  <a:pt x="1694" y="123558"/>
                  <a:pt x="1210" y="122482"/>
                </a:cubicBezTo>
                <a:cubicBezTo>
                  <a:pt x="726" y="121406"/>
                  <a:pt x="403" y="120008"/>
                  <a:pt x="242" y="118286"/>
                </a:cubicBezTo>
                <a:cubicBezTo>
                  <a:pt x="81" y="116565"/>
                  <a:pt x="0" y="114413"/>
                  <a:pt x="0" y="111831"/>
                </a:cubicBezTo>
                <a:cubicBezTo>
                  <a:pt x="0" y="109249"/>
                  <a:pt x="81" y="107098"/>
                  <a:pt x="242" y="105376"/>
                </a:cubicBezTo>
                <a:cubicBezTo>
                  <a:pt x="403" y="103655"/>
                  <a:pt x="726" y="102283"/>
                  <a:pt x="1210" y="101261"/>
                </a:cubicBezTo>
                <a:cubicBezTo>
                  <a:pt x="1694" y="100239"/>
                  <a:pt x="2234" y="99513"/>
                  <a:pt x="2829" y="99083"/>
                </a:cubicBezTo>
                <a:cubicBezTo>
                  <a:pt x="3421" y="98653"/>
                  <a:pt x="4147" y="98437"/>
                  <a:pt x="5008" y="98437"/>
                </a:cubicBezTo>
                <a:lnTo>
                  <a:pt x="89668" y="98437"/>
                </a:lnTo>
                <a:cubicBezTo>
                  <a:pt x="98177" y="98437"/>
                  <a:pt x="104990" y="97819"/>
                  <a:pt x="110107" y="96582"/>
                </a:cubicBezTo>
                <a:cubicBezTo>
                  <a:pt x="115224" y="95344"/>
                  <a:pt x="119587" y="93462"/>
                  <a:pt x="123198" y="90934"/>
                </a:cubicBezTo>
                <a:cubicBezTo>
                  <a:pt x="126805" y="88405"/>
                  <a:pt x="129606" y="85205"/>
                  <a:pt x="131600" y="81332"/>
                </a:cubicBezTo>
                <a:cubicBezTo>
                  <a:pt x="133590" y="77459"/>
                  <a:pt x="134585" y="72941"/>
                  <a:pt x="134585" y="67777"/>
                </a:cubicBezTo>
                <a:cubicBezTo>
                  <a:pt x="134585" y="61107"/>
                  <a:pt x="132205" y="54463"/>
                  <a:pt x="127444" y="47847"/>
                </a:cubicBezTo>
                <a:cubicBezTo>
                  <a:pt x="122684" y="41231"/>
                  <a:pt x="115704" y="34211"/>
                  <a:pt x="106506" y="26788"/>
                </a:cubicBezTo>
                <a:lnTo>
                  <a:pt x="5003" y="26788"/>
                </a:lnTo>
                <a:cubicBezTo>
                  <a:pt x="4142" y="26788"/>
                  <a:pt x="3416" y="26600"/>
                  <a:pt x="2824" y="26223"/>
                </a:cubicBezTo>
                <a:cubicBezTo>
                  <a:pt x="2232" y="25847"/>
                  <a:pt x="1694" y="25120"/>
                  <a:pt x="1210" y="24045"/>
                </a:cubicBezTo>
                <a:cubicBezTo>
                  <a:pt x="726" y="22969"/>
                  <a:pt x="403" y="21597"/>
                  <a:pt x="242" y="19930"/>
                </a:cubicBezTo>
                <a:cubicBezTo>
                  <a:pt x="81" y="18262"/>
                  <a:pt x="0" y="16083"/>
                  <a:pt x="0" y="13394"/>
                </a:cubicBezTo>
                <a:cubicBezTo>
                  <a:pt x="0" y="10812"/>
                  <a:pt x="81" y="8660"/>
                  <a:pt x="242" y="6939"/>
                </a:cubicBezTo>
                <a:cubicBezTo>
                  <a:pt x="403" y="5218"/>
                  <a:pt x="726" y="3873"/>
                  <a:pt x="1210" y="2905"/>
                </a:cubicBezTo>
                <a:cubicBezTo>
                  <a:pt x="1694" y="1936"/>
                  <a:pt x="2232" y="1210"/>
                  <a:pt x="2824" y="726"/>
                </a:cubicBezTo>
                <a:cubicBezTo>
                  <a:pt x="3416" y="242"/>
                  <a:pt x="4142" y="0"/>
                  <a:pt x="5003" y="0"/>
                </a:cubicBezTo>
                <a:lnTo>
                  <a:pt x="1502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a">
            <a:extLst xmlns:a="http://schemas.openxmlformats.org/drawingml/2006/main">
              <a:ext uri="{FF2B5EF4-FFF2-40B4-BE49-F238E27FC236}">
                <a16:creationId xmlns:a16="http://schemas.microsoft.com/office/drawing/2014/main" id="{72752748-6835-44E8-A51A-FDD0668D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95" y="1949890"/>
            <a:ext cx="159759" cy="119255"/>
          </a:xfrm>
          <a:custGeom xmlns:a="http://schemas.openxmlformats.org/drawingml/2006/main">
            <a:pathLst>
              <a:path w="159759" h="119255">
                <a:moveTo>
                  <a:pt x="152659" y="0"/>
                </a:moveTo>
                <a:cubicBezTo>
                  <a:pt x="153950" y="0"/>
                  <a:pt x="154918" y="430"/>
                  <a:pt x="155563" y="1291"/>
                </a:cubicBezTo>
                <a:cubicBezTo>
                  <a:pt x="156209" y="2152"/>
                  <a:pt x="156693" y="3335"/>
                  <a:pt x="157016" y="4841"/>
                </a:cubicBezTo>
                <a:cubicBezTo>
                  <a:pt x="157338" y="6347"/>
                  <a:pt x="157500" y="8553"/>
                  <a:pt x="157500" y="11457"/>
                </a:cubicBezTo>
                <a:cubicBezTo>
                  <a:pt x="157500" y="14255"/>
                  <a:pt x="157338" y="16487"/>
                  <a:pt x="157016" y="18154"/>
                </a:cubicBezTo>
                <a:cubicBezTo>
                  <a:pt x="156693" y="19822"/>
                  <a:pt x="156209" y="21032"/>
                  <a:pt x="155563" y="21785"/>
                </a:cubicBezTo>
                <a:cubicBezTo>
                  <a:pt x="154918" y="22538"/>
                  <a:pt x="153950" y="22915"/>
                  <a:pt x="152659" y="22915"/>
                </a:cubicBezTo>
                <a:lnTo>
                  <a:pt x="138135" y="22915"/>
                </a:lnTo>
                <a:cubicBezTo>
                  <a:pt x="144913" y="29262"/>
                  <a:pt x="150211" y="36336"/>
                  <a:pt x="154030" y="44135"/>
                </a:cubicBezTo>
                <a:cubicBezTo>
                  <a:pt x="157850" y="51935"/>
                  <a:pt x="159759" y="60192"/>
                  <a:pt x="159759" y="68906"/>
                </a:cubicBezTo>
                <a:cubicBezTo>
                  <a:pt x="159759" y="76545"/>
                  <a:pt x="158761" y="83457"/>
                  <a:pt x="156764" y="89643"/>
                </a:cubicBezTo>
                <a:cubicBezTo>
                  <a:pt x="154767" y="95829"/>
                  <a:pt x="151879" y="101100"/>
                  <a:pt x="148100" y="105457"/>
                </a:cubicBezTo>
                <a:cubicBezTo>
                  <a:pt x="144321" y="109814"/>
                  <a:pt x="139680" y="113203"/>
                  <a:pt x="134176" y="115624"/>
                </a:cubicBezTo>
                <a:cubicBezTo>
                  <a:pt x="128670" y="118044"/>
                  <a:pt x="122406" y="119255"/>
                  <a:pt x="115387" y="119255"/>
                </a:cubicBezTo>
                <a:cubicBezTo>
                  <a:pt x="107183" y="119255"/>
                  <a:pt x="100060" y="117587"/>
                  <a:pt x="94015" y="114252"/>
                </a:cubicBezTo>
                <a:cubicBezTo>
                  <a:pt x="87967" y="110917"/>
                  <a:pt x="82946" y="106130"/>
                  <a:pt x="78952" y="99890"/>
                </a:cubicBezTo>
                <a:cubicBezTo>
                  <a:pt x="74958" y="93650"/>
                  <a:pt x="71962" y="86012"/>
                  <a:pt x="69965" y="76975"/>
                </a:cubicBezTo>
                <a:cubicBezTo>
                  <a:pt x="67968" y="67938"/>
                  <a:pt x="66970" y="57771"/>
                  <a:pt x="66970" y="46475"/>
                </a:cubicBezTo>
                <a:lnTo>
                  <a:pt x="66970" y="26465"/>
                </a:lnTo>
                <a:lnTo>
                  <a:pt x="55714" y="26465"/>
                </a:lnTo>
                <a:cubicBezTo>
                  <a:pt x="50140" y="26465"/>
                  <a:pt x="45210" y="27057"/>
                  <a:pt x="40923" y="28240"/>
                </a:cubicBezTo>
                <a:cubicBezTo>
                  <a:pt x="36633" y="29424"/>
                  <a:pt x="33068" y="31333"/>
                  <a:pt x="30227" y="33969"/>
                </a:cubicBezTo>
                <a:cubicBezTo>
                  <a:pt x="27386" y="36605"/>
                  <a:pt x="25243" y="40020"/>
                  <a:pt x="23797" y="44216"/>
                </a:cubicBezTo>
                <a:cubicBezTo>
                  <a:pt x="22348" y="48412"/>
                  <a:pt x="21624" y="53576"/>
                  <a:pt x="21624" y="59708"/>
                </a:cubicBezTo>
                <a:cubicBezTo>
                  <a:pt x="21624" y="66270"/>
                  <a:pt x="22396" y="72161"/>
                  <a:pt x="23939" y="77378"/>
                </a:cubicBezTo>
                <a:cubicBezTo>
                  <a:pt x="25482" y="82596"/>
                  <a:pt x="27185" y="87168"/>
                  <a:pt x="29047" y="91095"/>
                </a:cubicBezTo>
                <a:cubicBezTo>
                  <a:pt x="30910" y="95022"/>
                  <a:pt x="32612" y="98303"/>
                  <a:pt x="34156" y="100939"/>
                </a:cubicBezTo>
                <a:cubicBezTo>
                  <a:pt x="35699" y="103574"/>
                  <a:pt x="36470" y="105538"/>
                  <a:pt x="36470" y="106829"/>
                </a:cubicBezTo>
                <a:cubicBezTo>
                  <a:pt x="36470" y="107689"/>
                  <a:pt x="36255" y="108443"/>
                  <a:pt x="35825" y="109088"/>
                </a:cubicBezTo>
                <a:cubicBezTo>
                  <a:pt x="35394" y="109734"/>
                  <a:pt x="34749" y="110298"/>
                  <a:pt x="33888" y="110782"/>
                </a:cubicBezTo>
                <a:cubicBezTo>
                  <a:pt x="33028" y="111267"/>
                  <a:pt x="31925" y="111616"/>
                  <a:pt x="30580" y="111831"/>
                </a:cubicBezTo>
                <a:cubicBezTo>
                  <a:pt x="29235" y="112047"/>
                  <a:pt x="27756" y="112154"/>
                  <a:pt x="26142" y="112154"/>
                </a:cubicBezTo>
                <a:cubicBezTo>
                  <a:pt x="23453" y="112154"/>
                  <a:pt x="21328" y="111966"/>
                  <a:pt x="19768" y="111589"/>
                </a:cubicBezTo>
                <a:cubicBezTo>
                  <a:pt x="18208" y="111213"/>
                  <a:pt x="16729" y="110298"/>
                  <a:pt x="15330" y="108846"/>
                </a:cubicBezTo>
                <a:cubicBezTo>
                  <a:pt x="13932" y="107394"/>
                  <a:pt x="12303" y="104892"/>
                  <a:pt x="10444" y="101342"/>
                </a:cubicBezTo>
                <a:cubicBezTo>
                  <a:pt x="8581" y="97792"/>
                  <a:pt x="6880" y="93704"/>
                  <a:pt x="5340" y="89078"/>
                </a:cubicBezTo>
                <a:cubicBezTo>
                  <a:pt x="3801" y="84452"/>
                  <a:pt x="2526" y="79395"/>
                  <a:pt x="1518" y="73909"/>
                </a:cubicBezTo>
                <a:cubicBezTo>
                  <a:pt x="506" y="68422"/>
                  <a:pt x="0" y="62882"/>
                  <a:pt x="0" y="57287"/>
                </a:cubicBezTo>
                <a:cubicBezTo>
                  <a:pt x="0" y="46852"/>
                  <a:pt x="1183" y="37976"/>
                  <a:pt x="3550" y="30661"/>
                </a:cubicBezTo>
                <a:cubicBezTo>
                  <a:pt x="5917" y="23345"/>
                  <a:pt x="9387" y="17428"/>
                  <a:pt x="13959" y="12910"/>
                </a:cubicBezTo>
                <a:cubicBezTo>
                  <a:pt x="18531" y="8391"/>
                  <a:pt x="24206" y="5110"/>
                  <a:pt x="30984" y="3066"/>
                </a:cubicBezTo>
                <a:cubicBezTo>
                  <a:pt x="37761" y="1022"/>
                  <a:pt x="45668" y="0"/>
                  <a:pt x="54705" y="0"/>
                </a:cubicBezTo>
                <a:lnTo>
                  <a:pt x="152659" y="0"/>
                </a:lnTo>
                <a:moveTo>
                  <a:pt x="86173" y="26465"/>
                </a:moveTo>
                <a:lnTo>
                  <a:pt x="86173" y="49219"/>
                </a:lnTo>
                <a:cubicBezTo>
                  <a:pt x="86173" y="56534"/>
                  <a:pt x="86797" y="62882"/>
                  <a:pt x="88044" y="68261"/>
                </a:cubicBezTo>
                <a:cubicBezTo>
                  <a:pt x="89288" y="73640"/>
                  <a:pt x="91127" y="78104"/>
                  <a:pt x="93561" y="81655"/>
                </a:cubicBezTo>
                <a:cubicBezTo>
                  <a:pt x="95995" y="85205"/>
                  <a:pt x="98918" y="87814"/>
                  <a:pt x="102331" y="89481"/>
                </a:cubicBezTo>
                <a:cubicBezTo>
                  <a:pt x="105740" y="91149"/>
                  <a:pt x="109663" y="91983"/>
                  <a:pt x="114101" y="91983"/>
                </a:cubicBezTo>
                <a:cubicBezTo>
                  <a:pt x="121678" y="91983"/>
                  <a:pt x="127713" y="89589"/>
                  <a:pt x="132205" y="84801"/>
                </a:cubicBezTo>
                <a:cubicBezTo>
                  <a:pt x="136696" y="80014"/>
                  <a:pt x="138942" y="73317"/>
                  <a:pt x="138942" y="64711"/>
                </a:cubicBezTo>
                <a:cubicBezTo>
                  <a:pt x="138942" y="57718"/>
                  <a:pt x="137157" y="51236"/>
                  <a:pt x="133586" y="45265"/>
                </a:cubicBezTo>
                <a:cubicBezTo>
                  <a:pt x="130013" y="39294"/>
                  <a:pt x="124546" y="33028"/>
                  <a:pt x="117187" y="26465"/>
                </a:cubicBezTo>
                <a:lnTo>
                  <a:pt x="86173" y="26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g">
            <a:extLst xmlns:a="http://schemas.openxmlformats.org/drawingml/2006/main">
              <a:ext uri="{FF2B5EF4-FFF2-40B4-BE49-F238E27FC236}">
                <a16:creationId xmlns:a16="http://schemas.microsoft.com/office/drawing/2014/main" id="{95730AC2-1C3F-4CBF-8FC3-2E3F62F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418" y="1782056"/>
            <a:ext cx="215271" cy="137490"/>
          </a:xfrm>
          <a:custGeom xmlns:a="http://schemas.openxmlformats.org/drawingml/2006/main">
            <a:pathLst>
              <a:path w="215271" h="137490">
                <a:moveTo>
                  <a:pt x="13394" y="0"/>
                </a:moveTo>
                <a:cubicBezTo>
                  <a:pt x="17159" y="0"/>
                  <a:pt x="19876" y="511"/>
                  <a:pt x="21543" y="1533"/>
                </a:cubicBezTo>
                <a:cubicBezTo>
                  <a:pt x="23211" y="2555"/>
                  <a:pt x="24045" y="3873"/>
                  <a:pt x="24045" y="5487"/>
                </a:cubicBezTo>
                <a:lnTo>
                  <a:pt x="24045" y="26304"/>
                </a:lnTo>
                <a:cubicBezTo>
                  <a:pt x="27928" y="22538"/>
                  <a:pt x="32217" y="19903"/>
                  <a:pt x="36914" y="18396"/>
                </a:cubicBezTo>
                <a:cubicBezTo>
                  <a:pt x="41607" y="16890"/>
                  <a:pt x="46489" y="16137"/>
                  <a:pt x="51559" y="16137"/>
                </a:cubicBezTo>
                <a:cubicBezTo>
                  <a:pt x="59937" y="16137"/>
                  <a:pt x="67348" y="17482"/>
                  <a:pt x="73793" y="20172"/>
                </a:cubicBezTo>
                <a:cubicBezTo>
                  <a:pt x="80238" y="22861"/>
                  <a:pt x="85689" y="26707"/>
                  <a:pt x="90147" y="31710"/>
                </a:cubicBezTo>
                <a:cubicBezTo>
                  <a:pt x="94605" y="36712"/>
                  <a:pt x="98015" y="42656"/>
                  <a:pt x="100379" y="49541"/>
                </a:cubicBezTo>
                <a:cubicBezTo>
                  <a:pt x="102742" y="56427"/>
                  <a:pt x="103924" y="64065"/>
                  <a:pt x="103924" y="72456"/>
                </a:cubicBezTo>
                <a:cubicBezTo>
                  <a:pt x="103924" y="78373"/>
                  <a:pt x="103146" y="83995"/>
                  <a:pt x="101589" y="89320"/>
                </a:cubicBezTo>
                <a:cubicBezTo>
                  <a:pt x="100033" y="94645"/>
                  <a:pt x="98073" y="98760"/>
                  <a:pt x="95709" y="101665"/>
                </a:cubicBezTo>
                <a:cubicBezTo>
                  <a:pt x="97646" y="103601"/>
                  <a:pt x="99851" y="105188"/>
                  <a:pt x="102325" y="106425"/>
                </a:cubicBezTo>
                <a:cubicBezTo>
                  <a:pt x="104797" y="107663"/>
                  <a:pt x="107644" y="108281"/>
                  <a:pt x="110868" y="108281"/>
                </a:cubicBezTo>
                <a:cubicBezTo>
                  <a:pt x="114634" y="108281"/>
                  <a:pt x="117753" y="106533"/>
                  <a:pt x="120228" y="103037"/>
                </a:cubicBezTo>
                <a:cubicBezTo>
                  <a:pt x="122699" y="99540"/>
                  <a:pt x="124042" y="94887"/>
                  <a:pt x="124257" y="89078"/>
                </a:cubicBezTo>
                <a:lnTo>
                  <a:pt x="125876" y="51155"/>
                </a:lnTo>
                <a:cubicBezTo>
                  <a:pt x="126091" y="43947"/>
                  <a:pt x="127089" y="37331"/>
                  <a:pt x="128871" y="31306"/>
                </a:cubicBezTo>
                <a:cubicBezTo>
                  <a:pt x="130653" y="25282"/>
                  <a:pt x="133191" y="20064"/>
                  <a:pt x="136486" y="15653"/>
                </a:cubicBezTo>
                <a:cubicBezTo>
                  <a:pt x="139777" y="11242"/>
                  <a:pt x="143825" y="7800"/>
                  <a:pt x="148629" y="5325"/>
                </a:cubicBezTo>
                <a:cubicBezTo>
                  <a:pt x="153434" y="2851"/>
                  <a:pt x="159021" y="1614"/>
                  <a:pt x="165392" y="1614"/>
                </a:cubicBezTo>
                <a:cubicBezTo>
                  <a:pt x="172086" y="1614"/>
                  <a:pt x="178455" y="3012"/>
                  <a:pt x="184500" y="5809"/>
                </a:cubicBezTo>
                <a:cubicBezTo>
                  <a:pt x="190548" y="8607"/>
                  <a:pt x="195865" y="12883"/>
                  <a:pt x="200450" y="18639"/>
                </a:cubicBezTo>
                <a:cubicBezTo>
                  <a:pt x="205039" y="24394"/>
                  <a:pt x="208657" y="31737"/>
                  <a:pt x="211303" y="40666"/>
                </a:cubicBezTo>
                <a:cubicBezTo>
                  <a:pt x="213948" y="49595"/>
                  <a:pt x="215271" y="60138"/>
                  <a:pt x="215271" y="72295"/>
                </a:cubicBezTo>
                <a:cubicBezTo>
                  <a:pt x="215271" y="84021"/>
                  <a:pt x="214275" y="94000"/>
                  <a:pt x="212281" y="102230"/>
                </a:cubicBezTo>
                <a:cubicBezTo>
                  <a:pt x="210291" y="110460"/>
                  <a:pt x="207573" y="117210"/>
                  <a:pt x="204127" y="122482"/>
                </a:cubicBezTo>
                <a:cubicBezTo>
                  <a:pt x="200684" y="127753"/>
                  <a:pt x="196567" y="131573"/>
                  <a:pt x="191776" y="133939"/>
                </a:cubicBezTo>
                <a:cubicBezTo>
                  <a:pt x="186986" y="136306"/>
                  <a:pt x="181790" y="137490"/>
                  <a:pt x="176189" y="137490"/>
                </a:cubicBezTo>
                <a:cubicBezTo>
                  <a:pt x="172639" y="137490"/>
                  <a:pt x="169194" y="137059"/>
                  <a:pt x="165856" y="136199"/>
                </a:cubicBezTo>
                <a:cubicBezTo>
                  <a:pt x="162518" y="135338"/>
                  <a:pt x="159341" y="134020"/>
                  <a:pt x="156325" y="132245"/>
                </a:cubicBezTo>
                <a:cubicBezTo>
                  <a:pt x="153313" y="130470"/>
                  <a:pt x="150435" y="128264"/>
                  <a:pt x="147691" y="125629"/>
                </a:cubicBezTo>
                <a:cubicBezTo>
                  <a:pt x="144945" y="122993"/>
                  <a:pt x="142225" y="119954"/>
                  <a:pt x="139532" y="116511"/>
                </a:cubicBezTo>
                <a:cubicBezTo>
                  <a:pt x="136832" y="121783"/>
                  <a:pt x="133430" y="125683"/>
                  <a:pt x="129325" y="128211"/>
                </a:cubicBezTo>
                <a:cubicBezTo>
                  <a:pt x="125217" y="130739"/>
                  <a:pt x="120786" y="132003"/>
                  <a:pt x="116032" y="132003"/>
                </a:cubicBezTo>
                <a:cubicBezTo>
                  <a:pt x="109443" y="132003"/>
                  <a:pt x="103554" y="130658"/>
                  <a:pt x="98367" y="127969"/>
                </a:cubicBezTo>
                <a:cubicBezTo>
                  <a:pt x="93179" y="125279"/>
                  <a:pt x="88533" y="121944"/>
                  <a:pt x="84428" y="117964"/>
                </a:cubicBezTo>
                <a:cubicBezTo>
                  <a:pt x="80454" y="121299"/>
                  <a:pt x="75970" y="123934"/>
                  <a:pt x="70974" y="125871"/>
                </a:cubicBezTo>
                <a:cubicBezTo>
                  <a:pt x="65978" y="127807"/>
                  <a:pt x="59937" y="128776"/>
                  <a:pt x="52850" y="128776"/>
                </a:cubicBezTo>
                <a:cubicBezTo>
                  <a:pt x="44579" y="128776"/>
                  <a:pt x="37168" y="127377"/>
                  <a:pt x="30615" y="124580"/>
                </a:cubicBezTo>
                <a:cubicBezTo>
                  <a:pt x="24063" y="121783"/>
                  <a:pt x="18531" y="117910"/>
                  <a:pt x="14019" y="112961"/>
                </a:cubicBezTo>
                <a:cubicBezTo>
                  <a:pt x="9508" y="108012"/>
                  <a:pt x="6043" y="102068"/>
                  <a:pt x="3626" y="95129"/>
                </a:cubicBezTo>
                <a:cubicBezTo>
                  <a:pt x="1209" y="88190"/>
                  <a:pt x="0" y="80633"/>
                  <a:pt x="0" y="72456"/>
                </a:cubicBezTo>
                <a:cubicBezTo>
                  <a:pt x="0" y="68046"/>
                  <a:pt x="229" y="63931"/>
                  <a:pt x="686" y="60111"/>
                </a:cubicBezTo>
                <a:cubicBezTo>
                  <a:pt x="1140" y="56292"/>
                  <a:pt x="1772" y="52715"/>
                  <a:pt x="2582" y="49380"/>
                </a:cubicBezTo>
                <a:lnTo>
                  <a:pt x="2582" y="5487"/>
                </a:lnTo>
                <a:cubicBezTo>
                  <a:pt x="2582" y="3658"/>
                  <a:pt x="3470" y="2286"/>
                  <a:pt x="5245" y="1372"/>
                </a:cubicBezTo>
                <a:cubicBezTo>
                  <a:pt x="7020" y="457"/>
                  <a:pt x="9736" y="0"/>
                  <a:pt x="13394" y="0"/>
                </a:cubicBezTo>
                <a:moveTo>
                  <a:pt x="51720" y="41634"/>
                </a:moveTo>
                <a:cubicBezTo>
                  <a:pt x="41849" y="41634"/>
                  <a:pt x="34151" y="44351"/>
                  <a:pt x="28624" y="49784"/>
                </a:cubicBezTo>
                <a:cubicBezTo>
                  <a:pt x="23096" y="55216"/>
                  <a:pt x="20333" y="62935"/>
                  <a:pt x="20333" y="72941"/>
                </a:cubicBezTo>
                <a:cubicBezTo>
                  <a:pt x="20333" y="78104"/>
                  <a:pt x="21192" y="82596"/>
                  <a:pt x="22910" y="86415"/>
                </a:cubicBezTo>
                <a:cubicBezTo>
                  <a:pt x="24624" y="90234"/>
                  <a:pt x="26985" y="93408"/>
                  <a:pt x="29990" y="95936"/>
                </a:cubicBezTo>
                <a:cubicBezTo>
                  <a:pt x="32996" y="98464"/>
                  <a:pt x="36457" y="100347"/>
                  <a:pt x="40373" y="101584"/>
                </a:cubicBezTo>
                <a:cubicBezTo>
                  <a:pt x="44290" y="102821"/>
                  <a:pt x="48395" y="103440"/>
                  <a:pt x="52688" y="103440"/>
                </a:cubicBezTo>
                <a:cubicBezTo>
                  <a:pt x="62236" y="103440"/>
                  <a:pt x="69747" y="100724"/>
                  <a:pt x="75220" y="95291"/>
                </a:cubicBezTo>
                <a:cubicBezTo>
                  <a:pt x="80693" y="89858"/>
                  <a:pt x="83430" y="82246"/>
                  <a:pt x="83430" y="72456"/>
                </a:cubicBezTo>
                <a:cubicBezTo>
                  <a:pt x="83430" y="67185"/>
                  <a:pt x="82599" y="62613"/>
                  <a:pt x="80939" y="58740"/>
                </a:cubicBezTo>
                <a:cubicBezTo>
                  <a:pt x="79274" y="54867"/>
                  <a:pt x="76966" y="51666"/>
                  <a:pt x="74015" y="49138"/>
                </a:cubicBezTo>
                <a:cubicBezTo>
                  <a:pt x="71063" y="46610"/>
                  <a:pt x="67656" y="44727"/>
                  <a:pt x="63793" y="43490"/>
                </a:cubicBezTo>
                <a:cubicBezTo>
                  <a:pt x="59930" y="42253"/>
                  <a:pt x="55906" y="41634"/>
                  <a:pt x="51720" y="41634"/>
                </a:cubicBezTo>
                <a:moveTo>
                  <a:pt x="166839" y="28240"/>
                </a:moveTo>
                <a:cubicBezTo>
                  <a:pt x="160556" y="28240"/>
                  <a:pt x="155710" y="30795"/>
                  <a:pt x="152301" y="35905"/>
                </a:cubicBezTo>
                <a:cubicBezTo>
                  <a:pt x="148888" y="41016"/>
                  <a:pt x="147075" y="47928"/>
                  <a:pt x="146859" y="56642"/>
                </a:cubicBezTo>
                <a:lnTo>
                  <a:pt x="145558" y="94242"/>
                </a:lnTo>
                <a:cubicBezTo>
                  <a:pt x="148265" y="97684"/>
                  <a:pt x="150837" y="100508"/>
                  <a:pt x="153274" y="102714"/>
                </a:cubicBezTo>
                <a:cubicBezTo>
                  <a:pt x="155711" y="104919"/>
                  <a:pt x="158039" y="106667"/>
                  <a:pt x="160258" y="107958"/>
                </a:cubicBezTo>
                <a:cubicBezTo>
                  <a:pt x="162477" y="109249"/>
                  <a:pt x="164669" y="110137"/>
                  <a:pt x="166834" y="110621"/>
                </a:cubicBezTo>
                <a:cubicBezTo>
                  <a:pt x="169003" y="111105"/>
                  <a:pt x="171223" y="111347"/>
                  <a:pt x="173496" y="111347"/>
                </a:cubicBezTo>
                <a:cubicBezTo>
                  <a:pt x="180536" y="111347"/>
                  <a:pt x="185870" y="107797"/>
                  <a:pt x="189497" y="100697"/>
                </a:cubicBezTo>
                <a:cubicBezTo>
                  <a:pt x="193125" y="93596"/>
                  <a:pt x="194938" y="83699"/>
                  <a:pt x="194938" y="71004"/>
                </a:cubicBezTo>
                <a:cubicBezTo>
                  <a:pt x="194938" y="62935"/>
                  <a:pt x="194153" y="56185"/>
                  <a:pt x="192583" y="50752"/>
                </a:cubicBezTo>
                <a:cubicBezTo>
                  <a:pt x="191013" y="45319"/>
                  <a:pt x="188929" y="40935"/>
                  <a:pt x="186330" y="37600"/>
                </a:cubicBezTo>
                <a:cubicBezTo>
                  <a:pt x="183731" y="34265"/>
                  <a:pt x="180753" y="31871"/>
                  <a:pt x="177394" y="30419"/>
                </a:cubicBezTo>
                <a:cubicBezTo>
                  <a:pt x="174039" y="28966"/>
                  <a:pt x="170521" y="28240"/>
                  <a:pt x="166839" y="282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e">
            <a:extLst xmlns:a="http://schemas.openxmlformats.org/drawingml/2006/main">
              <a:ext uri="{FF2B5EF4-FFF2-40B4-BE49-F238E27FC236}">
                <a16:creationId xmlns:a16="http://schemas.microsoft.com/office/drawing/2014/main" id="{3F841781-7EE9-41CD-BC9B-AD7DF733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95" y="1629199"/>
            <a:ext cx="159759" cy="133617"/>
          </a:xfrm>
          <a:custGeom xmlns:a="http://schemas.openxmlformats.org/drawingml/2006/main">
            <a:pathLst>
              <a:path w="159759" h="133617">
                <a:moveTo>
                  <a:pt x="73586" y="0"/>
                </a:moveTo>
                <a:cubicBezTo>
                  <a:pt x="77782" y="0"/>
                  <a:pt x="80767" y="1049"/>
                  <a:pt x="82542" y="3147"/>
                </a:cubicBezTo>
                <a:cubicBezTo>
                  <a:pt x="84317" y="5245"/>
                  <a:pt x="85205" y="7638"/>
                  <a:pt x="85205" y="10328"/>
                </a:cubicBezTo>
                <a:lnTo>
                  <a:pt x="85205" y="105538"/>
                </a:lnTo>
                <a:cubicBezTo>
                  <a:pt x="93297" y="105538"/>
                  <a:pt x="100581" y="104731"/>
                  <a:pt x="107056" y="103117"/>
                </a:cubicBezTo>
                <a:cubicBezTo>
                  <a:pt x="113531" y="101504"/>
                  <a:pt x="119088" y="98814"/>
                  <a:pt x="123728" y="95049"/>
                </a:cubicBezTo>
                <a:cubicBezTo>
                  <a:pt x="128367" y="91283"/>
                  <a:pt x="131929" y="86388"/>
                  <a:pt x="134413" y="80364"/>
                </a:cubicBezTo>
                <a:cubicBezTo>
                  <a:pt x="136895" y="74339"/>
                  <a:pt x="138135" y="66970"/>
                  <a:pt x="138135" y="58256"/>
                </a:cubicBezTo>
                <a:cubicBezTo>
                  <a:pt x="138135" y="51370"/>
                  <a:pt x="137570" y="45238"/>
                  <a:pt x="136441" y="39859"/>
                </a:cubicBezTo>
                <a:cubicBezTo>
                  <a:pt x="135311" y="34480"/>
                  <a:pt x="134047" y="29827"/>
                  <a:pt x="132648" y="25900"/>
                </a:cubicBezTo>
                <a:cubicBezTo>
                  <a:pt x="131250" y="21974"/>
                  <a:pt x="129986" y="18746"/>
                  <a:pt x="128856" y="16218"/>
                </a:cubicBezTo>
                <a:cubicBezTo>
                  <a:pt x="127727" y="13690"/>
                  <a:pt x="127162" y="11780"/>
                  <a:pt x="127162" y="10489"/>
                </a:cubicBezTo>
                <a:cubicBezTo>
                  <a:pt x="127162" y="9736"/>
                  <a:pt x="127350" y="9064"/>
                  <a:pt x="127727" y="8472"/>
                </a:cubicBezTo>
                <a:cubicBezTo>
                  <a:pt x="128103" y="7880"/>
                  <a:pt x="128668" y="7423"/>
                  <a:pt x="129421" y="7100"/>
                </a:cubicBezTo>
                <a:cubicBezTo>
                  <a:pt x="130174" y="6778"/>
                  <a:pt x="131223" y="6536"/>
                  <a:pt x="132568" y="6374"/>
                </a:cubicBezTo>
                <a:cubicBezTo>
                  <a:pt x="133913" y="6213"/>
                  <a:pt x="135553" y="6132"/>
                  <a:pt x="137490" y="6132"/>
                </a:cubicBezTo>
                <a:cubicBezTo>
                  <a:pt x="138888" y="6132"/>
                  <a:pt x="140098" y="6186"/>
                  <a:pt x="141121" y="6294"/>
                </a:cubicBezTo>
                <a:cubicBezTo>
                  <a:pt x="142143" y="6401"/>
                  <a:pt x="143057" y="6536"/>
                  <a:pt x="143864" y="6697"/>
                </a:cubicBezTo>
                <a:cubicBezTo>
                  <a:pt x="144671" y="6858"/>
                  <a:pt x="145397" y="7127"/>
                  <a:pt x="146042" y="7504"/>
                </a:cubicBezTo>
                <a:cubicBezTo>
                  <a:pt x="146688" y="7880"/>
                  <a:pt x="147306" y="8364"/>
                  <a:pt x="147898" y="8956"/>
                </a:cubicBezTo>
                <a:cubicBezTo>
                  <a:pt x="148490" y="9548"/>
                  <a:pt x="149458" y="11296"/>
                  <a:pt x="150803" y="14201"/>
                </a:cubicBezTo>
                <a:cubicBezTo>
                  <a:pt x="152148" y="17106"/>
                  <a:pt x="153466" y="20871"/>
                  <a:pt x="154757" y="25497"/>
                </a:cubicBezTo>
                <a:cubicBezTo>
                  <a:pt x="156048" y="30123"/>
                  <a:pt x="157204" y="35475"/>
                  <a:pt x="158226" y="41554"/>
                </a:cubicBezTo>
                <a:cubicBezTo>
                  <a:pt x="159248" y="47632"/>
                  <a:pt x="159759" y="54114"/>
                  <a:pt x="159759" y="60999"/>
                </a:cubicBezTo>
                <a:cubicBezTo>
                  <a:pt x="159759" y="72941"/>
                  <a:pt x="158090" y="83403"/>
                  <a:pt x="154751" y="92386"/>
                </a:cubicBezTo>
                <a:cubicBezTo>
                  <a:pt x="151413" y="101369"/>
                  <a:pt x="146459" y="108927"/>
                  <a:pt x="139890" y="115059"/>
                </a:cubicBezTo>
                <a:cubicBezTo>
                  <a:pt x="133321" y="121191"/>
                  <a:pt x="125082" y="125817"/>
                  <a:pt x="115175" y="128937"/>
                </a:cubicBezTo>
                <a:cubicBezTo>
                  <a:pt x="105267" y="132057"/>
                  <a:pt x="93744" y="133617"/>
                  <a:pt x="80606" y="133617"/>
                </a:cubicBezTo>
                <a:cubicBezTo>
                  <a:pt x="68113" y="133617"/>
                  <a:pt x="56886" y="132003"/>
                  <a:pt x="46924" y="128776"/>
                </a:cubicBezTo>
                <a:cubicBezTo>
                  <a:pt x="36963" y="125548"/>
                  <a:pt x="28509" y="120895"/>
                  <a:pt x="21563" y="114817"/>
                </a:cubicBezTo>
                <a:cubicBezTo>
                  <a:pt x="14618" y="108738"/>
                  <a:pt x="9287" y="101396"/>
                  <a:pt x="5572" y="92789"/>
                </a:cubicBezTo>
                <a:cubicBezTo>
                  <a:pt x="1857" y="84183"/>
                  <a:pt x="0" y="74554"/>
                  <a:pt x="0" y="63904"/>
                </a:cubicBezTo>
                <a:cubicBezTo>
                  <a:pt x="0" y="52500"/>
                  <a:pt x="1829" y="42791"/>
                  <a:pt x="5487" y="34776"/>
                </a:cubicBezTo>
                <a:cubicBezTo>
                  <a:pt x="9144" y="26761"/>
                  <a:pt x="14066" y="20172"/>
                  <a:pt x="20252" y="15008"/>
                </a:cubicBezTo>
                <a:cubicBezTo>
                  <a:pt x="26438" y="9844"/>
                  <a:pt x="33700" y="6051"/>
                  <a:pt x="42038" y="3631"/>
                </a:cubicBezTo>
                <a:cubicBezTo>
                  <a:pt x="50375" y="1210"/>
                  <a:pt x="59278" y="0"/>
                  <a:pt x="68745" y="0"/>
                </a:cubicBezTo>
                <a:lnTo>
                  <a:pt x="73586" y="0"/>
                </a:lnTo>
                <a:moveTo>
                  <a:pt x="65679" y="26788"/>
                </a:moveTo>
                <a:cubicBezTo>
                  <a:pt x="51693" y="26465"/>
                  <a:pt x="40720" y="29558"/>
                  <a:pt x="32759" y="36067"/>
                </a:cubicBezTo>
                <a:cubicBezTo>
                  <a:pt x="24798" y="42576"/>
                  <a:pt x="20817" y="52231"/>
                  <a:pt x="20817" y="65033"/>
                </a:cubicBezTo>
                <a:cubicBezTo>
                  <a:pt x="20817" y="71596"/>
                  <a:pt x="22054" y="77351"/>
                  <a:pt x="24529" y="82300"/>
                </a:cubicBezTo>
                <a:cubicBezTo>
                  <a:pt x="27003" y="87249"/>
                  <a:pt x="30284" y="91391"/>
                  <a:pt x="34372" y="94726"/>
                </a:cubicBezTo>
                <a:cubicBezTo>
                  <a:pt x="38461" y="98061"/>
                  <a:pt x="43221" y="100643"/>
                  <a:pt x="48654" y="102472"/>
                </a:cubicBezTo>
                <a:cubicBezTo>
                  <a:pt x="54087" y="104301"/>
                  <a:pt x="59762" y="105323"/>
                  <a:pt x="65679" y="105538"/>
                </a:cubicBezTo>
                <a:lnTo>
                  <a:pt x="65679" y="267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M">
            <a:extLst xmlns:a="http://schemas.openxmlformats.org/drawingml/2006/main">
              <a:ext uri="{FF2B5EF4-FFF2-40B4-BE49-F238E27FC236}">
                <a16:creationId xmlns:a16="http://schemas.microsoft.com/office/drawing/2014/main" id="{D3987450-FF4C-4326-99AF-D35889E3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810" y="1287574"/>
            <a:ext cx="209785" cy="227052"/>
          </a:xfrm>
          <a:custGeom xmlns:a="http://schemas.openxmlformats.org/drawingml/2006/main">
            <a:pathLst>
              <a:path w="209785" h="227052">
                <a:moveTo>
                  <a:pt x="204621" y="0"/>
                </a:moveTo>
                <a:cubicBezTo>
                  <a:pt x="205481" y="0"/>
                  <a:pt x="206234" y="215"/>
                  <a:pt x="206880" y="645"/>
                </a:cubicBezTo>
                <a:cubicBezTo>
                  <a:pt x="207525" y="1076"/>
                  <a:pt x="208036" y="1829"/>
                  <a:pt x="208413" y="2905"/>
                </a:cubicBezTo>
                <a:cubicBezTo>
                  <a:pt x="208790" y="3981"/>
                  <a:pt x="209112" y="5352"/>
                  <a:pt x="209381" y="7020"/>
                </a:cubicBezTo>
                <a:cubicBezTo>
                  <a:pt x="209650" y="8687"/>
                  <a:pt x="209785" y="10866"/>
                  <a:pt x="209785" y="13555"/>
                </a:cubicBezTo>
                <a:cubicBezTo>
                  <a:pt x="209785" y="16030"/>
                  <a:pt x="209650" y="18154"/>
                  <a:pt x="209381" y="19930"/>
                </a:cubicBezTo>
                <a:cubicBezTo>
                  <a:pt x="209112" y="21705"/>
                  <a:pt x="208790" y="23103"/>
                  <a:pt x="208413" y="24125"/>
                </a:cubicBezTo>
                <a:cubicBezTo>
                  <a:pt x="208036" y="25147"/>
                  <a:pt x="207525" y="25873"/>
                  <a:pt x="206880" y="26304"/>
                </a:cubicBezTo>
                <a:cubicBezTo>
                  <a:pt x="206234" y="26734"/>
                  <a:pt x="205481" y="26949"/>
                  <a:pt x="204621" y="26949"/>
                </a:cubicBezTo>
                <a:lnTo>
                  <a:pt x="22754" y="26949"/>
                </a:lnTo>
                <a:lnTo>
                  <a:pt x="22754" y="27272"/>
                </a:lnTo>
                <a:lnTo>
                  <a:pt x="205428" y="101665"/>
                </a:lnTo>
                <a:cubicBezTo>
                  <a:pt x="206181" y="101988"/>
                  <a:pt x="206826" y="102445"/>
                  <a:pt x="207364" y="103037"/>
                </a:cubicBezTo>
                <a:cubicBezTo>
                  <a:pt x="207902" y="103628"/>
                  <a:pt x="208359" y="104489"/>
                  <a:pt x="208736" y="105619"/>
                </a:cubicBezTo>
                <a:cubicBezTo>
                  <a:pt x="209112" y="106748"/>
                  <a:pt x="209381" y="108093"/>
                  <a:pt x="209543" y="109653"/>
                </a:cubicBezTo>
                <a:cubicBezTo>
                  <a:pt x="209704" y="111213"/>
                  <a:pt x="209785" y="113069"/>
                  <a:pt x="209785" y="115220"/>
                </a:cubicBezTo>
                <a:cubicBezTo>
                  <a:pt x="209785" y="117479"/>
                  <a:pt x="209677" y="119416"/>
                  <a:pt x="209462" y="121030"/>
                </a:cubicBezTo>
                <a:cubicBezTo>
                  <a:pt x="209247" y="122643"/>
                  <a:pt x="208951" y="123988"/>
                  <a:pt x="208574" y="125064"/>
                </a:cubicBezTo>
                <a:cubicBezTo>
                  <a:pt x="208198" y="126140"/>
                  <a:pt x="207741" y="126974"/>
                  <a:pt x="207203" y="127565"/>
                </a:cubicBezTo>
                <a:cubicBezTo>
                  <a:pt x="206665" y="128157"/>
                  <a:pt x="206073" y="128560"/>
                  <a:pt x="205428" y="128776"/>
                </a:cubicBezTo>
                <a:lnTo>
                  <a:pt x="22754" y="199941"/>
                </a:lnTo>
                <a:lnTo>
                  <a:pt x="22754" y="200102"/>
                </a:lnTo>
                <a:lnTo>
                  <a:pt x="204621" y="200102"/>
                </a:lnTo>
                <a:cubicBezTo>
                  <a:pt x="205481" y="200102"/>
                  <a:pt x="206234" y="200317"/>
                  <a:pt x="206880" y="200748"/>
                </a:cubicBezTo>
                <a:cubicBezTo>
                  <a:pt x="207525" y="201178"/>
                  <a:pt x="208036" y="201931"/>
                  <a:pt x="208413" y="203007"/>
                </a:cubicBezTo>
                <a:cubicBezTo>
                  <a:pt x="208790" y="204083"/>
                  <a:pt x="209112" y="205481"/>
                  <a:pt x="209381" y="207203"/>
                </a:cubicBezTo>
                <a:cubicBezTo>
                  <a:pt x="209650" y="208924"/>
                  <a:pt x="209785" y="211129"/>
                  <a:pt x="209785" y="213819"/>
                </a:cubicBezTo>
                <a:cubicBezTo>
                  <a:pt x="209785" y="216401"/>
                  <a:pt x="209650" y="218553"/>
                  <a:pt x="209381" y="220274"/>
                </a:cubicBezTo>
                <a:cubicBezTo>
                  <a:pt x="209112" y="221995"/>
                  <a:pt x="208790" y="223367"/>
                  <a:pt x="208413" y="224389"/>
                </a:cubicBezTo>
                <a:cubicBezTo>
                  <a:pt x="208036" y="225411"/>
                  <a:pt x="207525" y="226110"/>
                  <a:pt x="206880" y="226487"/>
                </a:cubicBezTo>
                <a:cubicBezTo>
                  <a:pt x="206234" y="226863"/>
                  <a:pt x="205481" y="227052"/>
                  <a:pt x="204621" y="227052"/>
                </a:cubicBezTo>
                <a:lnTo>
                  <a:pt x="12587" y="227052"/>
                </a:lnTo>
                <a:cubicBezTo>
                  <a:pt x="8069" y="227052"/>
                  <a:pt x="4841" y="225868"/>
                  <a:pt x="2905" y="223501"/>
                </a:cubicBezTo>
                <a:cubicBezTo>
                  <a:pt x="968" y="221135"/>
                  <a:pt x="0" y="218499"/>
                  <a:pt x="0" y="215594"/>
                </a:cubicBezTo>
                <a:lnTo>
                  <a:pt x="0" y="198811"/>
                </a:lnTo>
                <a:cubicBezTo>
                  <a:pt x="0" y="195369"/>
                  <a:pt x="323" y="192356"/>
                  <a:pt x="968" y="189774"/>
                </a:cubicBezTo>
                <a:cubicBezTo>
                  <a:pt x="1614" y="187192"/>
                  <a:pt x="2636" y="184933"/>
                  <a:pt x="4034" y="182997"/>
                </a:cubicBezTo>
                <a:cubicBezTo>
                  <a:pt x="5433" y="181060"/>
                  <a:pt x="7208" y="179447"/>
                  <a:pt x="9360" y="178156"/>
                </a:cubicBezTo>
                <a:cubicBezTo>
                  <a:pt x="11511" y="176865"/>
                  <a:pt x="14039" y="175735"/>
                  <a:pt x="16944" y="174767"/>
                </a:cubicBezTo>
                <a:lnTo>
                  <a:pt x="168150" y="114252"/>
                </a:lnTo>
                <a:lnTo>
                  <a:pt x="168150" y="113445"/>
                </a:lnTo>
                <a:lnTo>
                  <a:pt x="17428" y="50510"/>
                </a:lnTo>
                <a:cubicBezTo>
                  <a:pt x="14201" y="49326"/>
                  <a:pt x="11457" y="48035"/>
                  <a:pt x="9198" y="46637"/>
                </a:cubicBezTo>
                <a:cubicBezTo>
                  <a:pt x="6939" y="45238"/>
                  <a:pt x="5137" y="43705"/>
                  <a:pt x="3792" y="42038"/>
                </a:cubicBezTo>
                <a:cubicBezTo>
                  <a:pt x="2447" y="40370"/>
                  <a:pt x="1479" y="38514"/>
                  <a:pt x="888" y="36470"/>
                </a:cubicBezTo>
                <a:cubicBezTo>
                  <a:pt x="296" y="34426"/>
                  <a:pt x="0" y="32059"/>
                  <a:pt x="0" y="29370"/>
                </a:cubicBezTo>
                <a:lnTo>
                  <a:pt x="0" y="11780"/>
                </a:lnTo>
                <a:cubicBezTo>
                  <a:pt x="0" y="10166"/>
                  <a:pt x="242" y="8633"/>
                  <a:pt x="726" y="7181"/>
                </a:cubicBezTo>
                <a:cubicBezTo>
                  <a:pt x="1210" y="5729"/>
                  <a:pt x="1963" y="4492"/>
                  <a:pt x="2985" y="3470"/>
                </a:cubicBezTo>
                <a:cubicBezTo>
                  <a:pt x="4007" y="2447"/>
                  <a:pt x="5298" y="1614"/>
                  <a:pt x="6858" y="968"/>
                </a:cubicBezTo>
                <a:cubicBezTo>
                  <a:pt x="8418" y="323"/>
                  <a:pt x="10328" y="0"/>
                  <a:pt x="12587" y="0"/>
                </a:cubicBezTo>
                <a:lnTo>
                  <a:pt x="2046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o">
            <a:extLst xmlns:a="http://schemas.openxmlformats.org/drawingml/2006/main">
              <a:ext uri="{FF2B5EF4-FFF2-40B4-BE49-F238E27FC236}">
                <a16:creationId xmlns:a16="http://schemas.microsoft.com/office/drawing/2014/main" id="{34CA814F-FF01-4234-A3FE-4CD8A675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95" y="1104117"/>
            <a:ext cx="159759" cy="145236"/>
          </a:xfrm>
          <a:custGeom xmlns:a="http://schemas.openxmlformats.org/drawingml/2006/main">
            <a:pathLst>
              <a:path w="159759" h="145236">
                <a:moveTo>
                  <a:pt x="78346" y="0"/>
                </a:moveTo>
                <a:cubicBezTo>
                  <a:pt x="90191" y="0"/>
                  <a:pt x="101093" y="1560"/>
                  <a:pt x="111055" y="4680"/>
                </a:cubicBezTo>
                <a:cubicBezTo>
                  <a:pt x="121016" y="7800"/>
                  <a:pt x="129606" y="12453"/>
                  <a:pt x="136824" y="18639"/>
                </a:cubicBezTo>
                <a:cubicBezTo>
                  <a:pt x="144039" y="24825"/>
                  <a:pt x="149665" y="32570"/>
                  <a:pt x="153703" y="41876"/>
                </a:cubicBezTo>
                <a:cubicBezTo>
                  <a:pt x="157740" y="51182"/>
                  <a:pt x="159759" y="61967"/>
                  <a:pt x="159759" y="74231"/>
                </a:cubicBezTo>
                <a:cubicBezTo>
                  <a:pt x="159759" y="86173"/>
                  <a:pt x="157982" y="96582"/>
                  <a:pt x="154429" y="105457"/>
                </a:cubicBezTo>
                <a:cubicBezTo>
                  <a:pt x="150875" y="114333"/>
                  <a:pt x="145706" y="121729"/>
                  <a:pt x="138922" y="127646"/>
                </a:cubicBezTo>
                <a:cubicBezTo>
                  <a:pt x="132137" y="133563"/>
                  <a:pt x="123899" y="137974"/>
                  <a:pt x="114207" y="140878"/>
                </a:cubicBezTo>
                <a:cubicBezTo>
                  <a:pt x="104514" y="143783"/>
                  <a:pt x="93529" y="145236"/>
                  <a:pt x="81251" y="145236"/>
                </a:cubicBezTo>
                <a:cubicBezTo>
                  <a:pt x="69407" y="145236"/>
                  <a:pt x="58504" y="143702"/>
                  <a:pt x="48543" y="140636"/>
                </a:cubicBezTo>
                <a:cubicBezTo>
                  <a:pt x="38582" y="137570"/>
                  <a:pt x="29993" y="132944"/>
                  <a:pt x="22779" y="126758"/>
                </a:cubicBezTo>
                <a:cubicBezTo>
                  <a:pt x="15561" y="120572"/>
                  <a:pt x="9960" y="112853"/>
                  <a:pt x="5976" y="103601"/>
                </a:cubicBezTo>
                <a:cubicBezTo>
                  <a:pt x="1992" y="94349"/>
                  <a:pt x="0" y="83537"/>
                  <a:pt x="0" y="71165"/>
                </a:cubicBezTo>
                <a:cubicBezTo>
                  <a:pt x="0" y="59224"/>
                  <a:pt x="1777" y="48815"/>
                  <a:pt x="5330" y="39940"/>
                </a:cubicBezTo>
                <a:cubicBezTo>
                  <a:pt x="8884" y="31064"/>
                  <a:pt x="14053" y="23668"/>
                  <a:pt x="20837" y="17751"/>
                </a:cubicBezTo>
                <a:cubicBezTo>
                  <a:pt x="27622" y="11834"/>
                  <a:pt x="35860" y="7396"/>
                  <a:pt x="45553" y="4438"/>
                </a:cubicBezTo>
                <a:cubicBezTo>
                  <a:pt x="55245" y="1479"/>
                  <a:pt x="66176" y="0"/>
                  <a:pt x="78346" y="0"/>
                </a:cubicBezTo>
                <a:moveTo>
                  <a:pt x="80122" y="28079"/>
                </a:moveTo>
                <a:cubicBezTo>
                  <a:pt x="72258" y="28079"/>
                  <a:pt x="64825" y="28805"/>
                  <a:pt x="57822" y="30257"/>
                </a:cubicBezTo>
                <a:cubicBezTo>
                  <a:pt x="50819" y="31710"/>
                  <a:pt x="44678" y="34103"/>
                  <a:pt x="39400" y="37438"/>
                </a:cubicBezTo>
                <a:cubicBezTo>
                  <a:pt x="34122" y="40774"/>
                  <a:pt x="29948" y="45292"/>
                  <a:pt x="26879" y="50994"/>
                </a:cubicBezTo>
                <a:cubicBezTo>
                  <a:pt x="23806" y="56696"/>
                  <a:pt x="22269" y="63796"/>
                  <a:pt x="22269" y="72295"/>
                </a:cubicBezTo>
                <a:cubicBezTo>
                  <a:pt x="22269" y="80149"/>
                  <a:pt x="23670" y="86899"/>
                  <a:pt x="26470" y="92547"/>
                </a:cubicBezTo>
                <a:cubicBezTo>
                  <a:pt x="29271" y="98195"/>
                  <a:pt x="33231" y="102848"/>
                  <a:pt x="38351" y="106506"/>
                </a:cubicBezTo>
                <a:cubicBezTo>
                  <a:pt x="43468" y="110164"/>
                  <a:pt x="49528" y="112880"/>
                  <a:pt x="56531" y="114655"/>
                </a:cubicBezTo>
                <a:cubicBezTo>
                  <a:pt x="63530" y="116430"/>
                  <a:pt x="71179" y="117318"/>
                  <a:pt x="79476" y="117318"/>
                </a:cubicBezTo>
                <a:cubicBezTo>
                  <a:pt x="87447" y="117318"/>
                  <a:pt x="94934" y="116592"/>
                  <a:pt x="101937" y="115140"/>
                </a:cubicBezTo>
                <a:cubicBezTo>
                  <a:pt x="108940" y="113687"/>
                  <a:pt x="115054" y="111267"/>
                  <a:pt x="120278" y="107878"/>
                </a:cubicBezTo>
                <a:cubicBezTo>
                  <a:pt x="125503" y="104489"/>
                  <a:pt x="129651" y="99944"/>
                  <a:pt x="132724" y="94242"/>
                </a:cubicBezTo>
                <a:cubicBezTo>
                  <a:pt x="135794" y="88540"/>
                  <a:pt x="137328" y="81439"/>
                  <a:pt x="137328" y="72941"/>
                </a:cubicBezTo>
                <a:cubicBezTo>
                  <a:pt x="137328" y="65195"/>
                  <a:pt x="135928" y="58471"/>
                  <a:pt x="133128" y="52769"/>
                </a:cubicBezTo>
                <a:cubicBezTo>
                  <a:pt x="130327" y="47067"/>
                  <a:pt x="126395" y="42387"/>
                  <a:pt x="121332" y="38729"/>
                </a:cubicBezTo>
                <a:cubicBezTo>
                  <a:pt x="116266" y="35072"/>
                  <a:pt x="110233" y="32382"/>
                  <a:pt x="103233" y="30661"/>
                </a:cubicBezTo>
                <a:cubicBezTo>
                  <a:pt x="96230" y="28940"/>
                  <a:pt x="88526" y="28079"/>
                  <a:pt x="80122" y="280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d">
            <a:extLst xmlns:a="http://schemas.openxmlformats.org/drawingml/2006/main">
              <a:ext uri="{FF2B5EF4-FFF2-40B4-BE49-F238E27FC236}">
                <a16:creationId xmlns:a16="http://schemas.microsoft.com/office/drawing/2014/main" id="{7CB7DAC9-ECDD-4712-B161-6514E13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319" y="942020"/>
            <a:ext cx="227536" cy="133617"/>
          </a:xfrm>
          <a:custGeom xmlns:a="http://schemas.openxmlformats.org/drawingml/2006/main">
            <a:pathLst>
              <a:path w="227536" h="133617">
                <a:moveTo>
                  <a:pt x="220269" y="0"/>
                </a:moveTo>
                <a:cubicBezTo>
                  <a:pt x="221130" y="0"/>
                  <a:pt x="221884" y="188"/>
                  <a:pt x="222533" y="565"/>
                </a:cubicBezTo>
                <a:cubicBezTo>
                  <a:pt x="223179" y="941"/>
                  <a:pt x="223690" y="1587"/>
                  <a:pt x="224066" y="2501"/>
                </a:cubicBezTo>
                <a:cubicBezTo>
                  <a:pt x="224443" y="3416"/>
                  <a:pt x="224739" y="4626"/>
                  <a:pt x="224954" y="6132"/>
                </a:cubicBezTo>
                <a:cubicBezTo>
                  <a:pt x="225169" y="7638"/>
                  <a:pt x="225276" y="9467"/>
                  <a:pt x="225276" y="11619"/>
                </a:cubicBezTo>
                <a:cubicBezTo>
                  <a:pt x="225276" y="13878"/>
                  <a:pt x="225169" y="15761"/>
                  <a:pt x="224954" y="17267"/>
                </a:cubicBezTo>
                <a:cubicBezTo>
                  <a:pt x="224742" y="18773"/>
                  <a:pt x="224449" y="20010"/>
                  <a:pt x="224076" y="20978"/>
                </a:cubicBezTo>
                <a:cubicBezTo>
                  <a:pt x="223700" y="21947"/>
                  <a:pt x="223190" y="22646"/>
                  <a:pt x="222548" y="23076"/>
                </a:cubicBezTo>
                <a:cubicBezTo>
                  <a:pt x="221906" y="23507"/>
                  <a:pt x="221158" y="23722"/>
                  <a:pt x="220304" y="23722"/>
                </a:cubicBezTo>
                <a:lnTo>
                  <a:pt x="201207" y="23722"/>
                </a:lnTo>
                <a:cubicBezTo>
                  <a:pt x="209497" y="31360"/>
                  <a:pt x="215959" y="39294"/>
                  <a:pt x="220592" y="47524"/>
                </a:cubicBezTo>
                <a:cubicBezTo>
                  <a:pt x="225221" y="55754"/>
                  <a:pt x="227536" y="64764"/>
                  <a:pt x="227536" y="74554"/>
                </a:cubicBezTo>
                <a:cubicBezTo>
                  <a:pt x="227536" y="85205"/>
                  <a:pt x="225463" y="94296"/>
                  <a:pt x="221318" y="101826"/>
                </a:cubicBezTo>
                <a:cubicBezTo>
                  <a:pt x="217173" y="109357"/>
                  <a:pt x="211573" y="115462"/>
                  <a:pt x="204520" y="120142"/>
                </a:cubicBezTo>
                <a:cubicBezTo>
                  <a:pt x="197463" y="124822"/>
                  <a:pt x="189171" y="128238"/>
                  <a:pt x="179643" y="130389"/>
                </a:cubicBezTo>
                <a:cubicBezTo>
                  <a:pt x="170112" y="132541"/>
                  <a:pt x="160068" y="133617"/>
                  <a:pt x="149512" y="133617"/>
                </a:cubicBezTo>
                <a:cubicBezTo>
                  <a:pt x="137022" y="133617"/>
                  <a:pt x="125743" y="132272"/>
                  <a:pt x="115674" y="129582"/>
                </a:cubicBezTo>
                <a:cubicBezTo>
                  <a:pt x="105605" y="126893"/>
                  <a:pt x="97017" y="122912"/>
                  <a:pt x="89910" y="117641"/>
                </a:cubicBezTo>
                <a:cubicBezTo>
                  <a:pt x="82799" y="112369"/>
                  <a:pt x="77333" y="105834"/>
                  <a:pt x="73510" y="98034"/>
                </a:cubicBezTo>
                <a:cubicBezTo>
                  <a:pt x="69688" y="90234"/>
                  <a:pt x="67777" y="81224"/>
                  <a:pt x="67777" y="71004"/>
                </a:cubicBezTo>
                <a:cubicBezTo>
                  <a:pt x="67777" y="62505"/>
                  <a:pt x="69634" y="54732"/>
                  <a:pt x="73349" y="47686"/>
                </a:cubicBezTo>
                <a:cubicBezTo>
                  <a:pt x="77064" y="40639"/>
                  <a:pt x="82529" y="33673"/>
                  <a:pt x="89743" y="26788"/>
                </a:cubicBezTo>
                <a:lnTo>
                  <a:pt x="5174" y="26788"/>
                </a:lnTo>
                <a:cubicBezTo>
                  <a:pt x="4421" y="26788"/>
                  <a:pt x="3695" y="26600"/>
                  <a:pt x="2995" y="26223"/>
                </a:cubicBezTo>
                <a:cubicBezTo>
                  <a:pt x="2293" y="25847"/>
                  <a:pt x="1753" y="25120"/>
                  <a:pt x="1377" y="24045"/>
                </a:cubicBezTo>
                <a:cubicBezTo>
                  <a:pt x="997" y="22969"/>
                  <a:pt x="672" y="21597"/>
                  <a:pt x="403" y="19930"/>
                </a:cubicBezTo>
                <a:cubicBezTo>
                  <a:pt x="134" y="18262"/>
                  <a:pt x="0" y="16137"/>
                  <a:pt x="0" y="13555"/>
                </a:cubicBezTo>
                <a:cubicBezTo>
                  <a:pt x="0" y="10866"/>
                  <a:pt x="134" y="8660"/>
                  <a:pt x="403" y="6939"/>
                </a:cubicBezTo>
                <a:cubicBezTo>
                  <a:pt x="672" y="5218"/>
                  <a:pt x="995" y="3873"/>
                  <a:pt x="1372" y="2905"/>
                </a:cubicBezTo>
                <a:cubicBezTo>
                  <a:pt x="1748" y="1936"/>
                  <a:pt x="2288" y="1210"/>
                  <a:pt x="2990" y="726"/>
                </a:cubicBezTo>
                <a:cubicBezTo>
                  <a:pt x="3690" y="242"/>
                  <a:pt x="4416" y="0"/>
                  <a:pt x="5169" y="0"/>
                </a:cubicBezTo>
                <a:lnTo>
                  <a:pt x="220269" y="0"/>
                </a:lnTo>
                <a:moveTo>
                  <a:pt x="118175" y="26788"/>
                </a:moveTo>
                <a:cubicBezTo>
                  <a:pt x="109229" y="33996"/>
                  <a:pt x="102413" y="40962"/>
                  <a:pt x="97726" y="47686"/>
                </a:cubicBezTo>
                <a:cubicBezTo>
                  <a:pt x="93036" y="54410"/>
                  <a:pt x="90692" y="61429"/>
                  <a:pt x="90692" y="68745"/>
                </a:cubicBezTo>
                <a:cubicBezTo>
                  <a:pt x="90692" y="75522"/>
                  <a:pt x="92309" y="81278"/>
                  <a:pt x="95543" y="86012"/>
                </a:cubicBezTo>
                <a:cubicBezTo>
                  <a:pt x="98774" y="90745"/>
                  <a:pt x="103028" y="94591"/>
                  <a:pt x="108306" y="97550"/>
                </a:cubicBezTo>
                <a:cubicBezTo>
                  <a:pt x="113585" y="100508"/>
                  <a:pt x="119564" y="102660"/>
                  <a:pt x="126244" y="104005"/>
                </a:cubicBezTo>
                <a:cubicBezTo>
                  <a:pt x="132924" y="105350"/>
                  <a:pt x="139712" y="106022"/>
                  <a:pt x="146607" y="106022"/>
                </a:cubicBezTo>
                <a:cubicBezTo>
                  <a:pt x="153933" y="106022"/>
                  <a:pt x="161097" y="105457"/>
                  <a:pt x="168100" y="104328"/>
                </a:cubicBezTo>
                <a:cubicBezTo>
                  <a:pt x="175103" y="103198"/>
                  <a:pt x="181324" y="101235"/>
                  <a:pt x="186764" y="98437"/>
                </a:cubicBezTo>
                <a:cubicBezTo>
                  <a:pt x="192203" y="95640"/>
                  <a:pt x="196567" y="91929"/>
                  <a:pt x="199855" y="87303"/>
                </a:cubicBezTo>
                <a:cubicBezTo>
                  <a:pt x="203140" y="82677"/>
                  <a:pt x="204782" y="76867"/>
                  <a:pt x="204782" y="69874"/>
                </a:cubicBezTo>
                <a:cubicBezTo>
                  <a:pt x="204782" y="66324"/>
                  <a:pt x="204298" y="62908"/>
                  <a:pt x="203330" y="59627"/>
                </a:cubicBezTo>
                <a:cubicBezTo>
                  <a:pt x="202358" y="56346"/>
                  <a:pt x="200741" y="52984"/>
                  <a:pt x="198478" y="49541"/>
                </a:cubicBezTo>
                <a:cubicBezTo>
                  <a:pt x="196216" y="46099"/>
                  <a:pt x="193279" y="42495"/>
                  <a:pt x="189669" y="38729"/>
                </a:cubicBezTo>
                <a:cubicBezTo>
                  <a:pt x="186058" y="34964"/>
                  <a:pt x="181612" y="30984"/>
                  <a:pt x="176330" y="26788"/>
                </a:cubicBezTo>
                <a:lnTo>
                  <a:pt x="118175" y="267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e">
            <a:extLst xmlns:a="http://schemas.openxmlformats.org/drawingml/2006/main">
              <a:ext uri="{FF2B5EF4-FFF2-40B4-BE49-F238E27FC236}">
                <a16:creationId xmlns:a16="http://schemas.microsoft.com/office/drawing/2014/main" id="{5FE22844-70D4-4EE2-964D-872F645D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95" y="771078"/>
            <a:ext cx="159759" cy="133617"/>
          </a:xfrm>
          <a:custGeom xmlns:a="http://schemas.openxmlformats.org/drawingml/2006/main">
            <a:pathLst>
              <a:path w="159759" h="133617">
                <a:moveTo>
                  <a:pt x="73586" y="0"/>
                </a:moveTo>
                <a:cubicBezTo>
                  <a:pt x="77782" y="0"/>
                  <a:pt x="80767" y="1049"/>
                  <a:pt x="82542" y="3147"/>
                </a:cubicBezTo>
                <a:cubicBezTo>
                  <a:pt x="84317" y="5245"/>
                  <a:pt x="85205" y="7638"/>
                  <a:pt x="85205" y="10328"/>
                </a:cubicBezTo>
                <a:lnTo>
                  <a:pt x="85205" y="105538"/>
                </a:lnTo>
                <a:cubicBezTo>
                  <a:pt x="93297" y="105538"/>
                  <a:pt x="100581" y="104731"/>
                  <a:pt x="107056" y="103117"/>
                </a:cubicBezTo>
                <a:cubicBezTo>
                  <a:pt x="113531" y="101504"/>
                  <a:pt x="119088" y="98814"/>
                  <a:pt x="123728" y="95049"/>
                </a:cubicBezTo>
                <a:cubicBezTo>
                  <a:pt x="128367" y="91283"/>
                  <a:pt x="131929" y="86388"/>
                  <a:pt x="134413" y="80364"/>
                </a:cubicBezTo>
                <a:cubicBezTo>
                  <a:pt x="136895" y="74339"/>
                  <a:pt x="138135" y="66970"/>
                  <a:pt x="138135" y="58256"/>
                </a:cubicBezTo>
                <a:cubicBezTo>
                  <a:pt x="138135" y="51370"/>
                  <a:pt x="137570" y="45238"/>
                  <a:pt x="136441" y="39859"/>
                </a:cubicBezTo>
                <a:cubicBezTo>
                  <a:pt x="135311" y="34480"/>
                  <a:pt x="134047" y="29827"/>
                  <a:pt x="132648" y="25900"/>
                </a:cubicBezTo>
                <a:cubicBezTo>
                  <a:pt x="131250" y="21974"/>
                  <a:pt x="129986" y="18746"/>
                  <a:pt x="128856" y="16218"/>
                </a:cubicBezTo>
                <a:cubicBezTo>
                  <a:pt x="127727" y="13690"/>
                  <a:pt x="127162" y="11780"/>
                  <a:pt x="127162" y="10489"/>
                </a:cubicBezTo>
                <a:cubicBezTo>
                  <a:pt x="127162" y="9736"/>
                  <a:pt x="127350" y="9064"/>
                  <a:pt x="127727" y="8472"/>
                </a:cubicBezTo>
                <a:cubicBezTo>
                  <a:pt x="128103" y="7880"/>
                  <a:pt x="128668" y="7423"/>
                  <a:pt x="129421" y="7100"/>
                </a:cubicBezTo>
                <a:cubicBezTo>
                  <a:pt x="130174" y="6778"/>
                  <a:pt x="131223" y="6536"/>
                  <a:pt x="132568" y="6374"/>
                </a:cubicBezTo>
                <a:cubicBezTo>
                  <a:pt x="133913" y="6213"/>
                  <a:pt x="135553" y="6132"/>
                  <a:pt x="137490" y="6132"/>
                </a:cubicBezTo>
                <a:cubicBezTo>
                  <a:pt x="138888" y="6132"/>
                  <a:pt x="140098" y="6186"/>
                  <a:pt x="141121" y="6294"/>
                </a:cubicBezTo>
                <a:cubicBezTo>
                  <a:pt x="142143" y="6401"/>
                  <a:pt x="143057" y="6536"/>
                  <a:pt x="143864" y="6697"/>
                </a:cubicBezTo>
                <a:cubicBezTo>
                  <a:pt x="144671" y="6858"/>
                  <a:pt x="145397" y="7127"/>
                  <a:pt x="146042" y="7504"/>
                </a:cubicBezTo>
                <a:cubicBezTo>
                  <a:pt x="146688" y="7880"/>
                  <a:pt x="147306" y="8364"/>
                  <a:pt x="147898" y="8956"/>
                </a:cubicBezTo>
                <a:cubicBezTo>
                  <a:pt x="148490" y="9548"/>
                  <a:pt x="149458" y="11296"/>
                  <a:pt x="150803" y="14201"/>
                </a:cubicBezTo>
                <a:cubicBezTo>
                  <a:pt x="152148" y="17106"/>
                  <a:pt x="153466" y="20871"/>
                  <a:pt x="154757" y="25497"/>
                </a:cubicBezTo>
                <a:cubicBezTo>
                  <a:pt x="156048" y="30123"/>
                  <a:pt x="157204" y="35475"/>
                  <a:pt x="158226" y="41554"/>
                </a:cubicBezTo>
                <a:cubicBezTo>
                  <a:pt x="159248" y="47632"/>
                  <a:pt x="159759" y="54114"/>
                  <a:pt x="159759" y="60999"/>
                </a:cubicBezTo>
                <a:cubicBezTo>
                  <a:pt x="159759" y="72941"/>
                  <a:pt x="158090" y="83403"/>
                  <a:pt x="154751" y="92386"/>
                </a:cubicBezTo>
                <a:cubicBezTo>
                  <a:pt x="151413" y="101369"/>
                  <a:pt x="146459" y="108927"/>
                  <a:pt x="139890" y="115059"/>
                </a:cubicBezTo>
                <a:cubicBezTo>
                  <a:pt x="133321" y="121191"/>
                  <a:pt x="125082" y="125817"/>
                  <a:pt x="115175" y="128937"/>
                </a:cubicBezTo>
                <a:cubicBezTo>
                  <a:pt x="105267" y="132057"/>
                  <a:pt x="93744" y="133617"/>
                  <a:pt x="80606" y="133617"/>
                </a:cubicBezTo>
                <a:cubicBezTo>
                  <a:pt x="68113" y="133617"/>
                  <a:pt x="56886" y="132003"/>
                  <a:pt x="46924" y="128776"/>
                </a:cubicBezTo>
                <a:cubicBezTo>
                  <a:pt x="36963" y="125548"/>
                  <a:pt x="28509" y="120895"/>
                  <a:pt x="21563" y="114817"/>
                </a:cubicBezTo>
                <a:cubicBezTo>
                  <a:pt x="14618" y="108738"/>
                  <a:pt x="9287" y="101396"/>
                  <a:pt x="5572" y="92789"/>
                </a:cubicBezTo>
                <a:cubicBezTo>
                  <a:pt x="1857" y="84183"/>
                  <a:pt x="0" y="74554"/>
                  <a:pt x="0" y="63904"/>
                </a:cubicBezTo>
                <a:cubicBezTo>
                  <a:pt x="0" y="52500"/>
                  <a:pt x="1829" y="42791"/>
                  <a:pt x="5487" y="34776"/>
                </a:cubicBezTo>
                <a:cubicBezTo>
                  <a:pt x="9144" y="26761"/>
                  <a:pt x="14066" y="20172"/>
                  <a:pt x="20252" y="15008"/>
                </a:cubicBezTo>
                <a:cubicBezTo>
                  <a:pt x="26438" y="9844"/>
                  <a:pt x="33700" y="6051"/>
                  <a:pt x="42038" y="3631"/>
                </a:cubicBezTo>
                <a:cubicBezTo>
                  <a:pt x="50375" y="1210"/>
                  <a:pt x="59278" y="0"/>
                  <a:pt x="68745" y="0"/>
                </a:cubicBezTo>
                <a:lnTo>
                  <a:pt x="73586" y="0"/>
                </a:lnTo>
                <a:moveTo>
                  <a:pt x="65679" y="26788"/>
                </a:moveTo>
                <a:cubicBezTo>
                  <a:pt x="51693" y="26465"/>
                  <a:pt x="40720" y="29558"/>
                  <a:pt x="32759" y="36067"/>
                </a:cubicBezTo>
                <a:cubicBezTo>
                  <a:pt x="24798" y="42576"/>
                  <a:pt x="20817" y="52231"/>
                  <a:pt x="20817" y="65033"/>
                </a:cubicBezTo>
                <a:cubicBezTo>
                  <a:pt x="20817" y="71596"/>
                  <a:pt x="22054" y="77351"/>
                  <a:pt x="24529" y="82300"/>
                </a:cubicBezTo>
                <a:cubicBezTo>
                  <a:pt x="27003" y="87249"/>
                  <a:pt x="30284" y="91391"/>
                  <a:pt x="34372" y="94726"/>
                </a:cubicBezTo>
                <a:cubicBezTo>
                  <a:pt x="38461" y="98061"/>
                  <a:pt x="43221" y="100643"/>
                  <a:pt x="48654" y="102472"/>
                </a:cubicBezTo>
                <a:cubicBezTo>
                  <a:pt x="54087" y="104301"/>
                  <a:pt x="59762" y="105323"/>
                  <a:pt x="65679" y="105538"/>
                </a:cubicBezTo>
                <a:lnTo>
                  <a:pt x="65679" y="267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l">
            <a:extLst xmlns:a="http://schemas.openxmlformats.org/drawingml/2006/main">
              <a:ext uri="{FF2B5EF4-FFF2-40B4-BE49-F238E27FC236}">
                <a16:creationId xmlns:a16="http://schemas.microsoft.com/office/drawing/2014/main" id="{B4FD8AF9-96E5-4E54-81A6-6D7120A3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673" y="706214"/>
            <a:ext cx="225922" cy="26627"/>
          </a:xfrm>
          <a:custGeom xmlns:a="http://schemas.openxmlformats.org/drawingml/2006/main">
            <a:pathLst>
              <a:path w="225922" h="26627">
                <a:moveTo>
                  <a:pt x="220914" y="0"/>
                </a:moveTo>
                <a:cubicBezTo>
                  <a:pt x="221775" y="0"/>
                  <a:pt x="222503" y="215"/>
                  <a:pt x="223098" y="645"/>
                </a:cubicBezTo>
                <a:cubicBezTo>
                  <a:pt x="223690" y="1076"/>
                  <a:pt x="224201" y="1775"/>
                  <a:pt x="224631" y="2743"/>
                </a:cubicBezTo>
                <a:cubicBezTo>
                  <a:pt x="225061" y="3712"/>
                  <a:pt x="225384" y="5056"/>
                  <a:pt x="225599" y="6778"/>
                </a:cubicBezTo>
                <a:cubicBezTo>
                  <a:pt x="225814" y="8499"/>
                  <a:pt x="225922" y="10704"/>
                  <a:pt x="225922" y="13394"/>
                </a:cubicBezTo>
                <a:cubicBezTo>
                  <a:pt x="225922" y="15976"/>
                  <a:pt x="225814" y="18128"/>
                  <a:pt x="225599" y="19849"/>
                </a:cubicBezTo>
                <a:cubicBezTo>
                  <a:pt x="225384" y="21570"/>
                  <a:pt x="225061" y="22942"/>
                  <a:pt x="224631" y="23964"/>
                </a:cubicBezTo>
                <a:cubicBezTo>
                  <a:pt x="224201" y="24986"/>
                  <a:pt x="223690" y="25685"/>
                  <a:pt x="223098" y="26062"/>
                </a:cubicBezTo>
                <a:cubicBezTo>
                  <a:pt x="222503" y="26438"/>
                  <a:pt x="221775" y="26627"/>
                  <a:pt x="220914" y="26627"/>
                </a:cubicBezTo>
                <a:lnTo>
                  <a:pt x="5169" y="26627"/>
                </a:lnTo>
                <a:cubicBezTo>
                  <a:pt x="4308" y="26627"/>
                  <a:pt x="3555" y="26438"/>
                  <a:pt x="2910" y="26062"/>
                </a:cubicBezTo>
                <a:cubicBezTo>
                  <a:pt x="2261" y="25685"/>
                  <a:pt x="1721" y="24986"/>
                  <a:pt x="1291" y="23964"/>
                </a:cubicBezTo>
                <a:cubicBezTo>
                  <a:pt x="861" y="22942"/>
                  <a:pt x="538" y="21570"/>
                  <a:pt x="323" y="19849"/>
                </a:cubicBezTo>
                <a:cubicBezTo>
                  <a:pt x="108" y="18128"/>
                  <a:pt x="0" y="15976"/>
                  <a:pt x="0" y="13394"/>
                </a:cubicBezTo>
                <a:cubicBezTo>
                  <a:pt x="0" y="10704"/>
                  <a:pt x="108" y="8499"/>
                  <a:pt x="323" y="6778"/>
                </a:cubicBezTo>
                <a:cubicBezTo>
                  <a:pt x="538" y="5056"/>
                  <a:pt x="861" y="3712"/>
                  <a:pt x="1291" y="2743"/>
                </a:cubicBezTo>
                <a:cubicBezTo>
                  <a:pt x="1721" y="1775"/>
                  <a:pt x="2261" y="1076"/>
                  <a:pt x="2910" y="645"/>
                </a:cubicBezTo>
                <a:cubicBezTo>
                  <a:pt x="3555" y="215"/>
                  <a:pt x="4308" y="0"/>
                  <a:pt x="5169" y="0"/>
                </a:cubicBezTo>
                <a:lnTo>
                  <a:pt x="2209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6E6F4-CD7B-4471-9E26-2C700889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985" y="523985"/>
            <a:ext cx="10" cy="3273775"/>
          </a:xfrm>
          <a:custGeom xmlns:a="http://schemas.openxmlformats.org/drawingml/2006/main">
            <a:pathLst>
              <a:path w="1" h="3273775" fill="none">
                <a:moveTo>
                  <a:pt x="0" y="0"/>
                </a:moveTo>
                <a:lnTo>
                  <a:pt x="1" y="3273775"/>
                </a:lnTo>
              </a:path>
            </a:pathLst>
          </a:custGeom>
          <a:noFill xmlns:a="http://schemas.openxmlformats.org/drawingml/2006/main"/>
          <a:ln xmlns:a="http://schemas.openxmlformats.org/drawingml/2006/main" w="36721" cap="flat">
            <a:solidFill>
              <a:srgbClr val="D0CECE"/>
            </a:solidFill>
            <a:custDash>
              <a:ds d="400000" sp="300000"/>
            </a:custDash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FA40D-0155-4635-9553-AE3B1FCA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5" y="523985"/>
            <a:ext cx="3919233" cy="3292212"/>
          </a:xfrm>
          <a:custGeom xmlns:a="http://schemas.openxmlformats.org/drawingml/2006/main">
            <a:pathLst>
              <a:path w="3919233" h="3292212" fill="none">
                <a:moveTo>
                  <a:pt x="0" y="0"/>
                </a:moveTo>
                <a:lnTo>
                  <a:pt x="3919233" y="0"/>
                </a:lnTo>
                <a:lnTo>
                  <a:pt x="3919233" y="3292212"/>
                </a:lnTo>
                <a:lnTo>
                  <a:pt x="0" y="32922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6721" cap="flat">
            <a:solidFill>
              <a:srgbClr val="D0CECE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48D25-5886-412C-B45F-C5AE842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248" y="526415"/>
            <a:ext cx="5286001" cy="3292212"/>
          </a:xfrm>
          <a:custGeom xmlns:a="http://schemas.openxmlformats.org/drawingml/2006/main">
            <a:pathLst>
              <a:path w="5286001" h="3292212" fill="none">
                <a:moveTo>
                  <a:pt x="0" y="0"/>
                </a:moveTo>
                <a:lnTo>
                  <a:pt x="5286001" y="0"/>
                </a:lnTo>
                <a:lnTo>
                  <a:pt x="5286001" y="3292212"/>
                </a:lnTo>
                <a:lnTo>
                  <a:pt x="0" y="32922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6721" cap="flat">
            <a:solidFill>
              <a:srgbClr val="D0CECE"/>
            </a:solidFill>
            <a:miter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60c90b4a5426f"/>
          <a:stretch xmlns:a="http://schemas.openxmlformats.org/drawingml/2006/main"/>
        </p:blipFill>
        <p:spPr>
          <a:xfrm xmlns:a="http://schemas.openxmlformats.org/drawingml/2006/main">
            <a:off x="5190526" y="2086719"/>
            <a:ext cx="326085" cy="470032"/>
          </a:xfrm>
          <a:prstGeom xmlns:a="http://schemas.openxmlformats.org/drawingml/2006/main" prst="rect">
            <a:avLst/>
          </a:prstGeom>
        </p:spPr>
      </p:pic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d1aaf75b544d9"/>
          <a:stretch xmlns:a="http://schemas.openxmlformats.org/drawingml/2006/main"/>
        </p:blipFill>
        <p:spPr>
          <a:xfrm xmlns:a="http://schemas.openxmlformats.org/drawingml/2006/main">
            <a:off x="5190526" y="1731257"/>
            <a:ext cx="326085" cy="399528"/>
          </a:xfrm>
          <a:prstGeom xmlns:a="http://schemas.openxmlformats.org/drawingml/2006/main" prst="rect">
            <a:avLst/>
          </a:prstGeom>
        </p:spPr>
      </p:pic>
      <p:sp>
        <p:nvSpPr>
          <p:cNvPr id="103" name="Text S">
            <a:extLst xmlns:a="http://schemas.openxmlformats.org/drawingml/2006/main">
              <a:ext uri="{FF2B5EF4-FFF2-40B4-BE49-F238E27FC236}">
                <a16:creationId xmlns:a16="http://schemas.microsoft.com/office/drawing/2014/main" id="{8EA41CDB-2D9D-4E9A-97D8-E253B20B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313" y="2310043"/>
            <a:ext cx="127568" cy="87691"/>
          </a:xfrm>
          <a:custGeom xmlns:a="http://schemas.openxmlformats.org/drawingml/2006/main">
            <a:pathLst>
              <a:path w="127568" h="87691">
                <a:moveTo>
                  <a:pt x="11284" y="0"/>
                </a:moveTo>
                <a:cubicBezTo>
                  <a:pt x="11794" y="0"/>
                  <a:pt x="12384" y="32"/>
                  <a:pt x="13053" y="96"/>
                </a:cubicBezTo>
                <a:cubicBezTo>
                  <a:pt x="13723" y="159"/>
                  <a:pt x="14424" y="271"/>
                  <a:pt x="15157" y="430"/>
                </a:cubicBezTo>
                <a:cubicBezTo>
                  <a:pt x="15890" y="590"/>
                  <a:pt x="16655" y="781"/>
                  <a:pt x="17452" y="1004"/>
                </a:cubicBezTo>
                <a:cubicBezTo>
                  <a:pt x="18249" y="1227"/>
                  <a:pt x="18950" y="1498"/>
                  <a:pt x="19556" y="1817"/>
                </a:cubicBezTo>
                <a:cubicBezTo>
                  <a:pt x="20162" y="2136"/>
                  <a:pt x="20656" y="2502"/>
                  <a:pt x="21038" y="2917"/>
                </a:cubicBezTo>
                <a:cubicBezTo>
                  <a:pt x="21421" y="3331"/>
                  <a:pt x="21612" y="3793"/>
                  <a:pt x="21612" y="4303"/>
                </a:cubicBezTo>
                <a:cubicBezTo>
                  <a:pt x="21612" y="5005"/>
                  <a:pt x="21193" y="5977"/>
                  <a:pt x="20354" y="7220"/>
                </a:cubicBezTo>
                <a:cubicBezTo>
                  <a:pt x="19515" y="8463"/>
                  <a:pt x="18628" y="10057"/>
                  <a:pt x="17691" y="12001"/>
                </a:cubicBezTo>
                <a:cubicBezTo>
                  <a:pt x="16755" y="13946"/>
                  <a:pt x="15867" y="16257"/>
                  <a:pt x="15029" y="18934"/>
                </a:cubicBezTo>
                <a:cubicBezTo>
                  <a:pt x="14190" y="21612"/>
                  <a:pt x="13770" y="24704"/>
                  <a:pt x="13770" y="28210"/>
                </a:cubicBezTo>
                <a:cubicBezTo>
                  <a:pt x="13770" y="32099"/>
                  <a:pt x="14362" y="35510"/>
                  <a:pt x="15546" y="38443"/>
                </a:cubicBezTo>
                <a:cubicBezTo>
                  <a:pt x="16727" y="41375"/>
                  <a:pt x="18325" y="43830"/>
                  <a:pt x="20339" y="45806"/>
                </a:cubicBezTo>
                <a:cubicBezTo>
                  <a:pt x="22351" y="47782"/>
                  <a:pt x="24636" y="49265"/>
                  <a:pt x="27194" y="50253"/>
                </a:cubicBezTo>
                <a:cubicBezTo>
                  <a:pt x="29750" y="51241"/>
                  <a:pt x="32402" y="51735"/>
                  <a:pt x="35149" y="51735"/>
                </a:cubicBezTo>
                <a:cubicBezTo>
                  <a:pt x="37958" y="51735"/>
                  <a:pt x="40417" y="51113"/>
                  <a:pt x="42525" y="49870"/>
                </a:cubicBezTo>
                <a:cubicBezTo>
                  <a:pt x="44631" y="48627"/>
                  <a:pt x="46546" y="47001"/>
                  <a:pt x="48271" y="44993"/>
                </a:cubicBezTo>
                <a:cubicBezTo>
                  <a:pt x="49995" y="42985"/>
                  <a:pt x="51622" y="40690"/>
                  <a:pt x="53154" y="38108"/>
                </a:cubicBezTo>
                <a:cubicBezTo>
                  <a:pt x="54686" y="35526"/>
                  <a:pt x="56250" y="32896"/>
                  <a:pt x="57846" y="30219"/>
                </a:cubicBezTo>
                <a:cubicBezTo>
                  <a:pt x="59442" y="27541"/>
                  <a:pt x="61150" y="24895"/>
                  <a:pt x="62971" y="22281"/>
                </a:cubicBezTo>
                <a:cubicBezTo>
                  <a:pt x="64790" y="19668"/>
                  <a:pt x="66897" y="17357"/>
                  <a:pt x="69292" y="15348"/>
                </a:cubicBezTo>
                <a:cubicBezTo>
                  <a:pt x="71686" y="13340"/>
                  <a:pt x="74432" y="11714"/>
                  <a:pt x="77528" y="10471"/>
                </a:cubicBezTo>
                <a:cubicBezTo>
                  <a:pt x="80624" y="9228"/>
                  <a:pt x="84215" y="8607"/>
                  <a:pt x="88301" y="8607"/>
                </a:cubicBezTo>
                <a:cubicBezTo>
                  <a:pt x="93730" y="8607"/>
                  <a:pt x="98823" y="9722"/>
                  <a:pt x="103580" y="11954"/>
                </a:cubicBezTo>
                <a:cubicBezTo>
                  <a:pt x="108336" y="14185"/>
                  <a:pt x="112486" y="17357"/>
                  <a:pt x="116030" y="21469"/>
                </a:cubicBezTo>
                <a:cubicBezTo>
                  <a:pt x="119572" y="25581"/>
                  <a:pt x="122381" y="30537"/>
                  <a:pt x="124457" y="36339"/>
                </a:cubicBezTo>
                <a:cubicBezTo>
                  <a:pt x="126531" y="42140"/>
                  <a:pt x="127568" y="48611"/>
                  <a:pt x="127568" y="55751"/>
                </a:cubicBezTo>
                <a:cubicBezTo>
                  <a:pt x="127568" y="59640"/>
                  <a:pt x="127230" y="63258"/>
                  <a:pt x="126555" y="66605"/>
                </a:cubicBezTo>
                <a:cubicBezTo>
                  <a:pt x="125880" y="69952"/>
                  <a:pt x="125044" y="72964"/>
                  <a:pt x="124048" y="75642"/>
                </a:cubicBezTo>
                <a:cubicBezTo>
                  <a:pt x="123050" y="78320"/>
                  <a:pt x="122020" y="80583"/>
                  <a:pt x="120958" y="82432"/>
                </a:cubicBezTo>
                <a:cubicBezTo>
                  <a:pt x="119896" y="84280"/>
                  <a:pt x="118948" y="85619"/>
                  <a:pt x="118113" y="86448"/>
                </a:cubicBezTo>
                <a:cubicBezTo>
                  <a:pt x="117276" y="87277"/>
                  <a:pt x="116061" y="87691"/>
                  <a:pt x="114467" y="87691"/>
                </a:cubicBezTo>
                <a:cubicBezTo>
                  <a:pt x="114085" y="87691"/>
                  <a:pt x="113543" y="87643"/>
                  <a:pt x="112841" y="87548"/>
                </a:cubicBezTo>
                <a:cubicBezTo>
                  <a:pt x="112140" y="87452"/>
                  <a:pt x="111375" y="87309"/>
                  <a:pt x="110546" y="87117"/>
                </a:cubicBezTo>
                <a:cubicBezTo>
                  <a:pt x="109718" y="86926"/>
                  <a:pt x="108905" y="86719"/>
                  <a:pt x="108108" y="86496"/>
                </a:cubicBezTo>
                <a:cubicBezTo>
                  <a:pt x="107311" y="86273"/>
                  <a:pt x="106578" y="85986"/>
                  <a:pt x="105908" y="85635"/>
                </a:cubicBezTo>
                <a:cubicBezTo>
                  <a:pt x="105239" y="85285"/>
                  <a:pt x="104697" y="84902"/>
                  <a:pt x="104283" y="84488"/>
                </a:cubicBezTo>
                <a:cubicBezTo>
                  <a:pt x="103868" y="84073"/>
                  <a:pt x="103661" y="83579"/>
                  <a:pt x="103661" y="83005"/>
                </a:cubicBezTo>
                <a:cubicBezTo>
                  <a:pt x="103661" y="81985"/>
                  <a:pt x="104176" y="80710"/>
                  <a:pt x="105206" y="79180"/>
                </a:cubicBezTo>
                <a:cubicBezTo>
                  <a:pt x="106236" y="77650"/>
                  <a:pt x="107347" y="75754"/>
                  <a:pt x="108538" y="73490"/>
                </a:cubicBezTo>
                <a:cubicBezTo>
                  <a:pt x="109730" y="71227"/>
                  <a:pt x="110840" y="68534"/>
                  <a:pt x="111870" y="65410"/>
                </a:cubicBezTo>
                <a:cubicBezTo>
                  <a:pt x="112900" y="62286"/>
                  <a:pt x="113415" y="58620"/>
                  <a:pt x="113415" y="54413"/>
                </a:cubicBezTo>
                <a:cubicBezTo>
                  <a:pt x="113415" y="49950"/>
                  <a:pt x="112793" y="45965"/>
                  <a:pt x="111547" y="42459"/>
                </a:cubicBezTo>
                <a:cubicBezTo>
                  <a:pt x="110300" y="38953"/>
                  <a:pt x="108607" y="36004"/>
                  <a:pt x="106467" y="33613"/>
                </a:cubicBezTo>
                <a:cubicBezTo>
                  <a:pt x="104326" y="31223"/>
                  <a:pt x="101817" y="29390"/>
                  <a:pt x="98942" y="28115"/>
                </a:cubicBezTo>
                <a:cubicBezTo>
                  <a:pt x="96066" y="26840"/>
                  <a:pt x="92998" y="26202"/>
                  <a:pt x="89738" y="26202"/>
                </a:cubicBezTo>
                <a:cubicBezTo>
                  <a:pt x="86865" y="26202"/>
                  <a:pt x="84360" y="26808"/>
                  <a:pt x="82222" y="28019"/>
                </a:cubicBezTo>
                <a:cubicBezTo>
                  <a:pt x="80083" y="29230"/>
                  <a:pt x="78151" y="30824"/>
                  <a:pt x="76428" y="32801"/>
                </a:cubicBezTo>
                <a:cubicBezTo>
                  <a:pt x="74703" y="34777"/>
                  <a:pt x="73106" y="37056"/>
                  <a:pt x="71638" y="39638"/>
                </a:cubicBezTo>
                <a:cubicBezTo>
                  <a:pt x="70169" y="42220"/>
                  <a:pt x="68637" y="44834"/>
                  <a:pt x="67041" y="47479"/>
                </a:cubicBezTo>
                <a:cubicBezTo>
                  <a:pt x="65444" y="50125"/>
                  <a:pt x="63735" y="52723"/>
                  <a:pt x="61916" y="55273"/>
                </a:cubicBezTo>
                <a:cubicBezTo>
                  <a:pt x="60097" y="57823"/>
                  <a:pt x="57991" y="60086"/>
                  <a:pt x="55596" y="62063"/>
                </a:cubicBezTo>
                <a:cubicBezTo>
                  <a:pt x="53201" y="64039"/>
                  <a:pt x="50456" y="65649"/>
                  <a:pt x="47360" y="66892"/>
                </a:cubicBezTo>
                <a:cubicBezTo>
                  <a:pt x="44262" y="68135"/>
                  <a:pt x="40638" y="68757"/>
                  <a:pt x="36488" y="68757"/>
                </a:cubicBezTo>
                <a:cubicBezTo>
                  <a:pt x="31446" y="68757"/>
                  <a:pt x="26722" y="67769"/>
                  <a:pt x="22317" y="65792"/>
                </a:cubicBezTo>
                <a:cubicBezTo>
                  <a:pt x="17910" y="63816"/>
                  <a:pt x="14047" y="61011"/>
                  <a:pt x="10728" y="57377"/>
                </a:cubicBezTo>
                <a:cubicBezTo>
                  <a:pt x="7407" y="53743"/>
                  <a:pt x="4789" y="49344"/>
                  <a:pt x="2875" y="44180"/>
                </a:cubicBezTo>
                <a:cubicBezTo>
                  <a:pt x="958" y="39016"/>
                  <a:pt x="0" y="33247"/>
                  <a:pt x="0" y="26872"/>
                </a:cubicBezTo>
                <a:cubicBezTo>
                  <a:pt x="0" y="23811"/>
                  <a:pt x="258" y="20895"/>
                  <a:pt x="774" y="18122"/>
                </a:cubicBezTo>
                <a:cubicBezTo>
                  <a:pt x="1290" y="15348"/>
                  <a:pt x="1920" y="12846"/>
                  <a:pt x="2663" y="10615"/>
                </a:cubicBezTo>
                <a:cubicBezTo>
                  <a:pt x="3404" y="8383"/>
                  <a:pt x="4210" y="6471"/>
                  <a:pt x="5080" y="4877"/>
                </a:cubicBezTo>
                <a:cubicBezTo>
                  <a:pt x="5951" y="3283"/>
                  <a:pt x="6677" y="2199"/>
                  <a:pt x="7259" y="1626"/>
                </a:cubicBezTo>
                <a:cubicBezTo>
                  <a:pt x="7839" y="1052"/>
                  <a:pt x="8431" y="638"/>
                  <a:pt x="9037" y="383"/>
                </a:cubicBezTo>
                <a:cubicBezTo>
                  <a:pt x="9643" y="128"/>
                  <a:pt x="10392" y="0"/>
                  <a:pt x="11284" y="0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u">
            <a:extLst xmlns:a="http://schemas.openxmlformats.org/drawingml/2006/main">
              <a:ext uri="{FF2B5EF4-FFF2-40B4-BE49-F238E27FC236}">
                <a16:creationId xmlns:a16="http://schemas.microsoft.com/office/drawing/2014/main" id="{CF27E488-BA8C-41BF-8BFC-5244861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548" y="2214356"/>
            <a:ext cx="93333" cy="84312"/>
          </a:xfrm>
          <a:custGeom xmlns:a="http://schemas.openxmlformats.org/drawingml/2006/main">
            <a:pathLst>
              <a:path w="93333" h="84312">
                <a:moveTo>
                  <a:pt x="89030" y="17372"/>
                </a:moveTo>
                <a:cubicBezTo>
                  <a:pt x="89540" y="17436"/>
                  <a:pt x="89986" y="17627"/>
                  <a:pt x="90369" y="17946"/>
                </a:cubicBezTo>
                <a:cubicBezTo>
                  <a:pt x="90751" y="18265"/>
                  <a:pt x="91054" y="18711"/>
                  <a:pt x="91277" y="19285"/>
                </a:cubicBezTo>
                <a:cubicBezTo>
                  <a:pt x="91500" y="19859"/>
                  <a:pt x="91676" y="20608"/>
                  <a:pt x="91803" y="21532"/>
                </a:cubicBezTo>
                <a:cubicBezTo>
                  <a:pt x="91931" y="22457"/>
                  <a:pt x="91994" y="23588"/>
                  <a:pt x="91994" y="24927"/>
                </a:cubicBezTo>
                <a:cubicBezTo>
                  <a:pt x="91994" y="26202"/>
                  <a:pt x="91931" y="27270"/>
                  <a:pt x="91803" y="28131"/>
                </a:cubicBezTo>
                <a:cubicBezTo>
                  <a:pt x="91676" y="28991"/>
                  <a:pt x="91500" y="29661"/>
                  <a:pt x="91277" y="30139"/>
                </a:cubicBezTo>
                <a:cubicBezTo>
                  <a:pt x="91054" y="30617"/>
                  <a:pt x="90751" y="30936"/>
                  <a:pt x="90369" y="31095"/>
                </a:cubicBezTo>
                <a:cubicBezTo>
                  <a:pt x="89986" y="31255"/>
                  <a:pt x="89540" y="31270"/>
                  <a:pt x="89030" y="31143"/>
                </a:cubicBezTo>
                <a:lnTo>
                  <a:pt x="72869" y="27987"/>
                </a:lnTo>
                <a:cubicBezTo>
                  <a:pt x="75046" y="29007"/>
                  <a:pt x="77336" y="30617"/>
                  <a:pt x="79739" y="32816"/>
                </a:cubicBezTo>
                <a:cubicBezTo>
                  <a:pt x="82140" y="35016"/>
                  <a:pt x="84365" y="37598"/>
                  <a:pt x="86415" y="40562"/>
                </a:cubicBezTo>
                <a:cubicBezTo>
                  <a:pt x="88465" y="43527"/>
                  <a:pt x="90131" y="46778"/>
                  <a:pt x="91412" y="50316"/>
                </a:cubicBezTo>
                <a:cubicBezTo>
                  <a:pt x="92693" y="53855"/>
                  <a:pt x="93333" y="57441"/>
                  <a:pt x="93333" y="61075"/>
                </a:cubicBezTo>
                <a:cubicBezTo>
                  <a:pt x="93333" y="65410"/>
                  <a:pt x="92742" y="69060"/>
                  <a:pt x="91558" y="72024"/>
                </a:cubicBezTo>
                <a:cubicBezTo>
                  <a:pt x="90377" y="74989"/>
                  <a:pt x="88747" y="77379"/>
                  <a:pt x="86669" y="79196"/>
                </a:cubicBezTo>
                <a:cubicBezTo>
                  <a:pt x="84591" y="81013"/>
                  <a:pt x="82131" y="82320"/>
                  <a:pt x="79288" y="83117"/>
                </a:cubicBezTo>
                <a:cubicBezTo>
                  <a:pt x="76443" y="83914"/>
                  <a:pt x="73327" y="84312"/>
                  <a:pt x="69940" y="84312"/>
                </a:cubicBezTo>
                <a:cubicBezTo>
                  <a:pt x="67830" y="84312"/>
                  <a:pt x="65673" y="84169"/>
                  <a:pt x="63467" y="83882"/>
                </a:cubicBezTo>
                <a:cubicBezTo>
                  <a:pt x="61262" y="83595"/>
                  <a:pt x="59041" y="83229"/>
                  <a:pt x="56803" y="82782"/>
                </a:cubicBezTo>
                <a:lnTo>
                  <a:pt x="2869" y="72168"/>
                </a:lnTo>
                <a:cubicBezTo>
                  <a:pt x="2423" y="72040"/>
                  <a:pt x="2008" y="71817"/>
                  <a:pt x="1626" y="71498"/>
                </a:cubicBezTo>
                <a:cubicBezTo>
                  <a:pt x="1243" y="71179"/>
                  <a:pt x="924" y="70685"/>
                  <a:pt x="669" y="70016"/>
                </a:cubicBezTo>
                <a:cubicBezTo>
                  <a:pt x="414" y="69346"/>
                  <a:pt x="239" y="68486"/>
                  <a:pt x="143" y="67434"/>
                </a:cubicBezTo>
                <a:cubicBezTo>
                  <a:pt x="48" y="66382"/>
                  <a:pt x="0" y="65091"/>
                  <a:pt x="0" y="63561"/>
                </a:cubicBezTo>
                <a:cubicBezTo>
                  <a:pt x="0" y="62031"/>
                  <a:pt x="48" y="60772"/>
                  <a:pt x="143" y="59784"/>
                </a:cubicBezTo>
                <a:cubicBezTo>
                  <a:pt x="239" y="58795"/>
                  <a:pt x="414" y="58030"/>
                  <a:pt x="669" y="57489"/>
                </a:cubicBezTo>
                <a:cubicBezTo>
                  <a:pt x="924" y="56947"/>
                  <a:pt x="1243" y="56596"/>
                  <a:pt x="1626" y="56437"/>
                </a:cubicBezTo>
                <a:cubicBezTo>
                  <a:pt x="2008" y="56277"/>
                  <a:pt x="2423" y="56229"/>
                  <a:pt x="2869" y="56293"/>
                </a:cubicBezTo>
                <a:lnTo>
                  <a:pt x="56229" y="66812"/>
                </a:lnTo>
                <a:cubicBezTo>
                  <a:pt x="57893" y="67195"/>
                  <a:pt x="59621" y="67482"/>
                  <a:pt x="61414" y="67673"/>
                </a:cubicBezTo>
                <a:cubicBezTo>
                  <a:pt x="63207" y="67864"/>
                  <a:pt x="65031" y="67960"/>
                  <a:pt x="66886" y="67960"/>
                </a:cubicBezTo>
                <a:cubicBezTo>
                  <a:pt x="68807" y="67960"/>
                  <a:pt x="70552" y="67785"/>
                  <a:pt x="72122" y="67434"/>
                </a:cubicBezTo>
                <a:cubicBezTo>
                  <a:pt x="73690" y="67083"/>
                  <a:pt x="75049" y="66478"/>
                  <a:pt x="76201" y="65617"/>
                </a:cubicBezTo>
                <a:cubicBezTo>
                  <a:pt x="77352" y="64756"/>
                  <a:pt x="78249" y="63641"/>
                  <a:pt x="78890" y="62270"/>
                </a:cubicBezTo>
                <a:cubicBezTo>
                  <a:pt x="79530" y="60899"/>
                  <a:pt x="79850" y="59226"/>
                  <a:pt x="79850" y="57249"/>
                </a:cubicBezTo>
                <a:cubicBezTo>
                  <a:pt x="79850" y="53871"/>
                  <a:pt x="78875" y="50412"/>
                  <a:pt x="76927" y="46874"/>
                </a:cubicBezTo>
                <a:cubicBezTo>
                  <a:pt x="74977" y="43336"/>
                  <a:pt x="72276" y="40036"/>
                  <a:pt x="68825" y="36976"/>
                </a:cubicBezTo>
                <a:cubicBezTo>
                  <a:pt x="65375" y="33916"/>
                  <a:pt x="61269" y="31191"/>
                  <a:pt x="56507" y="28800"/>
                </a:cubicBezTo>
                <a:cubicBezTo>
                  <a:pt x="51746" y="26409"/>
                  <a:pt x="46553" y="24640"/>
                  <a:pt x="40929" y="23493"/>
                </a:cubicBezTo>
                <a:lnTo>
                  <a:pt x="2869" y="15938"/>
                </a:lnTo>
                <a:cubicBezTo>
                  <a:pt x="2423" y="15874"/>
                  <a:pt x="2008" y="15667"/>
                  <a:pt x="1626" y="15316"/>
                </a:cubicBezTo>
                <a:cubicBezTo>
                  <a:pt x="1243" y="14966"/>
                  <a:pt x="924" y="14456"/>
                  <a:pt x="669" y="13786"/>
                </a:cubicBezTo>
                <a:cubicBezTo>
                  <a:pt x="414" y="13117"/>
                  <a:pt x="239" y="12256"/>
                  <a:pt x="143" y="11204"/>
                </a:cubicBezTo>
                <a:cubicBezTo>
                  <a:pt x="48" y="10153"/>
                  <a:pt x="0" y="8862"/>
                  <a:pt x="0" y="7332"/>
                </a:cubicBezTo>
                <a:cubicBezTo>
                  <a:pt x="0" y="5801"/>
                  <a:pt x="48" y="4542"/>
                  <a:pt x="143" y="3554"/>
                </a:cubicBezTo>
                <a:cubicBezTo>
                  <a:pt x="239" y="2566"/>
                  <a:pt x="414" y="1801"/>
                  <a:pt x="669" y="1259"/>
                </a:cubicBezTo>
                <a:cubicBezTo>
                  <a:pt x="924" y="717"/>
                  <a:pt x="1243" y="367"/>
                  <a:pt x="1626" y="207"/>
                </a:cubicBezTo>
                <a:cubicBezTo>
                  <a:pt x="2008" y="48"/>
                  <a:pt x="2423" y="0"/>
                  <a:pt x="2869" y="64"/>
                </a:cubicBezTo>
                <a:lnTo>
                  <a:pt x="89030" y="17372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p">
            <a:extLst xmlns:a="http://schemas.openxmlformats.org/drawingml/2006/main">
              <a:ext uri="{FF2B5EF4-FFF2-40B4-BE49-F238E27FC236}">
                <a16:creationId xmlns:a16="http://schemas.microsoft.com/office/drawing/2014/main" id="{7D4F8F49-DD42-4DD5-8EC6-F8F1F9F0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209" y="2114968"/>
            <a:ext cx="127568" cy="94066"/>
          </a:xfrm>
          <a:custGeom xmlns:a="http://schemas.openxmlformats.org/drawingml/2006/main">
            <a:pathLst>
              <a:path w="127568" h="94066">
                <a:moveTo>
                  <a:pt x="31208" y="0"/>
                </a:moveTo>
                <a:cubicBezTo>
                  <a:pt x="34907" y="0"/>
                  <a:pt x="39071" y="351"/>
                  <a:pt x="43699" y="1052"/>
                </a:cubicBezTo>
                <a:cubicBezTo>
                  <a:pt x="48325" y="1753"/>
                  <a:pt x="53000" y="2869"/>
                  <a:pt x="57724" y="4399"/>
                </a:cubicBezTo>
                <a:cubicBezTo>
                  <a:pt x="62445" y="5929"/>
                  <a:pt x="67023" y="7889"/>
                  <a:pt x="71458" y="10280"/>
                </a:cubicBezTo>
                <a:cubicBezTo>
                  <a:pt x="75893" y="12671"/>
                  <a:pt x="79834" y="15556"/>
                  <a:pt x="83280" y="18934"/>
                </a:cubicBezTo>
                <a:cubicBezTo>
                  <a:pt x="86727" y="22313"/>
                  <a:pt x="89487" y="26218"/>
                  <a:pt x="91561" y="30649"/>
                </a:cubicBezTo>
                <a:cubicBezTo>
                  <a:pt x="93635" y="35080"/>
                  <a:pt x="94672" y="40100"/>
                  <a:pt x="94672" y="45710"/>
                </a:cubicBezTo>
                <a:cubicBezTo>
                  <a:pt x="94672" y="48579"/>
                  <a:pt x="94384" y="51193"/>
                  <a:pt x="93808" y="53552"/>
                </a:cubicBezTo>
                <a:cubicBezTo>
                  <a:pt x="93235" y="55911"/>
                  <a:pt x="92438" y="58078"/>
                  <a:pt x="91418" y="60055"/>
                </a:cubicBezTo>
                <a:cubicBezTo>
                  <a:pt x="90396" y="62031"/>
                  <a:pt x="89199" y="63848"/>
                  <a:pt x="87829" y="65505"/>
                </a:cubicBezTo>
                <a:cubicBezTo>
                  <a:pt x="86456" y="67163"/>
                  <a:pt x="84940" y="68693"/>
                  <a:pt x="83280" y="70096"/>
                </a:cubicBezTo>
                <a:lnTo>
                  <a:pt x="124508" y="78224"/>
                </a:lnTo>
                <a:cubicBezTo>
                  <a:pt x="125018" y="78351"/>
                  <a:pt x="125464" y="78559"/>
                  <a:pt x="125847" y="78846"/>
                </a:cubicBezTo>
                <a:cubicBezTo>
                  <a:pt x="126229" y="79132"/>
                  <a:pt x="126548" y="79595"/>
                  <a:pt x="126803" y="80232"/>
                </a:cubicBezTo>
                <a:cubicBezTo>
                  <a:pt x="127058" y="80870"/>
                  <a:pt x="127249" y="81714"/>
                  <a:pt x="127377" y="82766"/>
                </a:cubicBezTo>
                <a:cubicBezTo>
                  <a:pt x="127504" y="83818"/>
                  <a:pt x="127568" y="85141"/>
                  <a:pt x="127568" y="86735"/>
                </a:cubicBezTo>
                <a:cubicBezTo>
                  <a:pt x="127568" y="88201"/>
                  <a:pt x="127504" y="89428"/>
                  <a:pt x="127377" y="90417"/>
                </a:cubicBezTo>
                <a:cubicBezTo>
                  <a:pt x="127249" y="91405"/>
                  <a:pt x="127058" y="92186"/>
                  <a:pt x="126803" y="92759"/>
                </a:cubicBezTo>
                <a:cubicBezTo>
                  <a:pt x="126548" y="93333"/>
                  <a:pt x="126229" y="93700"/>
                  <a:pt x="125847" y="93859"/>
                </a:cubicBezTo>
                <a:cubicBezTo>
                  <a:pt x="125464" y="94019"/>
                  <a:pt x="125018" y="94066"/>
                  <a:pt x="124508" y="94003"/>
                </a:cubicBezTo>
                <a:lnTo>
                  <a:pt x="4208" y="69809"/>
                </a:lnTo>
                <a:cubicBezTo>
                  <a:pt x="3188" y="69681"/>
                  <a:pt x="2454" y="69044"/>
                  <a:pt x="2008" y="67896"/>
                </a:cubicBezTo>
                <a:cubicBezTo>
                  <a:pt x="1562" y="66749"/>
                  <a:pt x="1339" y="64836"/>
                  <a:pt x="1339" y="62158"/>
                </a:cubicBezTo>
                <a:cubicBezTo>
                  <a:pt x="1339" y="60820"/>
                  <a:pt x="1387" y="59736"/>
                  <a:pt x="1482" y="58907"/>
                </a:cubicBezTo>
                <a:cubicBezTo>
                  <a:pt x="1578" y="58078"/>
                  <a:pt x="1737" y="57409"/>
                  <a:pt x="1960" y="56899"/>
                </a:cubicBezTo>
                <a:cubicBezTo>
                  <a:pt x="2184" y="56389"/>
                  <a:pt x="2486" y="56070"/>
                  <a:pt x="2869" y="55943"/>
                </a:cubicBezTo>
                <a:cubicBezTo>
                  <a:pt x="3251" y="55815"/>
                  <a:pt x="3698" y="55783"/>
                  <a:pt x="4208" y="55847"/>
                </a:cubicBezTo>
                <a:lnTo>
                  <a:pt x="20581" y="59098"/>
                </a:lnTo>
                <a:cubicBezTo>
                  <a:pt x="18475" y="58206"/>
                  <a:pt x="16226" y="56692"/>
                  <a:pt x="13833" y="54556"/>
                </a:cubicBezTo>
                <a:cubicBezTo>
                  <a:pt x="11439" y="52420"/>
                  <a:pt x="9204" y="49870"/>
                  <a:pt x="7130" y="46906"/>
                </a:cubicBezTo>
                <a:cubicBezTo>
                  <a:pt x="5056" y="43941"/>
                  <a:pt x="3350" y="40642"/>
                  <a:pt x="2011" y="37008"/>
                </a:cubicBezTo>
                <a:cubicBezTo>
                  <a:pt x="670" y="33374"/>
                  <a:pt x="0" y="29677"/>
                  <a:pt x="0" y="25915"/>
                </a:cubicBezTo>
                <a:cubicBezTo>
                  <a:pt x="0" y="21070"/>
                  <a:pt x="830" y="17006"/>
                  <a:pt x="2489" y="13723"/>
                </a:cubicBezTo>
                <a:cubicBezTo>
                  <a:pt x="4149" y="10439"/>
                  <a:pt x="6367" y="7778"/>
                  <a:pt x="9144" y="5738"/>
                </a:cubicBezTo>
                <a:cubicBezTo>
                  <a:pt x="11920" y="3698"/>
                  <a:pt x="15206" y="2231"/>
                  <a:pt x="19003" y="1339"/>
                </a:cubicBezTo>
                <a:cubicBezTo>
                  <a:pt x="22798" y="446"/>
                  <a:pt x="26867" y="0"/>
                  <a:pt x="31208" y="0"/>
                </a:cubicBezTo>
                <a:moveTo>
                  <a:pt x="32254" y="16544"/>
                </a:moveTo>
                <a:cubicBezTo>
                  <a:pt x="29508" y="16544"/>
                  <a:pt x="26987" y="16783"/>
                  <a:pt x="24690" y="17261"/>
                </a:cubicBezTo>
                <a:cubicBezTo>
                  <a:pt x="22391" y="17739"/>
                  <a:pt x="20412" y="18504"/>
                  <a:pt x="18752" y="19556"/>
                </a:cubicBezTo>
                <a:cubicBezTo>
                  <a:pt x="17091" y="20608"/>
                  <a:pt x="15814" y="21979"/>
                  <a:pt x="14921" y="23668"/>
                </a:cubicBezTo>
                <a:cubicBezTo>
                  <a:pt x="14026" y="25357"/>
                  <a:pt x="13579" y="27445"/>
                  <a:pt x="13579" y="29932"/>
                </a:cubicBezTo>
                <a:cubicBezTo>
                  <a:pt x="13579" y="33374"/>
                  <a:pt x="14537" y="36881"/>
                  <a:pt x="16454" y="40451"/>
                </a:cubicBezTo>
                <a:cubicBezTo>
                  <a:pt x="18369" y="44021"/>
                  <a:pt x="21050" y="47336"/>
                  <a:pt x="24499" y="50396"/>
                </a:cubicBezTo>
                <a:cubicBezTo>
                  <a:pt x="27945" y="53456"/>
                  <a:pt x="32015" y="56182"/>
                  <a:pt x="36706" y="58572"/>
                </a:cubicBezTo>
                <a:cubicBezTo>
                  <a:pt x="41398" y="60963"/>
                  <a:pt x="46521" y="62700"/>
                  <a:pt x="52076" y="63784"/>
                </a:cubicBezTo>
                <a:lnTo>
                  <a:pt x="67869" y="66940"/>
                </a:lnTo>
                <a:cubicBezTo>
                  <a:pt x="72342" y="63943"/>
                  <a:pt x="75680" y="60724"/>
                  <a:pt x="77883" y="57281"/>
                </a:cubicBezTo>
                <a:cubicBezTo>
                  <a:pt x="80087" y="53839"/>
                  <a:pt x="81188" y="49950"/>
                  <a:pt x="81188" y="45615"/>
                </a:cubicBezTo>
                <a:cubicBezTo>
                  <a:pt x="81188" y="42236"/>
                  <a:pt x="80391" y="39160"/>
                  <a:pt x="78795" y="36387"/>
                </a:cubicBezTo>
                <a:cubicBezTo>
                  <a:pt x="77199" y="33613"/>
                  <a:pt x="75060" y="31159"/>
                  <a:pt x="72379" y="29023"/>
                </a:cubicBezTo>
                <a:cubicBezTo>
                  <a:pt x="69697" y="26887"/>
                  <a:pt x="66665" y="25039"/>
                  <a:pt x="63282" y="23477"/>
                </a:cubicBezTo>
                <a:cubicBezTo>
                  <a:pt x="59897" y="21915"/>
                  <a:pt x="56386" y="20608"/>
                  <a:pt x="52748" y="19556"/>
                </a:cubicBezTo>
                <a:cubicBezTo>
                  <a:pt x="49108" y="18504"/>
                  <a:pt x="45501" y="17739"/>
                  <a:pt x="41927" y="17261"/>
                </a:cubicBezTo>
                <a:cubicBezTo>
                  <a:pt x="38351" y="16783"/>
                  <a:pt x="35126" y="16544"/>
                  <a:pt x="32254" y="16544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p">
            <a:extLst xmlns:a="http://schemas.openxmlformats.org/drawingml/2006/main">
              <a:ext uri="{FF2B5EF4-FFF2-40B4-BE49-F238E27FC236}">
                <a16:creationId xmlns:a16="http://schemas.microsoft.com/office/drawing/2014/main" id="{55040444-D465-41DB-8268-CE743677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209" y="2013892"/>
            <a:ext cx="127568" cy="94066"/>
          </a:xfrm>
          <a:custGeom xmlns:a="http://schemas.openxmlformats.org/drawingml/2006/main">
            <a:pathLst>
              <a:path w="127568" h="94066">
                <a:moveTo>
                  <a:pt x="31208" y="0"/>
                </a:moveTo>
                <a:cubicBezTo>
                  <a:pt x="34907" y="0"/>
                  <a:pt x="39071" y="351"/>
                  <a:pt x="43699" y="1052"/>
                </a:cubicBezTo>
                <a:cubicBezTo>
                  <a:pt x="48325" y="1753"/>
                  <a:pt x="53000" y="2869"/>
                  <a:pt x="57724" y="4399"/>
                </a:cubicBezTo>
                <a:cubicBezTo>
                  <a:pt x="62445" y="5929"/>
                  <a:pt x="67023" y="7889"/>
                  <a:pt x="71458" y="10280"/>
                </a:cubicBezTo>
                <a:cubicBezTo>
                  <a:pt x="75893" y="12671"/>
                  <a:pt x="79834" y="15556"/>
                  <a:pt x="83280" y="18934"/>
                </a:cubicBezTo>
                <a:cubicBezTo>
                  <a:pt x="86727" y="22313"/>
                  <a:pt x="89487" y="26218"/>
                  <a:pt x="91561" y="30649"/>
                </a:cubicBezTo>
                <a:cubicBezTo>
                  <a:pt x="93635" y="35080"/>
                  <a:pt x="94672" y="40100"/>
                  <a:pt x="94672" y="45710"/>
                </a:cubicBezTo>
                <a:cubicBezTo>
                  <a:pt x="94672" y="48579"/>
                  <a:pt x="94384" y="51193"/>
                  <a:pt x="93808" y="53552"/>
                </a:cubicBezTo>
                <a:cubicBezTo>
                  <a:pt x="93235" y="55911"/>
                  <a:pt x="92438" y="58078"/>
                  <a:pt x="91418" y="60055"/>
                </a:cubicBezTo>
                <a:cubicBezTo>
                  <a:pt x="90396" y="62031"/>
                  <a:pt x="89199" y="63848"/>
                  <a:pt x="87829" y="65505"/>
                </a:cubicBezTo>
                <a:cubicBezTo>
                  <a:pt x="86456" y="67163"/>
                  <a:pt x="84940" y="68693"/>
                  <a:pt x="83280" y="70096"/>
                </a:cubicBezTo>
                <a:lnTo>
                  <a:pt x="124508" y="78224"/>
                </a:lnTo>
                <a:cubicBezTo>
                  <a:pt x="125018" y="78351"/>
                  <a:pt x="125464" y="78559"/>
                  <a:pt x="125847" y="78846"/>
                </a:cubicBezTo>
                <a:cubicBezTo>
                  <a:pt x="126229" y="79132"/>
                  <a:pt x="126548" y="79595"/>
                  <a:pt x="126803" y="80232"/>
                </a:cubicBezTo>
                <a:cubicBezTo>
                  <a:pt x="127058" y="80870"/>
                  <a:pt x="127249" y="81714"/>
                  <a:pt x="127377" y="82766"/>
                </a:cubicBezTo>
                <a:cubicBezTo>
                  <a:pt x="127504" y="83818"/>
                  <a:pt x="127568" y="85141"/>
                  <a:pt x="127568" y="86735"/>
                </a:cubicBezTo>
                <a:cubicBezTo>
                  <a:pt x="127568" y="88201"/>
                  <a:pt x="127504" y="89428"/>
                  <a:pt x="127377" y="90417"/>
                </a:cubicBezTo>
                <a:cubicBezTo>
                  <a:pt x="127249" y="91405"/>
                  <a:pt x="127058" y="92186"/>
                  <a:pt x="126803" y="92759"/>
                </a:cubicBezTo>
                <a:cubicBezTo>
                  <a:pt x="126548" y="93333"/>
                  <a:pt x="126229" y="93700"/>
                  <a:pt x="125847" y="93859"/>
                </a:cubicBezTo>
                <a:cubicBezTo>
                  <a:pt x="125464" y="94019"/>
                  <a:pt x="125018" y="94066"/>
                  <a:pt x="124508" y="94003"/>
                </a:cubicBezTo>
                <a:lnTo>
                  <a:pt x="4208" y="69809"/>
                </a:lnTo>
                <a:cubicBezTo>
                  <a:pt x="3188" y="69681"/>
                  <a:pt x="2454" y="69044"/>
                  <a:pt x="2008" y="67896"/>
                </a:cubicBezTo>
                <a:cubicBezTo>
                  <a:pt x="1562" y="66749"/>
                  <a:pt x="1339" y="64836"/>
                  <a:pt x="1339" y="62158"/>
                </a:cubicBezTo>
                <a:cubicBezTo>
                  <a:pt x="1339" y="60820"/>
                  <a:pt x="1387" y="59736"/>
                  <a:pt x="1482" y="58907"/>
                </a:cubicBezTo>
                <a:cubicBezTo>
                  <a:pt x="1578" y="58078"/>
                  <a:pt x="1737" y="57409"/>
                  <a:pt x="1960" y="56899"/>
                </a:cubicBezTo>
                <a:cubicBezTo>
                  <a:pt x="2184" y="56389"/>
                  <a:pt x="2486" y="56070"/>
                  <a:pt x="2869" y="55943"/>
                </a:cubicBezTo>
                <a:cubicBezTo>
                  <a:pt x="3251" y="55815"/>
                  <a:pt x="3698" y="55783"/>
                  <a:pt x="4208" y="55847"/>
                </a:cubicBezTo>
                <a:lnTo>
                  <a:pt x="20581" y="59098"/>
                </a:lnTo>
                <a:cubicBezTo>
                  <a:pt x="18475" y="58206"/>
                  <a:pt x="16226" y="56692"/>
                  <a:pt x="13833" y="54556"/>
                </a:cubicBezTo>
                <a:cubicBezTo>
                  <a:pt x="11439" y="52420"/>
                  <a:pt x="9204" y="49870"/>
                  <a:pt x="7130" y="46906"/>
                </a:cubicBezTo>
                <a:cubicBezTo>
                  <a:pt x="5056" y="43941"/>
                  <a:pt x="3350" y="40642"/>
                  <a:pt x="2011" y="37008"/>
                </a:cubicBezTo>
                <a:cubicBezTo>
                  <a:pt x="670" y="33374"/>
                  <a:pt x="0" y="29677"/>
                  <a:pt x="0" y="25915"/>
                </a:cubicBezTo>
                <a:cubicBezTo>
                  <a:pt x="0" y="21070"/>
                  <a:pt x="830" y="17006"/>
                  <a:pt x="2489" y="13723"/>
                </a:cubicBezTo>
                <a:cubicBezTo>
                  <a:pt x="4149" y="10439"/>
                  <a:pt x="6367" y="7778"/>
                  <a:pt x="9144" y="5738"/>
                </a:cubicBezTo>
                <a:cubicBezTo>
                  <a:pt x="11920" y="3698"/>
                  <a:pt x="15206" y="2231"/>
                  <a:pt x="19003" y="1339"/>
                </a:cubicBezTo>
                <a:cubicBezTo>
                  <a:pt x="22798" y="446"/>
                  <a:pt x="26867" y="0"/>
                  <a:pt x="31208" y="0"/>
                </a:cubicBezTo>
                <a:moveTo>
                  <a:pt x="32254" y="16544"/>
                </a:moveTo>
                <a:cubicBezTo>
                  <a:pt x="29508" y="16544"/>
                  <a:pt x="26987" y="16783"/>
                  <a:pt x="24690" y="17261"/>
                </a:cubicBezTo>
                <a:cubicBezTo>
                  <a:pt x="22391" y="17739"/>
                  <a:pt x="20412" y="18504"/>
                  <a:pt x="18752" y="19556"/>
                </a:cubicBezTo>
                <a:cubicBezTo>
                  <a:pt x="17091" y="20608"/>
                  <a:pt x="15814" y="21979"/>
                  <a:pt x="14921" y="23668"/>
                </a:cubicBezTo>
                <a:cubicBezTo>
                  <a:pt x="14026" y="25357"/>
                  <a:pt x="13579" y="27445"/>
                  <a:pt x="13579" y="29932"/>
                </a:cubicBezTo>
                <a:cubicBezTo>
                  <a:pt x="13579" y="33374"/>
                  <a:pt x="14537" y="36881"/>
                  <a:pt x="16454" y="40451"/>
                </a:cubicBezTo>
                <a:cubicBezTo>
                  <a:pt x="18369" y="44021"/>
                  <a:pt x="21050" y="47336"/>
                  <a:pt x="24499" y="50396"/>
                </a:cubicBezTo>
                <a:cubicBezTo>
                  <a:pt x="27945" y="53456"/>
                  <a:pt x="32015" y="56182"/>
                  <a:pt x="36706" y="58572"/>
                </a:cubicBezTo>
                <a:cubicBezTo>
                  <a:pt x="41398" y="60963"/>
                  <a:pt x="46521" y="62700"/>
                  <a:pt x="52076" y="63784"/>
                </a:cubicBezTo>
                <a:lnTo>
                  <a:pt x="67869" y="66940"/>
                </a:lnTo>
                <a:cubicBezTo>
                  <a:pt x="72342" y="63943"/>
                  <a:pt x="75680" y="60724"/>
                  <a:pt x="77883" y="57281"/>
                </a:cubicBezTo>
                <a:cubicBezTo>
                  <a:pt x="80087" y="53839"/>
                  <a:pt x="81188" y="49950"/>
                  <a:pt x="81188" y="45615"/>
                </a:cubicBezTo>
                <a:cubicBezTo>
                  <a:pt x="81188" y="42236"/>
                  <a:pt x="80391" y="39160"/>
                  <a:pt x="78795" y="36387"/>
                </a:cubicBezTo>
                <a:cubicBezTo>
                  <a:pt x="77199" y="33613"/>
                  <a:pt x="75060" y="31159"/>
                  <a:pt x="72379" y="29023"/>
                </a:cubicBezTo>
                <a:cubicBezTo>
                  <a:pt x="69697" y="26887"/>
                  <a:pt x="66665" y="25039"/>
                  <a:pt x="63282" y="23477"/>
                </a:cubicBezTo>
                <a:cubicBezTo>
                  <a:pt x="59897" y="21915"/>
                  <a:pt x="56386" y="20608"/>
                  <a:pt x="52748" y="19556"/>
                </a:cubicBezTo>
                <a:cubicBezTo>
                  <a:pt x="49108" y="18504"/>
                  <a:pt x="45501" y="17739"/>
                  <a:pt x="41927" y="17261"/>
                </a:cubicBezTo>
                <a:cubicBezTo>
                  <a:pt x="38351" y="16783"/>
                  <a:pt x="35126" y="16544"/>
                  <a:pt x="32254" y="16544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l">
            <a:extLst xmlns:a="http://schemas.openxmlformats.org/drawingml/2006/main">
              <a:ext uri="{FF2B5EF4-FFF2-40B4-BE49-F238E27FC236}">
                <a16:creationId xmlns:a16="http://schemas.microsoft.com/office/drawing/2014/main" id="{4B946C76-0157-4195-A6A2-CCE06A19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662" y="1958653"/>
            <a:ext cx="133880" cy="41407"/>
          </a:xfrm>
          <a:custGeom xmlns:a="http://schemas.openxmlformats.org/drawingml/2006/main">
            <a:pathLst>
              <a:path w="133880" h="41407">
                <a:moveTo>
                  <a:pt x="130912" y="25501"/>
                </a:moveTo>
                <a:cubicBezTo>
                  <a:pt x="131422" y="25628"/>
                  <a:pt x="131854" y="25852"/>
                  <a:pt x="132206" y="26170"/>
                </a:cubicBezTo>
                <a:cubicBezTo>
                  <a:pt x="132557" y="26489"/>
                  <a:pt x="132860" y="26967"/>
                  <a:pt x="133115" y="27605"/>
                </a:cubicBezTo>
                <a:cubicBezTo>
                  <a:pt x="133370" y="28242"/>
                  <a:pt x="133561" y="29087"/>
                  <a:pt x="133688" y="30139"/>
                </a:cubicBezTo>
                <a:cubicBezTo>
                  <a:pt x="133816" y="31191"/>
                  <a:pt x="133880" y="32482"/>
                  <a:pt x="133880" y="34012"/>
                </a:cubicBezTo>
                <a:cubicBezTo>
                  <a:pt x="133880" y="35606"/>
                  <a:pt x="133816" y="36897"/>
                  <a:pt x="133688" y="37885"/>
                </a:cubicBezTo>
                <a:cubicBezTo>
                  <a:pt x="133561" y="38873"/>
                  <a:pt x="133370" y="39638"/>
                  <a:pt x="133115" y="40180"/>
                </a:cubicBezTo>
                <a:cubicBezTo>
                  <a:pt x="132860" y="40722"/>
                  <a:pt x="132557" y="41072"/>
                  <a:pt x="132206" y="41232"/>
                </a:cubicBezTo>
                <a:cubicBezTo>
                  <a:pt x="131854" y="41391"/>
                  <a:pt x="131422" y="41407"/>
                  <a:pt x="130912" y="41280"/>
                </a:cubicBezTo>
                <a:lnTo>
                  <a:pt x="3063" y="15842"/>
                </a:lnTo>
                <a:cubicBezTo>
                  <a:pt x="2553" y="15715"/>
                  <a:pt x="2107" y="15508"/>
                  <a:pt x="1724" y="15221"/>
                </a:cubicBezTo>
                <a:cubicBezTo>
                  <a:pt x="1340" y="14934"/>
                  <a:pt x="1020" y="14456"/>
                  <a:pt x="765" y="13786"/>
                </a:cubicBezTo>
                <a:cubicBezTo>
                  <a:pt x="510" y="13117"/>
                  <a:pt x="319" y="12256"/>
                  <a:pt x="191" y="11204"/>
                </a:cubicBezTo>
                <a:cubicBezTo>
                  <a:pt x="64" y="10153"/>
                  <a:pt x="0" y="8830"/>
                  <a:pt x="0" y="7236"/>
                </a:cubicBezTo>
                <a:cubicBezTo>
                  <a:pt x="0" y="5706"/>
                  <a:pt x="64" y="4447"/>
                  <a:pt x="191" y="3459"/>
                </a:cubicBezTo>
                <a:cubicBezTo>
                  <a:pt x="319" y="2470"/>
                  <a:pt x="510" y="1705"/>
                  <a:pt x="765" y="1163"/>
                </a:cubicBezTo>
                <a:cubicBezTo>
                  <a:pt x="1020" y="622"/>
                  <a:pt x="1340" y="287"/>
                  <a:pt x="1724" y="159"/>
                </a:cubicBezTo>
                <a:cubicBezTo>
                  <a:pt x="2107" y="32"/>
                  <a:pt x="2553" y="0"/>
                  <a:pt x="3063" y="64"/>
                </a:cubicBezTo>
                <a:lnTo>
                  <a:pt x="130912" y="25501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y">
            <a:extLst xmlns:a="http://schemas.openxmlformats.org/drawingml/2006/main">
              <a:ext uri="{FF2B5EF4-FFF2-40B4-BE49-F238E27FC236}">
                <a16:creationId xmlns:a16="http://schemas.microsoft.com/office/drawing/2014/main" id="{F45D531B-CBEF-4450-AFA1-6D44CE36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548" y="1872838"/>
            <a:ext cx="126229" cy="86990"/>
          </a:xfrm>
          <a:custGeom xmlns:a="http://schemas.openxmlformats.org/drawingml/2006/main">
            <a:pathLst>
              <a:path w="126229" h="86990">
                <a:moveTo>
                  <a:pt x="2295" y="0"/>
                </a:moveTo>
                <a:cubicBezTo>
                  <a:pt x="2996" y="0"/>
                  <a:pt x="3714" y="64"/>
                  <a:pt x="4447" y="191"/>
                </a:cubicBezTo>
                <a:cubicBezTo>
                  <a:pt x="5180" y="319"/>
                  <a:pt x="5865" y="542"/>
                  <a:pt x="6503" y="861"/>
                </a:cubicBezTo>
                <a:cubicBezTo>
                  <a:pt x="12304" y="2964"/>
                  <a:pt x="18345" y="5260"/>
                  <a:pt x="24624" y="7746"/>
                </a:cubicBezTo>
                <a:cubicBezTo>
                  <a:pt x="30904" y="10232"/>
                  <a:pt x="37470" y="13133"/>
                  <a:pt x="44324" y="16448"/>
                </a:cubicBezTo>
                <a:cubicBezTo>
                  <a:pt x="51177" y="19763"/>
                  <a:pt x="58333" y="23636"/>
                  <a:pt x="65792" y="28067"/>
                </a:cubicBezTo>
                <a:cubicBezTo>
                  <a:pt x="73251" y="32498"/>
                  <a:pt x="81093" y="37773"/>
                  <a:pt x="89317" y="43893"/>
                </a:cubicBezTo>
                <a:lnTo>
                  <a:pt x="123074" y="68661"/>
                </a:lnTo>
                <a:cubicBezTo>
                  <a:pt x="123584" y="69044"/>
                  <a:pt x="124030" y="69522"/>
                  <a:pt x="124412" y="70096"/>
                </a:cubicBezTo>
                <a:cubicBezTo>
                  <a:pt x="124795" y="70669"/>
                  <a:pt x="125130" y="71371"/>
                  <a:pt x="125417" y="72199"/>
                </a:cubicBezTo>
                <a:cubicBezTo>
                  <a:pt x="125703" y="73028"/>
                  <a:pt x="125911" y="74032"/>
                  <a:pt x="126038" y="75212"/>
                </a:cubicBezTo>
                <a:cubicBezTo>
                  <a:pt x="126166" y="76391"/>
                  <a:pt x="126229" y="77778"/>
                  <a:pt x="126229" y="79372"/>
                </a:cubicBezTo>
                <a:cubicBezTo>
                  <a:pt x="126229" y="81093"/>
                  <a:pt x="126150" y="82511"/>
                  <a:pt x="125990" y="83627"/>
                </a:cubicBezTo>
                <a:cubicBezTo>
                  <a:pt x="125831" y="84743"/>
                  <a:pt x="125560" y="85587"/>
                  <a:pt x="125177" y="86161"/>
                </a:cubicBezTo>
                <a:cubicBezTo>
                  <a:pt x="124795" y="86735"/>
                  <a:pt x="124285" y="86990"/>
                  <a:pt x="123647" y="86926"/>
                </a:cubicBezTo>
                <a:cubicBezTo>
                  <a:pt x="123010" y="86862"/>
                  <a:pt x="122245" y="86480"/>
                  <a:pt x="121352" y="85779"/>
                </a:cubicBezTo>
                <a:lnTo>
                  <a:pt x="91421" y="62445"/>
                </a:lnTo>
                <a:lnTo>
                  <a:pt x="7363" y="76694"/>
                </a:lnTo>
                <a:cubicBezTo>
                  <a:pt x="6598" y="76821"/>
                  <a:pt x="5897" y="76917"/>
                  <a:pt x="5260" y="76981"/>
                </a:cubicBezTo>
                <a:cubicBezTo>
                  <a:pt x="4622" y="77045"/>
                  <a:pt x="4080" y="77076"/>
                  <a:pt x="3634" y="77076"/>
                </a:cubicBezTo>
                <a:cubicBezTo>
                  <a:pt x="2933" y="77076"/>
                  <a:pt x="2343" y="76965"/>
                  <a:pt x="1865" y="76742"/>
                </a:cubicBezTo>
                <a:cubicBezTo>
                  <a:pt x="1387" y="76519"/>
                  <a:pt x="1004" y="76088"/>
                  <a:pt x="717" y="75451"/>
                </a:cubicBezTo>
                <a:cubicBezTo>
                  <a:pt x="430" y="74813"/>
                  <a:pt x="239" y="73969"/>
                  <a:pt x="143" y="72917"/>
                </a:cubicBezTo>
                <a:cubicBezTo>
                  <a:pt x="48" y="71865"/>
                  <a:pt x="0" y="70574"/>
                  <a:pt x="0" y="69044"/>
                </a:cubicBezTo>
                <a:cubicBezTo>
                  <a:pt x="0" y="67322"/>
                  <a:pt x="48" y="65968"/>
                  <a:pt x="143" y="64979"/>
                </a:cubicBezTo>
                <a:cubicBezTo>
                  <a:pt x="239" y="63991"/>
                  <a:pt x="398" y="63226"/>
                  <a:pt x="622" y="62684"/>
                </a:cubicBezTo>
                <a:cubicBezTo>
                  <a:pt x="845" y="62142"/>
                  <a:pt x="1179" y="61760"/>
                  <a:pt x="1626" y="61537"/>
                </a:cubicBezTo>
                <a:cubicBezTo>
                  <a:pt x="2072" y="61314"/>
                  <a:pt x="2614" y="61170"/>
                  <a:pt x="3251" y="61106"/>
                </a:cubicBezTo>
                <a:lnTo>
                  <a:pt x="73443" y="49918"/>
                </a:lnTo>
                <a:lnTo>
                  <a:pt x="73443" y="49727"/>
                </a:lnTo>
                <a:cubicBezTo>
                  <a:pt x="67896" y="45774"/>
                  <a:pt x="62254" y="42204"/>
                  <a:pt x="56516" y="39016"/>
                </a:cubicBezTo>
                <a:cubicBezTo>
                  <a:pt x="50779" y="35829"/>
                  <a:pt x="44961" y="32896"/>
                  <a:pt x="39064" y="30219"/>
                </a:cubicBezTo>
                <a:cubicBezTo>
                  <a:pt x="33167" y="27541"/>
                  <a:pt x="27206" y="25071"/>
                  <a:pt x="21182" y="22807"/>
                </a:cubicBezTo>
                <a:cubicBezTo>
                  <a:pt x="15157" y="20544"/>
                  <a:pt x="9053" y="18424"/>
                  <a:pt x="2869" y="16448"/>
                </a:cubicBezTo>
                <a:cubicBezTo>
                  <a:pt x="2359" y="16321"/>
                  <a:pt x="1929" y="16081"/>
                  <a:pt x="1578" y="15731"/>
                </a:cubicBezTo>
                <a:cubicBezTo>
                  <a:pt x="1227" y="15380"/>
                  <a:pt x="924" y="14870"/>
                  <a:pt x="669" y="14201"/>
                </a:cubicBezTo>
                <a:cubicBezTo>
                  <a:pt x="414" y="13531"/>
                  <a:pt x="239" y="12623"/>
                  <a:pt x="143" y="11475"/>
                </a:cubicBezTo>
                <a:cubicBezTo>
                  <a:pt x="48" y="10328"/>
                  <a:pt x="0" y="8893"/>
                  <a:pt x="0" y="7172"/>
                </a:cubicBezTo>
                <a:cubicBezTo>
                  <a:pt x="0" y="4303"/>
                  <a:pt x="191" y="2391"/>
                  <a:pt x="574" y="1434"/>
                </a:cubicBezTo>
                <a:cubicBezTo>
                  <a:pt x="956" y="478"/>
                  <a:pt x="1530" y="0"/>
                  <a:pt x="2295" y="0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D">
            <a:extLst xmlns:a="http://schemas.openxmlformats.org/drawingml/2006/main">
              <a:ext uri="{FF2B5EF4-FFF2-40B4-BE49-F238E27FC236}">
                <a16:creationId xmlns:a16="http://schemas.microsoft.com/office/drawing/2014/main" id="{01732E68-EB5D-442C-B66C-7BD65CF2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793" y="2354797"/>
            <a:ext cx="123743" cy="108251"/>
          </a:xfrm>
          <a:custGeom xmlns:a="http://schemas.openxmlformats.org/drawingml/2006/main">
            <a:pathLst>
              <a:path w="123743" h="108251">
                <a:moveTo>
                  <a:pt x="44563" y="0"/>
                </a:moveTo>
                <a:cubicBezTo>
                  <a:pt x="48707" y="0"/>
                  <a:pt x="53026" y="287"/>
                  <a:pt x="57520" y="861"/>
                </a:cubicBezTo>
                <a:cubicBezTo>
                  <a:pt x="62015" y="1434"/>
                  <a:pt x="66509" y="2343"/>
                  <a:pt x="71004" y="3586"/>
                </a:cubicBezTo>
                <a:cubicBezTo>
                  <a:pt x="75499" y="4829"/>
                  <a:pt x="79913" y="6439"/>
                  <a:pt x="84249" y="8415"/>
                </a:cubicBezTo>
                <a:cubicBezTo>
                  <a:pt x="88584" y="10392"/>
                  <a:pt x="92712" y="12798"/>
                  <a:pt x="96632" y="15635"/>
                </a:cubicBezTo>
                <a:cubicBezTo>
                  <a:pt x="100553" y="18472"/>
                  <a:pt x="104171" y="21755"/>
                  <a:pt x="107486" y="25485"/>
                </a:cubicBezTo>
                <a:cubicBezTo>
                  <a:pt x="110801" y="29214"/>
                  <a:pt x="113670" y="33470"/>
                  <a:pt x="116093" y="38251"/>
                </a:cubicBezTo>
                <a:cubicBezTo>
                  <a:pt x="118515" y="43033"/>
                  <a:pt x="120396" y="48356"/>
                  <a:pt x="121735" y="54221"/>
                </a:cubicBezTo>
                <a:cubicBezTo>
                  <a:pt x="123074" y="60086"/>
                  <a:pt x="123743" y="67131"/>
                  <a:pt x="123743" y="75355"/>
                </a:cubicBezTo>
                <a:lnTo>
                  <a:pt x="123743" y="102800"/>
                </a:lnTo>
                <a:cubicBezTo>
                  <a:pt x="123743" y="103629"/>
                  <a:pt x="123631" y="104410"/>
                  <a:pt x="123408" y="105143"/>
                </a:cubicBezTo>
                <a:cubicBezTo>
                  <a:pt x="123185" y="105876"/>
                  <a:pt x="122819" y="106498"/>
                  <a:pt x="122309" y="107008"/>
                </a:cubicBezTo>
                <a:cubicBezTo>
                  <a:pt x="121799" y="107518"/>
                  <a:pt x="121113" y="107869"/>
                  <a:pt x="120253" y="108060"/>
                </a:cubicBezTo>
                <a:cubicBezTo>
                  <a:pt x="119392" y="108251"/>
                  <a:pt x="118324" y="108188"/>
                  <a:pt x="117049" y="107869"/>
                </a:cubicBezTo>
                <a:lnTo>
                  <a:pt x="6694" y="85874"/>
                </a:lnTo>
                <a:cubicBezTo>
                  <a:pt x="4208" y="85428"/>
                  <a:pt x="2470" y="84456"/>
                  <a:pt x="1482" y="82958"/>
                </a:cubicBezTo>
                <a:cubicBezTo>
                  <a:pt x="494" y="81459"/>
                  <a:pt x="0" y="79754"/>
                  <a:pt x="0" y="77841"/>
                </a:cubicBezTo>
                <a:lnTo>
                  <a:pt x="0" y="51735"/>
                </a:lnTo>
                <a:cubicBezTo>
                  <a:pt x="0" y="42236"/>
                  <a:pt x="1004" y="34362"/>
                  <a:pt x="3012" y="28115"/>
                </a:cubicBezTo>
                <a:cubicBezTo>
                  <a:pt x="5020" y="21867"/>
                  <a:pt x="7937" y="16655"/>
                  <a:pt x="11762" y="12479"/>
                </a:cubicBezTo>
                <a:cubicBezTo>
                  <a:pt x="15587" y="8304"/>
                  <a:pt x="20257" y="5180"/>
                  <a:pt x="25772" y="3108"/>
                </a:cubicBezTo>
                <a:cubicBezTo>
                  <a:pt x="31286" y="1036"/>
                  <a:pt x="37550" y="0"/>
                  <a:pt x="44563" y="0"/>
                </a:cubicBezTo>
                <a:moveTo>
                  <a:pt x="45997" y="17404"/>
                </a:moveTo>
                <a:cubicBezTo>
                  <a:pt x="41280" y="17404"/>
                  <a:pt x="36944" y="18058"/>
                  <a:pt x="32992" y="19365"/>
                </a:cubicBezTo>
                <a:cubicBezTo>
                  <a:pt x="29039" y="20672"/>
                  <a:pt x="25644" y="22728"/>
                  <a:pt x="22807" y="25533"/>
                </a:cubicBezTo>
                <a:cubicBezTo>
                  <a:pt x="19970" y="28338"/>
                  <a:pt x="17739" y="31924"/>
                  <a:pt x="16113" y="36291"/>
                </a:cubicBezTo>
                <a:cubicBezTo>
                  <a:pt x="14488" y="40658"/>
                  <a:pt x="13675" y="46443"/>
                  <a:pt x="13675" y="53647"/>
                </a:cubicBezTo>
                <a:lnTo>
                  <a:pt x="13675" y="70861"/>
                </a:lnTo>
                <a:lnTo>
                  <a:pt x="109973" y="90082"/>
                </a:lnTo>
                <a:lnTo>
                  <a:pt x="109973" y="73060"/>
                </a:lnTo>
                <a:cubicBezTo>
                  <a:pt x="109973" y="65282"/>
                  <a:pt x="109032" y="58780"/>
                  <a:pt x="107152" y="53552"/>
                </a:cubicBezTo>
                <a:cubicBezTo>
                  <a:pt x="105271" y="48324"/>
                  <a:pt x="102721" y="43702"/>
                  <a:pt x="99501" y="39686"/>
                </a:cubicBezTo>
                <a:cubicBezTo>
                  <a:pt x="96282" y="35669"/>
                  <a:pt x="92536" y="32259"/>
                  <a:pt x="88265" y="29454"/>
                </a:cubicBezTo>
                <a:cubicBezTo>
                  <a:pt x="83994" y="26648"/>
                  <a:pt x="79499" y="24353"/>
                  <a:pt x="74781" y="22568"/>
                </a:cubicBezTo>
                <a:cubicBezTo>
                  <a:pt x="70064" y="20783"/>
                  <a:pt x="65234" y="19476"/>
                  <a:pt x="60294" y="18648"/>
                </a:cubicBezTo>
                <a:cubicBezTo>
                  <a:pt x="55353" y="17819"/>
                  <a:pt x="50587" y="17404"/>
                  <a:pt x="45997" y="17404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e">
            <a:extLst xmlns:a="http://schemas.openxmlformats.org/drawingml/2006/main">
              <a:ext uri="{FF2B5EF4-FFF2-40B4-BE49-F238E27FC236}">
                <a16:creationId xmlns:a16="http://schemas.microsoft.com/office/drawing/2014/main" id="{28F17B1E-E2CB-4817-B6CB-542C6444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777" y="2262226"/>
            <a:ext cx="94672" cy="81093"/>
          </a:xfrm>
          <a:custGeom xmlns:a="http://schemas.openxmlformats.org/drawingml/2006/main">
            <a:pathLst>
              <a:path w="94672" h="81093">
                <a:moveTo>
                  <a:pt x="21899" y="0"/>
                </a:moveTo>
                <a:cubicBezTo>
                  <a:pt x="26298" y="0"/>
                  <a:pt x="30250" y="1020"/>
                  <a:pt x="33757" y="3060"/>
                </a:cubicBezTo>
                <a:cubicBezTo>
                  <a:pt x="37263" y="5100"/>
                  <a:pt x="40260" y="8288"/>
                  <a:pt x="42746" y="12623"/>
                </a:cubicBezTo>
                <a:cubicBezTo>
                  <a:pt x="45232" y="16958"/>
                  <a:pt x="47145" y="22505"/>
                  <a:pt x="48484" y="29262"/>
                </a:cubicBezTo>
                <a:cubicBezTo>
                  <a:pt x="49822" y="36020"/>
                  <a:pt x="50492" y="44117"/>
                  <a:pt x="50492" y="53552"/>
                </a:cubicBezTo>
                <a:lnTo>
                  <a:pt x="50492" y="63688"/>
                </a:lnTo>
                <a:cubicBezTo>
                  <a:pt x="52602" y="64135"/>
                  <a:pt x="54648" y="64438"/>
                  <a:pt x="56630" y="64597"/>
                </a:cubicBezTo>
                <a:cubicBezTo>
                  <a:pt x="58612" y="64756"/>
                  <a:pt x="60467" y="64836"/>
                  <a:pt x="62194" y="64836"/>
                </a:cubicBezTo>
                <a:cubicBezTo>
                  <a:pt x="68589" y="64836"/>
                  <a:pt x="73481" y="63258"/>
                  <a:pt x="76870" y="60102"/>
                </a:cubicBezTo>
                <a:cubicBezTo>
                  <a:pt x="80259" y="56947"/>
                  <a:pt x="81953" y="51831"/>
                  <a:pt x="81953" y="44754"/>
                </a:cubicBezTo>
                <a:cubicBezTo>
                  <a:pt x="81953" y="40674"/>
                  <a:pt x="81646" y="37008"/>
                  <a:pt x="81030" y="33757"/>
                </a:cubicBezTo>
                <a:cubicBezTo>
                  <a:pt x="80414" y="30505"/>
                  <a:pt x="79750" y="27684"/>
                  <a:pt x="79037" y="25294"/>
                </a:cubicBezTo>
                <a:cubicBezTo>
                  <a:pt x="78324" y="22903"/>
                  <a:pt x="77659" y="20943"/>
                  <a:pt x="77044" y="19413"/>
                </a:cubicBezTo>
                <a:cubicBezTo>
                  <a:pt x="76428" y="17882"/>
                  <a:pt x="76120" y="16831"/>
                  <a:pt x="76120" y="16257"/>
                </a:cubicBezTo>
                <a:cubicBezTo>
                  <a:pt x="76120" y="15683"/>
                  <a:pt x="76328" y="15253"/>
                  <a:pt x="76745" y="14966"/>
                </a:cubicBezTo>
                <a:cubicBezTo>
                  <a:pt x="77161" y="14679"/>
                  <a:pt x="77754" y="14536"/>
                  <a:pt x="78523" y="14536"/>
                </a:cubicBezTo>
                <a:cubicBezTo>
                  <a:pt x="79164" y="14536"/>
                  <a:pt x="79933" y="14599"/>
                  <a:pt x="80830" y="14727"/>
                </a:cubicBezTo>
                <a:cubicBezTo>
                  <a:pt x="81726" y="14854"/>
                  <a:pt x="82640" y="15046"/>
                  <a:pt x="83570" y="15301"/>
                </a:cubicBezTo>
                <a:cubicBezTo>
                  <a:pt x="84499" y="15556"/>
                  <a:pt x="85380" y="15890"/>
                  <a:pt x="86215" y="16305"/>
                </a:cubicBezTo>
                <a:cubicBezTo>
                  <a:pt x="87048" y="16719"/>
                  <a:pt x="87752" y="17181"/>
                  <a:pt x="88328" y="17691"/>
                </a:cubicBezTo>
                <a:cubicBezTo>
                  <a:pt x="89097" y="18456"/>
                  <a:pt x="89850" y="19811"/>
                  <a:pt x="90587" y="21755"/>
                </a:cubicBezTo>
                <a:cubicBezTo>
                  <a:pt x="91324" y="23700"/>
                  <a:pt x="91997" y="26011"/>
                  <a:pt x="92607" y="28688"/>
                </a:cubicBezTo>
                <a:cubicBezTo>
                  <a:pt x="93215" y="31366"/>
                  <a:pt x="93711" y="34299"/>
                  <a:pt x="94095" y="37486"/>
                </a:cubicBezTo>
                <a:cubicBezTo>
                  <a:pt x="94480" y="40674"/>
                  <a:pt x="94672" y="43862"/>
                  <a:pt x="94672" y="47049"/>
                </a:cubicBezTo>
                <a:cubicBezTo>
                  <a:pt x="94672" y="52723"/>
                  <a:pt x="94035" y="57696"/>
                  <a:pt x="92759" y="61967"/>
                </a:cubicBezTo>
                <a:cubicBezTo>
                  <a:pt x="91482" y="66239"/>
                  <a:pt x="89520" y="69793"/>
                  <a:pt x="86872" y="72630"/>
                </a:cubicBezTo>
                <a:cubicBezTo>
                  <a:pt x="84223" y="75467"/>
                  <a:pt x="80919" y="77586"/>
                  <a:pt x="76963" y="78989"/>
                </a:cubicBezTo>
                <a:cubicBezTo>
                  <a:pt x="73006" y="80392"/>
                  <a:pt x="68347" y="81093"/>
                  <a:pt x="62986" y="81093"/>
                </a:cubicBezTo>
                <a:cubicBezTo>
                  <a:pt x="58838" y="81093"/>
                  <a:pt x="54388" y="80694"/>
                  <a:pt x="49634" y="79897"/>
                </a:cubicBezTo>
                <a:cubicBezTo>
                  <a:pt x="44879" y="79101"/>
                  <a:pt x="40172" y="77841"/>
                  <a:pt x="35514" y="76120"/>
                </a:cubicBezTo>
                <a:cubicBezTo>
                  <a:pt x="30856" y="74399"/>
                  <a:pt x="26389" y="72168"/>
                  <a:pt x="22114" y="69426"/>
                </a:cubicBezTo>
                <a:cubicBezTo>
                  <a:pt x="17837" y="66685"/>
                  <a:pt x="14071" y="63418"/>
                  <a:pt x="10818" y="59624"/>
                </a:cubicBezTo>
                <a:cubicBezTo>
                  <a:pt x="7563" y="55831"/>
                  <a:pt x="4946" y="51448"/>
                  <a:pt x="2967" y="46475"/>
                </a:cubicBezTo>
                <a:cubicBezTo>
                  <a:pt x="989" y="41503"/>
                  <a:pt x="0" y="35892"/>
                  <a:pt x="0" y="29645"/>
                </a:cubicBezTo>
                <a:cubicBezTo>
                  <a:pt x="0" y="24290"/>
                  <a:pt x="669" y="19747"/>
                  <a:pt x="2008" y="16018"/>
                </a:cubicBezTo>
                <a:cubicBezTo>
                  <a:pt x="3347" y="12288"/>
                  <a:pt x="5068" y="9228"/>
                  <a:pt x="7172" y="6837"/>
                </a:cubicBezTo>
                <a:cubicBezTo>
                  <a:pt x="9276" y="4447"/>
                  <a:pt x="11619" y="2709"/>
                  <a:pt x="14201" y="1626"/>
                </a:cubicBezTo>
                <a:cubicBezTo>
                  <a:pt x="16783" y="542"/>
                  <a:pt x="19349" y="0"/>
                  <a:pt x="21899" y="0"/>
                </a:cubicBezTo>
                <a:moveTo>
                  <a:pt x="23333" y="16161"/>
                </a:moveTo>
                <a:cubicBezTo>
                  <a:pt x="20082" y="16161"/>
                  <a:pt x="17452" y="17436"/>
                  <a:pt x="15444" y="19986"/>
                </a:cubicBezTo>
                <a:cubicBezTo>
                  <a:pt x="13436" y="22536"/>
                  <a:pt x="12432" y="26170"/>
                  <a:pt x="12432" y="30888"/>
                </a:cubicBezTo>
                <a:cubicBezTo>
                  <a:pt x="12432" y="35032"/>
                  <a:pt x="13149" y="38698"/>
                  <a:pt x="14583" y="41885"/>
                </a:cubicBezTo>
                <a:cubicBezTo>
                  <a:pt x="16018" y="45073"/>
                  <a:pt x="17946" y="47894"/>
                  <a:pt x="20369" y="50348"/>
                </a:cubicBezTo>
                <a:cubicBezTo>
                  <a:pt x="22791" y="52803"/>
                  <a:pt x="25612" y="54907"/>
                  <a:pt x="28832" y="56660"/>
                </a:cubicBezTo>
                <a:cubicBezTo>
                  <a:pt x="32051" y="58413"/>
                  <a:pt x="35446" y="59831"/>
                  <a:pt x="39016" y="60915"/>
                </a:cubicBezTo>
                <a:lnTo>
                  <a:pt x="39016" y="51161"/>
                </a:lnTo>
                <a:cubicBezTo>
                  <a:pt x="39016" y="44467"/>
                  <a:pt x="38602" y="38873"/>
                  <a:pt x="37773" y="34378"/>
                </a:cubicBezTo>
                <a:cubicBezTo>
                  <a:pt x="36944" y="29884"/>
                  <a:pt x="35813" y="26282"/>
                  <a:pt x="34378" y="23572"/>
                </a:cubicBezTo>
                <a:cubicBezTo>
                  <a:pt x="32944" y="20863"/>
                  <a:pt x="31270" y="18950"/>
                  <a:pt x="29358" y="17835"/>
                </a:cubicBezTo>
                <a:cubicBezTo>
                  <a:pt x="27445" y="16719"/>
                  <a:pt x="25437" y="16161"/>
                  <a:pt x="23333" y="16161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m">
            <a:extLst xmlns:a="http://schemas.openxmlformats.org/drawingml/2006/main">
              <a:ext uri="{FF2B5EF4-FFF2-40B4-BE49-F238E27FC236}">
                <a16:creationId xmlns:a16="http://schemas.microsoft.com/office/drawing/2014/main" id="{76933F4C-AA55-43A0-ACD3-0C528C2B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777" y="2112925"/>
            <a:ext cx="93333" cy="138406"/>
          </a:xfrm>
          <a:custGeom xmlns:a="http://schemas.openxmlformats.org/drawingml/2006/main">
            <a:pathLst>
              <a:path w="93333" h="138406">
                <a:moveTo>
                  <a:pt x="90369" y="12240"/>
                </a:moveTo>
                <a:cubicBezTo>
                  <a:pt x="90879" y="12304"/>
                  <a:pt x="91309" y="12495"/>
                  <a:pt x="91660" y="12814"/>
                </a:cubicBezTo>
                <a:cubicBezTo>
                  <a:pt x="92010" y="13133"/>
                  <a:pt x="92313" y="13627"/>
                  <a:pt x="92568" y="14296"/>
                </a:cubicBezTo>
                <a:cubicBezTo>
                  <a:pt x="92823" y="14966"/>
                  <a:pt x="93014" y="15826"/>
                  <a:pt x="93142" y="16878"/>
                </a:cubicBezTo>
                <a:cubicBezTo>
                  <a:pt x="93269" y="17930"/>
                  <a:pt x="93333" y="19221"/>
                  <a:pt x="93333" y="20751"/>
                </a:cubicBezTo>
                <a:cubicBezTo>
                  <a:pt x="93333" y="22281"/>
                  <a:pt x="93269" y="23541"/>
                  <a:pt x="93142" y="24529"/>
                </a:cubicBezTo>
                <a:cubicBezTo>
                  <a:pt x="93014" y="25517"/>
                  <a:pt x="92823" y="26282"/>
                  <a:pt x="92568" y="26824"/>
                </a:cubicBezTo>
                <a:cubicBezTo>
                  <a:pt x="92313" y="27366"/>
                  <a:pt x="92010" y="27732"/>
                  <a:pt x="91660" y="27923"/>
                </a:cubicBezTo>
                <a:cubicBezTo>
                  <a:pt x="91309" y="28115"/>
                  <a:pt x="90879" y="28147"/>
                  <a:pt x="90369" y="28019"/>
                </a:cubicBezTo>
                <a:lnTo>
                  <a:pt x="37199" y="17404"/>
                </a:lnTo>
                <a:cubicBezTo>
                  <a:pt x="35351" y="17086"/>
                  <a:pt x="33597" y="16815"/>
                  <a:pt x="31940" y="16592"/>
                </a:cubicBezTo>
                <a:cubicBezTo>
                  <a:pt x="30282" y="16368"/>
                  <a:pt x="28625" y="16257"/>
                  <a:pt x="26967" y="16257"/>
                </a:cubicBezTo>
                <a:cubicBezTo>
                  <a:pt x="22887" y="16257"/>
                  <a:pt x="19636" y="17038"/>
                  <a:pt x="17213" y="18600"/>
                </a:cubicBezTo>
                <a:cubicBezTo>
                  <a:pt x="14791" y="20162"/>
                  <a:pt x="13579" y="22887"/>
                  <a:pt x="13579" y="26776"/>
                </a:cubicBezTo>
                <a:cubicBezTo>
                  <a:pt x="13579" y="29964"/>
                  <a:pt x="14551" y="33263"/>
                  <a:pt x="16496" y="36673"/>
                </a:cubicBezTo>
                <a:cubicBezTo>
                  <a:pt x="18440" y="40084"/>
                  <a:pt x="21118" y="43320"/>
                  <a:pt x="24529" y="46380"/>
                </a:cubicBezTo>
                <a:cubicBezTo>
                  <a:pt x="27939" y="49440"/>
                  <a:pt x="31988" y="52149"/>
                  <a:pt x="36673" y="54508"/>
                </a:cubicBezTo>
                <a:cubicBezTo>
                  <a:pt x="41359" y="56867"/>
                  <a:pt x="46443" y="58588"/>
                  <a:pt x="51926" y="59672"/>
                </a:cubicBezTo>
                <a:lnTo>
                  <a:pt x="90369" y="67322"/>
                </a:lnTo>
                <a:cubicBezTo>
                  <a:pt x="90879" y="67450"/>
                  <a:pt x="91309" y="67673"/>
                  <a:pt x="91660" y="67992"/>
                </a:cubicBezTo>
                <a:cubicBezTo>
                  <a:pt x="92010" y="68310"/>
                  <a:pt x="92313" y="68805"/>
                  <a:pt x="92568" y="69474"/>
                </a:cubicBezTo>
                <a:cubicBezTo>
                  <a:pt x="92823" y="70143"/>
                  <a:pt x="93014" y="71004"/>
                  <a:pt x="93142" y="72056"/>
                </a:cubicBezTo>
                <a:cubicBezTo>
                  <a:pt x="93269" y="73108"/>
                  <a:pt x="93333" y="74399"/>
                  <a:pt x="93333" y="75929"/>
                </a:cubicBezTo>
                <a:cubicBezTo>
                  <a:pt x="93333" y="77459"/>
                  <a:pt x="93269" y="78718"/>
                  <a:pt x="93142" y="79706"/>
                </a:cubicBezTo>
                <a:cubicBezTo>
                  <a:pt x="93014" y="80694"/>
                  <a:pt x="92823" y="81443"/>
                  <a:pt x="92568" y="81953"/>
                </a:cubicBezTo>
                <a:cubicBezTo>
                  <a:pt x="92313" y="82463"/>
                  <a:pt x="92010" y="82814"/>
                  <a:pt x="91660" y="83005"/>
                </a:cubicBezTo>
                <a:cubicBezTo>
                  <a:pt x="91309" y="83197"/>
                  <a:pt x="90879" y="83260"/>
                  <a:pt x="90369" y="83197"/>
                </a:cubicBezTo>
                <a:lnTo>
                  <a:pt x="37199" y="72582"/>
                </a:lnTo>
                <a:cubicBezTo>
                  <a:pt x="35287" y="72136"/>
                  <a:pt x="33406" y="71833"/>
                  <a:pt x="31557" y="71673"/>
                </a:cubicBezTo>
                <a:cubicBezTo>
                  <a:pt x="29709" y="71514"/>
                  <a:pt x="27987" y="71434"/>
                  <a:pt x="26393" y="71434"/>
                </a:cubicBezTo>
                <a:cubicBezTo>
                  <a:pt x="22505" y="71434"/>
                  <a:pt x="19397" y="72231"/>
                  <a:pt x="17070" y="73825"/>
                </a:cubicBezTo>
                <a:cubicBezTo>
                  <a:pt x="14743" y="75419"/>
                  <a:pt x="13579" y="78128"/>
                  <a:pt x="13579" y="81953"/>
                </a:cubicBezTo>
                <a:cubicBezTo>
                  <a:pt x="13579" y="85205"/>
                  <a:pt x="14551" y="88520"/>
                  <a:pt x="16496" y="91899"/>
                </a:cubicBezTo>
                <a:cubicBezTo>
                  <a:pt x="18440" y="95278"/>
                  <a:pt x="21118" y="98497"/>
                  <a:pt x="24529" y="101557"/>
                </a:cubicBezTo>
                <a:cubicBezTo>
                  <a:pt x="27939" y="104617"/>
                  <a:pt x="31988" y="107327"/>
                  <a:pt x="36673" y="109686"/>
                </a:cubicBezTo>
                <a:cubicBezTo>
                  <a:pt x="41359" y="112045"/>
                  <a:pt x="46443" y="113766"/>
                  <a:pt x="51926" y="114850"/>
                </a:cubicBezTo>
                <a:lnTo>
                  <a:pt x="90369" y="122500"/>
                </a:lnTo>
                <a:cubicBezTo>
                  <a:pt x="90879" y="122627"/>
                  <a:pt x="91309" y="122851"/>
                  <a:pt x="91660" y="123169"/>
                </a:cubicBezTo>
                <a:cubicBezTo>
                  <a:pt x="92010" y="123488"/>
                  <a:pt x="92313" y="123966"/>
                  <a:pt x="92568" y="124604"/>
                </a:cubicBezTo>
                <a:cubicBezTo>
                  <a:pt x="92823" y="125241"/>
                  <a:pt x="93014" y="126086"/>
                  <a:pt x="93142" y="127138"/>
                </a:cubicBezTo>
                <a:cubicBezTo>
                  <a:pt x="93269" y="128190"/>
                  <a:pt x="93333" y="129481"/>
                  <a:pt x="93333" y="131011"/>
                </a:cubicBezTo>
                <a:cubicBezTo>
                  <a:pt x="93333" y="132605"/>
                  <a:pt x="93269" y="133896"/>
                  <a:pt x="93142" y="134884"/>
                </a:cubicBezTo>
                <a:cubicBezTo>
                  <a:pt x="93014" y="135872"/>
                  <a:pt x="92823" y="136637"/>
                  <a:pt x="92568" y="137179"/>
                </a:cubicBezTo>
                <a:cubicBezTo>
                  <a:pt x="92313" y="137721"/>
                  <a:pt x="92010" y="138071"/>
                  <a:pt x="91660" y="138231"/>
                </a:cubicBezTo>
                <a:cubicBezTo>
                  <a:pt x="91309" y="138390"/>
                  <a:pt x="90879" y="138406"/>
                  <a:pt x="90369" y="138279"/>
                </a:cubicBezTo>
                <a:lnTo>
                  <a:pt x="4208" y="120970"/>
                </a:lnTo>
                <a:cubicBezTo>
                  <a:pt x="3761" y="120906"/>
                  <a:pt x="3347" y="120731"/>
                  <a:pt x="2964" y="120444"/>
                </a:cubicBezTo>
                <a:cubicBezTo>
                  <a:pt x="2582" y="120157"/>
                  <a:pt x="2263" y="119711"/>
                  <a:pt x="2008" y="119105"/>
                </a:cubicBezTo>
                <a:cubicBezTo>
                  <a:pt x="1753" y="118499"/>
                  <a:pt x="1578" y="117734"/>
                  <a:pt x="1482" y="116810"/>
                </a:cubicBezTo>
                <a:cubicBezTo>
                  <a:pt x="1387" y="115886"/>
                  <a:pt x="1339" y="114786"/>
                  <a:pt x="1339" y="113511"/>
                </a:cubicBezTo>
                <a:cubicBezTo>
                  <a:pt x="1339" y="112172"/>
                  <a:pt x="1387" y="111072"/>
                  <a:pt x="1482" y="110212"/>
                </a:cubicBezTo>
                <a:cubicBezTo>
                  <a:pt x="1578" y="109351"/>
                  <a:pt x="1753" y="108682"/>
                  <a:pt x="2008" y="108203"/>
                </a:cubicBezTo>
                <a:cubicBezTo>
                  <a:pt x="2263" y="107725"/>
                  <a:pt x="2582" y="107422"/>
                  <a:pt x="2964" y="107295"/>
                </a:cubicBezTo>
                <a:cubicBezTo>
                  <a:pt x="3347" y="107167"/>
                  <a:pt x="3761" y="107136"/>
                  <a:pt x="4208" y="107199"/>
                </a:cubicBezTo>
                <a:lnTo>
                  <a:pt x="20656" y="110451"/>
                </a:lnTo>
                <a:cubicBezTo>
                  <a:pt x="18488" y="109494"/>
                  <a:pt x="16193" y="107917"/>
                  <a:pt x="13770" y="105717"/>
                </a:cubicBezTo>
                <a:cubicBezTo>
                  <a:pt x="11348" y="103518"/>
                  <a:pt x="9117" y="100952"/>
                  <a:pt x="7076" y="98019"/>
                </a:cubicBezTo>
                <a:cubicBezTo>
                  <a:pt x="5036" y="95086"/>
                  <a:pt x="3347" y="91883"/>
                  <a:pt x="2008" y="88408"/>
                </a:cubicBezTo>
                <a:cubicBezTo>
                  <a:pt x="669" y="84934"/>
                  <a:pt x="0" y="81380"/>
                  <a:pt x="0" y="77746"/>
                </a:cubicBezTo>
                <a:cubicBezTo>
                  <a:pt x="0" y="73921"/>
                  <a:pt x="526" y="70637"/>
                  <a:pt x="1578" y="67896"/>
                </a:cubicBezTo>
                <a:cubicBezTo>
                  <a:pt x="2630" y="65155"/>
                  <a:pt x="4064" y="62907"/>
                  <a:pt x="5881" y="61154"/>
                </a:cubicBezTo>
                <a:cubicBezTo>
                  <a:pt x="7698" y="59401"/>
                  <a:pt x="9866" y="58110"/>
                  <a:pt x="12384" y="57281"/>
                </a:cubicBezTo>
                <a:cubicBezTo>
                  <a:pt x="14902" y="56453"/>
                  <a:pt x="17659" y="55943"/>
                  <a:pt x="20656" y="55751"/>
                </a:cubicBezTo>
                <a:cubicBezTo>
                  <a:pt x="18424" y="54476"/>
                  <a:pt x="16097" y="52723"/>
                  <a:pt x="13675" y="50492"/>
                </a:cubicBezTo>
                <a:cubicBezTo>
                  <a:pt x="11252" y="48260"/>
                  <a:pt x="9037" y="45678"/>
                  <a:pt x="7029" y="42746"/>
                </a:cubicBezTo>
                <a:cubicBezTo>
                  <a:pt x="5020" y="39813"/>
                  <a:pt x="3347" y="36626"/>
                  <a:pt x="2008" y="33183"/>
                </a:cubicBezTo>
                <a:cubicBezTo>
                  <a:pt x="669" y="29740"/>
                  <a:pt x="0" y="26234"/>
                  <a:pt x="0" y="22664"/>
                </a:cubicBezTo>
                <a:cubicBezTo>
                  <a:pt x="0" y="18393"/>
                  <a:pt x="606" y="14822"/>
                  <a:pt x="1817" y="11954"/>
                </a:cubicBezTo>
                <a:cubicBezTo>
                  <a:pt x="3028" y="9085"/>
                  <a:pt x="4686" y="6758"/>
                  <a:pt x="6790" y="4973"/>
                </a:cubicBezTo>
                <a:cubicBezTo>
                  <a:pt x="8893" y="3188"/>
                  <a:pt x="11348" y="1913"/>
                  <a:pt x="14153" y="1148"/>
                </a:cubicBezTo>
                <a:cubicBezTo>
                  <a:pt x="16958" y="383"/>
                  <a:pt x="20018" y="0"/>
                  <a:pt x="23333" y="0"/>
                </a:cubicBezTo>
                <a:cubicBezTo>
                  <a:pt x="25565" y="0"/>
                  <a:pt x="27764" y="128"/>
                  <a:pt x="29932" y="383"/>
                </a:cubicBezTo>
                <a:cubicBezTo>
                  <a:pt x="32099" y="638"/>
                  <a:pt x="34331" y="988"/>
                  <a:pt x="36626" y="1434"/>
                </a:cubicBezTo>
                <a:lnTo>
                  <a:pt x="90369" y="12240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a">
            <a:extLst xmlns:a="http://schemas.openxmlformats.org/drawingml/2006/main">
              <a:ext uri="{FF2B5EF4-FFF2-40B4-BE49-F238E27FC236}">
                <a16:creationId xmlns:a16="http://schemas.microsoft.com/office/drawing/2014/main" id="{DBFADA82-23D0-4104-BD75-9D24431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777" y="2007930"/>
            <a:ext cx="94672" cy="87181"/>
          </a:xfrm>
          <a:custGeom xmlns:a="http://schemas.openxmlformats.org/drawingml/2006/main">
            <a:pathLst>
              <a:path w="94672" h="87181">
                <a:moveTo>
                  <a:pt x="90369" y="17277"/>
                </a:moveTo>
                <a:cubicBezTo>
                  <a:pt x="91453" y="17532"/>
                  <a:pt x="92218" y="18233"/>
                  <a:pt x="92664" y="19381"/>
                </a:cubicBezTo>
                <a:cubicBezTo>
                  <a:pt x="93110" y="20528"/>
                  <a:pt x="93333" y="22441"/>
                  <a:pt x="93333" y="25118"/>
                </a:cubicBezTo>
                <a:cubicBezTo>
                  <a:pt x="93333" y="26393"/>
                  <a:pt x="93269" y="27445"/>
                  <a:pt x="93142" y="28274"/>
                </a:cubicBezTo>
                <a:cubicBezTo>
                  <a:pt x="93014" y="29103"/>
                  <a:pt x="92839" y="29772"/>
                  <a:pt x="92616" y="30282"/>
                </a:cubicBezTo>
                <a:cubicBezTo>
                  <a:pt x="92393" y="30792"/>
                  <a:pt x="92106" y="31143"/>
                  <a:pt x="91755" y="31334"/>
                </a:cubicBezTo>
                <a:cubicBezTo>
                  <a:pt x="91405" y="31525"/>
                  <a:pt x="90943" y="31525"/>
                  <a:pt x="90369" y="31334"/>
                </a:cubicBezTo>
                <a:lnTo>
                  <a:pt x="74112" y="28178"/>
                </a:lnTo>
                <a:cubicBezTo>
                  <a:pt x="76162" y="29007"/>
                  <a:pt x="78404" y="30505"/>
                  <a:pt x="80839" y="32673"/>
                </a:cubicBezTo>
                <a:cubicBezTo>
                  <a:pt x="83271" y="34841"/>
                  <a:pt x="85513" y="37407"/>
                  <a:pt x="87563" y="40371"/>
                </a:cubicBezTo>
                <a:cubicBezTo>
                  <a:pt x="89613" y="43336"/>
                  <a:pt x="91310" y="46635"/>
                  <a:pt x="92655" y="50269"/>
                </a:cubicBezTo>
                <a:cubicBezTo>
                  <a:pt x="94000" y="53902"/>
                  <a:pt x="94672" y="57600"/>
                  <a:pt x="94672" y="61362"/>
                </a:cubicBezTo>
                <a:cubicBezTo>
                  <a:pt x="94672" y="66462"/>
                  <a:pt x="93779" y="70685"/>
                  <a:pt x="91991" y="74032"/>
                </a:cubicBezTo>
                <a:cubicBezTo>
                  <a:pt x="90204" y="77379"/>
                  <a:pt x="87844" y="80041"/>
                  <a:pt x="84909" y="82017"/>
                </a:cubicBezTo>
                <a:cubicBezTo>
                  <a:pt x="81972" y="83994"/>
                  <a:pt x="78653" y="85348"/>
                  <a:pt x="74952" y="86081"/>
                </a:cubicBezTo>
                <a:cubicBezTo>
                  <a:pt x="71250" y="86815"/>
                  <a:pt x="67453" y="87181"/>
                  <a:pt x="63560" y="87181"/>
                </a:cubicBezTo>
                <a:cubicBezTo>
                  <a:pt x="59988" y="87181"/>
                  <a:pt x="55937" y="86846"/>
                  <a:pt x="51406" y="86177"/>
                </a:cubicBezTo>
                <a:cubicBezTo>
                  <a:pt x="46874" y="85508"/>
                  <a:pt x="42247" y="84424"/>
                  <a:pt x="37525" y="82926"/>
                </a:cubicBezTo>
                <a:cubicBezTo>
                  <a:pt x="32802" y="81428"/>
                  <a:pt x="28206" y="79483"/>
                  <a:pt x="23740" y="77092"/>
                </a:cubicBezTo>
                <a:cubicBezTo>
                  <a:pt x="19273" y="74702"/>
                  <a:pt x="15269" y="71817"/>
                  <a:pt x="11726" y="68438"/>
                </a:cubicBezTo>
                <a:cubicBezTo>
                  <a:pt x="8184" y="65059"/>
                  <a:pt x="5344" y="61138"/>
                  <a:pt x="3207" y="56676"/>
                </a:cubicBezTo>
                <a:cubicBezTo>
                  <a:pt x="1069" y="52213"/>
                  <a:pt x="0" y="47145"/>
                  <a:pt x="0" y="41471"/>
                </a:cubicBezTo>
                <a:cubicBezTo>
                  <a:pt x="0" y="35797"/>
                  <a:pt x="1148" y="30936"/>
                  <a:pt x="3443" y="26888"/>
                </a:cubicBezTo>
                <a:cubicBezTo>
                  <a:pt x="5738" y="22839"/>
                  <a:pt x="8893" y="19221"/>
                  <a:pt x="12910" y="16034"/>
                </a:cubicBezTo>
                <a:lnTo>
                  <a:pt x="4208" y="14217"/>
                </a:lnTo>
                <a:cubicBezTo>
                  <a:pt x="3188" y="13962"/>
                  <a:pt x="2454" y="13229"/>
                  <a:pt x="2008" y="12017"/>
                </a:cubicBezTo>
                <a:cubicBezTo>
                  <a:pt x="1562" y="10806"/>
                  <a:pt x="1339" y="8925"/>
                  <a:pt x="1339" y="6375"/>
                </a:cubicBezTo>
                <a:cubicBezTo>
                  <a:pt x="1339" y="5100"/>
                  <a:pt x="1387" y="4032"/>
                  <a:pt x="1482" y="3172"/>
                </a:cubicBezTo>
                <a:cubicBezTo>
                  <a:pt x="1578" y="2311"/>
                  <a:pt x="1753" y="1626"/>
                  <a:pt x="2008" y="1116"/>
                </a:cubicBezTo>
                <a:cubicBezTo>
                  <a:pt x="2263" y="606"/>
                  <a:pt x="2582" y="287"/>
                  <a:pt x="2964" y="159"/>
                </a:cubicBezTo>
                <a:cubicBezTo>
                  <a:pt x="3347" y="32"/>
                  <a:pt x="3761" y="0"/>
                  <a:pt x="4208" y="64"/>
                </a:cubicBezTo>
                <a:lnTo>
                  <a:pt x="90369" y="17277"/>
                </a:lnTo>
                <a:moveTo>
                  <a:pt x="26776" y="20241"/>
                </a:moveTo>
                <a:cubicBezTo>
                  <a:pt x="22377" y="23238"/>
                  <a:pt x="19078" y="26473"/>
                  <a:pt x="16878" y="29948"/>
                </a:cubicBezTo>
                <a:cubicBezTo>
                  <a:pt x="14679" y="33422"/>
                  <a:pt x="13579" y="37327"/>
                  <a:pt x="13579" y="41662"/>
                </a:cubicBezTo>
                <a:cubicBezTo>
                  <a:pt x="13579" y="45105"/>
                  <a:pt x="14393" y="48213"/>
                  <a:pt x="16021" y="50986"/>
                </a:cubicBezTo>
                <a:cubicBezTo>
                  <a:pt x="17648" y="53759"/>
                  <a:pt x="19803" y="56214"/>
                  <a:pt x="22485" y="58349"/>
                </a:cubicBezTo>
                <a:cubicBezTo>
                  <a:pt x="25166" y="60485"/>
                  <a:pt x="28215" y="62334"/>
                  <a:pt x="31632" y="63896"/>
                </a:cubicBezTo>
                <a:cubicBezTo>
                  <a:pt x="35047" y="65458"/>
                  <a:pt x="38574" y="66733"/>
                  <a:pt x="42214" y="67721"/>
                </a:cubicBezTo>
                <a:cubicBezTo>
                  <a:pt x="45852" y="68709"/>
                  <a:pt x="49427" y="69442"/>
                  <a:pt x="52939" y="69920"/>
                </a:cubicBezTo>
                <a:cubicBezTo>
                  <a:pt x="56450" y="70398"/>
                  <a:pt x="59609" y="70637"/>
                  <a:pt x="62418" y="70637"/>
                </a:cubicBezTo>
                <a:cubicBezTo>
                  <a:pt x="64654" y="70637"/>
                  <a:pt x="66873" y="70462"/>
                  <a:pt x="69077" y="70111"/>
                </a:cubicBezTo>
                <a:cubicBezTo>
                  <a:pt x="71278" y="69761"/>
                  <a:pt x="73288" y="69091"/>
                  <a:pt x="75107" y="68103"/>
                </a:cubicBezTo>
                <a:cubicBezTo>
                  <a:pt x="76926" y="67115"/>
                  <a:pt x="78394" y="65760"/>
                  <a:pt x="79512" y="64039"/>
                </a:cubicBezTo>
                <a:cubicBezTo>
                  <a:pt x="80630" y="62318"/>
                  <a:pt x="81188" y="60086"/>
                  <a:pt x="81188" y="57345"/>
                </a:cubicBezTo>
                <a:cubicBezTo>
                  <a:pt x="81188" y="53839"/>
                  <a:pt x="80214" y="50316"/>
                  <a:pt x="78266" y="46778"/>
                </a:cubicBezTo>
                <a:cubicBezTo>
                  <a:pt x="76315" y="43240"/>
                  <a:pt x="73615" y="39941"/>
                  <a:pt x="70164" y="36881"/>
                </a:cubicBezTo>
                <a:cubicBezTo>
                  <a:pt x="66714" y="33821"/>
                  <a:pt x="62655" y="31111"/>
                  <a:pt x="57990" y="28752"/>
                </a:cubicBezTo>
                <a:cubicBezTo>
                  <a:pt x="53324" y="26393"/>
                  <a:pt x="48179" y="24640"/>
                  <a:pt x="42555" y="23493"/>
                </a:cubicBezTo>
                <a:lnTo>
                  <a:pt x="26776" y="20241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n">
            <a:extLst xmlns:a="http://schemas.openxmlformats.org/drawingml/2006/main">
              <a:ext uri="{FF2B5EF4-FFF2-40B4-BE49-F238E27FC236}">
                <a16:creationId xmlns:a16="http://schemas.microsoft.com/office/drawing/2014/main" id="{C6967D57-43BF-492C-AC2A-0D646DB4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777" y="1911684"/>
            <a:ext cx="93333" cy="84185"/>
          </a:xfrm>
          <a:custGeom xmlns:a="http://schemas.openxmlformats.org/drawingml/2006/main">
            <a:pathLst>
              <a:path w="93333" h="84185">
                <a:moveTo>
                  <a:pt x="23333" y="0"/>
                </a:moveTo>
                <a:cubicBezTo>
                  <a:pt x="25565" y="0"/>
                  <a:pt x="27764" y="128"/>
                  <a:pt x="29932" y="383"/>
                </a:cubicBezTo>
                <a:cubicBezTo>
                  <a:pt x="32099" y="638"/>
                  <a:pt x="34331" y="988"/>
                  <a:pt x="36626" y="1434"/>
                </a:cubicBezTo>
                <a:lnTo>
                  <a:pt x="90369" y="12240"/>
                </a:lnTo>
                <a:cubicBezTo>
                  <a:pt x="90879" y="12368"/>
                  <a:pt x="91309" y="12575"/>
                  <a:pt x="91660" y="12862"/>
                </a:cubicBezTo>
                <a:cubicBezTo>
                  <a:pt x="92010" y="13149"/>
                  <a:pt x="92313" y="13627"/>
                  <a:pt x="92568" y="14296"/>
                </a:cubicBezTo>
                <a:cubicBezTo>
                  <a:pt x="92823" y="14966"/>
                  <a:pt x="93014" y="15811"/>
                  <a:pt x="93142" y="16831"/>
                </a:cubicBezTo>
                <a:cubicBezTo>
                  <a:pt x="93269" y="17851"/>
                  <a:pt x="93333" y="19158"/>
                  <a:pt x="93333" y="20751"/>
                </a:cubicBezTo>
                <a:cubicBezTo>
                  <a:pt x="93333" y="22281"/>
                  <a:pt x="93269" y="23541"/>
                  <a:pt x="93142" y="24529"/>
                </a:cubicBezTo>
                <a:cubicBezTo>
                  <a:pt x="93014" y="25517"/>
                  <a:pt x="92823" y="26282"/>
                  <a:pt x="92568" y="26824"/>
                </a:cubicBezTo>
                <a:cubicBezTo>
                  <a:pt x="92313" y="27366"/>
                  <a:pt x="92010" y="27716"/>
                  <a:pt x="91660" y="27876"/>
                </a:cubicBezTo>
                <a:cubicBezTo>
                  <a:pt x="91309" y="28035"/>
                  <a:pt x="90879" y="28083"/>
                  <a:pt x="90369" y="28019"/>
                </a:cubicBezTo>
                <a:lnTo>
                  <a:pt x="37199" y="17404"/>
                </a:lnTo>
                <a:cubicBezTo>
                  <a:pt x="35223" y="16958"/>
                  <a:pt x="33311" y="16655"/>
                  <a:pt x="31462" y="16496"/>
                </a:cubicBezTo>
                <a:cubicBezTo>
                  <a:pt x="29613" y="16337"/>
                  <a:pt x="27987" y="16257"/>
                  <a:pt x="26585" y="16257"/>
                </a:cubicBezTo>
                <a:cubicBezTo>
                  <a:pt x="22696" y="16257"/>
                  <a:pt x="19556" y="17086"/>
                  <a:pt x="17165" y="18743"/>
                </a:cubicBezTo>
                <a:cubicBezTo>
                  <a:pt x="14775" y="20401"/>
                  <a:pt x="13579" y="23174"/>
                  <a:pt x="13579" y="27063"/>
                </a:cubicBezTo>
                <a:cubicBezTo>
                  <a:pt x="13579" y="30442"/>
                  <a:pt x="14551" y="33900"/>
                  <a:pt x="16496" y="37438"/>
                </a:cubicBezTo>
                <a:cubicBezTo>
                  <a:pt x="18440" y="40977"/>
                  <a:pt x="21118" y="44260"/>
                  <a:pt x="24529" y="47288"/>
                </a:cubicBezTo>
                <a:cubicBezTo>
                  <a:pt x="27939" y="50316"/>
                  <a:pt x="31988" y="53026"/>
                  <a:pt x="36673" y="55417"/>
                </a:cubicBezTo>
                <a:cubicBezTo>
                  <a:pt x="41359" y="57807"/>
                  <a:pt x="46443" y="59545"/>
                  <a:pt x="51926" y="60628"/>
                </a:cubicBezTo>
                <a:lnTo>
                  <a:pt x="90369" y="68279"/>
                </a:lnTo>
                <a:cubicBezTo>
                  <a:pt x="90879" y="68406"/>
                  <a:pt x="91309" y="68629"/>
                  <a:pt x="91660" y="68948"/>
                </a:cubicBezTo>
                <a:cubicBezTo>
                  <a:pt x="92010" y="69267"/>
                  <a:pt x="92313" y="69745"/>
                  <a:pt x="92568" y="70382"/>
                </a:cubicBezTo>
                <a:cubicBezTo>
                  <a:pt x="92823" y="71020"/>
                  <a:pt x="93014" y="71865"/>
                  <a:pt x="93142" y="72917"/>
                </a:cubicBezTo>
                <a:cubicBezTo>
                  <a:pt x="93269" y="73969"/>
                  <a:pt x="93333" y="75259"/>
                  <a:pt x="93333" y="76790"/>
                </a:cubicBezTo>
                <a:cubicBezTo>
                  <a:pt x="93333" y="78383"/>
                  <a:pt x="93269" y="79674"/>
                  <a:pt x="93142" y="80662"/>
                </a:cubicBezTo>
                <a:cubicBezTo>
                  <a:pt x="93014" y="81651"/>
                  <a:pt x="92823" y="82416"/>
                  <a:pt x="92568" y="82958"/>
                </a:cubicBezTo>
                <a:cubicBezTo>
                  <a:pt x="92313" y="83499"/>
                  <a:pt x="92010" y="83850"/>
                  <a:pt x="91660" y="84009"/>
                </a:cubicBezTo>
                <a:cubicBezTo>
                  <a:pt x="91309" y="84169"/>
                  <a:pt x="90879" y="84185"/>
                  <a:pt x="90369" y="84057"/>
                </a:cubicBezTo>
                <a:lnTo>
                  <a:pt x="4208" y="66749"/>
                </a:lnTo>
                <a:cubicBezTo>
                  <a:pt x="3761" y="66685"/>
                  <a:pt x="3347" y="66509"/>
                  <a:pt x="2964" y="66223"/>
                </a:cubicBezTo>
                <a:cubicBezTo>
                  <a:pt x="2582" y="65936"/>
                  <a:pt x="2263" y="65489"/>
                  <a:pt x="2008" y="64884"/>
                </a:cubicBezTo>
                <a:cubicBezTo>
                  <a:pt x="1753" y="64278"/>
                  <a:pt x="1578" y="63513"/>
                  <a:pt x="1482" y="62589"/>
                </a:cubicBezTo>
                <a:cubicBezTo>
                  <a:pt x="1387" y="61664"/>
                  <a:pt x="1339" y="60565"/>
                  <a:pt x="1339" y="59290"/>
                </a:cubicBezTo>
                <a:cubicBezTo>
                  <a:pt x="1339" y="57951"/>
                  <a:pt x="1387" y="56851"/>
                  <a:pt x="1482" y="55990"/>
                </a:cubicBezTo>
                <a:cubicBezTo>
                  <a:pt x="1578" y="55130"/>
                  <a:pt x="1753" y="54460"/>
                  <a:pt x="2008" y="53982"/>
                </a:cubicBezTo>
                <a:cubicBezTo>
                  <a:pt x="2263" y="53504"/>
                  <a:pt x="2582" y="53201"/>
                  <a:pt x="2964" y="53074"/>
                </a:cubicBezTo>
                <a:cubicBezTo>
                  <a:pt x="3347" y="52946"/>
                  <a:pt x="3761" y="52914"/>
                  <a:pt x="4208" y="52978"/>
                </a:cubicBezTo>
                <a:lnTo>
                  <a:pt x="20656" y="56229"/>
                </a:lnTo>
                <a:cubicBezTo>
                  <a:pt x="18488" y="55273"/>
                  <a:pt x="16193" y="53711"/>
                  <a:pt x="13770" y="51544"/>
                </a:cubicBezTo>
                <a:cubicBezTo>
                  <a:pt x="11348" y="49376"/>
                  <a:pt x="9117" y="46794"/>
                  <a:pt x="7076" y="43798"/>
                </a:cubicBezTo>
                <a:cubicBezTo>
                  <a:pt x="5036" y="40801"/>
                  <a:pt x="3347" y="37502"/>
                  <a:pt x="2008" y="33900"/>
                </a:cubicBezTo>
                <a:cubicBezTo>
                  <a:pt x="669" y="30298"/>
                  <a:pt x="0" y="26553"/>
                  <a:pt x="0" y="22664"/>
                </a:cubicBezTo>
                <a:cubicBezTo>
                  <a:pt x="0" y="18393"/>
                  <a:pt x="653" y="14822"/>
                  <a:pt x="1960" y="11954"/>
                </a:cubicBezTo>
                <a:cubicBezTo>
                  <a:pt x="3267" y="9085"/>
                  <a:pt x="4989" y="6758"/>
                  <a:pt x="7124" y="4973"/>
                </a:cubicBezTo>
                <a:cubicBezTo>
                  <a:pt x="9260" y="3188"/>
                  <a:pt x="11730" y="1913"/>
                  <a:pt x="14536" y="1148"/>
                </a:cubicBezTo>
                <a:cubicBezTo>
                  <a:pt x="17341" y="383"/>
                  <a:pt x="20273" y="0"/>
                  <a:pt x="23333" y="0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d">
            <a:extLst xmlns:a="http://schemas.openxmlformats.org/drawingml/2006/main">
              <a:ext uri="{FF2B5EF4-FFF2-40B4-BE49-F238E27FC236}">
                <a16:creationId xmlns:a16="http://schemas.microsoft.com/office/drawing/2014/main" id="{7F46DAC2-4220-49C2-B509-5990EBE6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613" y="1797747"/>
            <a:ext cx="134836" cy="95565"/>
          </a:xfrm>
          <a:custGeom xmlns:a="http://schemas.openxmlformats.org/drawingml/2006/main">
            <a:pathLst>
              <a:path w="134836" h="95565">
                <a:moveTo>
                  <a:pt x="130625" y="25565"/>
                </a:moveTo>
                <a:cubicBezTo>
                  <a:pt x="131675" y="25756"/>
                  <a:pt x="132416" y="26425"/>
                  <a:pt x="132849" y="27573"/>
                </a:cubicBezTo>
                <a:cubicBezTo>
                  <a:pt x="133281" y="28720"/>
                  <a:pt x="133497" y="30633"/>
                  <a:pt x="133497" y="33311"/>
                </a:cubicBezTo>
                <a:cubicBezTo>
                  <a:pt x="133497" y="34649"/>
                  <a:pt x="133435" y="35733"/>
                  <a:pt x="133312" y="36562"/>
                </a:cubicBezTo>
                <a:cubicBezTo>
                  <a:pt x="133188" y="37391"/>
                  <a:pt x="133019" y="38060"/>
                  <a:pt x="132804" y="38570"/>
                </a:cubicBezTo>
                <a:cubicBezTo>
                  <a:pt x="132587" y="39080"/>
                  <a:pt x="132309" y="39415"/>
                  <a:pt x="131970" y="39574"/>
                </a:cubicBezTo>
                <a:cubicBezTo>
                  <a:pt x="131629" y="39734"/>
                  <a:pt x="131181" y="39750"/>
                  <a:pt x="130625" y="39622"/>
                </a:cubicBezTo>
                <a:lnTo>
                  <a:pt x="114542" y="36562"/>
                </a:lnTo>
                <a:cubicBezTo>
                  <a:pt x="116648" y="37391"/>
                  <a:pt x="118898" y="38889"/>
                  <a:pt x="121293" y="41056"/>
                </a:cubicBezTo>
                <a:cubicBezTo>
                  <a:pt x="123685" y="43224"/>
                  <a:pt x="125887" y="45790"/>
                  <a:pt x="127897" y="48755"/>
                </a:cubicBezTo>
                <a:cubicBezTo>
                  <a:pt x="129907" y="51719"/>
                  <a:pt x="131567" y="55018"/>
                  <a:pt x="132876" y="58652"/>
                </a:cubicBezTo>
                <a:cubicBezTo>
                  <a:pt x="134182" y="62286"/>
                  <a:pt x="134836" y="65984"/>
                  <a:pt x="134836" y="69745"/>
                </a:cubicBezTo>
                <a:cubicBezTo>
                  <a:pt x="134836" y="73506"/>
                  <a:pt x="134341" y="76774"/>
                  <a:pt x="133351" y="79547"/>
                </a:cubicBezTo>
                <a:cubicBezTo>
                  <a:pt x="132363" y="82320"/>
                  <a:pt x="131039" y="84647"/>
                  <a:pt x="129379" y="86528"/>
                </a:cubicBezTo>
                <a:cubicBezTo>
                  <a:pt x="127720" y="88408"/>
                  <a:pt x="125789" y="89938"/>
                  <a:pt x="123588" y="91118"/>
                </a:cubicBezTo>
                <a:cubicBezTo>
                  <a:pt x="121386" y="92297"/>
                  <a:pt x="119121" y="93222"/>
                  <a:pt x="116792" y="93891"/>
                </a:cubicBezTo>
                <a:cubicBezTo>
                  <a:pt x="114463" y="94560"/>
                  <a:pt x="112118" y="95007"/>
                  <a:pt x="109757" y="95230"/>
                </a:cubicBezTo>
                <a:cubicBezTo>
                  <a:pt x="107395" y="95453"/>
                  <a:pt x="105224" y="95565"/>
                  <a:pt x="103246" y="95565"/>
                </a:cubicBezTo>
                <a:cubicBezTo>
                  <a:pt x="99544" y="95565"/>
                  <a:pt x="95396" y="95214"/>
                  <a:pt x="90802" y="94513"/>
                </a:cubicBezTo>
                <a:cubicBezTo>
                  <a:pt x="86208" y="93811"/>
                  <a:pt x="81598" y="92696"/>
                  <a:pt x="76972" y="91166"/>
                </a:cubicBezTo>
                <a:cubicBezTo>
                  <a:pt x="72344" y="89636"/>
                  <a:pt x="67812" y="87675"/>
                  <a:pt x="63378" y="85285"/>
                </a:cubicBezTo>
                <a:cubicBezTo>
                  <a:pt x="58943" y="82894"/>
                  <a:pt x="55018" y="80009"/>
                  <a:pt x="51603" y="76630"/>
                </a:cubicBezTo>
                <a:cubicBezTo>
                  <a:pt x="48189" y="73251"/>
                  <a:pt x="45428" y="69346"/>
                  <a:pt x="43323" y="64916"/>
                </a:cubicBezTo>
                <a:cubicBezTo>
                  <a:pt x="41217" y="60485"/>
                  <a:pt x="40164" y="55464"/>
                  <a:pt x="40164" y="49854"/>
                </a:cubicBezTo>
                <a:cubicBezTo>
                  <a:pt x="40164" y="47113"/>
                  <a:pt x="40468" y="44531"/>
                  <a:pt x="41075" y="42108"/>
                </a:cubicBezTo>
                <a:cubicBezTo>
                  <a:pt x="41681" y="39686"/>
                  <a:pt x="42511" y="37486"/>
                  <a:pt x="43565" y="35510"/>
                </a:cubicBezTo>
                <a:cubicBezTo>
                  <a:pt x="44617" y="33534"/>
                  <a:pt x="45877" y="31717"/>
                  <a:pt x="47345" y="30059"/>
                </a:cubicBezTo>
                <a:cubicBezTo>
                  <a:pt x="48811" y="28402"/>
                  <a:pt x="50342" y="26903"/>
                  <a:pt x="51938" y="25565"/>
                </a:cubicBezTo>
                <a:lnTo>
                  <a:pt x="3063" y="15811"/>
                </a:lnTo>
                <a:cubicBezTo>
                  <a:pt x="2617" y="15747"/>
                  <a:pt x="2187" y="15556"/>
                  <a:pt x="1772" y="15237"/>
                </a:cubicBezTo>
                <a:cubicBezTo>
                  <a:pt x="1356" y="14918"/>
                  <a:pt x="1036" y="14440"/>
                  <a:pt x="813" y="13802"/>
                </a:cubicBezTo>
                <a:cubicBezTo>
                  <a:pt x="590" y="13165"/>
                  <a:pt x="398" y="12336"/>
                  <a:pt x="239" y="11316"/>
                </a:cubicBezTo>
                <a:cubicBezTo>
                  <a:pt x="80" y="10296"/>
                  <a:pt x="0" y="8989"/>
                  <a:pt x="0" y="7395"/>
                </a:cubicBezTo>
                <a:cubicBezTo>
                  <a:pt x="0" y="5865"/>
                  <a:pt x="80" y="4606"/>
                  <a:pt x="239" y="3618"/>
                </a:cubicBezTo>
                <a:cubicBezTo>
                  <a:pt x="398" y="2630"/>
                  <a:pt x="590" y="1849"/>
                  <a:pt x="813" y="1275"/>
                </a:cubicBezTo>
                <a:cubicBezTo>
                  <a:pt x="1036" y="701"/>
                  <a:pt x="1356" y="335"/>
                  <a:pt x="1772" y="175"/>
                </a:cubicBezTo>
                <a:cubicBezTo>
                  <a:pt x="2187" y="16"/>
                  <a:pt x="2617" y="0"/>
                  <a:pt x="3063" y="128"/>
                </a:cubicBezTo>
                <a:lnTo>
                  <a:pt x="130625" y="25565"/>
                </a:lnTo>
                <a:moveTo>
                  <a:pt x="67254" y="28625"/>
                </a:moveTo>
                <a:cubicBezTo>
                  <a:pt x="62847" y="31621"/>
                  <a:pt x="59494" y="34857"/>
                  <a:pt x="57195" y="38331"/>
                </a:cubicBezTo>
                <a:cubicBezTo>
                  <a:pt x="54894" y="41806"/>
                  <a:pt x="53743" y="45710"/>
                  <a:pt x="53743" y="50045"/>
                </a:cubicBezTo>
                <a:cubicBezTo>
                  <a:pt x="53743" y="53424"/>
                  <a:pt x="54525" y="56469"/>
                  <a:pt x="56089" y="59178"/>
                </a:cubicBezTo>
                <a:cubicBezTo>
                  <a:pt x="57653" y="61887"/>
                  <a:pt x="59744" y="64326"/>
                  <a:pt x="62362" y="66494"/>
                </a:cubicBezTo>
                <a:cubicBezTo>
                  <a:pt x="64979" y="68661"/>
                  <a:pt x="67981" y="70526"/>
                  <a:pt x="71366" y="72088"/>
                </a:cubicBezTo>
                <a:cubicBezTo>
                  <a:pt x="74748" y="73650"/>
                  <a:pt x="78244" y="74941"/>
                  <a:pt x="81852" y="75961"/>
                </a:cubicBezTo>
                <a:cubicBezTo>
                  <a:pt x="85458" y="76981"/>
                  <a:pt x="89017" y="77746"/>
                  <a:pt x="92529" y="78256"/>
                </a:cubicBezTo>
                <a:cubicBezTo>
                  <a:pt x="96040" y="78766"/>
                  <a:pt x="99263" y="79021"/>
                  <a:pt x="102200" y="79021"/>
                </a:cubicBezTo>
                <a:cubicBezTo>
                  <a:pt x="108392" y="79021"/>
                  <a:pt x="113132" y="77969"/>
                  <a:pt x="116422" y="75865"/>
                </a:cubicBezTo>
                <a:cubicBezTo>
                  <a:pt x="119709" y="73761"/>
                  <a:pt x="121352" y="70382"/>
                  <a:pt x="121352" y="65729"/>
                </a:cubicBezTo>
                <a:cubicBezTo>
                  <a:pt x="121352" y="62222"/>
                  <a:pt x="120395" y="58700"/>
                  <a:pt x="118481" y="55162"/>
                </a:cubicBezTo>
                <a:cubicBezTo>
                  <a:pt x="116564" y="51623"/>
                  <a:pt x="113914" y="48324"/>
                  <a:pt x="110531" y="45264"/>
                </a:cubicBezTo>
                <a:cubicBezTo>
                  <a:pt x="107149" y="42204"/>
                  <a:pt x="103127" y="39495"/>
                  <a:pt x="98467" y="37136"/>
                </a:cubicBezTo>
                <a:cubicBezTo>
                  <a:pt x="93807" y="34777"/>
                  <a:pt x="88700" y="33024"/>
                  <a:pt x="83146" y="31876"/>
                </a:cubicBezTo>
                <a:lnTo>
                  <a:pt x="67254" y="28625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EconAgent">
            <a:extLst xmlns:a="http://schemas.openxmlformats.org/drawingml/2006/main">
              <a:ext uri="{FF2B5EF4-FFF2-40B4-BE49-F238E27FC236}">
                <a16:creationId xmlns:a16="http://schemas.microsoft.com/office/drawing/2014/main" id="{E1BAFF62-7DB6-4912-91F0-71238719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068" y="164062"/>
            <a:ext cx="1266846" cy="238975"/>
          </a:xfrm>
          <a:custGeom xmlns:a="http://schemas.openxmlformats.org/drawingml/2006/main">
            <a:pathLst>
              <a:path w="1266846" h="238975">
                <a:moveTo>
                  <a:pt x="110020" y="171701"/>
                </a:moveTo>
                <a:cubicBezTo>
                  <a:pt x="110020" y="174474"/>
                  <a:pt x="109901" y="176793"/>
                  <a:pt x="109662" y="178658"/>
                </a:cubicBezTo>
                <a:cubicBezTo>
                  <a:pt x="109423" y="180522"/>
                  <a:pt x="109064" y="182029"/>
                  <a:pt x="108586" y="183176"/>
                </a:cubicBezTo>
                <a:cubicBezTo>
                  <a:pt x="108108" y="184324"/>
                  <a:pt x="107510" y="185160"/>
                  <a:pt x="106793" y="185686"/>
                </a:cubicBezTo>
                <a:cubicBezTo>
                  <a:pt x="106076" y="186212"/>
                  <a:pt x="105287" y="186475"/>
                  <a:pt x="104426" y="186475"/>
                </a:cubicBezTo>
                <a:lnTo>
                  <a:pt x="11189" y="186475"/>
                </a:lnTo>
                <a:cubicBezTo>
                  <a:pt x="8033" y="186475"/>
                  <a:pt x="5379" y="185543"/>
                  <a:pt x="3227" y="183678"/>
                </a:cubicBezTo>
                <a:cubicBezTo>
                  <a:pt x="1076" y="181813"/>
                  <a:pt x="0" y="178777"/>
                  <a:pt x="0" y="174570"/>
                </a:cubicBezTo>
                <a:lnTo>
                  <a:pt x="0" y="12766"/>
                </a:lnTo>
                <a:cubicBezTo>
                  <a:pt x="0" y="8559"/>
                  <a:pt x="1076" y="5523"/>
                  <a:pt x="3227" y="3658"/>
                </a:cubicBezTo>
                <a:cubicBezTo>
                  <a:pt x="5379" y="1793"/>
                  <a:pt x="8033" y="861"/>
                  <a:pt x="11189" y="861"/>
                </a:cubicBezTo>
                <a:lnTo>
                  <a:pt x="103852" y="861"/>
                </a:lnTo>
                <a:cubicBezTo>
                  <a:pt x="104713" y="861"/>
                  <a:pt x="105478" y="1100"/>
                  <a:pt x="106147" y="1578"/>
                </a:cubicBezTo>
                <a:cubicBezTo>
                  <a:pt x="106817" y="2056"/>
                  <a:pt x="107391" y="2893"/>
                  <a:pt x="107869" y="4088"/>
                </a:cubicBezTo>
                <a:cubicBezTo>
                  <a:pt x="108347" y="5283"/>
                  <a:pt x="108706" y="6814"/>
                  <a:pt x="108945" y="8678"/>
                </a:cubicBezTo>
                <a:cubicBezTo>
                  <a:pt x="109184" y="10543"/>
                  <a:pt x="109303" y="12910"/>
                  <a:pt x="109303" y="15779"/>
                </a:cubicBezTo>
                <a:cubicBezTo>
                  <a:pt x="109303" y="18456"/>
                  <a:pt x="109184" y="20727"/>
                  <a:pt x="108945" y="22592"/>
                </a:cubicBezTo>
                <a:cubicBezTo>
                  <a:pt x="108706" y="24457"/>
                  <a:pt x="108347" y="25963"/>
                  <a:pt x="107869" y="27111"/>
                </a:cubicBezTo>
                <a:cubicBezTo>
                  <a:pt x="107391" y="28258"/>
                  <a:pt x="106817" y="29095"/>
                  <a:pt x="106147" y="29621"/>
                </a:cubicBezTo>
                <a:cubicBezTo>
                  <a:pt x="105478" y="30147"/>
                  <a:pt x="104713" y="30410"/>
                  <a:pt x="103852" y="30410"/>
                </a:cubicBezTo>
                <a:lnTo>
                  <a:pt x="37582" y="30410"/>
                </a:lnTo>
                <a:lnTo>
                  <a:pt x="37582" y="75451"/>
                </a:lnTo>
                <a:lnTo>
                  <a:pt x="93668" y="75451"/>
                </a:lnTo>
                <a:cubicBezTo>
                  <a:pt x="94529" y="75451"/>
                  <a:pt x="95318" y="75715"/>
                  <a:pt x="96035" y="76244"/>
                </a:cubicBezTo>
                <a:cubicBezTo>
                  <a:pt x="96752" y="76773"/>
                  <a:pt x="97350" y="77590"/>
                  <a:pt x="97828" y="78696"/>
                </a:cubicBezTo>
                <a:cubicBezTo>
                  <a:pt x="98306" y="79799"/>
                  <a:pt x="98665" y="81289"/>
                  <a:pt x="98904" y="83165"/>
                </a:cubicBezTo>
                <a:cubicBezTo>
                  <a:pt x="99143" y="85039"/>
                  <a:pt x="99262" y="87321"/>
                  <a:pt x="99262" y="90010"/>
                </a:cubicBezTo>
                <a:cubicBezTo>
                  <a:pt x="99262" y="92798"/>
                  <a:pt x="99143" y="95105"/>
                  <a:pt x="98904" y="96931"/>
                </a:cubicBezTo>
                <a:cubicBezTo>
                  <a:pt x="98665" y="98757"/>
                  <a:pt x="98306" y="100223"/>
                  <a:pt x="97828" y="101329"/>
                </a:cubicBezTo>
                <a:cubicBezTo>
                  <a:pt x="97350" y="102431"/>
                  <a:pt x="96752" y="103223"/>
                  <a:pt x="96035" y="103704"/>
                </a:cubicBezTo>
                <a:cubicBezTo>
                  <a:pt x="95318" y="104186"/>
                  <a:pt x="94529" y="104426"/>
                  <a:pt x="93668" y="104426"/>
                </a:cubicBezTo>
                <a:lnTo>
                  <a:pt x="37582" y="104426"/>
                </a:lnTo>
                <a:lnTo>
                  <a:pt x="37582" y="156926"/>
                </a:lnTo>
                <a:lnTo>
                  <a:pt x="104426" y="156926"/>
                </a:lnTo>
                <a:cubicBezTo>
                  <a:pt x="105287" y="156926"/>
                  <a:pt x="106076" y="157189"/>
                  <a:pt x="106793" y="157715"/>
                </a:cubicBezTo>
                <a:cubicBezTo>
                  <a:pt x="107510" y="158241"/>
                  <a:pt x="108108" y="159078"/>
                  <a:pt x="108586" y="160225"/>
                </a:cubicBezTo>
                <a:cubicBezTo>
                  <a:pt x="109064" y="161373"/>
                  <a:pt x="109423" y="162879"/>
                  <a:pt x="109662" y="164744"/>
                </a:cubicBezTo>
                <a:cubicBezTo>
                  <a:pt x="109901" y="166608"/>
                  <a:pt x="110020" y="168927"/>
                  <a:pt x="110020" y="171701"/>
                </a:cubicBezTo>
                <a:close/>
                <a:moveTo>
                  <a:pt x="234889" y="161229"/>
                </a:moveTo>
                <a:cubicBezTo>
                  <a:pt x="234889" y="163716"/>
                  <a:pt x="234817" y="165796"/>
                  <a:pt x="234674" y="167469"/>
                </a:cubicBezTo>
                <a:cubicBezTo>
                  <a:pt x="234530" y="169143"/>
                  <a:pt x="234339" y="170553"/>
                  <a:pt x="234100" y="171701"/>
                </a:cubicBezTo>
                <a:cubicBezTo>
                  <a:pt x="233861" y="172848"/>
                  <a:pt x="233574" y="173781"/>
                  <a:pt x="233239" y="174498"/>
                </a:cubicBezTo>
                <a:cubicBezTo>
                  <a:pt x="232904" y="175215"/>
                  <a:pt x="232163" y="176123"/>
                  <a:pt x="231016" y="177223"/>
                </a:cubicBezTo>
                <a:cubicBezTo>
                  <a:pt x="229868" y="178323"/>
                  <a:pt x="227908" y="179662"/>
                  <a:pt x="225135" y="181240"/>
                </a:cubicBezTo>
                <a:cubicBezTo>
                  <a:pt x="222361" y="182817"/>
                  <a:pt x="219206" y="184228"/>
                  <a:pt x="215667" y="185471"/>
                </a:cubicBezTo>
                <a:cubicBezTo>
                  <a:pt x="212129" y="186714"/>
                  <a:pt x="208280" y="187718"/>
                  <a:pt x="204120" y="188483"/>
                </a:cubicBezTo>
                <a:cubicBezTo>
                  <a:pt x="199960" y="189248"/>
                  <a:pt x="195681" y="189631"/>
                  <a:pt x="191282" y="189631"/>
                </a:cubicBezTo>
                <a:cubicBezTo>
                  <a:pt x="181432" y="189631"/>
                  <a:pt x="172706" y="188101"/>
                  <a:pt x="165104" y="185041"/>
                </a:cubicBezTo>
                <a:cubicBezTo>
                  <a:pt x="157501" y="181981"/>
                  <a:pt x="151118" y="177462"/>
                  <a:pt x="145954" y="171486"/>
                </a:cubicBezTo>
                <a:cubicBezTo>
                  <a:pt x="140790" y="165509"/>
                  <a:pt x="136894" y="158217"/>
                  <a:pt x="134264" y="149611"/>
                </a:cubicBezTo>
                <a:cubicBezTo>
                  <a:pt x="131634" y="141004"/>
                  <a:pt x="130319" y="131154"/>
                  <a:pt x="130319" y="120061"/>
                </a:cubicBezTo>
                <a:cubicBezTo>
                  <a:pt x="130319" y="107247"/>
                  <a:pt x="131921" y="96178"/>
                  <a:pt x="135124" y="86854"/>
                </a:cubicBezTo>
                <a:cubicBezTo>
                  <a:pt x="138328" y="77531"/>
                  <a:pt x="142799" y="69809"/>
                  <a:pt x="148536" y="63688"/>
                </a:cubicBezTo>
                <a:cubicBezTo>
                  <a:pt x="154274" y="57568"/>
                  <a:pt x="161064" y="53026"/>
                  <a:pt x="168905" y="50061"/>
                </a:cubicBezTo>
                <a:cubicBezTo>
                  <a:pt x="176747" y="47097"/>
                  <a:pt x="185353" y="45615"/>
                  <a:pt x="194725" y="45615"/>
                </a:cubicBezTo>
                <a:cubicBezTo>
                  <a:pt x="198550" y="45615"/>
                  <a:pt x="202303" y="45949"/>
                  <a:pt x="205985" y="46619"/>
                </a:cubicBezTo>
                <a:cubicBezTo>
                  <a:pt x="209667" y="47288"/>
                  <a:pt x="213109" y="48197"/>
                  <a:pt x="216313" y="49344"/>
                </a:cubicBezTo>
                <a:cubicBezTo>
                  <a:pt x="219516" y="50492"/>
                  <a:pt x="222385" y="51783"/>
                  <a:pt x="224919" y="53217"/>
                </a:cubicBezTo>
                <a:cubicBezTo>
                  <a:pt x="227454" y="54652"/>
                  <a:pt x="229247" y="55895"/>
                  <a:pt x="230299" y="56947"/>
                </a:cubicBezTo>
                <a:cubicBezTo>
                  <a:pt x="231350" y="57999"/>
                  <a:pt x="232092" y="58883"/>
                  <a:pt x="232522" y="59600"/>
                </a:cubicBezTo>
                <a:cubicBezTo>
                  <a:pt x="232952" y="60318"/>
                  <a:pt x="233287" y="61250"/>
                  <a:pt x="233526" y="62397"/>
                </a:cubicBezTo>
                <a:cubicBezTo>
                  <a:pt x="233765" y="63545"/>
                  <a:pt x="233956" y="64956"/>
                  <a:pt x="234100" y="66629"/>
                </a:cubicBezTo>
                <a:cubicBezTo>
                  <a:pt x="234243" y="68303"/>
                  <a:pt x="234315" y="70335"/>
                  <a:pt x="234315" y="72725"/>
                </a:cubicBezTo>
                <a:cubicBezTo>
                  <a:pt x="234315" y="78272"/>
                  <a:pt x="233837" y="82169"/>
                  <a:pt x="232881" y="84416"/>
                </a:cubicBezTo>
                <a:cubicBezTo>
                  <a:pt x="231924" y="86663"/>
                  <a:pt x="230681" y="87787"/>
                  <a:pt x="229151" y="87787"/>
                </a:cubicBezTo>
                <a:cubicBezTo>
                  <a:pt x="227525" y="87787"/>
                  <a:pt x="225804" y="87117"/>
                  <a:pt x="223987" y="85779"/>
                </a:cubicBezTo>
                <a:cubicBezTo>
                  <a:pt x="222170" y="84440"/>
                  <a:pt x="220019" y="82958"/>
                  <a:pt x="217532" y="81332"/>
                </a:cubicBezTo>
                <a:cubicBezTo>
                  <a:pt x="215046" y="79706"/>
                  <a:pt x="212081" y="78224"/>
                  <a:pt x="208639" y="76885"/>
                </a:cubicBezTo>
                <a:cubicBezTo>
                  <a:pt x="205196" y="75546"/>
                  <a:pt x="201084" y="74877"/>
                  <a:pt x="196303" y="74877"/>
                </a:cubicBezTo>
                <a:cubicBezTo>
                  <a:pt x="186931" y="74877"/>
                  <a:pt x="179759" y="78487"/>
                  <a:pt x="174786" y="85707"/>
                </a:cubicBezTo>
                <a:cubicBezTo>
                  <a:pt x="169814" y="92927"/>
                  <a:pt x="167327" y="103518"/>
                  <a:pt x="167327" y="117479"/>
                </a:cubicBezTo>
                <a:cubicBezTo>
                  <a:pt x="167327" y="124365"/>
                  <a:pt x="167949" y="130437"/>
                  <a:pt x="169192" y="135697"/>
                </a:cubicBezTo>
                <a:cubicBezTo>
                  <a:pt x="170435" y="140956"/>
                  <a:pt x="172276" y="145355"/>
                  <a:pt x="174715" y="148893"/>
                </a:cubicBezTo>
                <a:cubicBezTo>
                  <a:pt x="177153" y="152432"/>
                  <a:pt x="180213" y="155085"/>
                  <a:pt x="183895" y="156854"/>
                </a:cubicBezTo>
                <a:cubicBezTo>
                  <a:pt x="187577" y="158623"/>
                  <a:pt x="191856" y="159508"/>
                  <a:pt x="196733" y="159508"/>
                </a:cubicBezTo>
                <a:cubicBezTo>
                  <a:pt x="201706" y="159508"/>
                  <a:pt x="205985" y="158767"/>
                  <a:pt x="209571" y="157285"/>
                </a:cubicBezTo>
                <a:cubicBezTo>
                  <a:pt x="213157" y="155802"/>
                  <a:pt x="216289" y="154153"/>
                  <a:pt x="218967" y="152336"/>
                </a:cubicBezTo>
                <a:cubicBezTo>
                  <a:pt x="221644" y="150519"/>
                  <a:pt x="223891" y="148869"/>
                  <a:pt x="225708" y="147387"/>
                </a:cubicBezTo>
                <a:cubicBezTo>
                  <a:pt x="227525" y="145905"/>
                  <a:pt x="229055" y="145164"/>
                  <a:pt x="230299" y="145164"/>
                </a:cubicBezTo>
                <a:cubicBezTo>
                  <a:pt x="231159" y="145164"/>
                  <a:pt x="231876" y="145403"/>
                  <a:pt x="232450" y="145881"/>
                </a:cubicBezTo>
                <a:cubicBezTo>
                  <a:pt x="233024" y="146359"/>
                  <a:pt x="233478" y="147244"/>
                  <a:pt x="233813" y="148535"/>
                </a:cubicBezTo>
                <a:cubicBezTo>
                  <a:pt x="234148" y="149826"/>
                  <a:pt x="234411" y="151475"/>
                  <a:pt x="234602" y="153483"/>
                </a:cubicBezTo>
                <a:cubicBezTo>
                  <a:pt x="234793" y="155492"/>
                  <a:pt x="234889" y="158074"/>
                  <a:pt x="234889" y="161229"/>
                </a:cubicBezTo>
                <a:close/>
                <a:moveTo>
                  <a:pt x="388572" y="116327"/>
                </a:moveTo>
                <a:cubicBezTo>
                  <a:pt x="388572" y="127253"/>
                  <a:pt x="387137" y="137219"/>
                  <a:pt x="384268" y="146226"/>
                </a:cubicBezTo>
                <a:cubicBezTo>
                  <a:pt x="381399" y="155233"/>
                  <a:pt x="377048" y="162994"/>
                  <a:pt x="371215" y="169509"/>
                </a:cubicBezTo>
                <a:cubicBezTo>
                  <a:pt x="365382" y="176023"/>
                  <a:pt x="358066" y="181054"/>
                  <a:pt x="349268" y="184602"/>
                </a:cubicBezTo>
                <a:cubicBezTo>
                  <a:pt x="340470" y="188146"/>
                  <a:pt x="330190" y="189918"/>
                  <a:pt x="318428" y="189918"/>
                </a:cubicBezTo>
                <a:cubicBezTo>
                  <a:pt x="307048" y="189918"/>
                  <a:pt x="297151" y="188337"/>
                  <a:pt x="288736" y="185175"/>
                </a:cubicBezTo>
                <a:cubicBezTo>
                  <a:pt x="280320" y="182014"/>
                  <a:pt x="273339" y="177414"/>
                  <a:pt x="267793" y="171378"/>
                </a:cubicBezTo>
                <a:cubicBezTo>
                  <a:pt x="262246" y="165341"/>
                  <a:pt x="258134" y="157915"/>
                  <a:pt x="255457" y="149100"/>
                </a:cubicBezTo>
                <a:cubicBezTo>
                  <a:pt x="252779" y="140284"/>
                  <a:pt x="251440" y="130223"/>
                  <a:pt x="251440" y="118918"/>
                </a:cubicBezTo>
                <a:cubicBezTo>
                  <a:pt x="251440" y="107993"/>
                  <a:pt x="252899" y="98003"/>
                  <a:pt x="255815" y="88948"/>
                </a:cubicBezTo>
                <a:cubicBezTo>
                  <a:pt x="258732" y="79893"/>
                  <a:pt x="263107" y="72132"/>
                  <a:pt x="268940" y="65665"/>
                </a:cubicBezTo>
                <a:cubicBezTo>
                  <a:pt x="274774" y="59198"/>
                  <a:pt x="282065" y="54193"/>
                  <a:pt x="290815" y="50649"/>
                </a:cubicBezTo>
                <a:cubicBezTo>
                  <a:pt x="299565" y="47101"/>
                  <a:pt x="309822" y="45328"/>
                  <a:pt x="321584" y="45328"/>
                </a:cubicBezTo>
                <a:cubicBezTo>
                  <a:pt x="333059" y="45328"/>
                  <a:pt x="343005" y="46885"/>
                  <a:pt x="351420" y="49999"/>
                </a:cubicBezTo>
                <a:cubicBezTo>
                  <a:pt x="359835" y="53113"/>
                  <a:pt x="366792" y="57688"/>
                  <a:pt x="372291" y="63724"/>
                </a:cubicBezTo>
                <a:cubicBezTo>
                  <a:pt x="377789" y="69761"/>
                  <a:pt x="381878" y="77187"/>
                  <a:pt x="384555" y="86003"/>
                </a:cubicBezTo>
                <a:cubicBezTo>
                  <a:pt x="387233" y="94818"/>
                  <a:pt x="388572" y="104927"/>
                  <a:pt x="388572" y="116327"/>
                </a:cubicBezTo>
                <a:moveTo>
                  <a:pt x="351420" y="117766"/>
                </a:moveTo>
                <a:cubicBezTo>
                  <a:pt x="351420" y="111455"/>
                  <a:pt x="350918" y="105645"/>
                  <a:pt x="349914" y="100338"/>
                </a:cubicBezTo>
                <a:cubicBezTo>
                  <a:pt x="348910" y="95031"/>
                  <a:pt x="347212" y="90417"/>
                  <a:pt x="344822" y="86496"/>
                </a:cubicBezTo>
                <a:cubicBezTo>
                  <a:pt x="342431" y="82575"/>
                  <a:pt x="339251" y="79515"/>
                  <a:pt x="335283" y="77315"/>
                </a:cubicBezTo>
                <a:cubicBezTo>
                  <a:pt x="331314" y="75116"/>
                  <a:pt x="326317" y="74016"/>
                  <a:pt x="320293" y="74016"/>
                </a:cubicBezTo>
                <a:cubicBezTo>
                  <a:pt x="314938" y="74016"/>
                  <a:pt x="310252" y="74997"/>
                  <a:pt x="306236" y="76957"/>
                </a:cubicBezTo>
                <a:cubicBezTo>
                  <a:pt x="302219" y="78917"/>
                  <a:pt x="298920" y="81786"/>
                  <a:pt x="296338" y="85563"/>
                </a:cubicBezTo>
                <a:cubicBezTo>
                  <a:pt x="293756" y="89341"/>
                  <a:pt x="291820" y="93883"/>
                  <a:pt x="290529" y="99190"/>
                </a:cubicBezTo>
                <a:cubicBezTo>
                  <a:pt x="289238" y="104498"/>
                  <a:pt x="288592" y="110546"/>
                  <a:pt x="288592" y="117336"/>
                </a:cubicBezTo>
                <a:cubicBezTo>
                  <a:pt x="288592" y="123647"/>
                  <a:pt x="289118" y="129457"/>
                  <a:pt x="290170" y="134764"/>
                </a:cubicBezTo>
                <a:cubicBezTo>
                  <a:pt x="291222" y="140072"/>
                  <a:pt x="292919" y="144686"/>
                  <a:pt x="295262" y="148606"/>
                </a:cubicBezTo>
                <a:cubicBezTo>
                  <a:pt x="297605" y="152527"/>
                  <a:pt x="300785" y="155563"/>
                  <a:pt x="304801" y="157715"/>
                </a:cubicBezTo>
                <a:cubicBezTo>
                  <a:pt x="308817" y="159867"/>
                  <a:pt x="313790" y="160942"/>
                  <a:pt x="319719" y="160942"/>
                </a:cubicBezTo>
                <a:cubicBezTo>
                  <a:pt x="325170" y="160942"/>
                  <a:pt x="329904" y="159962"/>
                  <a:pt x="333920" y="158002"/>
                </a:cubicBezTo>
                <a:cubicBezTo>
                  <a:pt x="337936" y="156042"/>
                  <a:pt x="341235" y="153197"/>
                  <a:pt x="343817" y="149467"/>
                </a:cubicBezTo>
                <a:cubicBezTo>
                  <a:pt x="346399" y="145738"/>
                  <a:pt x="348312" y="141219"/>
                  <a:pt x="349555" y="135912"/>
                </a:cubicBezTo>
                <a:cubicBezTo>
                  <a:pt x="350798" y="130604"/>
                  <a:pt x="351420" y="124556"/>
                  <a:pt x="351420" y="117766"/>
                </a:cubicBezTo>
                <a:close/>
                <a:moveTo>
                  <a:pt x="538868" y="181594"/>
                </a:moveTo>
                <a:cubicBezTo>
                  <a:pt x="538868" y="182550"/>
                  <a:pt x="538581" y="183388"/>
                  <a:pt x="538007" y="184108"/>
                </a:cubicBezTo>
                <a:cubicBezTo>
                  <a:pt x="537433" y="184826"/>
                  <a:pt x="536477" y="185423"/>
                  <a:pt x="535138" y="185901"/>
                </a:cubicBezTo>
                <a:cubicBezTo>
                  <a:pt x="533799" y="186380"/>
                  <a:pt x="531958" y="186738"/>
                  <a:pt x="529615" y="186977"/>
                </a:cubicBezTo>
                <a:cubicBezTo>
                  <a:pt x="527273" y="187216"/>
                  <a:pt x="524380" y="187336"/>
                  <a:pt x="520937" y="187336"/>
                </a:cubicBezTo>
                <a:cubicBezTo>
                  <a:pt x="517399" y="187336"/>
                  <a:pt x="514458" y="187216"/>
                  <a:pt x="512115" y="186977"/>
                </a:cubicBezTo>
                <a:cubicBezTo>
                  <a:pt x="509773" y="186738"/>
                  <a:pt x="507932" y="186380"/>
                  <a:pt x="506593" y="185901"/>
                </a:cubicBezTo>
                <a:cubicBezTo>
                  <a:pt x="505254" y="185423"/>
                  <a:pt x="504298" y="184826"/>
                  <a:pt x="503724" y="184108"/>
                </a:cubicBezTo>
                <a:cubicBezTo>
                  <a:pt x="503150" y="183391"/>
                  <a:pt x="502863" y="182554"/>
                  <a:pt x="502863" y="181598"/>
                </a:cubicBezTo>
                <a:lnTo>
                  <a:pt x="502863" y="108586"/>
                </a:lnTo>
                <a:cubicBezTo>
                  <a:pt x="502863" y="102370"/>
                  <a:pt x="502409" y="97493"/>
                  <a:pt x="501501" y="93955"/>
                </a:cubicBezTo>
                <a:cubicBezTo>
                  <a:pt x="500592" y="90417"/>
                  <a:pt x="499277" y="87380"/>
                  <a:pt x="497556" y="84846"/>
                </a:cubicBezTo>
                <a:cubicBezTo>
                  <a:pt x="495835" y="82312"/>
                  <a:pt x="493611" y="80352"/>
                  <a:pt x="490886" y="78965"/>
                </a:cubicBezTo>
                <a:cubicBezTo>
                  <a:pt x="488161" y="77578"/>
                  <a:pt x="484981" y="76885"/>
                  <a:pt x="481347" y="76885"/>
                </a:cubicBezTo>
                <a:cubicBezTo>
                  <a:pt x="476757" y="76885"/>
                  <a:pt x="472119" y="78559"/>
                  <a:pt x="467433" y="81906"/>
                </a:cubicBezTo>
                <a:cubicBezTo>
                  <a:pt x="462747" y="85253"/>
                  <a:pt x="457870" y="90130"/>
                  <a:pt x="452802" y="96537"/>
                </a:cubicBezTo>
                <a:lnTo>
                  <a:pt x="452802" y="181598"/>
                </a:lnTo>
                <a:cubicBezTo>
                  <a:pt x="452802" y="182554"/>
                  <a:pt x="452515" y="183391"/>
                  <a:pt x="451941" y="184108"/>
                </a:cubicBezTo>
                <a:cubicBezTo>
                  <a:pt x="451368" y="184826"/>
                  <a:pt x="450387" y="185423"/>
                  <a:pt x="449001" y="185901"/>
                </a:cubicBezTo>
                <a:cubicBezTo>
                  <a:pt x="447614" y="186380"/>
                  <a:pt x="445773" y="186738"/>
                  <a:pt x="443478" y="186977"/>
                </a:cubicBezTo>
                <a:cubicBezTo>
                  <a:pt x="441183" y="187216"/>
                  <a:pt x="438266" y="187336"/>
                  <a:pt x="434728" y="187336"/>
                </a:cubicBezTo>
                <a:cubicBezTo>
                  <a:pt x="431190" y="187336"/>
                  <a:pt x="428273" y="187216"/>
                  <a:pt x="425978" y="186977"/>
                </a:cubicBezTo>
                <a:cubicBezTo>
                  <a:pt x="423683" y="186738"/>
                  <a:pt x="421842" y="186380"/>
                  <a:pt x="420456" y="185901"/>
                </a:cubicBezTo>
                <a:cubicBezTo>
                  <a:pt x="419069" y="185423"/>
                  <a:pt x="418089" y="184826"/>
                  <a:pt x="417515" y="184108"/>
                </a:cubicBezTo>
                <a:cubicBezTo>
                  <a:pt x="416941" y="183391"/>
                  <a:pt x="416654" y="182554"/>
                  <a:pt x="416654" y="181598"/>
                </a:cubicBezTo>
                <a:lnTo>
                  <a:pt x="416654" y="53647"/>
                </a:lnTo>
                <a:cubicBezTo>
                  <a:pt x="416654" y="52691"/>
                  <a:pt x="416894" y="51854"/>
                  <a:pt x="417372" y="51137"/>
                </a:cubicBezTo>
                <a:cubicBezTo>
                  <a:pt x="417850" y="50420"/>
                  <a:pt x="418710" y="49822"/>
                  <a:pt x="419954" y="49344"/>
                </a:cubicBezTo>
                <a:cubicBezTo>
                  <a:pt x="421197" y="48866"/>
                  <a:pt x="422799" y="48507"/>
                  <a:pt x="424759" y="48268"/>
                </a:cubicBezTo>
                <a:cubicBezTo>
                  <a:pt x="426719" y="48029"/>
                  <a:pt x="429182" y="47910"/>
                  <a:pt x="432146" y="47910"/>
                </a:cubicBezTo>
                <a:cubicBezTo>
                  <a:pt x="435206" y="47910"/>
                  <a:pt x="437741" y="48029"/>
                  <a:pt x="439749" y="48268"/>
                </a:cubicBezTo>
                <a:cubicBezTo>
                  <a:pt x="441757" y="48507"/>
                  <a:pt x="443311" y="48866"/>
                  <a:pt x="444411" y="49344"/>
                </a:cubicBezTo>
                <a:cubicBezTo>
                  <a:pt x="445510" y="49822"/>
                  <a:pt x="446299" y="50420"/>
                  <a:pt x="446777" y="51137"/>
                </a:cubicBezTo>
                <a:cubicBezTo>
                  <a:pt x="447256" y="51854"/>
                  <a:pt x="447495" y="52691"/>
                  <a:pt x="447495" y="53647"/>
                </a:cubicBezTo>
                <a:lnTo>
                  <a:pt x="447495" y="68422"/>
                </a:lnTo>
                <a:cubicBezTo>
                  <a:pt x="454571" y="60724"/>
                  <a:pt x="461767" y="54950"/>
                  <a:pt x="469083" y="51101"/>
                </a:cubicBezTo>
                <a:cubicBezTo>
                  <a:pt x="476398" y="47252"/>
                  <a:pt x="484025" y="45328"/>
                  <a:pt x="491962" y="45328"/>
                </a:cubicBezTo>
                <a:cubicBezTo>
                  <a:pt x="500664" y="45328"/>
                  <a:pt x="508003" y="46764"/>
                  <a:pt x="513980" y="49636"/>
                </a:cubicBezTo>
                <a:cubicBezTo>
                  <a:pt x="519957" y="52507"/>
                  <a:pt x="524786" y="56409"/>
                  <a:pt x="528468" y="61340"/>
                </a:cubicBezTo>
                <a:cubicBezTo>
                  <a:pt x="532150" y="66267"/>
                  <a:pt x="534803" y="72035"/>
                  <a:pt x="536429" y="78642"/>
                </a:cubicBezTo>
                <a:cubicBezTo>
                  <a:pt x="538055" y="85247"/>
                  <a:pt x="538868" y="93191"/>
                  <a:pt x="538868" y="102476"/>
                </a:cubicBezTo>
                <a:lnTo>
                  <a:pt x="538868" y="181594"/>
                </a:lnTo>
                <a:close/>
                <a:moveTo>
                  <a:pt x="728451" y="172418"/>
                </a:moveTo>
                <a:cubicBezTo>
                  <a:pt x="729598" y="175861"/>
                  <a:pt x="730315" y="178586"/>
                  <a:pt x="730602" y="180594"/>
                </a:cubicBezTo>
                <a:cubicBezTo>
                  <a:pt x="730889" y="182602"/>
                  <a:pt x="730507" y="184108"/>
                  <a:pt x="729455" y="185113"/>
                </a:cubicBezTo>
                <a:cubicBezTo>
                  <a:pt x="728403" y="186117"/>
                  <a:pt x="726538" y="186738"/>
                  <a:pt x="723860" y="186977"/>
                </a:cubicBezTo>
                <a:cubicBezTo>
                  <a:pt x="721183" y="187216"/>
                  <a:pt x="717501" y="187336"/>
                  <a:pt x="712815" y="187336"/>
                </a:cubicBezTo>
                <a:cubicBezTo>
                  <a:pt x="707938" y="187336"/>
                  <a:pt x="704137" y="187264"/>
                  <a:pt x="701412" y="187121"/>
                </a:cubicBezTo>
                <a:cubicBezTo>
                  <a:pt x="698686" y="186977"/>
                  <a:pt x="696606" y="186690"/>
                  <a:pt x="695172" y="186260"/>
                </a:cubicBezTo>
                <a:cubicBezTo>
                  <a:pt x="693738" y="185830"/>
                  <a:pt x="692733" y="185232"/>
                  <a:pt x="692160" y="184467"/>
                </a:cubicBezTo>
                <a:cubicBezTo>
                  <a:pt x="691586" y="183702"/>
                  <a:pt x="691108" y="182698"/>
                  <a:pt x="690725" y="181455"/>
                </a:cubicBezTo>
                <a:lnTo>
                  <a:pt x="678246" y="144016"/>
                </a:lnTo>
                <a:lnTo>
                  <a:pt x="608533" y="144016"/>
                </a:lnTo>
                <a:lnTo>
                  <a:pt x="596770" y="180451"/>
                </a:lnTo>
                <a:cubicBezTo>
                  <a:pt x="596388" y="181789"/>
                  <a:pt x="595886" y="182913"/>
                  <a:pt x="595264" y="183822"/>
                </a:cubicBezTo>
                <a:cubicBezTo>
                  <a:pt x="594643" y="184730"/>
                  <a:pt x="593639" y="185447"/>
                  <a:pt x="592252" y="185973"/>
                </a:cubicBezTo>
                <a:cubicBezTo>
                  <a:pt x="590865" y="186499"/>
                  <a:pt x="588905" y="186858"/>
                  <a:pt x="586371" y="187049"/>
                </a:cubicBezTo>
                <a:cubicBezTo>
                  <a:pt x="583837" y="187240"/>
                  <a:pt x="580514" y="187336"/>
                  <a:pt x="576402" y="187336"/>
                </a:cubicBezTo>
                <a:cubicBezTo>
                  <a:pt x="572003" y="187336"/>
                  <a:pt x="568560" y="187192"/>
                  <a:pt x="566074" y="186906"/>
                </a:cubicBezTo>
                <a:cubicBezTo>
                  <a:pt x="563587" y="186619"/>
                  <a:pt x="561866" y="185925"/>
                  <a:pt x="560910" y="184826"/>
                </a:cubicBezTo>
                <a:cubicBezTo>
                  <a:pt x="559953" y="183726"/>
                  <a:pt x="559619" y="182172"/>
                  <a:pt x="559906" y="180164"/>
                </a:cubicBezTo>
                <a:cubicBezTo>
                  <a:pt x="560193" y="178156"/>
                  <a:pt x="560910" y="175478"/>
                  <a:pt x="562057" y="172131"/>
                </a:cubicBezTo>
                <a:lnTo>
                  <a:pt x="619291" y="7459"/>
                </a:lnTo>
                <a:cubicBezTo>
                  <a:pt x="619865" y="5833"/>
                  <a:pt x="620534" y="4518"/>
                  <a:pt x="621299" y="3514"/>
                </a:cubicBezTo>
                <a:cubicBezTo>
                  <a:pt x="622064" y="2510"/>
                  <a:pt x="623283" y="1745"/>
                  <a:pt x="624957" y="1219"/>
                </a:cubicBezTo>
                <a:cubicBezTo>
                  <a:pt x="626630" y="693"/>
                  <a:pt x="628949" y="359"/>
                  <a:pt x="631914" y="215"/>
                </a:cubicBezTo>
                <a:cubicBezTo>
                  <a:pt x="634878" y="72"/>
                  <a:pt x="638799" y="0"/>
                  <a:pt x="643676" y="0"/>
                </a:cubicBezTo>
                <a:cubicBezTo>
                  <a:pt x="649318" y="0"/>
                  <a:pt x="653813" y="72"/>
                  <a:pt x="657160" y="215"/>
                </a:cubicBezTo>
                <a:cubicBezTo>
                  <a:pt x="660507" y="359"/>
                  <a:pt x="663113" y="693"/>
                  <a:pt x="664977" y="1219"/>
                </a:cubicBezTo>
                <a:cubicBezTo>
                  <a:pt x="666842" y="1745"/>
                  <a:pt x="668181" y="2534"/>
                  <a:pt x="668994" y="3586"/>
                </a:cubicBezTo>
                <a:cubicBezTo>
                  <a:pt x="669807" y="4638"/>
                  <a:pt x="670500" y="6072"/>
                  <a:pt x="671074" y="7889"/>
                </a:cubicBezTo>
                <a:lnTo>
                  <a:pt x="728451" y="172418"/>
                </a:lnTo>
                <a:moveTo>
                  <a:pt x="643246" y="36156"/>
                </a:moveTo>
                <a:lnTo>
                  <a:pt x="643102" y="36156"/>
                </a:lnTo>
                <a:lnTo>
                  <a:pt x="616852" y="115041"/>
                </a:lnTo>
                <a:lnTo>
                  <a:pt x="669496" y="115041"/>
                </a:lnTo>
                <a:lnTo>
                  <a:pt x="643246" y="36156"/>
                </a:lnTo>
                <a:close/>
                <a:moveTo>
                  <a:pt x="867074" y="62541"/>
                </a:moveTo>
                <a:cubicBezTo>
                  <a:pt x="867074" y="67131"/>
                  <a:pt x="866548" y="70526"/>
                  <a:pt x="865496" y="72725"/>
                </a:cubicBezTo>
                <a:cubicBezTo>
                  <a:pt x="864444" y="74925"/>
                  <a:pt x="863153" y="76025"/>
                  <a:pt x="861623" y="76025"/>
                </a:cubicBezTo>
                <a:lnTo>
                  <a:pt x="846561" y="76025"/>
                </a:lnTo>
                <a:cubicBezTo>
                  <a:pt x="848665" y="78299"/>
                  <a:pt x="850171" y="80882"/>
                  <a:pt x="851080" y="83775"/>
                </a:cubicBezTo>
                <a:cubicBezTo>
                  <a:pt x="851988" y="86668"/>
                  <a:pt x="852442" y="89678"/>
                  <a:pt x="852442" y="92807"/>
                </a:cubicBezTo>
                <a:cubicBezTo>
                  <a:pt x="852442" y="100266"/>
                  <a:pt x="851199" y="106889"/>
                  <a:pt x="848713" y="112674"/>
                </a:cubicBezTo>
                <a:cubicBezTo>
                  <a:pt x="846227" y="118460"/>
                  <a:pt x="842664" y="123337"/>
                  <a:pt x="838026" y="127305"/>
                </a:cubicBezTo>
                <a:cubicBezTo>
                  <a:pt x="833388" y="131274"/>
                  <a:pt x="827794" y="134286"/>
                  <a:pt x="821244" y="136342"/>
                </a:cubicBezTo>
                <a:cubicBezTo>
                  <a:pt x="814693" y="138398"/>
                  <a:pt x="807401" y="139426"/>
                  <a:pt x="799369" y="139426"/>
                </a:cubicBezTo>
                <a:cubicBezTo>
                  <a:pt x="795257" y="139426"/>
                  <a:pt x="791336" y="138924"/>
                  <a:pt x="787606" y="137920"/>
                </a:cubicBezTo>
                <a:cubicBezTo>
                  <a:pt x="783877" y="136916"/>
                  <a:pt x="781008" y="135744"/>
                  <a:pt x="779000" y="134406"/>
                </a:cubicBezTo>
                <a:cubicBezTo>
                  <a:pt x="777852" y="135649"/>
                  <a:pt x="776824" y="137131"/>
                  <a:pt x="775916" y="138852"/>
                </a:cubicBezTo>
                <a:cubicBezTo>
                  <a:pt x="775007" y="140574"/>
                  <a:pt x="774553" y="142486"/>
                  <a:pt x="774553" y="144590"/>
                </a:cubicBezTo>
                <a:cubicBezTo>
                  <a:pt x="774553" y="147363"/>
                  <a:pt x="775772" y="149634"/>
                  <a:pt x="778211" y="151404"/>
                </a:cubicBezTo>
                <a:cubicBezTo>
                  <a:pt x="780649" y="153173"/>
                  <a:pt x="784068" y="154153"/>
                  <a:pt x="788467" y="154344"/>
                </a:cubicBezTo>
                <a:lnTo>
                  <a:pt x="819594" y="155496"/>
                </a:lnTo>
                <a:cubicBezTo>
                  <a:pt x="826862" y="155783"/>
                  <a:pt x="833341" y="156814"/>
                  <a:pt x="839031" y="158589"/>
                </a:cubicBezTo>
                <a:cubicBezTo>
                  <a:pt x="844720" y="160364"/>
                  <a:pt x="849502" y="162860"/>
                  <a:pt x="853375" y="166075"/>
                </a:cubicBezTo>
                <a:cubicBezTo>
                  <a:pt x="857248" y="169291"/>
                  <a:pt x="860212" y="173153"/>
                  <a:pt x="862268" y="177662"/>
                </a:cubicBezTo>
                <a:cubicBezTo>
                  <a:pt x="864324" y="182172"/>
                  <a:pt x="865352" y="187305"/>
                  <a:pt x="865352" y="193060"/>
                </a:cubicBezTo>
                <a:cubicBezTo>
                  <a:pt x="865352" y="199393"/>
                  <a:pt x="863966" y="205365"/>
                  <a:pt x="861192" y="210977"/>
                </a:cubicBezTo>
                <a:cubicBezTo>
                  <a:pt x="858419" y="216592"/>
                  <a:pt x="854259" y="221463"/>
                  <a:pt x="848713" y="225590"/>
                </a:cubicBezTo>
                <a:cubicBezTo>
                  <a:pt x="843166" y="229717"/>
                  <a:pt x="836210" y="232979"/>
                  <a:pt x="827842" y="235376"/>
                </a:cubicBezTo>
                <a:cubicBezTo>
                  <a:pt x="819475" y="237775"/>
                  <a:pt x="809697" y="238975"/>
                  <a:pt x="798508" y="238975"/>
                </a:cubicBezTo>
                <a:cubicBezTo>
                  <a:pt x="787606" y="238975"/>
                  <a:pt x="778307" y="238113"/>
                  <a:pt x="770608" y="236389"/>
                </a:cubicBezTo>
                <a:cubicBezTo>
                  <a:pt x="762910" y="234664"/>
                  <a:pt x="756599" y="232269"/>
                  <a:pt x="751674" y="229203"/>
                </a:cubicBezTo>
                <a:cubicBezTo>
                  <a:pt x="746749" y="226140"/>
                  <a:pt x="743163" y="222478"/>
                  <a:pt x="740916" y="218216"/>
                </a:cubicBezTo>
                <a:cubicBezTo>
                  <a:pt x="738669" y="213955"/>
                  <a:pt x="737545" y="209287"/>
                  <a:pt x="737545" y="204213"/>
                </a:cubicBezTo>
                <a:cubicBezTo>
                  <a:pt x="737545" y="201051"/>
                  <a:pt x="737951" y="198033"/>
                  <a:pt x="738764" y="195158"/>
                </a:cubicBezTo>
                <a:cubicBezTo>
                  <a:pt x="739577" y="192286"/>
                  <a:pt x="740772" y="189532"/>
                  <a:pt x="742350" y="186897"/>
                </a:cubicBezTo>
                <a:cubicBezTo>
                  <a:pt x="743928" y="184264"/>
                  <a:pt x="745865" y="181751"/>
                  <a:pt x="748160" y="179357"/>
                </a:cubicBezTo>
                <a:cubicBezTo>
                  <a:pt x="750455" y="176963"/>
                  <a:pt x="753085" y="174665"/>
                  <a:pt x="756049" y="172463"/>
                </a:cubicBezTo>
                <a:cubicBezTo>
                  <a:pt x="751937" y="170254"/>
                  <a:pt x="748757" y="167255"/>
                  <a:pt x="746510" y="163466"/>
                </a:cubicBezTo>
                <a:cubicBezTo>
                  <a:pt x="744263" y="159674"/>
                  <a:pt x="743139" y="155522"/>
                  <a:pt x="743139" y="151009"/>
                </a:cubicBezTo>
                <a:cubicBezTo>
                  <a:pt x="743139" y="145346"/>
                  <a:pt x="744430" y="140187"/>
                  <a:pt x="747012" y="135531"/>
                </a:cubicBezTo>
                <a:cubicBezTo>
                  <a:pt x="749594" y="130875"/>
                  <a:pt x="752941" y="126675"/>
                  <a:pt x="757053" y="122930"/>
                </a:cubicBezTo>
                <a:cubicBezTo>
                  <a:pt x="753706" y="119583"/>
                  <a:pt x="751029" y="115567"/>
                  <a:pt x="749020" y="110881"/>
                </a:cubicBezTo>
                <a:cubicBezTo>
                  <a:pt x="747012" y="106195"/>
                  <a:pt x="746008" y="100362"/>
                  <a:pt x="746008" y="93381"/>
                </a:cubicBezTo>
                <a:cubicBezTo>
                  <a:pt x="746008" y="85922"/>
                  <a:pt x="747323" y="79252"/>
                  <a:pt x="749953" y="73371"/>
                </a:cubicBezTo>
                <a:cubicBezTo>
                  <a:pt x="752583" y="67490"/>
                  <a:pt x="756240" y="62517"/>
                  <a:pt x="760926" y="58453"/>
                </a:cubicBezTo>
                <a:cubicBezTo>
                  <a:pt x="765612" y="54389"/>
                  <a:pt x="771206" y="51281"/>
                  <a:pt x="777709" y="49129"/>
                </a:cubicBezTo>
                <a:cubicBezTo>
                  <a:pt x="784212" y="46977"/>
                  <a:pt x="791384" y="45902"/>
                  <a:pt x="799225" y="45902"/>
                </a:cubicBezTo>
                <a:cubicBezTo>
                  <a:pt x="803242" y="45902"/>
                  <a:pt x="807091" y="46154"/>
                  <a:pt x="810772" y="46659"/>
                </a:cubicBezTo>
                <a:cubicBezTo>
                  <a:pt x="814454" y="47161"/>
                  <a:pt x="817873" y="47865"/>
                  <a:pt x="821029" y="48770"/>
                </a:cubicBezTo>
                <a:lnTo>
                  <a:pt x="861623" y="48770"/>
                </a:lnTo>
                <a:cubicBezTo>
                  <a:pt x="863248" y="48770"/>
                  <a:pt x="864563" y="49822"/>
                  <a:pt x="865567" y="51926"/>
                </a:cubicBezTo>
                <a:cubicBezTo>
                  <a:pt x="866572" y="54030"/>
                  <a:pt x="867074" y="57568"/>
                  <a:pt x="867074" y="62541"/>
                </a:cubicBezTo>
                <a:moveTo>
                  <a:pt x="820742" y="92592"/>
                </a:moveTo>
                <a:cubicBezTo>
                  <a:pt x="820742" y="85731"/>
                  <a:pt x="818829" y="80394"/>
                  <a:pt x="815004" y="76580"/>
                </a:cubicBezTo>
                <a:cubicBezTo>
                  <a:pt x="811179" y="72767"/>
                  <a:pt x="805776" y="70861"/>
                  <a:pt x="798795" y="70861"/>
                </a:cubicBezTo>
                <a:cubicBezTo>
                  <a:pt x="795257" y="70861"/>
                  <a:pt x="792149" y="71457"/>
                  <a:pt x="789471" y="72649"/>
                </a:cubicBezTo>
                <a:cubicBezTo>
                  <a:pt x="786794" y="73839"/>
                  <a:pt x="784570" y="75458"/>
                  <a:pt x="782801" y="77508"/>
                </a:cubicBezTo>
                <a:cubicBezTo>
                  <a:pt x="781032" y="79558"/>
                  <a:pt x="779717" y="81942"/>
                  <a:pt x="778856" y="84658"/>
                </a:cubicBezTo>
                <a:cubicBezTo>
                  <a:pt x="777996" y="87374"/>
                  <a:pt x="777565" y="90210"/>
                  <a:pt x="777565" y="93166"/>
                </a:cubicBezTo>
                <a:cubicBezTo>
                  <a:pt x="777565" y="99645"/>
                  <a:pt x="779478" y="104767"/>
                  <a:pt x="783303" y="108532"/>
                </a:cubicBezTo>
                <a:cubicBezTo>
                  <a:pt x="787128" y="112298"/>
                  <a:pt x="792436" y="114180"/>
                  <a:pt x="799225" y="114180"/>
                </a:cubicBezTo>
                <a:cubicBezTo>
                  <a:pt x="802859" y="114180"/>
                  <a:pt x="806015" y="113609"/>
                  <a:pt x="808692" y="112468"/>
                </a:cubicBezTo>
                <a:cubicBezTo>
                  <a:pt x="811370" y="111323"/>
                  <a:pt x="813593" y="109750"/>
                  <a:pt x="815363" y="107748"/>
                </a:cubicBezTo>
                <a:cubicBezTo>
                  <a:pt x="817132" y="105746"/>
                  <a:pt x="818470" y="103434"/>
                  <a:pt x="819379" y="100813"/>
                </a:cubicBezTo>
                <a:cubicBezTo>
                  <a:pt x="820287" y="98192"/>
                  <a:pt x="820742" y="95452"/>
                  <a:pt x="820742" y="92592"/>
                </a:cubicBezTo>
                <a:moveTo>
                  <a:pt x="829205" y="194916"/>
                </a:moveTo>
                <a:cubicBezTo>
                  <a:pt x="829205" y="190577"/>
                  <a:pt x="827483" y="187251"/>
                  <a:pt x="824041" y="184938"/>
                </a:cubicBezTo>
                <a:cubicBezTo>
                  <a:pt x="820598" y="182622"/>
                  <a:pt x="815865" y="181367"/>
                  <a:pt x="809840" y="181172"/>
                </a:cubicBezTo>
                <a:lnTo>
                  <a:pt x="784164" y="180451"/>
                </a:lnTo>
                <a:cubicBezTo>
                  <a:pt x="781677" y="182283"/>
                  <a:pt x="779693" y="184043"/>
                  <a:pt x="778211" y="185731"/>
                </a:cubicBezTo>
                <a:cubicBezTo>
                  <a:pt x="776729" y="187420"/>
                  <a:pt x="775533" y="189035"/>
                  <a:pt x="774625" y="190577"/>
                </a:cubicBezTo>
                <a:cubicBezTo>
                  <a:pt x="773716" y="192122"/>
                  <a:pt x="773119" y="193617"/>
                  <a:pt x="772832" y="195064"/>
                </a:cubicBezTo>
                <a:cubicBezTo>
                  <a:pt x="772545" y="196510"/>
                  <a:pt x="772402" y="198004"/>
                  <a:pt x="772402" y="199546"/>
                </a:cubicBezTo>
                <a:cubicBezTo>
                  <a:pt x="772402" y="204370"/>
                  <a:pt x="774816" y="208035"/>
                  <a:pt x="779645" y="210542"/>
                </a:cubicBezTo>
                <a:cubicBezTo>
                  <a:pt x="784475" y="213049"/>
                  <a:pt x="791288" y="214303"/>
                  <a:pt x="800086" y="214303"/>
                </a:cubicBezTo>
                <a:cubicBezTo>
                  <a:pt x="805537" y="214303"/>
                  <a:pt x="810127" y="213749"/>
                  <a:pt x="813856" y="212640"/>
                </a:cubicBezTo>
                <a:cubicBezTo>
                  <a:pt x="817586" y="211531"/>
                  <a:pt x="820598" y="210060"/>
                  <a:pt x="822893" y="208225"/>
                </a:cubicBezTo>
                <a:cubicBezTo>
                  <a:pt x="825188" y="206393"/>
                  <a:pt x="826814" y="204343"/>
                  <a:pt x="827770" y="202075"/>
                </a:cubicBezTo>
                <a:cubicBezTo>
                  <a:pt x="828727" y="199809"/>
                  <a:pt x="829205" y="197423"/>
                  <a:pt x="829205" y="194916"/>
                </a:cubicBezTo>
                <a:close/>
                <a:moveTo>
                  <a:pt x="1006017" y="113871"/>
                </a:moveTo>
                <a:cubicBezTo>
                  <a:pt x="1006017" y="118279"/>
                  <a:pt x="1005037" y="121536"/>
                  <a:pt x="1003076" y="123643"/>
                </a:cubicBezTo>
                <a:cubicBezTo>
                  <a:pt x="1001116" y="125750"/>
                  <a:pt x="998414" y="126803"/>
                  <a:pt x="994972" y="126803"/>
                </a:cubicBezTo>
                <a:lnTo>
                  <a:pt x="917082" y="126803"/>
                </a:lnTo>
                <a:cubicBezTo>
                  <a:pt x="917082" y="132275"/>
                  <a:pt x="917728" y="137243"/>
                  <a:pt x="919019" y="141708"/>
                </a:cubicBezTo>
                <a:cubicBezTo>
                  <a:pt x="920310" y="146172"/>
                  <a:pt x="922366" y="149966"/>
                  <a:pt x="925187" y="153089"/>
                </a:cubicBezTo>
                <a:cubicBezTo>
                  <a:pt x="928008" y="156209"/>
                  <a:pt x="931642" y="158585"/>
                  <a:pt x="936089" y="160216"/>
                </a:cubicBezTo>
                <a:cubicBezTo>
                  <a:pt x="940535" y="161848"/>
                  <a:pt x="945867" y="162664"/>
                  <a:pt x="952082" y="162664"/>
                </a:cubicBezTo>
                <a:cubicBezTo>
                  <a:pt x="958394" y="162664"/>
                  <a:pt x="963940" y="162202"/>
                  <a:pt x="968722" y="161279"/>
                </a:cubicBezTo>
                <a:cubicBezTo>
                  <a:pt x="973503" y="160355"/>
                  <a:pt x="977639" y="159335"/>
                  <a:pt x="981130" y="158217"/>
                </a:cubicBezTo>
                <a:cubicBezTo>
                  <a:pt x="984620" y="157099"/>
                  <a:pt x="987513" y="156079"/>
                  <a:pt x="989808" y="155155"/>
                </a:cubicBezTo>
                <a:cubicBezTo>
                  <a:pt x="992103" y="154232"/>
                  <a:pt x="993968" y="153770"/>
                  <a:pt x="995402" y="153770"/>
                </a:cubicBezTo>
                <a:cubicBezTo>
                  <a:pt x="996263" y="153770"/>
                  <a:pt x="996980" y="153939"/>
                  <a:pt x="997554" y="154277"/>
                </a:cubicBezTo>
                <a:cubicBezTo>
                  <a:pt x="998127" y="154612"/>
                  <a:pt x="998606" y="155212"/>
                  <a:pt x="998988" y="156079"/>
                </a:cubicBezTo>
                <a:cubicBezTo>
                  <a:pt x="999371" y="156943"/>
                  <a:pt x="999634" y="158168"/>
                  <a:pt x="999777" y="159755"/>
                </a:cubicBezTo>
                <a:cubicBezTo>
                  <a:pt x="999920" y="161341"/>
                  <a:pt x="999992" y="163336"/>
                  <a:pt x="999992" y="165739"/>
                </a:cubicBezTo>
                <a:cubicBezTo>
                  <a:pt x="999992" y="167855"/>
                  <a:pt x="999944" y="169658"/>
                  <a:pt x="999849" y="171149"/>
                </a:cubicBezTo>
                <a:cubicBezTo>
                  <a:pt x="999753" y="172638"/>
                  <a:pt x="999610" y="173911"/>
                  <a:pt x="999418" y="174968"/>
                </a:cubicBezTo>
                <a:cubicBezTo>
                  <a:pt x="999227" y="176026"/>
                  <a:pt x="998940" y="176917"/>
                  <a:pt x="998558" y="177640"/>
                </a:cubicBezTo>
                <a:cubicBezTo>
                  <a:pt x="998175" y="178360"/>
                  <a:pt x="997673" y="179057"/>
                  <a:pt x="997052" y="179729"/>
                </a:cubicBezTo>
                <a:cubicBezTo>
                  <a:pt x="996430" y="180401"/>
                  <a:pt x="994733" y="181311"/>
                  <a:pt x="991959" y="182459"/>
                </a:cubicBezTo>
                <a:cubicBezTo>
                  <a:pt x="989186" y="183606"/>
                  <a:pt x="985648" y="184730"/>
                  <a:pt x="981345" y="185830"/>
                </a:cubicBezTo>
                <a:cubicBezTo>
                  <a:pt x="977041" y="186929"/>
                  <a:pt x="972117" y="187886"/>
                  <a:pt x="966570" y="188699"/>
                </a:cubicBezTo>
                <a:cubicBezTo>
                  <a:pt x="961024" y="189511"/>
                  <a:pt x="955095" y="189918"/>
                  <a:pt x="948783" y="189918"/>
                </a:cubicBezTo>
                <a:cubicBezTo>
                  <a:pt x="937403" y="189918"/>
                  <a:pt x="927434" y="188480"/>
                  <a:pt x="918875" y="185606"/>
                </a:cubicBezTo>
                <a:cubicBezTo>
                  <a:pt x="910317" y="182731"/>
                  <a:pt x="903169" y="178371"/>
                  <a:pt x="897431" y="172525"/>
                </a:cubicBezTo>
                <a:cubicBezTo>
                  <a:pt x="891693" y="166680"/>
                  <a:pt x="887414" y="159303"/>
                  <a:pt x="884593" y="150395"/>
                </a:cubicBezTo>
                <a:cubicBezTo>
                  <a:pt x="881772" y="141484"/>
                  <a:pt x="880361" y="131039"/>
                  <a:pt x="880361" y="119062"/>
                </a:cubicBezTo>
                <a:cubicBezTo>
                  <a:pt x="880361" y="107658"/>
                  <a:pt x="881843" y="97381"/>
                  <a:pt x="884808" y="88231"/>
                </a:cubicBezTo>
                <a:cubicBezTo>
                  <a:pt x="887772" y="79080"/>
                  <a:pt x="892076" y="71319"/>
                  <a:pt x="897718" y="64948"/>
                </a:cubicBezTo>
                <a:cubicBezTo>
                  <a:pt x="903360" y="58574"/>
                  <a:pt x="910221" y="53710"/>
                  <a:pt x="918302" y="50357"/>
                </a:cubicBezTo>
                <a:cubicBezTo>
                  <a:pt x="926382" y="47004"/>
                  <a:pt x="935491" y="45328"/>
                  <a:pt x="945627" y="45328"/>
                </a:cubicBezTo>
                <a:cubicBezTo>
                  <a:pt x="956338" y="45328"/>
                  <a:pt x="965494" y="46909"/>
                  <a:pt x="973097" y="50070"/>
                </a:cubicBezTo>
                <a:cubicBezTo>
                  <a:pt x="980699" y="53232"/>
                  <a:pt x="986939" y="57615"/>
                  <a:pt x="991816" y="63218"/>
                </a:cubicBezTo>
                <a:cubicBezTo>
                  <a:pt x="996693" y="68821"/>
                  <a:pt x="1000279" y="75455"/>
                  <a:pt x="1002574" y="83120"/>
                </a:cubicBezTo>
                <a:cubicBezTo>
                  <a:pt x="1004869" y="90783"/>
                  <a:pt x="1006017" y="99117"/>
                  <a:pt x="1006017" y="108124"/>
                </a:cubicBezTo>
                <a:lnTo>
                  <a:pt x="1006017" y="113871"/>
                </a:lnTo>
                <a:moveTo>
                  <a:pt x="971017" y="103565"/>
                </a:moveTo>
                <a:cubicBezTo>
                  <a:pt x="971304" y="93384"/>
                  <a:pt x="969272" y="85389"/>
                  <a:pt x="964921" y="79579"/>
                </a:cubicBezTo>
                <a:cubicBezTo>
                  <a:pt x="960569" y="73767"/>
                  <a:pt x="953852" y="70861"/>
                  <a:pt x="944767" y="70861"/>
                </a:cubicBezTo>
                <a:cubicBezTo>
                  <a:pt x="940177" y="70861"/>
                  <a:pt x="936184" y="71726"/>
                  <a:pt x="932789" y="73456"/>
                </a:cubicBezTo>
                <a:cubicBezTo>
                  <a:pt x="929395" y="75183"/>
                  <a:pt x="926574" y="77513"/>
                  <a:pt x="924326" y="80444"/>
                </a:cubicBezTo>
                <a:cubicBezTo>
                  <a:pt x="922079" y="83373"/>
                  <a:pt x="920358" y="86831"/>
                  <a:pt x="919162" y="90817"/>
                </a:cubicBezTo>
                <a:cubicBezTo>
                  <a:pt x="917967" y="94801"/>
                  <a:pt x="917274" y="99050"/>
                  <a:pt x="917082" y="103565"/>
                </a:cubicBezTo>
                <a:lnTo>
                  <a:pt x="971017" y="103565"/>
                </a:lnTo>
                <a:close/>
                <a:moveTo>
                  <a:pt x="1158446" y="181594"/>
                </a:moveTo>
                <a:cubicBezTo>
                  <a:pt x="1158446" y="182550"/>
                  <a:pt x="1158159" y="183388"/>
                  <a:pt x="1157585" y="184108"/>
                </a:cubicBezTo>
                <a:cubicBezTo>
                  <a:pt x="1157012" y="184826"/>
                  <a:pt x="1156055" y="185423"/>
                  <a:pt x="1154717" y="185901"/>
                </a:cubicBezTo>
                <a:cubicBezTo>
                  <a:pt x="1153378" y="186380"/>
                  <a:pt x="1151537" y="186738"/>
                  <a:pt x="1149194" y="186977"/>
                </a:cubicBezTo>
                <a:cubicBezTo>
                  <a:pt x="1146851" y="187216"/>
                  <a:pt x="1143958" y="187336"/>
                  <a:pt x="1140516" y="187336"/>
                </a:cubicBezTo>
                <a:cubicBezTo>
                  <a:pt x="1136977" y="187336"/>
                  <a:pt x="1134037" y="187216"/>
                  <a:pt x="1131694" y="186977"/>
                </a:cubicBezTo>
                <a:cubicBezTo>
                  <a:pt x="1129351" y="186738"/>
                  <a:pt x="1127510" y="186380"/>
                  <a:pt x="1126171" y="185901"/>
                </a:cubicBezTo>
                <a:cubicBezTo>
                  <a:pt x="1124833" y="185423"/>
                  <a:pt x="1123876" y="184826"/>
                  <a:pt x="1123303" y="184108"/>
                </a:cubicBezTo>
                <a:cubicBezTo>
                  <a:pt x="1122729" y="183391"/>
                  <a:pt x="1122442" y="182554"/>
                  <a:pt x="1122442" y="181598"/>
                </a:cubicBezTo>
                <a:lnTo>
                  <a:pt x="1122442" y="108586"/>
                </a:lnTo>
                <a:cubicBezTo>
                  <a:pt x="1122442" y="102370"/>
                  <a:pt x="1121988" y="97493"/>
                  <a:pt x="1121079" y="93955"/>
                </a:cubicBezTo>
                <a:cubicBezTo>
                  <a:pt x="1120171" y="90417"/>
                  <a:pt x="1118856" y="87380"/>
                  <a:pt x="1117135" y="84846"/>
                </a:cubicBezTo>
                <a:cubicBezTo>
                  <a:pt x="1115413" y="82312"/>
                  <a:pt x="1113190" y="80352"/>
                  <a:pt x="1110465" y="78965"/>
                </a:cubicBezTo>
                <a:cubicBezTo>
                  <a:pt x="1107739" y="77578"/>
                  <a:pt x="1104559" y="76885"/>
                  <a:pt x="1100926" y="76885"/>
                </a:cubicBezTo>
                <a:cubicBezTo>
                  <a:pt x="1096335" y="76885"/>
                  <a:pt x="1091697" y="78559"/>
                  <a:pt x="1087012" y="81906"/>
                </a:cubicBezTo>
                <a:cubicBezTo>
                  <a:pt x="1082326" y="85253"/>
                  <a:pt x="1077449" y="90130"/>
                  <a:pt x="1072381" y="96537"/>
                </a:cubicBezTo>
                <a:lnTo>
                  <a:pt x="1072381" y="181598"/>
                </a:lnTo>
                <a:cubicBezTo>
                  <a:pt x="1072381" y="182554"/>
                  <a:pt x="1072094" y="183391"/>
                  <a:pt x="1071520" y="184108"/>
                </a:cubicBezTo>
                <a:cubicBezTo>
                  <a:pt x="1070946" y="184826"/>
                  <a:pt x="1069966" y="185423"/>
                  <a:pt x="1068579" y="185901"/>
                </a:cubicBezTo>
                <a:cubicBezTo>
                  <a:pt x="1067193" y="186380"/>
                  <a:pt x="1065352" y="186738"/>
                  <a:pt x="1063057" y="186977"/>
                </a:cubicBezTo>
                <a:cubicBezTo>
                  <a:pt x="1060762" y="187216"/>
                  <a:pt x="1057845" y="187336"/>
                  <a:pt x="1054307" y="187336"/>
                </a:cubicBezTo>
                <a:cubicBezTo>
                  <a:pt x="1050769" y="187336"/>
                  <a:pt x="1047852" y="187216"/>
                  <a:pt x="1045557" y="186977"/>
                </a:cubicBezTo>
                <a:cubicBezTo>
                  <a:pt x="1043262" y="186738"/>
                  <a:pt x="1041421" y="186380"/>
                  <a:pt x="1040034" y="185901"/>
                </a:cubicBezTo>
                <a:cubicBezTo>
                  <a:pt x="1038648" y="185423"/>
                  <a:pt x="1037667" y="184826"/>
                  <a:pt x="1037094" y="184108"/>
                </a:cubicBezTo>
                <a:cubicBezTo>
                  <a:pt x="1036520" y="183391"/>
                  <a:pt x="1036233" y="182554"/>
                  <a:pt x="1036233" y="181598"/>
                </a:cubicBezTo>
                <a:lnTo>
                  <a:pt x="1036233" y="53647"/>
                </a:lnTo>
                <a:cubicBezTo>
                  <a:pt x="1036233" y="52691"/>
                  <a:pt x="1036472" y="51854"/>
                  <a:pt x="1036950" y="51137"/>
                </a:cubicBezTo>
                <a:cubicBezTo>
                  <a:pt x="1037428" y="50420"/>
                  <a:pt x="1038289" y="49822"/>
                  <a:pt x="1039532" y="49344"/>
                </a:cubicBezTo>
                <a:cubicBezTo>
                  <a:pt x="1040775" y="48866"/>
                  <a:pt x="1042377" y="48507"/>
                  <a:pt x="1044338" y="48268"/>
                </a:cubicBezTo>
                <a:cubicBezTo>
                  <a:pt x="1046298" y="48029"/>
                  <a:pt x="1048760" y="47910"/>
                  <a:pt x="1051725" y="47910"/>
                </a:cubicBezTo>
                <a:cubicBezTo>
                  <a:pt x="1054785" y="47910"/>
                  <a:pt x="1057319" y="48029"/>
                  <a:pt x="1059327" y="48268"/>
                </a:cubicBezTo>
                <a:cubicBezTo>
                  <a:pt x="1061335" y="48507"/>
                  <a:pt x="1062889" y="48866"/>
                  <a:pt x="1063989" y="49344"/>
                </a:cubicBezTo>
                <a:cubicBezTo>
                  <a:pt x="1065089" y="49822"/>
                  <a:pt x="1065878" y="50420"/>
                  <a:pt x="1066356" y="51137"/>
                </a:cubicBezTo>
                <a:cubicBezTo>
                  <a:pt x="1066834" y="51854"/>
                  <a:pt x="1067073" y="52691"/>
                  <a:pt x="1067073" y="53647"/>
                </a:cubicBezTo>
                <a:lnTo>
                  <a:pt x="1067073" y="68422"/>
                </a:lnTo>
                <a:cubicBezTo>
                  <a:pt x="1074150" y="60724"/>
                  <a:pt x="1081346" y="54950"/>
                  <a:pt x="1088661" y="51101"/>
                </a:cubicBezTo>
                <a:cubicBezTo>
                  <a:pt x="1095977" y="47252"/>
                  <a:pt x="1103603" y="45328"/>
                  <a:pt x="1111540" y="45328"/>
                </a:cubicBezTo>
                <a:cubicBezTo>
                  <a:pt x="1120243" y="45328"/>
                  <a:pt x="1127582" y="46764"/>
                  <a:pt x="1133559" y="49636"/>
                </a:cubicBezTo>
                <a:cubicBezTo>
                  <a:pt x="1139536" y="52507"/>
                  <a:pt x="1144365" y="56409"/>
                  <a:pt x="1148046" y="61340"/>
                </a:cubicBezTo>
                <a:cubicBezTo>
                  <a:pt x="1151728" y="66267"/>
                  <a:pt x="1154382" y="72035"/>
                  <a:pt x="1156008" y="78642"/>
                </a:cubicBezTo>
                <a:cubicBezTo>
                  <a:pt x="1157633" y="85247"/>
                  <a:pt x="1158446" y="93191"/>
                  <a:pt x="1158446" y="102476"/>
                </a:cubicBezTo>
                <a:lnTo>
                  <a:pt x="1158446" y="181594"/>
                </a:lnTo>
                <a:close/>
                <a:moveTo>
                  <a:pt x="1266846" y="168877"/>
                </a:moveTo>
                <a:cubicBezTo>
                  <a:pt x="1266846" y="173105"/>
                  <a:pt x="1266583" y="176349"/>
                  <a:pt x="1266057" y="178608"/>
                </a:cubicBezTo>
                <a:cubicBezTo>
                  <a:pt x="1265531" y="180865"/>
                  <a:pt x="1264838" y="182450"/>
                  <a:pt x="1263977" y="183364"/>
                </a:cubicBezTo>
                <a:cubicBezTo>
                  <a:pt x="1263117" y="184276"/>
                  <a:pt x="1261850" y="185092"/>
                  <a:pt x="1260176" y="185812"/>
                </a:cubicBezTo>
                <a:cubicBezTo>
                  <a:pt x="1258503" y="186532"/>
                  <a:pt x="1256542" y="187157"/>
                  <a:pt x="1254295" y="187686"/>
                </a:cubicBezTo>
                <a:cubicBezTo>
                  <a:pt x="1252048" y="188214"/>
                  <a:pt x="1249609" y="188622"/>
                  <a:pt x="1246979" y="188909"/>
                </a:cubicBezTo>
                <a:cubicBezTo>
                  <a:pt x="1244350" y="189199"/>
                  <a:pt x="1241696" y="189344"/>
                  <a:pt x="1239018" y="189344"/>
                </a:cubicBezTo>
                <a:cubicBezTo>
                  <a:pt x="1231846" y="189344"/>
                  <a:pt x="1225630" y="188436"/>
                  <a:pt x="1220371" y="186619"/>
                </a:cubicBezTo>
                <a:cubicBezTo>
                  <a:pt x="1215111" y="184802"/>
                  <a:pt x="1210760" y="182005"/>
                  <a:pt x="1207318" y="178227"/>
                </a:cubicBezTo>
                <a:cubicBezTo>
                  <a:pt x="1203875" y="174450"/>
                  <a:pt x="1201341" y="169692"/>
                  <a:pt x="1199715" y="163955"/>
                </a:cubicBezTo>
                <a:cubicBezTo>
                  <a:pt x="1198089" y="158217"/>
                  <a:pt x="1197277" y="151427"/>
                  <a:pt x="1197277" y="143586"/>
                </a:cubicBezTo>
                <a:lnTo>
                  <a:pt x="1197277" y="78033"/>
                </a:lnTo>
                <a:lnTo>
                  <a:pt x="1181928" y="78033"/>
                </a:lnTo>
                <a:cubicBezTo>
                  <a:pt x="1180111" y="78033"/>
                  <a:pt x="1178725" y="76909"/>
                  <a:pt x="1177768" y="74662"/>
                </a:cubicBezTo>
                <a:cubicBezTo>
                  <a:pt x="1176812" y="72415"/>
                  <a:pt x="1176334" y="68661"/>
                  <a:pt x="1176334" y="63402"/>
                </a:cubicBezTo>
                <a:cubicBezTo>
                  <a:pt x="1176334" y="60628"/>
                  <a:pt x="1176454" y="58285"/>
                  <a:pt x="1176693" y="56373"/>
                </a:cubicBezTo>
                <a:cubicBezTo>
                  <a:pt x="1176932" y="54460"/>
                  <a:pt x="1177290" y="52954"/>
                  <a:pt x="1177768" y="51854"/>
                </a:cubicBezTo>
                <a:cubicBezTo>
                  <a:pt x="1178247" y="50755"/>
                  <a:pt x="1178844" y="49966"/>
                  <a:pt x="1179561" y="49488"/>
                </a:cubicBezTo>
                <a:cubicBezTo>
                  <a:pt x="1180279" y="49010"/>
                  <a:pt x="1181115" y="48770"/>
                  <a:pt x="1182072" y="48770"/>
                </a:cubicBezTo>
                <a:lnTo>
                  <a:pt x="1197277" y="48770"/>
                </a:lnTo>
                <a:lnTo>
                  <a:pt x="1197277" y="20109"/>
                </a:lnTo>
                <a:cubicBezTo>
                  <a:pt x="1197277" y="19147"/>
                  <a:pt x="1197540" y="18281"/>
                  <a:pt x="1198066" y="17513"/>
                </a:cubicBezTo>
                <a:cubicBezTo>
                  <a:pt x="1198591" y="16745"/>
                  <a:pt x="1199548" y="16098"/>
                  <a:pt x="1200934" y="15572"/>
                </a:cubicBezTo>
                <a:cubicBezTo>
                  <a:pt x="1202321" y="15044"/>
                  <a:pt x="1204186" y="14660"/>
                  <a:pt x="1206529" y="14420"/>
                </a:cubicBezTo>
                <a:cubicBezTo>
                  <a:pt x="1208872" y="14178"/>
                  <a:pt x="1211764" y="14057"/>
                  <a:pt x="1215207" y="14057"/>
                </a:cubicBezTo>
                <a:cubicBezTo>
                  <a:pt x="1218745" y="14057"/>
                  <a:pt x="1221686" y="14178"/>
                  <a:pt x="1224029" y="14420"/>
                </a:cubicBezTo>
                <a:cubicBezTo>
                  <a:pt x="1226372" y="14660"/>
                  <a:pt x="1228212" y="15044"/>
                  <a:pt x="1229551" y="15572"/>
                </a:cubicBezTo>
                <a:cubicBezTo>
                  <a:pt x="1230890" y="16098"/>
                  <a:pt x="1231846" y="16745"/>
                  <a:pt x="1232420" y="17513"/>
                </a:cubicBezTo>
                <a:cubicBezTo>
                  <a:pt x="1232994" y="18281"/>
                  <a:pt x="1233281" y="19147"/>
                  <a:pt x="1233281" y="20109"/>
                </a:cubicBezTo>
                <a:lnTo>
                  <a:pt x="1233281" y="48770"/>
                </a:lnTo>
                <a:lnTo>
                  <a:pt x="1261109" y="48770"/>
                </a:lnTo>
                <a:cubicBezTo>
                  <a:pt x="1262065" y="48770"/>
                  <a:pt x="1262902" y="49010"/>
                  <a:pt x="1263619" y="49488"/>
                </a:cubicBezTo>
                <a:cubicBezTo>
                  <a:pt x="1264336" y="49966"/>
                  <a:pt x="1264934" y="50755"/>
                  <a:pt x="1265412" y="51854"/>
                </a:cubicBezTo>
                <a:cubicBezTo>
                  <a:pt x="1265890" y="52954"/>
                  <a:pt x="1266249" y="54460"/>
                  <a:pt x="1266488" y="56373"/>
                </a:cubicBezTo>
                <a:cubicBezTo>
                  <a:pt x="1266727" y="58285"/>
                  <a:pt x="1266846" y="60628"/>
                  <a:pt x="1266846" y="63402"/>
                </a:cubicBezTo>
                <a:cubicBezTo>
                  <a:pt x="1266846" y="68661"/>
                  <a:pt x="1266368" y="72415"/>
                  <a:pt x="1265412" y="74662"/>
                </a:cubicBezTo>
                <a:cubicBezTo>
                  <a:pt x="1264456" y="76909"/>
                  <a:pt x="1263069" y="78033"/>
                  <a:pt x="1261252" y="78033"/>
                </a:cubicBezTo>
                <a:lnTo>
                  <a:pt x="1233281" y="78033"/>
                </a:lnTo>
                <a:lnTo>
                  <a:pt x="1233281" y="138028"/>
                </a:lnTo>
                <a:cubicBezTo>
                  <a:pt x="1233281" y="144996"/>
                  <a:pt x="1234380" y="150223"/>
                  <a:pt x="1236580" y="153708"/>
                </a:cubicBezTo>
                <a:cubicBezTo>
                  <a:pt x="1238779" y="157192"/>
                  <a:pt x="1242700" y="158934"/>
                  <a:pt x="1248342" y="158934"/>
                </a:cubicBezTo>
                <a:cubicBezTo>
                  <a:pt x="1250255" y="158934"/>
                  <a:pt x="1251976" y="158767"/>
                  <a:pt x="1253506" y="158432"/>
                </a:cubicBezTo>
                <a:cubicBezTo>
                  <a:pt x="1255036" y="158098"/>
                  <a:pt x="1256399" y="157715"/>
                  <a:pt x="1257594" y="157285"/>
                </a:cubicBezTo>
                <a:cubicBezTo>
                  <a:pt x="1258790" y="156854"/>
                  <a:pt x="1259794" y="156472"/>
                  <a:pt x="1260606" y="156137"/>
                </a:cubicBezTo>
                <a:cubicBezTo>
                  <a:pt x="1261419" y="155802"/>
                  <a:pt x="1262160" y="155635"/>
                  <a:pt x="1262830" y="155635"/>
                </a:cubicBezTo>
                <a:cubicBezTo>
                  <a:pt x="1263404" y="155635"/>
                  <a:pt x="1263953" y="155802"/>
                  <a:pt x="1264479" y="156137"/>
                </a:cubicBezTo>
                <a:cubicBezTo>
                  <a:pt x="1265005" y="156472"/>
                  <a:pt x="1265412" y="157143"/>
                  <a:pt x="1265699" y="158150"/>
                </a:cubicBezTo>
                <a:cubicBezTo>
                  <a:pt x="1265986" y="159154"/>
                  <a:pt x="1266249" y="160521"/>
                  <a:pt x="1266488" y="162251"/>
                </a:cubicBezTo>
                <a:cubicBezTo>
                  <a:pt x="1266727" y="163979"/>
                  <a:pt x="1266846" y="166187"/>
                  <a:pt x="1266846" y="1688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Macroeconomics">
            <a:extLst xmlns:a="http://schemas.openxmlformats.org/drawingml/2006/main">
              <a:ext uri="{FF2B5EF4-FFF2-40B4-BE49-F238E27FC236}">
                <a16:creationId xmlns:a16="http://schemas.microsoft.com/office/drawing/2014/main" id="{E8882B27-7DE2-4E3B-AF1C-9D0A049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24" y="143992"/>
            <a:ext cx="2045616" cy="198238"/>
          </a:xfrm>
          <a:custGeom xmlns:a="http://schemas.openxmlformats.org/drawingml/2006/main">
            <a:pathLst>
              <a:path w="2045616" h="198238">
                <a:moveTo>
                  <a:pt x="216311" y="189631"/>
                </a:moveTo>
                <a:cubicBezTo>
                  <a:pt x="216311" y="190587"/>
                  <a:pt x="216048" y="191448"/>
                  <a:pt x="215522" y="192213"/>
                </a:cubicBezTo>
                <a:cubicBezTo>
                  <a:pt x="214996" y="192978"/>
                  <a:pt x="214040" y="193600"/>
                  <a:pt x="212654" y="194078"/>
                </a:cubicBezTo>
                <a:cubicBezTo>
                  <a:pt x="211267" y="194556"/>
                  <a:pt x="209426" y="194938"/>
                  <a:pt x="207131" y="195225"/>
                </a:cubicBezTo>
                <a:cubicBezTo>
                  <a:pt x="204836" y="195512"/>
                  <a:pt x="201919" y="195656"/>
                  <a:pt x="198381" y="195656"/>
                </a:cubicBezTo>
                <a:cubicBezTo>
                  <a:pt x="194938" y="195656"/>
                  <a:pt x="192070" y="195512"/>
                  <a:pt x="189774" y="195225"/>
                </a:cubicBezTo>
                <a:cubicBezTo>
                  <a:pt x="187479" y="194938"/>
                  <a:pt x="185662" y="194556"/>
                  <a:pt x="184324" y="194078"/>
                </a:cubicBezTo>
                <a:cubicBezTo>
                  <a:pt x="182985" y="193600"/>
                  <a:pt x="182029" y="192979"/>
                  <a:pt x="181455" y="192217"/>
                </a:cubicBezTo>
                <a:cubicBezTo>
                  <a:pt x="180881" y="191452"/>
                  <a:pt x="180594" y="190592"/>
                  <a:pt x="180594" y="189635"/>
                </a:cubicBezTo>
                <a:lnTo>
                  <a:pt x="180594" y="38729"/>
                </a:lnTo>
                <a:lnTo>
                  <a:pt x="180307" y="38729"/>
                </a:lnTo>
                <a:lnTo>
                  <a:pt x="126516" y="189488"/>
                </a:lnTo>
                <a:cubicBezTo>
                  <a:pt x="126134" y="190731"/>
                  <a:pt x="125512" y="191759"/>
                  <a:pt x="124652" y="192572"/>
                </a:cubicBezTo>
                <a:cubicBezTo>
                  <a:pt x="123791" y="193384"/>
                  <a:pt x="122619" y="194030"/>
                  <a:pt x="121137" y="194508"/>
                </a:cubicBezTo>
                <a:cubicBezTo>
                  <a:pt x="119655" y="194986"/>
                  <a:pt x="117766" y="195297"/>
                  <a:pt x="115471" y="195440"/>
                </a:cubicBezTo>
                <a:cubicBezTo>
                  <a:pt x="113176" y="195584"/>
                  <a:pt x="110403" y="195656"/>
                  <a:pt x="107152" y="195656"/>
                </a:cubicBezTo>
                <a:cubicBezTo>
                  <a:pt x="103900" y="195656"/>
                  <a:pt x="101127" y="195536"/>
                  <a:pt x="98832" y="195297"/>
                </a:cubicBezTo>
                <a:cubicBezTo>
                  <a:pt x="96537" y="195058"/>
                  <a:pt x="94648" y="194675"/>
                  <a:pt x="93166" y="194149"/>
                </a:cubicBezTo>
                <a:cubicBezTo>
                  <a:pt x="91684" y="193623"/>
                  <a:pt x="90512" y="192978"/>
                  <a:pt x="89652" y="192213"/>
                </a:cubicBezTo>
                <a:cubicBezTo>
                  <a:pt x="88791" y="191448"/>
                  <a:pt x="88217" y="190539"/>
                  <a:pt x="87930" y="189488"/>
                </a:cubicBezTo>
                <a:lnTo>
                  <a:pt x="36004" y="38729"/>
                </a:lnTo>
                <a:lnTo>
                  <a:pt x="35717" y="38729"/>
                </a:lnTo>
                <a:lnTo>
                  <a:pt x="35717" y="189635"/>
                </a:lnTo>
                <a:cubicBezTo>
                  <a:pt x="35717" y="190592"/>
                  <a:pt x="35454" y="191452"/>
                  <a:pt x="34928" y="192217"/>
                </a:cubicBezTo>
                <a:cubicBezTo>
                  <a:pt x="34402" y="192979"/>
                  <a:pt x="33422" y="193600"/>
                  <a:pt x="31988" y="194078"/>
                </a:cubicBezTo>
                <a:cubicBezTo>
                  <a:pt x="30553" y="194556"/>
                  <a:pt x="28712" y="194938"/>
                  <a:pt x="26465" y="195225"/>
                </a:cubicBezTo>
                <a:cubicBezTo>
                  <a:pt x="24218" y="195512"/>
                  <a:pt x="21325" y="195656"/>
                  <a:pt x="17787" y="195656"/>
                </a:cubicBezTo>
                <a:cubicBezTo>
                  <a:pt x="14344" y="195656"/>
                  <a:pt x="11475" y="195512"/>
                  <a:pt x="9180" y="195225"/>
                </a:cubicBezTo>
                <a:cubicBezTo>
                  <a:pt x="6885" y="194938"/>
                  <a:pt x="5044" y="194556"/>
                  <a:pt x="3658" y="194078"/>
                </a:cubicBezTo>
                <a:cubicBezTo>
                  <a:pt x="2271" y="193600"/>
                  <a:pt x="1315" y="192978"/>
                  <a:pt x="789" y="192213"/>
                </a:cubicBezTo>
                <a:cubicBezTo>
                  <a:pt x="263" y="191448"/>
                  <a:pt x="0" y="190587"/>
                  <a:pt x="0" y="189631"/>
                </a:cubicBezTo>
                <a:lnTo>
                  <a:pt x="0" y="24242"/>
                </a:lnTo>
                <a:cubicBezTo>
                  <a:pt x="0" y="19365"/>
                  <a:pt x="1291" y="15635"/>
                  <a:pt x="3873" y="13053"/>
                </a:cubicBezTo>
                <a:cubicBezTo>
                  <a:pt x="6455" y="10471"/>
                  <a:pt x="9898" y="9180"/>
                  <a:pt x="14201" y="9180"/>
                </a:cubicBezTo>
                <a:lnTo>
                  <a:pt x="38873" y="9180"/>
                </a:lnTo>
                <a:cubicBezTo>
                  <a:pt x="43272" y="9180"/>
                  <a:pt x="47049" y="9539"/>
                  <a:pt x="50205" y="10256"/>
                </a:cubicBezTo>
                <a:cubicBezTo>
                  <a:pt x="53361" y="10973"/>
                  <a:pt x="56086" y="12169"/>
                  <a:pt x="58381" y="13842"/>
                </a:cubicBezTo>
                <a:cubicBezTo>
                  <a:pt x="60676" y="15516"/>
                  <a:pt x="62589" y="17715"/>
                  <a:pt x="64119" y="20441"/>
                </a:cubicBezTo>
                <a:cubicBezTo>
                  <a:pt x="65649" y="23166"/>
                  <a:pt x="66988" y="26537"/>
                  <a:pt x="68135" y="30553"/>
                </a:cubicBezTo>
                <a:lnTo>
                  <a:pt x="108299" y="141147"/>
                </a:lnTo>
                <a:lnTo>
                  <a:pt x="108873" y="141147"/>
                </a:lnTo>
                <a:lnTo>
                  <a:pt x="150471" y="30840"/>
                </a:lnTo>
                <a:cubicBezTo>
                  <a:pt x="151714" y="26824"/>
                  <a:pt x="153077" y="23429"/>
                  <a:pt x="154559" y="20656"/>
                </a:cubicBezTo>
                <a:cubicBezTo>
                  <a:pt x="156042" y="17882"/>
                  <a:pt x="157763" y="15635"/>
                  <a:pt x="159723" y="13914"/>
                </a:cubicBezTo>
                <a:cubicBezTo>
                  <a:pt x="161684" y="12193"/>
                  <a:pt x="164003" y="10973"/>
                  <a:pt x="166680" y="10256"/>
                </a:cubicBezTo>
                <a:cubicBezTo>
                  <a:pt x="169358" y="9539"/>
                  <a:pt x="172466" y="9180"/>
                  <a:pt x="176004" y="9180"/>
                </a:cubicBezTo>
                <a:lnTo>
                  <a:pt x="201393" y="9180"/>
                </a:lnTo>
                <a:cubicBezTo>
                  <a:pt x="203975" y="9180"/>
                  <a:pt x="206199" y="9515"/>
                  <a:pt x="208063" y="10184"/>
                </a:cubicBezTo>
                <a:cubicBezTo>
                  <a:pt x="209928" y="10854"/>
                  <a:pt x="211458" y="11834"/>
                  <a:pt x="212654" y="13125"/>
                </a:cubicBezTo>
                <a:cubicBezTo>
                  <a:pt x="213849" y="14416"/>
                  <a:pt x="214757" y="15994"/>
                  <a:pt x="215379" y="17859"/>
                </a:cubicBezTo>
                <a:cubicBezTo>
                  <a:pt x="216001" y="19723"/>
                  <a:pt x="216311" y="21851"/>
                  <a:pt x="216311" y="24242"/>
                </a:cubicBezTo>
                <a:lnTo>
                  <a:pt x="216311" y="189631"/>
                </a:lnTo>
                <a:close/>
                <a:moveTo>
                  <a:pt x="363914" y="190344"/>
                </a:moveTo>
                <a:cubicBezTo>
                  <a:pt x="363914" y="191683"/>
                  <a:pt x="363435" y="192736"/>
                  <a:pt x="362479" y="193504"/>
                </a:cubicBezTo>
                <a:cubicBezTo>
                  <a:pt x="361523" y="194269"/>
                  <a:pt x="360017" y="194819"/>
                  <a:pt x="357961" y="195154"/>
                </a:cubicBezTo>
                <a:cubicBezTo>
                  <a:pt x="355905" y="195488"/>
                  <a:pt x="352869" y="195656"/>
                  <a:pt x="348852" y="195656"/>
                </a:cubicBezTo>
                <a:cubicBezTo>
                  <a:pt x="344549" y="195656"/>
                  <a:pt x="341417" y="195488"/>
                  <a:pt x="339457" y="195154"/>
                </a:cubicBezTo>
                <a:cubicBezTo>
                  <a:pt x="337496" y="194819"/>
                  <a:pt x="336110" y="194269"/>
                  <a:pt x="335297" y="193504"/>
                </a:cubicBezTo>
                <a:cubicBezTo>
                  <a:pt x="334484" y="192739"/>
                  <a:pt x="334078" y="191687"/>
                  <a:pt x="334078" y="190348"/>
                </a:cubicBezTo>
                <a:lnTo>
                  <a:pt x="334078" y="180164"/>
                </a:lnTo>
                <a:cubicBezTo>
                  <a:pt x="328818" y="185806"/>
                  <a:pt x="322817" y="190229"/>
                  <a:pt x="316076" y="193432"/>
                </a:cubicBezTo>
                <a:cubicBezTo>
                  <a:pt x="309334" y="196636"/>
                  <a:pt x="301851" y="198238"/>
                  <a:pt x="293627" y="198238"/>
                </a:cubicBezTo>
                <a:cubicBezTo>
                  <a:pt x="286837" y="198238"/>
                  <a:pt x="280597" y="197350"/>
                  <a:pt x="274908" y="195575"/>
                </a:cubicBezTo>
                <a:cubicBezTo>
                  <a:pt x="269218" y="193800"/>
                  <a:pt x="264293" y="191161"/>
                  <a:pt x="260133" y="187659"/>
                </a:cubicBezTo>
                <a:cubicBezTo>
                  <a:pt x="255973" y="184156"/>
                  <a:pt x="252746" y="179816"/>
                  <a:pt x="250451" y="174637"/>
                </a:cubicBezTo>
                <a:cubicBezTo>
                  <a:pt x="248155" y="169455"/>
                  <a:pt x="247008" y="163409"/>
                  <a:pt x="247008" y="156500"/>
                </a:cubicBezTo>
                <a:cubicBezTo>
                  <a:pt x="247008" y="149014"/>
                  <a:pt x="248466" y="142513"/>
                  <a:pt x="251383" y="136997"/>
                </a:cubicBezTo>
                <a:cubicBezTo>
                  <a:pt x="254300" y="131480"/>
                  <a:pt x="258651" y="126923"/>
                  <a:pt x="264436" y="123325"/>
                </a:cubicBezTo>
                <a:cubicBezTo>
                  <a:pt x="270222" y="119727"/>
                  <a:pt x="277418" y="117064"/>
                  <a:pt x="286024" y="115337"/>
                </a:cubicBezTo>
                <a:cubicBezTo>
                  <a:pt x="294631" y="113609"/>
                  <a:pt x="304624" y="112746"/>
                  <a:pt x="316004" y="112746"/>
                </a:cubicBezTo>
                <a:lnTo>
                  <a:pt x="328483" y="112746"/>
                </a:lnTo>
                <a:lnTo>
                  <a:pt x="328483" y="105036"/>
                </a:lnTo>
                <a:cubicBezTo>
                  <a:pt x="328483" y="101037"/>
                  <a:pt x="328077" y="97539"/>
                  <a:pt x="327264" y="94542"/>
                </a:cubicBezTo>
                <a:cubicBezTo>
                  <a:pt x="326451" y="91542"/>
                  <a:pt x="325112" y="89042"/>
                  <a:pt x="323248" y="87043"/>
                </a:cubicBezTo>
                <a:cubicBezTo>
                  <a:pt x="321383" y="85043"/>
                  <a:pt x="318897" y="83569"/>
                  <a:pt x="315789" y="82618"/>
                </a:cubicBezTo>
                <a:cubicBezTo>
                  <a:pt x="312681" y="81665"/>
                  <a:pt x="308832" y="81188"/>
                  <a:pt x="304241" y="81188"/>
                </a:cubicBezTo>
                <a:cubicBezTo>
                  <a:pt x="298217" y="81188"/>
                  <a:pt x="292838" y="81858"/>
                  <a:pt x="288104" y="83197"/>
                </a:cubicBezTo>
                <a:cubicBezTo>
                  <a:pt x="283371" y="84535"/>
                  <a:pt x="279187" y="86018"/>
                  <a:pt x="275553" y="87643"/>
                </a:cubicBezTo>
                <a:cubicBezTo>
                  <a:pt x="271919" y="89269"/>
                  <a:pt x="268883" y="90751"/>
                  <a:pt x="266444" y="92090"/>
                </a:cubicBezTo>
                <a:cubicBezTo>
                  <a:pt x="264006" y="93429"/>
                  <a:pt x="262022" y="94098"/>
                  <a:pt x="260492" y="94098"/>
                </a:cubicBezTo>
                <a:cubicBezTo>
                  <a:pt x="259440" y="94098"/>
                  <a:pt x="258507" y="93762"/>
                  <a:pt x="257694" y="93090"/>
                </a:cubicBezTo>
                <a:cubicBezTo>
                  <a:pt x="256882" y="92417"/>
                  <a:pt x="256212" y="91457"/>
                  <a:pt x="255686" y="90207"/>
                </a:cubicBezTo>
                <a:cubicBezTo>
                  <a:pt x="255160" y="88958"/>
                  <a:pt x="254754" y="87421"/>
                  <a:pt x="254467" y="85595"/>
                </a:cubicBezTo>
                <a:cubicBezTo>
                  <a:pt x="254180" y="83766"/>
                  <a:pt x="254037" y="81747"/>
                  <a:pt x="254037" y="79539"/>
                </a:cubicBezTo>
                <a:cubicBezTo>
                  <a:pt x="254037" y="76559"/>
                  <a:pt x="254276" y="74205"/>
                  <a:pt x="254754" y="72474"/>
                </a:cubicBezTo>
                <a:cubicBezTo>
                  <a:pt x="255232" y="70744"/>
                  <a:pt x="256140" y="69183"/>
                  <a:pt x="257479" y="67790"/>
                </a:cubicBezTo>
                <a:cubicBezTo>
                  <a:pt x="258818" y="66394"/>
                  <a:pt x="261161" y="64860"/>
                  <a:pt x="264508" y="63186"/>
                </a:cubicBezTo>
                <a:cubicBezTo>
                  <a:pt x="267855" y="61513"/>
                  <a:pt x="271776" y="59959"/>
                  <a:pt x="276270" y="58525"/>
                </a:cubicBezTo>
                <a:cubicBezTo>
                  <a:pt x="280765" y="57090"/>
                  <a:pt x="285666" y="55919"/>
                  <a:pt x="290973" y="55010"/>
                </a:cubicBezTo>
                <a:cubicBezTo>
                  <a:pt x="296280" y="54102"/>
                  <a:pt x="301755" y="53647"/>
                  <a:pt x="307397" y="53647"/>
                </a:cubicBezTo>
                <a:cubicBezTo>
                  <a:pt x="317438" y="53647"/>
                  <a:pt x="326021" y="54629"/>
                  <a:pt x="333145" y="56593"/>
                </a:cubicBezTo>
                <a:cubicBezTo>
                  <a:pt x="340269" y="58553"/>
                  <a:pt x="346127" y="61568"/>
                  <a:pt x="350717" y="65638"/>
                </a:cubicBezTo>
                <a:cubicBezTo>
                  <a:pt x="355307" y="69706"/>
                  <a:pt x="358654" y="74946"/>
                  <a:pt x="360758" y="81359"/>
                </a:cubicBezTo>
                <a:cubicBezTo>
                  <a:pt x="362862" y="87772"/>
                  <a:pt x="363914" y="95382"/>
                  <a:pt x="363914" y="104189"/>
                </a:cubicBezTo>
                <a:lnTo>
                  <a:pt x="363914" y="190344"/>
                </a:lnTo>
                <a:moveTo>
                  <a:pt x="328483" y="135410"/>
                </a:moveTo>
                <a:lnTo>
                  <a:pt x="314713" y="135410"/>
                </a:lnTo>
                <a:cubicBezTo>
                  <a:pt x="308879" y="135410"/>
                  <a:pt x="303907" y="135843"/>
                  <a:pt x="299795" y="136710"/>
                </a:cubicBezTo>
                <a:cubicBezTo>
                  <a:pt x="295683" y="137576"/>
                  <a:pt x="292336" y="138878"/>
                  <a:pt x="289754" y="140614"/>
                </a:cubicBezTo>
                <a:cubicBezTo>
                  <a:pt x="287172" y="142347"/>
                  <a:pt x="285283" y="144444"/>
                  <a:pt x="284088" y="146903"/>
                </a:cubicBezTo>
                <a:cubicBezTo>
                  <a:pt x="282892" y="149360"/>
                  <a:pt x="282295" y="152178"/>
                  <a:pt x="282295" y="155357"/>
                </a:cubicBezTo>
                <a:cubicBezTo>
                  <a:pt x="282295" y="160754"/>
                  <a:pt x="283992" y="164995"/>
                  <a:pt x="287387" y="168079"/>
                </a:cubicBezTo>
                <a:cubicBezTo>
                  <a:pt x="290782" y="171163"/>
                  <a:pt x="295492" y="172705"/>
                  <a:pt x="301516" y="172705"/>
                </a:cubicBezTo>
                <a:cubicBezTo>
                  <a:pt x="306584" y="172705"/>
                  <a:pt x="311246" y="171405"/>
                  <a:pt x="315502" y="168805"/>
                </a:cubicBezTo>
                <a:cubicBezTo>
                  <a:pt x="319757" y="166202"/>
                  <a:pt x="324084" y="162395"/>
                  <a:pt x="328483" y="157383"/>
                </a:cubicBezTo>
                <a:lnTo>
                  <a:pt x="328483" y="135410"/>
                </a:lnTo>
                <a:close/>
                <a:moveTo>
                  <a:pt x="497137" y="169549"/>
                </a:moveTo>
                <a:cubicBezTo>
                  <a:pt x="497137" y="172035"/>
                  <a:pt x="497066" y="174115"/>
                  <a:pt x="496922" y="175789"/>
                </a:cubicBezTo>
                <a:cubicBezTo>
                  <a:pt x="496779" y="177462"/>
                  <a:pt x="496587" y="178873"/>
                  <a:pt x="496348" y="180020"/>
                </a:cubicBezTo>
                <a:cubicBezTo>
                  <a:pt x="496109" y="181168"/>
                  <a:pt x="495822" y="182100"/>
                  <a:pt x="495488" y="182817"/>
                </a:cubicBezTo>
                <a:cubicBezTo>
                  <a:pt x="495153" y="183535"/>
                  <a:pt x="494412" y="184443"/>
                  <a:pt x="493264" y="185543"/>
                </a:cubicBezTo>
                <a:cubicBezTo>
                  <a:pt x="492117" y="186643"/>
                  <a:pt x="490156" y="187981"/>
                  <a:pt x="487383" y="189559"/>
                </a:cubicBezTo>
                <a:cubicBezTo>
                  <a:pt x="484610" y="191137"/>
                  <a:pt x="481454" y="192548"/>
                  <a:pt x="477916" y="193791"/>
                </a:cubicBezTo>
                <a:cubicBezTo>
                  <a:pt x="474378" y="195034"/>
                  <a:pt x="470529" y="196038"/>
                  <a:pt x="466369" y="196803"/>
                </a:cubicBezTo>
                <a:cubicBezTo>
                  <a:pt x="462209" y="197568"/>
                  <a:pt x="457930" y="197951"/>
                  <a:pt x="453531" y="197951"/>
                </a:cubicBezTo>
                <a:cubicBezTo>
                  <a:pt x="443681" y="197951"/>
                  <a:pt x="434955" y="196421"/>
                  <a:pt x="427353" y="193361"/>
                </a:cubicBezTo>
                <a:cubicBezTo>
                  <a:pt x="419750" y="190300"/>
                  <a:pt x="413367" y="185782"/>
                  <a:pt x="408203" y="179805"/>
                </a:cubicBezTo>
                <a:cubicBezTo>
                  <a:pt x="403039" y="173828"/>
                  <a:pt x="399142" y="166537"/>
                  <a:pt x="396512" y="157930"/>
                </a:cubicBezTo>
                <a:cubicBezTo>
                  <a:pt x="393883" y="149324"/>
                  <a:pt x="392568" y="139474"/>
                  <a:pt x="392568" y="128381"/>
                </a:cubicBezTo>
                <a:cubicBezTo>
                  <a:pt x="392568" y="115567"/>
                  <a:pt x="394170" y="104498"/>
                  <a:pt x="397373" y="95174"/>
                </a:cubicBezTo>
                <a:cubicBezTo>
                  <a:pt x="400577" y="85850"/>
                  <a:pt x="405047" y="78128"/>
                  <a:pt x="410785" y="72008"/>
                </a:cubicBezTo>
                <a:cubicBezTo>
                  <a:pt x="416523" y="65888"/>
                  <a:pt x="423312" y="61346"/>
                  <a:pt x="431154" y="58381"/>
                </a:cubicBezTo>
                <a:cubicBezTo>
                  <a:pt x="438995" y="55417"/>
                  <a:pt x="447602" y="53934"/>
                  <a:pt x="456973" y="53934"/>
                </a:cubicBezTo>
                <a:cubicBezTo>
                  <a:pt x="460799" y="53934"/>
                  <a:pt x="464552" y="54269"/>
                  <a:pt x="468234" y="54938"/>
                </a:cubicBezTo>
                <a:cubicBezTo>
                  <a:pt x="471915" y="55608"/>
                  <a:pt x="475358" y="56516"/>
                  <a:pt x="478562" y="57664"/>
                </a:cubicBezTo>
                <a:cubicBezTo>
                  <a:pt x="481765" y="58811"/>
                  <a:pt x="484634" y="60102"/>
                  <a:pt x="487168" y="61537"/>
                </a:cubicBezTo>
                <a:cubicBezTo>
                  <a:pt x="489702" y="62971"/>
                  <a:pt x="491495" y="64214"/>
                  <a:pt x="492547" y="65266"/>
                </a:cubicBezTo>
                <a:cubicBezTo>
                  <a:pt x="493599" y="66318"/>
                  <a:pt x="494340" y="67203"/>
                  <a:pt x="494771" y="67920"/>
                </a:cubicBezTo>
                <a:cubicBezTo>
                  <a:pt x="495201" y="68637"/>
                  <a:pt x="495536" y="69570"/>
                  <a:pt x="495775" y="70717"/>
                </a:cubicBezTo>
                <a:cubicBezTo>
                  <a:pt x="496014" y="71865"/>
                  <a:pt x="496205" y="73275"/>
                  <a:pt x="496348" y="74949"/>
                </a:cubicBezTo>
                <a:cubicBezTo>
                  <a:pt x="496492" y="76622"/>
                  <a:pt x="496564" y="78654"/>
                  <a:pt x="496564" y="81045"/>
                </a:cubicBezTo>
                <a:cubicBezTo>
                  <a:pt x="496564" y="86591"/>
                  <a:pt x="496085" y="90488"/>
                  <a:pt x="495129" y="92736"/>
                </a:cubicBezTo>
                <a:cubicBezTo>
                  <a:pt x="494173" y="94983"/>
                  <a:pt x="492930" y="96106"/>
                  <a:pt x="491400" y="96106"/>
                </a:cubicBezTo>
                <a:cubicBezTo>
                  <a:pt x="489774" y="96106"/>
                  <a:pt x="488053" y="95437"/>
                  <a:pt x="486236" y="94098"/>
                </a:cubicBezTo>
                <a:cubicBezTo>
                  <a:pt x="484419" y="92759"/>
                  <a:pt x="482267" y="91277"/>
                  <a:pt x="479781" y="89652"/>
                </a:cubicBezTo>
                <a:cubicBezTo>
                  <a:pt x="477294" y="88026"/>
                  <a:pt x="474330" y="86544"/>
                  <a:pt x="470887" y="85205"/>
                </a:cubicBezTo>
                <a:cubicBezTo>
                  <a:pt x="467445" y="83866"/>
                  <a:pt x="463333" y="83197"/>
                  <a:pt x="458551" y="83197"/>
                </a:cubicBezTo>
                <a:cubicBezTo>
                  <a:pt x="449180" y="83197"/>
                  <a:pt x="442008" y="86807"/>
                  <a:pt x="437035" y="94027"/>
                </a:cubicBezTo>
                <a:cubicBezTo>
                  <a:pt x="432062" y="101246"/>
                  <a:pt x="429576" y="111837"/>
                  <a:pt x="429576" y="125799"/>
                </a:cubicBezTo>
                <a:cubicBezTo>
                  <a:pt x="429576" y="132684"/>
                  <a:pt x="430198" y="138757"/>
                  <a:pt x="431441" y="144016"/>
                </a:cubicBezTo>
                <a:cubicBezTo>
                  <a:pt x="432684" y="149276"/>
                  <a:pt x="434525" y="153675"/>
                  <a:pt x="436963" y="157213"/>
                </a:cubicBezTo>
                <a:cubicBezTo>
                  <a:pt x="439402" y="160751"/>
                  <a:pt x="442462" y="163405"/>
                  <a:pt x="446144" y="165174"/>
                </a:cubicBezTo>
                <a:cubicBezTo>
                  <a:pt x="449825" y="166943"/>
                  <a:pt x="454105" y="167828"/>
                  <a:pt x="458982" y="167828"/>
                </a:cubicBezTo>
                <a:cubicBezTo>
                  <a:pt x="463954" y="167828"/>
                  <a:pt x="468234" y="167087"/>
                  <a:pt x="471820" y="165604"/>
                </a:cubicBezTo>
                <a:cubicBezTo>
                  <a:pt x="475406" y="164122"/>
                  <a:pt x="478538" y="162473"/>
                  <a:pt x="481215" y="160656"/>
                </a:cubicBezTo>
                <a:cubicBezTo>
                  <a:pt x="483893" y="158839"/>
                  <a:pt x="486140" y="157189"/>
                  <a:pt x="487957" y="155707"/>
                </a:cubicBezTo>
                <a:cubicBezTo>
                  <a:pt x="489774" y="154225"/>
                  <a:pt x="491304" y="153483"/>
                  <a:pt x="492547" y="153483"/>
                </a:cubicBezTo>
                <a:cubicBezTo>
                  <a:pt x="493408" y="153483"/>
                  <a:pt x="494125" y="153723"/>
                  <a:pt x="494699" y="154201"/>
                </a:cubicBezTo>
                <a:cubicBezTo>
                  <a:pt x="495273" y="154679"/>
                  <a:pt x="495727" y="155563"/>
                  <a:pt x="496062" y="156854"/>
                </a:cubicBezTo>
                <a:cubicBezTo>
                  <a:pt x="496396" y="158145"/>
                  <a:pt x="496659" y="159795"/>
                  <a:pt x="496850" y="161803"/>
                </a:cubicBezTo>
                <a:cubicBezTo>
                  <a:pt x="497042" y="163811"/>
                  <a:pt x="497137" y="166393"/>
                  <a:pt x="497137" y="169549"/>
                </a:cubicBezTo>
                <a:close/>
                <a:moveTo>
                  <a:pt x="605008" y="73729"/>
                </a:moveTo>
                <a:cubicBezTo>
                  <a:pt x="605008" y="77172"/>
                  <a:pt x="604913" y="79993"/>
                  <a:pt x="604721" y="82193"/>
                </a:cubicBezTo>
                <a:cubicBezTo>
                  <a:pt x="604530" y="84392"/>
                  <a:pt x="604243" y="86113"/>
                  <a:pt x="603861" y="87356"/>
                </a:cubicBezTo>
                <a:cubicBezTo>
                  <a:pt x="603478" y="88600"/>
                  <a:pt x="602976" y="89460"/>
                  <a:pt x="602355" y="89938"/>
                </a:cubicBezTo>
                <a:cubicBezTo>
                  <a:pt x="601733" y="90417"/>
                  <a:pt x="600944" y="90656"/>
                  <a:pt x="599988" y="90656"/>
                </a:cubicBezTo>
                <a:cubicBezTo>
                  <a:pt x="599223" y="90656"/>
                  <a:pt x="598362" y="90488"/>
                  <a:pt x="597406" y="90154"/>
                </a:cubicBezTo>
                <a:cubicBezTo>
                  <a:pt x="596450" y="89819"/>
                  <a:pt x="595374" y="89460"/>
                  <a:pt x="594178" y="89078"/>
                </a:cubicBezTo>
                <a:cubicBezTo>
                  <a:pt x="592983" y="88695"/>
                  <a:pt x="591668" y="88337"/>
                  <a:pt x="590234" y="88002"/>
                </a:cubicBezTo>
                <a:cubicBezTo>
                  <a:pt x="588799" y="87667"/>
                  <a:pt x="587221" y="87500"/>
                  <a:pt x="585500" y="87500"/>
                </a:cubicBezTo>
                <a:cubicBezTo>
                  <a:pt x="583492" y="87500"/>
                  <a:pt x="581484" y="87909"/>
                  <a:pt x="579476" y="88728"/>
                </a:cubicBezTo>
                <a:cubicBezTo>
                  <a:pt x="577467" y="89544"/>
                  <a:pt x="575387" y="90819"/>
                  <a:pt x="573236" y="92552"/>
                </a:cubicBezTo>
                <a:cubicBezTo>
                  <a:pt x="571084" y="94285"/>
                  <a:pt x="568837" y="96595"/>
                  <a:pt x="566494" y="99482"/>
                </a:cubicBezTo>
                <a:cubicBezTo>
                  <a:pt x="564151" y="102369"/>
                  <a:pt x="561641" y="105929"/>
                  <a:pt x="558963" y="110164"/>
                </a:cubicBezTo>
                <a:lnTo>
                  <a:pt x="558963" y="189918"/>
                </a:lnTo>
                <a:cubicBezTo>
                  <a:pt x="558963" y="190874"/>
                  <a:pt x="558676" y="191711"/>
                  <a:pt x="558103" y="192428"/>
                </a:cubicBezTo>
                <a:cubicBezTo>
                  <a:pt x="557529" y="193145"/>
                  <a:pt x="556549" y="193743"/>
                  <a:pt x="555162" y="194221"/>
                </a:cubicBezTo>
                <a:cubicBezTo>
                  <a:pt x="553775" y="194699"/>
                  <a:pt x="551935" y="195058"/>
                  <a:pt x="549640" y="195297"/>
                </a:cubicBezTo>
                <a:cubicBezTo>
                  <a:pt x="547344" y="195536"/>
                  <a:pt x="544428" y="195656"/>
                  <a:pt x="540890" y="195656"/>
                </a:cubicBezTo>
                <a:cubicBezTo>
                  <a:pt x="537351" y="195656"/>
                  <a:pt x="534435" y="195536"/>
                  <a:pt x="532140" y="195297"/>
                </a:cubicBezTo>
                <a:cubicBezTo>
                  <a:pt x="529844" y="195058"/>
                  <a:pt x="528004" y="194699"/>
                  <a:pt x="526617" y="194221"/>
                </a:cubicBezTo>
                <a:cubicBezTo>
                  <a:pt x="525230" y="193743"/>
                  <a:pt x="524250" y="193145"/>
                  <a:pt x="523676" y="192428"/>
                </a:cubicBezTo>
                <a:cubicBezTo>
                  <a:pt x="523103" y="191711"/>
                  <a:pt x="522816" y="190874"/>
                  <a:pt x="522816" y="189918"/>
                </a:cubicBezTo>
                <a:lnTo>
                  <a:pt x="522816" y="61967"/>
                </a:lnTo>
                <a:cubicBezTo>
                  <a:pt x="522816" y="61011"/>
                  <a:pt x="523055" y="60174"/>
                  <a:pt x="523533" y="59457"/>
                </a:cubicBezTo>
                <a:cubicBezTo>
                  <a:pt x="524011" y="58740"/>
                  <a:pt x="524872" y="58142"/>
                  <a:pt x="526115" y="57664"/>
                </a:cubicBezTo>
                <a:cubicBezTo>
                  <a:pt x="527358" y="57186"/>
                  <a:pt x="528960" y="56827"/>
                  <a:pt x="530920" y="56588"/>
                </a:cubicBezTo>
                <a:cubicBezTo>
                  <a:pt x="532881" y="56349"/>
                  <a:pt x="535343" y="56229"/>
                  <a:pt x="538308" y="56229"/>
                </a:cubicBezTo>
                <a:cubicBezTo>
                  <a:pt x="541368" y="56229"/>
                  <a:pt x="543902" y="56349"/>
                  <a:pt x="545910" y="56588"/>
                </a:cubicBezTo>
                <a:cubicBezTo>
                  <a:pt x="547918" y="56827"/>
                  <a:pt x="549472" y="57186"/>
                  <a:pt x="550572" y="57664"/>
                </a:cubicBezTo>
                <a:cubicBezTo>
                  <a:pt x="551672" y="58142"/>
                  <a:pt x="552461" y="58740"/>
                  <a:pt x="552939" y="59457"/>
                </a:cubicBezTo>
                <a:cubicBezTo>
                  <a:pt x="553417" y="60174"/>
                  <a:pt x="553656" y="61011"/>
                  <a:pt x="553656" y="61967"/>
                </a:cubicBezTo>
                <a:lnTo>
                  <a:pt x="553656" y="77889"/>
                </a:lnTo>
                <a:cubicBezTo>
                  <a:pt x="557003" y="73078"/>
                  <a:pt x="560159" y="69109"/>
                  <a:pt x="563123" y="65984"/>
                </a:cubicBezTo>
                <a:cubicBezTo>
                  <a:pt x="566088" y="62858"/>
                  <a:pt x="568909" y="60382"/>
                  <a:pt x="571586" y="58556"/>
                </a:cubicBezTo>
                <a:cubicBezTo>
                  <a:pt x="574264" y="56727"/>
                  <a:pt x="576941" y="55452"/>
                  <a:pt x="579619" y="54732"/>
                </a:cubicBezTo>
                <a:cubicBezTo>
                  <a:pt x="582297" y="54009"/>
                  <a:pt x="584974" y="53647"/>
                  <a:pt x="587652" y="53647"/>
                </a:cubicBezTo>
                <a:cubicBezTo>
                  <a:pt x="588895" y="53647"/>
                  <a:pt x="590234" y="53719"/>
                  <a:pt x="591668" y="53863"/>
                </a:cubicBezTo>
                <a:cubicBezTo>
                  <a:pt x="593103" y="54006"/>
                  <a:pt x="594585" y="54245"/>
                  <a:pt x="596115" y="54580"/>
                </a:cubicBezTo>
                <a:cubicBezTo>
                  <a:pt x="597645" y="54915"/>
                  <a:pt x="598984" y="55297"/>
                  <a:pt x="600131" y="55727"/>
                </a:cubicBezTo>
                <a:cubicBezTo>
                  <a:pt x="601279" y="56158"/>
                  <a:pt x="602116" y="56612"/>
                  <a:pt x="602642" y="57090"/>
                </a:cubicBezTo>
                <a:cubicBezTo>
                  <a:pt x="603167" y="57568"/>
                  <a:pt x="603550" y="58094"/>
                  <a:pt x="603789" y="58668"/>
                </a:cubicBezTo>
                <a:cubicBezTo>
                  <a:pt x="604028" y="59242"/>
                  <a:pt x="604243" y="60031"/>
                  <a:pt x="604435" y="61035"/>
                </a:cubicBezTo>
                <a:cubicBezTo>
                  <a:pt x="604626" y="62039"/>
                  <a:pt x="604769" y="63545"/>
                  <a:pt x="604865" y="65553"/>
                </a:cubicBezTo>
                <a:cubicBezTo>
                  <a:pt x="604961" y="67561"/>
                  <a:pt x="605008" y="70287"/>
                  <a:pt x="605008" y="73729"/>
                </a:cubicBezTo>
                <a:close/>
                <a:moveTo>
                  <a:pt x="752671" y="124647"/>
                </a:moveTo>
                <a:cubicBezTo>
                  <a:pt x="752671" y="135573"/>
                  <a:pt x="751236" y="145539"/>
                  <a:pt x="748367" y="154546"/>
                </a:cubicBezTo>
                <a:cubicBezTo>
                  <a:pt x="745498" y="163553"/>
                  <a:pt x="741147" y="171314"/>
                  <a:pt x="735314" y="177828"/>
                </a:cubicBezTo>
                <a:cubicBezTo>
                  <a:pt x="729481" y="184343"/>
                  <a:pt x="722165" y="189374"/>
                  <a:pt x="713367" y="192921"/>
                </a:cubicBezTo>
                <a:cubicBezTo>
                  <a:pt x="704570" y="196465"/>
                  <a:pt x="694290" y="198238"/>
                  <a:pt x="682527" y="198238"/>
                </a:cubicBezTo>
                <a:cubicBezTo>
                  <a:pt x="671147" y="198238"/>
                  <a:pt x="661250" y="196657"/>
                  <a:pt x="652835" y="193495"/>
                </a:cubicBezTo>
                <a:cubicBezTo>
                  <a:pt x="644419" y="190333"/>
                  <a:pt x="637438" y="185734"/>
                  <a:pt x="631892" y="179698"/>
                </a:cubicBezTo>
                <a:cubicBezTo>
                  <a:pt x="626346" y="173661"/>
                  <a:pt x="622234" y="166235"/>
                  <a:pt x="619556" y="157419"/>
                </a:cubicBezTo>
                <a:cubicBezTo>
                  <a:pt x="616878" y="148603"/>
                  <a:pt x="615540" y="138543"/>
                  <a:pt x="615540" y="127238"/>
                </a:cubicBezTo>
                <a:cubicBezTo>
                  <a:pt x="615540" y="116312"/>
                  <a:pt x="616998" y="106322"/>
                  <a:pt x="619915" y="97267"/>
                </a:cubicBezTo>
                <a:cubicBezTo>
                  <a:pt x="622831" y="88213"/>
                  <a:pt x="627206" y="80452"/>
                  <a:pt x="633040" y="73985"/>
                </a:cubicBezTo>
                <a:cubicBezTo>
                  <a:pt x="638873" y="67518"/>
                  <a:pt x="646165" y="62513"/>
                  <a:pt x="654915" y="58968"/>
                </a:cubicBezTo>
                <a:cubicBezTo>
                  <a:pt x="663665" y="55421"/>
                  <a:pt x="673921" y="53647"/>
                  <a:pt x="685683" y="53647"/>
                </a:cubicBezTo>
                <a:cubicBezTo>
                  <a:pt x="697158" y="53647"/>
                  <a:pt x="707104" y="55204"/>
                  <a:pt x="715519" y="58318"/>
                </a:cubicBezTo>
                <a:cubicBezTo>
                  <a:pt x="723934" y="61432"/>
                  <a:pt x="730891" y="66007"/>
                  <a:pt x="736390" y="72044"/>
                </a:cubicBezTo>
                <a:cubicBezTo>
                  <a:pt x="741889" y="78081"/>
                  <a:pt x="745977" y="85507"/>
                  <a:pt x="748654" y="94322"/>
                </a:cubicBezTo>
                <a:cubicBezTo>
                  <a:pt x="751332" y="103138"/>
                  <a:pt x="752671" y="113246"/>
                  <a:pt x="752671" y="124647"/>
                </a:cubicBezTo>
                <a:moveTo>
                  <a:pt x="715519" y="126086"/>
                </a:moveTo>
                <a:cubicBezTo>
                  <a:pt x="715519" y="119774"/>
                  <a:pt x="715017" y="113965"/>
                  <a:pt x="714013" y="108658"/>
                </a:cubicBezTo>
                <a:cubicBezTo>
                  <a:pt x="713009" y="103350"/>
                  <a:pt x="711311" y="98736"/>
                  <a:pt x="708921" y="94815"/>
                </a:cubicBezTo>
                <a:cubicBezTo>
                  <a:pt x="706530" y="90895"/>
                  <a:pt x="703350" y="87835"/>
                  <a:pt x="699382" y="85635"/>
                </a:cubicBezTo>
                <a:cubicBezTo>
                  <a:pt x="695413" y="83436"/>
                  <a:pt x="690417" y="82336"/>
                  <a:pt x="684392" y="82336"/>
                </a:cubicBezTo>
                <a:cubicBezTo>
                  <a:pt x="679037" y="82336"/>
                  <a:pt x="674351" y="83316"/>
                  <a:pt x="670335" y="85277"/>
                </a:cubicBezTo>
                <a:cubicBezTo>
                  <a:pt x="666318" y="87237"/>
                  <a:pt x="663019" y="90106"/>
                  <a:pt x="660437" y="93883"/>
                </a:cubicBezTo>
                <a:cubicBezTo>
                  <a:pt x="657855" y="97660"/>
                  <a:pt x="655919" y="102203"/>
                  <a:pt x="654628" y="107510"/>
                </a:cubicBezTo>
                <a:cubicBezTo>
                  <a:pt x="653337" y="112818"/>
                  <a:pt x="652691" y="118866"/>
                  <a:pt x="652691" y="125656"/>
                </a:cubicBezTo>
                <a:cubicBezTo>
                  <a:pt x="652691" y="131967"/>
                  <a:pt x="653217" y="137777"/>
                  <a:pt x="654269" y="143084"/>
                </a:cubicBezTo>
                <a:cubicBezTo>
                  <a:pt x="655321" y="148391"/>
                  <a:pt x="657018" y="153005"/>
                  <a:pt x="659361" y="156926"/>
                </a:cubicBezTo>
                <a:cubicBezTo>
                  <a:pt x="661704" y="160847"/>
                  <a:pt x="664884" y="163883"/>
                  <a:pt x="668900" y="166035"/>
                </a:cubicBezTo>
                <a:cubicBezTo>
                  <a:pt x="672917" y="168186"/>
                  <a:pt x="677889" y="169262"/>
                  <a:pt x="683818" y="169262"/>
                </a:cubicBezTo>
                <a:cubicBezTo>
                  <a:pt x="689269" y="169262"/>
                  <a:pt x="694003" y="168282"/>
                  <a:pt x="698019" y="166322"/>
                </a:cubicBezTo>
                <a:cubicBezTo>
                  <a:pt x="702035" y="164361"/>
                  <a:pt x="705335" y="161516"/>
                  <a:pt x="707917" y="157787"/>
                </a:cubicBezTo>
                <a:cubicBezTo>
                  <a:pt x="710499" y="154057"/>
                  <a:pt x="712411" y="149539"/>
                  <a:pt x="713654" y="144231"/>
                </a:cubicBezTo>
                <a:cubicBezTo>
                  <a:pt x="714897" y="138924"/>
                  <a:pt x="715519" y="132876"/>
                  <a:pt x="715519" y="126086"/>
                </a:cubicBezTo>
                <a:close/>
                <a:moveTo>
                  <a:pt x="898943" y="122191"/>
                </a:moveTo>
                <a:cubicBezTo>
                  <a:pt x="898943" y="126598"/>
                  <a:pt x="897963" y="129856"/>
                  <a:pt x="896002" y="131963"/>
                </a:cubicBezTo>
                <a:cubicBezTo>
                  <a:pt x="894042" y="134069"/>
                  <a:pt x="891340" y="135123"/>
                  <a:pt x="887898" y="135123"/>
                </a:cubicBezTo>
                <a:lnTo>
                  <a:pt x="810008" y="135123"/>
                </a:lnTo>
                <a:cubicBezTo>
                  <a:pt x="810008" y="140595"/>
                  <a:pt x="810654" y="145563"/>
                  <a:pt x="811945" y="150027"/>
                </a:cubicBezTo>
                <a:cubicBezTo>
                  <a:pt x="813236" y="154492"/>
                  <a:pt x="815292" y="158286"/>
                  <a:pt x="818113" y="161409"/>
                </a:cubicBezTo>
                <a:cubicBezTo>
                  <a:pt x="820934" y="164529"/>
                  <a:pt x="824568" y="166904"/>
                  <a:pt x="829015" y="168536"/>
                </a:cubicBezTo>
                <a:cubicBezTo>
                  <a:pt x="833461" y="170168"/>
                  <a:pt x="838793" y="170983"/>
                  <a:pt x="845008" y="170983"/>
                </a:cubicBezTo>
                <a:cubicBezTo>
                  <a:pt x="851320" y="170983"/>
                  <a:pt x="856866" y="170522"/>
                  <a:pt x="861648" y="169598"/>
                </a:cubicBezTo>
                <a:cubicBezTo>
                  <a:pt x="866429" y="168675"/>
                  <a:pt x="870565" y="167654"/>
                  <a:pt x="874056" y="166537"/>
                </a:cubicBezTo>
                <a:cubicBezTo>
                  <a:pt x="877546" y="165419"/>
                  <a:pt x="880439" y="164399"/>
                  <a:pt x="882734" y="163475"/>
                </a:cubicBezTo>
                <a:cubicBezTo>
                  <a:pt x="885029" y="162552"/>
                  <a:pt x="886894" y="162090"/>
                  <a:pt x="888328" y="162090"/>
                </a:cubicBezTo>
                <a:cubicBezTo>
                  <a:pt x="889189" y="162090"/>
                  <a:pt x="889906" y="162259"/>
                  <a:pt x="890480" y="162597"/>
                </a:cubicBezTo>
                <a:cubicBezTo>
                  <a:pt x="891053" y="162931"/>
                  <a:pt x="891532" y="163532"/>
                  <a:pt x="891914" y="164399"/>
                </a:cubicBezTo>
                <a:cubicBezTo>
                  <a:pt x="892297" y="165262"/>
                  <a:pt x="892560" y="166487"/>
                  <a:pt x="892703" y="168074"/>
                </a:cubicBezTo>
                <a:cubicBezTo>
                  <a:pt x="892847" y="169661"/>
                  <a:pt x="892918" y="171656"/>
                  <a:pt x="892918" y="174059"/>
                </a:cubicBezTo>
                <a:cubicBezTo>
                  <a:pt x="892918" y="176174"/>
                  <a:pt x="892870" y="177978"/>
                  <a:pt x="892775" y="179469"/>
                </a:cubicBezTo>
                <a:cubicBezTo>
                  <a:pt x="892679" y="180957"/>
                  <a:pt x="892536" y="182230"/>
                  <a:pt x="892344" y="183288"/>
                </a:cubicBezTo>
                <a:cubicBezTo>
                  <a:pt x="892153" y="184346"/>
                  <a:pt x="891866" y="185237"/>
                  <a:pt x="891484" y="185960"/>
                </a:cubicBezTo>
                <a:cubicBezTo>
                  <a:pt x="891101" y="186680"/>
                  <a:pt x="890599" y="187376"/>
                  <a:pt x="889978" y="188049"/>
                </a:cubicBezTo>
                <a:cubicBezTo>
                  <a:pt x="889356" y="188721"/>
                  <a:pt x="887659" y="189631"/>
                  <a:pt x="884885" y="190779"/>
                </a:cubicBezTo>
                <a:cubicBezTo>
                  <a:pt x="882112" y="191926"/>
                  <a:pt x="878574" y="193050"/>
                  <a:pt x="874271" y="194149"/>
                </a:cubicBezTo>
                <a:cubicBezTo>
                  <a:pt x="869967" y="195249"/>
                  <a:pt x="865043" y="196205"/>
                  <a:pt x="859496" y="197018"/>
                </a:cubicBezTo>
                <a:cubicBezTo>
                  <a:pt x="853950" y="197831"/>
                  <a:pt x="848021" y="198238"/>
                  <a:pt x="841709" y="198238"/>
                </a:cubicBezTo>
                <a:cubicBezTo>
                  <a:pt x="830330" y="198238"/>
                  <a:pt x="820360" y="196800"/>
                  <a:pt x="811802" y="193925"/>
                </a:cubicBezTo>
                <a:cubicBezTo>
                  <a:pt x="803243" y="191050"/>
                  <a:pt x="796095" y="186690"/>
                  <a:pt x="790357" y="180845"/>
                </a:cubicBezTo>
                <a:cubicBezTo>
                  <a:pt x="784619" y="175000"/>
                  <a:pt x="780340" y="167623"/>
                  <a:pt x="777519" y="158715"/>
                </a:cubicBezTo>
                <a:cubicBezTo>
                  <a:pt x="774698" y="149803"/>
                  <a:pt x="773287" y="139359"/>
                  <a:pt x="773287" y="127381"/>
                </a:cubicBezTo>
                <a:cubicBezTo>
                  <a:pt x="773287" y="115978"/>
                  <a:pt x="774769" y="105701"/>
                  <a:pt x="777734" y="96550"/>
                </a:cubicBezTo>
                <a:cubicBezTo>
                  <a:pt x="780698" y="87400"/>
                  <a:pt x="785002" y="79639"/>
                  <a:pt x="790644" y="73268"/>
                </a:cubicBezTo>
                <a:cubicBezTo>
                  <a:pt x="796286" y="66894"/>
                  <a:pt x="803147" y="62030"/>
                  <a:pt x="811228" y="58677"/>
                </a:cubicBezTo>
                <a:cubicBezTo>
                  <a:pt x="819308" y="55324"/>
                  <a:pt x="828417" y="53647"/>
                  <a:pt x="838554" y="53647"/>
                </a:cubicBezTo>
                <a:cubicBezTo>
                  <a:pt x="849264" y="53647"/>
                  <a:pt x="858420" y="55228"/>
                  <a:pt x="866023" y="58390"/>
                </a:cubicBezTo>
                <a:cubicBezTo>
                  <a:pt x="873625" y="61552"/>
                  <a:pt x="879865" y="65934"/>
                  <a:pt x="884742" y="71537"/>
                </a:cubicBezTo>
                <a:cubicBezTo>
                  <a:pt x="889619" y="77141"/>
                  <a:pt x="893205" y="83775"/>
                  <a:pt x="895500" y="91440"/>
                </a:cubicBezTo>
                <a:cubicBezTo>
                  <a:pt x="897795" y="99102"/>
                  <a:pt x="898943" y="107437"/>
                  <a:pt x="898943" y="116444"/>
                </a:cubicBezTo>
                <a:lnTo>
                  <a:pt x="898943" y="122191"/>
                </a:lnTo>
                <a:moveTo>
                  <a:pt x="863943" y="111885"/>
                </a:moveTo>
                <a:cubicBezTo>
                  <a:pt x="864230" y="101704"/>
                  <a:pt x="862198" y="93708"/>
                  <a:pt x="857847" y="87899"/>
                </a:cubicBezTo>
                <a:cubicBezTo>
                  <a:pt x="853495" y="82086"/>
                  <a:pt x="846778" y="79180"/>
                  <a:pt x="837693" y="79180"/>
                </a:cubicBezTo>
                <a:cubicBezTo>
                  <a:pt x="833103" y="79180"/>
                  <a:pt x="829110" y="80045"/>
                  <a:pt x="825715" y="81776"/>
                </a:cubicBezTo>
                <a:cubicBezTo>
                  <a:pt x="822321" y="83503"/>
                  <a:pt x="819500" y="85832"/>
                  <a:pt x="817252" y="88764"/>
                </a:cubicBezTo>
                <a:cubicBezTo>
                  <a:pt x="815005" y="91693"/>
                  <a:pt x="813284" y="95150"/>
                  <a:pt x="812088" y="99137"/>
                </a:cubicBezTo>
                <a:cubicBezTo>
                  <a:pt x="810893" y="103120"/>
                  <a:pt x="810200" y="107370"/>
                  <a:pt x="810008" y="111885"/>
                </a:cubicBezTo>
                <a:lnTo>
                  <a:pt x="863943" y="111885"/>
                </a:lnTo>
                <a:close/>
                <a:moveTo>
                  <a:pt x="1025923" y="169549"/>
                </a:moveTo>
                <a:cubicBezTo>
                  <a:pt x="1025923" y="172035"/>
                  <a:pt x="1025852" y="174115"/>
                  <a:pt x="1025708" y="175789"/>
                </a:cubicBezTo>
                <a:cubicBezTo>
                  <a:pt x="1025565" y="177462"/>
                  <a:pt x="1025374" y="178873"/>
                  <a:pt x="1025135" y="180020"/>
                </a:cubicBezTo>
                <a:cubicBezTo>
                  <a:pt x="1024895" y="181168"/>
                  <a:pt x="1024609" y="182100"/>
                  <a:pt x="1024274" y="182817"/>
                </a:cubicBezTo>
                <a:cubicBezTo>
                  <a:pt x="1023939" y="183535"/>
                  <a:pt x="1023198" y="184443"/>
                  <a:pt x="1022050" y="185543"/>
                </a:cubicBezTo>
                <a:cubicBezTo>
                  <a:pt x="1020903" y="186643"/>
                  <a:pt x="1018943" y="187981"/>
                  <a:pt x="1016169" y="189559"/>
                </a:cubicBezTo>
                <a:cubicBezTo>
                  <a:pt x="1013396" y="191137"/>
                  <a:pt x="1010240" y="192548"/>
                  <a:pt x="1006702" y="193791"/>
                </a:cubicBezTo>
                <a:cubicBezTo>
                  <a:pt x="1003164" y="195034"/>
                  <a:pt x="999315" y="196038"/>
                  <a:pt x="995155" y="196803"/>
                </a:cubicBezTo>
                <a:cubicBezTo>
                  <a:pt x="990995" y="197568"/>
                  <a:pt x="986716" y="197951"/>
                  <a:pt x="982317" y="197951"/>
                </a:cubicBezTo>
                <a:cubicBezTo>
                  <a:pt x="972467" y="197951"/>
                  <a:pt x="963741" y="196421"/>
                  <a:pt x="956139" y="193361"/>
                </a:cubicBezTo>
                <a:cubicBezTo>
                  <a:pt x="948536" y="190300"/>
                  <a:pt x="942153" y="185782"/>
                  <a:pt x="936989" y="179805"/>
                </a:cubicBezTo>
                <a:cubicBezTo>
                  <a:pt x="931825" y="173828"/>
                  <a:pt x="927928" y="166537"/>
                  <a:pt x="925299" y="157930"/>
                </a:cubicBezTo>
                <a:cubicBezTo>
                  <a:pt x="922669" y="149324"/>
                  <a:pt x="921354" y="139474"/>
                  <a:pt x="921354" y="128381"/>
                </a:cubicBezTo>
                <a:cubicBezTo>
                  <a:pt x="921354" y="115567"/>
                  <a:pt x="922956" y="104498"/>
                  <a:pt x="926159" y="95174"/>
                </a:cubicBezTo>
                <a:cubicBezTo>
                  <a:pt x="929363" y="85850"/>
                  <a:pt x="933833" y="78128"/>
                  <a:pt x="939571" y="72008"/>
                </a:cubicBezTo>
                <a:cubicBezTo>
                  <a:pt x="945309" y="65888"/>
                  <a:pt x="952098" y="61346"/>
                  <a:pt x="959940" y="58381"/>
                </a:cubicBezTo>
                <a:cubicBezTo>
                  <a:pt x="967781" y="55417"/>
                  <a:pt x="976388" y="53934"/>
                  <a:pt x="985760" y="53934"/>
                </a:cubicBezTo>
                <a:cubicBezTo>
                  <a:pt x="989585" y="53934"/>
                  <a:pt x="993338" y="54269"/>
                  <a:pt x="997020" y="54938"/>
                </a:cubicBezTo>
                <a:cubicBezTo>
                  <a:pt x="1000701" y="55608"/>
                  <a:pt x="1004144" y="56516"/>
                  <a:pt x="1007348" y="57664"/>
                </a:cubicBezTo>
                <a:cubicBezTo>
                  <a:pt x="1010551" y="58811"/>
                  <a:pt x="1013420" y="60102"/>
                  <a:pt x="1015954" y="61537"/>
                </a:cubicBezTo>
                <a:cubicBezTo>
                  <a:pt x="1018488" y="62971"/>
                  <a:pt x="1020281" y="64214"/>
                  <a:pt x="1021333" y="65266"/>
                </a:cubicBezTo>
                <a:cubicBezTo>
                  <a:pt x="1022385" y="66318"/>
                  <a:pt x="1023126" y="67203"/>
                  <a:pt x="1023557" y="67920"/>
                </a:cubicBezTo>
                <a:cubicBezTo>
                  <a:pt x="1023987" y="68637"/>
                  <a:pt x="1024322" y="69570"/>
                  <a:pt x="1024561" y="70717"/>
                </a:cubicBezTo>
                <a:cubicBezTo>
                  <a:pt x="1024800" y="71865"/>
                  <a:pt x="1024991" y="73275"/>
                  <a:pt x="1025135" y="74949"/>
                </a:cubicBezTo>
                <a:cubicBezTo>
                  <a:pt x="1025278" y="76622"/>
                  <a:pt x="1025350" y="78654"/>
                  <a:pt x="1025350" y="81045"/>
                </a:cubicBezTo>
                <a:cubicBezTo>
                  <a:pt x="1025350" y="86591"/>
                  <a:pt x="1024872" y="90488"/>
                  <a:pt x="1023915" y="92736"/>
                </a:cubicBezTo>
                <a:cubicBezTo>
                  <a:pt x="1022959" y="94983"/>
                  <a:pt x="1021716" y="96106"/>
                  <a:pt x="1020186" y="96106"/>
                </a:cubicBezTo>
                <a:cubicBezTo>
                  <a:pt x="1018560" y="96106"/>
                  <a:pt x="1016839" y="95437"/>
                  <a:pt x="1015022" y="94098"/>
                </a:cubicBezTo>
                <a:cubicBezTo>
                  <a:pt x="1013205" y="92759"/>
                  <a:pt x="1011053" y="91277"/>
                  <a:pt x="1008567" y="89652"/>
                </a:cubicBezTo>
                <a:cubicBezTo>
                  <a:pt x="1006081" y="88026"/>
                  <a:pt x="1003116" y="86544"/>
                  <a:pt x="999673" y="85205"/>
                </a:cubicBezTo>
                <a:cubicBezTo>
                  <a:pt x="996231" y="83866"/>
                  <a:pt x="992119" y="83197"/>
                  <a:pt x="987337" y="83197"/>
                </a:cubicBezTo>
                <a:cubicBezTo>
                  <a:pt x="977966" y="83197"/>
                  <a:pt x="970794" y="86807"/>
                  <a:pt x="965821" y="94027"/>
                </a:cubicBezTo>
                <a:cubicBezTo>
                  <a:pt x="960848" y="101246"/>
                  <a:pt x="958362" y="111837"/>
                  <a:pt x="958362" y="125799"/>
                </a:cubicBezTo>
                <a:cubicBezTo>
                  <a:pt x="958362" y="132684"/>
                  <a:pt x="958984" y="138757"/>
                  <a:pt x="960227" y="144016"/>
                </a:cubicBezTo>
                <a:cubicBezTo>
                  <a:pt x="961470" y="149276"/>
                  <a:pt x="963311" y="153675"/>
                  <a:pt x="965749" y="157213"/>
                </a:cubicBezTo>
                <a:cubicBezTo>
                  <a:pt x="968188" y="160751"/>
                  <a:pt x="971248" y="163405"/>
                  <a:pt x="974930" y="165174"/>
                </a:cubicBezTo>
                <a:cubicBezTo>
                  <a:pt x="978611" y="166943"/>
                  <a:pt x="982891" y="167828"/>
                  <a:pt x="987768" y="167828"/>
                </a:cubicBezTo>
                <a:cubicBezTo>
                  <a:pt x="992740" y="167828"/>
                  <a:pt x="997020" y="167087"/>
                  <a:pt x="1000606" y="165604"/>
                </a:cubicBezTo>
                <a:cubicBezTo>
                  <a:pt x="1004192" y="164122"/>
                  <a:pt x="1007324" y="162473"/>
                  <a:pt x="1010001" y="160656"/>
                </a:cubicBezTo>
                <a:cubicBezTo>
                  <a:pt x="1012679" y="158839"/>
                  <a:pt x="1014926" y="157189"/>
                  <a:pt x="1016743" y="155707"/>
                </a:cubicBezTo>
                <a:cubicBezTo>
                  <a:pt x="1018560" y="154225"/>
                  <a:pt x="1020090" y="153483"/>
                  <a:pt x="1021333" y="153483"/>
                </a:cubicBezTo>
                <a:cubicBezTo>
                  <a:pt x="1022194" y="153483"/>
                  <a:pt x="1022911" y="153723"/>
                  <a:pt x="1023485" y="154201"/>
                </a:cubicBezTo>
                <a:cubicBezTo>
                  <a:pt x="1024059" y="154679"/>
                  <a:pt x="1024513" y="155563"/>
                  <a:pt x="1024848" y="156854"/>
                </a:cubicBezTo>
                <a:cubicBezTo>
                  <a:pt x="1025182" y="158145"/>
                  <a:pt x="1025445" y="159795"/>
                  <a:pt x="1025637" y="161803"/>
                </a:cubicBezTo>
                <a:cubicBezTo>
                  <a:pt x="1025828" y="163811"/>
                  <a:pt x="1025923" y="166393"/>
                  <a:pt x="1025923" y="169549"/>
                </a:cubicBezTo>
                <a:close/>
                <a:moveTo>
                  <a:pt x="1179518" y="124647"/>
                </a:moveTo>
                <a:cubicBezTo>
                  <a:pt x="1179518" y="135573"/>
                  <a:pt x="1178083" y="145539"/>
                  <a:pt x="1175215" y="154546"/>
                </a:cubicBezTo>
                <a:cubicBezTo>
                  <a:pt x="1172346" y="163553"/>
                  <a:pt x="1167995" y="171314"/>
                  <a:pt x="1162161" y="177828"/>
                </a:cubicBezTo>
                <a:cubicBezTo>
                  <a:pt x="1156328" y="184343"/>
                  <a:pt x="1149012" y="189374"/>
                  <a:pt x="1140215" y="192921"/>
                </a:cubicBezTo>
                <a:cubicBezTo>
                  <a:pt x="1131417" y="196465"/>
                  <a:pt x="1121137" y="198238"/>
                  <a:pt x="1109374" y="198238"/>
                </a:cubicBezTo>
                <a:cubicBezTo>
                  <a:pt x="1097995" y="198238"/>
                  <a:pt x="1088097" y="196657"/>
                  <a:pt x="1079682" y="193495"/>
                </a:cubicBezTo>
                <a:cubicBezTo>
                  <a:pt x="1071267" y="190333"/>
                  <a:pt x="1064286" y="185734"/>
                  <a:pt x="1058739" y="179698"/>
                </a:cubicBezTo>
                <a:cubicBezTo>
                  <a:pt x="1053193" y="173661"/>
                  <a:pt x="1049081" y="166235"/>
                  <a:pt x="1046403" y="157419"/>
                </a:cubicBezTo>
                <a:cubicBezTo>
                  <a:pt x="1043726" y="148603"/>
                  <a:pt x="1042387" y="138543"/>
                  <a:pt x="1042387" y="127238"/>
                </a:cubicBezTo>
                <a:cubicBezTo>
                  <a:pt x="1042387" y="116312"/>
                  <a:pt x="1043845" y="106322"/>
                  <a:pt x="1046762" y="97267"/>
                </a:cubicBezTo>
                <a:cubicBezTo>
                  <a:pt x="1049679" y="88213"/>
                  <a:pt x="1054053" y="80452"/>
                  <a:pt x="1059887" y="73985"/>
                </a:cubicBezTo>
                <a:cubicBezTo>
                  <a:pt x="1065720" y="67518"/>
                  <a:pt x="1073012" y="62513"/>
                  <a:pt x="1081762" y="58968"/>
                </a:cubicBezTo>
                <a:cubicBezTo>
                  <a:pt x="1090512" y="55421"/>
                  <a:pt x="1100768" y="53647"/>
                  <a:pt x="1112530" y="53647"/>
                </a:cubicBezTo>
                <a:cubicBezTo>
                  <a:pt x="1124006" y="53647"/>
                  <a:pt x="1133951" y="55204"/>
                  <a:pt x="1142366" y="58318"/>
                </a:cubicBezTo>
                <a:cubicBezTo>
                  <a:pt x="1150782" y="61432"/>
                  <a:pt x="1157739" y="66007"/>
                  <a:pt x="1163237" y="72044"/>
                </a:cubicBezTo>
                <a:cubicBezTo>
                  <a:pt x="1168736" y="78081"/>
                  <a:pt x="1172824" y="85507"/>
                  <a:pt x="1175501" y="94322"/>
                </a:cubicBezTo>
                <a:cubicBezTo>
                  <a:pt x="1178179" y="103138"/>
                  <a:pt x="1179518" y="113246"/>
                  <a:pt x="1179518" y="124647"/>
                </a:cubicBezTo>
                <a:moveTo>
                  <a:pt x="1142366" y="126086"/>
                </a:moveTo>
                <a:cubicBezTo>
                  <a:pt x="1142366" y="119774"/>
                  <a:pt x="1141864" y="113965"/>
                  <a:pt x="1140860" y="108658"/>
                </a:cubicBezTo>
                <a:cubicBezTo>
                  <a:pt x="1139856" y="103350"/>
                  <a:pt x="1138159" y="98736"/>
                  <a:pt x="1135768" y="94815"/>
                </a:cubicBezTo>
                <a:cubicBezTo>
                  <a:pt x="1133377" y="90895"/>
                  <a:pt x="1130198" y="87835"/>
                  <a:pt x="1126229" y="85635"/>
                </a:cubicBezTo>
                <a:cubicBezTo>
                  <a:pt x="1122260" y="83436"/>
                  <a:pt x="1117264" y="82336"/>
                  <a:pt x="1111239" y="82336"/>
                </a:cubicBezTo>
                <a:cubicBezTo>
                  <a:pt x="1105884" y="82336"/>
                  <a:pt x="1101198" y="83316"/>
                  <a:pt x="1097182" y="85277"/>
                </a:cubicBezTo>
                <a:cubicBezTo>
                  <a:pt x="1093165" y="87237"/>
                  <a:pt x="1089866" y="90106"/>
                  <a:pt x="1087284" y="93883"/>
                </a:cubicBezTo>
                <a:cubicBezTo>
                  <a:pt x="1084702" y="97660"/>
                  <a:pt x="1082766" y="102203"/>
                  <a:pt x="1081475" y="107510"/>
                </a:cubicBezTo>
                <a:cubicBezTo>
                  <a:pt x="1080184" y="112818"/>
                  <a:pt x="1079538" y="118866"/>
                  <a:pt x="1079538" y="125656"/>
                </a:cubicBezTo>
                <a:cubicBezTo>
                  <a:pt x="1079538" y="131967"/>
                  <a:pt x="1080064" y="137777"/>
                  <a:pt x="1081116" y="143084"/>
                </a:cubicBezTo>
                <a:cubicBezTo>
                  <a:pt x="1082168" y="148391"/>
                  <a:pt x="1083866" y="153005"/>
                  <a:pt x="1086209" y="156926"/>
                </a:cubicBezTo>
                <a:cubicBezTo>
                  <a:pt x="1088551" y="160847"/>
                  <a:pt x="1091731" y="163883"/>
                  <a:pt x="1095747" y="166035"/>
                </a:cubicBezTo>
                <a:cubicBezTo>
                  <a:pt x="1099764" y="168186"/>
                  <a:pt x="1104737" y="169262"/>
                  <a:pt x="1110665" y="169262"/>
                </a:cubicBezTo>
                <a:cubicBezTo>
                  <a:pt x="1116116" y="169262"/>
                  <a:pt x="1120850" y="168282"/>
                  <a:pt x="1124866" y="166322"/>
                </a:cubicBezTo>
                <a:cubicBezTo>
                  <a:pt x="1128883" y="164361"/>
                  <a:pt x="1132182" y="161516"/>
                  <a:pt x="1134764" y="157787"/>
                </a:cubicBezTo>
                <a:cubicBezTo>
                  <a:pt x="1137346" y="154057"/>
                  <a:pt x="1139258" y="149539"/>
                  <a:pt x="1140502" y="144231"/>
                </a:cubicBezTo>
                <a:cubicBezTo>
                  <a:pt x="1141745" y="138924"/>
                  <a:pt x="1142366" y="132876"/>
                  <a:pt x="1142366" y="126086"/>
                </a:cubicBezTo>
                <a:close/>
                <a:moveTo>
                  <a:pt x="1329807" y="189913"/>
                </a:moveTo>
                <a:cubicBezTo>
                  <a:pt x="1329807" y="190870"/>
                  <a:pt x="1329520" y="191708"/>
                  <a:pt x="1328947" y="192428"/>
                </a:cubicBezTo>
                <a:cubicBezTo>
                  <a:pt x="1328373" y="193145"/>
                  <a:pt x="1327417" y="193743"/>
                  <a:pt x="1326078" y="194221"/>
                </a:cubicBezTo>
                <a:cubicBezTo>
                  <a:pt x="1324739" y="194699"/>
                  <a:pt x="1322898" y="195058"/>
                  <a:pt x="1320555" y="195297"/>
                </a:cubicBezTo>
                <a:cubicBezTo>
                  <a:pt x="1318212" y="195536"/>
                  <a:pt x="1315320" y="195656"/>
                  <a:pt x="1311877" y="195656"/>
                </a:cubicBezTo>
                <a:cubicBezTo>
                  <a:pt x="1308339" y="195656"/>
                  <a:pt x="1305398" y="195536"/>
                  <a:pt x="1303055" y="195297"/>
                </a:cubicBezTo>
                <a:cubicBezTo>
                  <a:pt x="1300712" y="195058"/>
                  <a:pt x="1298871" y="194699"/>
                  <a:pt x="1297533" y="194221"/>
                </a:cubicBezTo>
                <a:cubicBezTo>
                  <a:pt x="1296194" y="193743"/>
                  <a:pt x="1295238" y="193145"/>
                  <a:pt x="1294664" y="192428"/>
                </a:cubicBezTo>
                <a:cubicBezTo>
                  <a:pt x="1294090" y="191711"/>
                  <a:pt x="1293803" y="190874"/>
                  <a:pt x="1293803" y="189918"/>
                </a:cubicBezTo>
                <a:lnTo>
                  <a:pt x="1293803" y="116906"/>
                </a:lnTo>
                <a:cubicBezTo>
                  <a:pt x="1293803" y="110690"/>
                  <a:pt x="1293349" y="105813"/>
                  <a:pt x="1292440" y="102275"/>
                </a:cubicBezTo>
                <a:cubicBezTo>
                  <a:pt x="1291532" y="98736"/>
                  <a:pt x="1290217" y="95700"/>
                  <a:pt x="1288496" y="93166"/>
                </a:cubicBezTo>
                <a:cubicBezTo>
                  <a:pt x="1286774" y="90632"/>
                  <a:pt x="1284551" y="88671"/>
                  <a:pt x="1281826" y="87285"/>
                </a:cubicBezTo>
                <a:cubicBezTo>
                  <a:pt x="1279100" y="85898"/>
                  <a:pt x="1275921" y="85205"/>
                  <a:pt x="1272287" y="85205"/>
                </a:cubicBezTo>
                <a:cubicBezTo>
                  <a:pt x="1267697" y="85205"/>
                  <a:pt x="1263059" y="86878"/>
                  <a:pt x="1258373" y="90225"/>
                </a:cubicBezTo>
                <a:cubicBezTo>
                  <a:pt x="1253687" y="93572"/>
                  <a:pt x="1248810" y="98449"/>
                  <a:pt x="1243742" y="104856"/>
                </a:cubicBezTo>
                <a:lnTo>
                  <a:pt x="1243742" y="189918"/>
                </a:lnTo>
                <a:cubicBezTo>
                  <a:pt x="1243742" y="190874"/>
                  <a:pt x="1243455" y="191711"/>
                  <a:pt x="1242881" y="192428"/>
                </a:cubicBezTo>
                <a:cubicBezTo>
                  <a:pt x="1242307" y="193145"/>
                  <a:pt x="1241327" y="193743"/>
                  <a:pt x="1239940" y="194221"/>
                </a:cubicBezTo>
                <a:cubicBezTo>
                  <a:pt x="1238554" y="194699"/>
                  <a:pt x="1236713" y="195058"/>
                  <a:pt x="1234418" y="195297"/>
                </a:cubicBezTo>
                <a:cubicBezTo>
                  <a:pt x="1232123" y="195536"/>
                  <a:pt x="1229206" y="195656"/>
                  <a:pt x="1225668" y="195656"/>
                </a:cubicBezTo>
                <a:cubicBezTo>
                  <a:pt x="1222130" y="195656"/>
                  <a:pt x="1219213" y="195536"/>
                  <a:pt x="1216918" y="195297"/>
                </a:cubicBezTo>
                <a:cubicBezTo>
                  <a:pt x="1214623" y="195058"/>
                  <a:pt x="1212782" y="194699"/>
                  <a:pt x="1211395" y="194221"/>
                </a:cubicBezTo>
                <a:cubicBezTo>
                  <a:pt x="1210009" y="193743"/>
                  <a:pt x="1209029" y="193145"/>
                  <a:pt x="1208455" y="192428"/>
                </a:cubicBezTo>
                <a:cubicBezTo>
                  <a:pt x="1207881" y="191711"/>
                  <a:pt x="1207594" y="190874"/>
                  <a:pt x="1207594" y="189918"/>
                </a:cubicBezTo>
                <a:lnTo>
                  <a:pt x="1207594" y="61967"/>
                </a:lnTo>
                <a:cubicBezTo>
                  <a:pt x="1207594" y="61011"/>
                  <a:pt x="1207833" y="60174"/>
                  <a:pt x="1208311" y="59457"/>
                </a:cubicBezTo>
                <a:cubicBezTo>
                  <a:pt x="1208790" y="58740"/>
                  <a:pt x="1209650" y="58142"/>
                  <a:pt x="1210893" y="57664"/>
                </a:cubicBezTo>
                <a:cubicBezTo>
                  <a:pt x="1212137" y="57186"/>
                  <a:pt x="1213738" y="56827"/>
                  <a:pt x="1215699" y="56588"/>
                </a:cubicBezTo>
                <a:cubicBezTo>
                  <a:pt x="1217659" y="56349"/>
                  <a:pt x="1220122" y="56229"/>
                  <a:pt x="1223086" y="56229"/>
                </a:cubicBezTo>
                <a:cubicBezTo>
                  <a:pt x="1226146" y="56229"/>
                  <a:pt x="1228680" y="56349"/>
                  <a:pt x="1230688" y="56588"/>
                </a:cubicBezTo>
                <a:cubicBezTo>
                  <a:pt x="1232697" y="56827"/>
                  <a:pt x="1234251" y="57186"/>
                  <a:pt x="1235350" y="57664"/>
                </a:cubicBezTo>
                <a:cubicBezTo>
                  <a:pt x="1236450" y="58142"/>
                  <a:pt x="1237239" y="58740"/>
                  <a:pt x="1237717" y="59457"/>
                </a:cubicBezTo>
                <a:cubicBezTo>
                  <a:pt x="1238195" y="60174"/>
                  <a:pt x="1238434" y="61011"/>
                  <a:pt x="1238434" y="61967"/>
                </a:cubicBezTo>
                <a:lnTo>
                  <a:pt x="1238434" y="76742"/>
                </a:lnTo>
                <a:cubicBezTo>
                  <a:pt x="1245511" y="69044"/>
                  <a:pt x="1252707" y="63270"/>
                  <a:pt x="1260022" y="59421"/>
                </a:cubicBezTo>
                <a:cubicBezTo>
                  <a:pt x="1267338" y="55572"/>
                  <a:pt x="1274964" y="53647"/>
                  <a:pt x="1282902" y="53647"/>
                </a:cubicBezTo>
                <a:cubicBezTo>
                  <a:pt x="1291604" y="53647"/>
                  <a:pt x="1298943" y="55083"/>
                  <a:pt x="1304920" y="57955"/>
                </a:cubicBezTo>
                <a:cubicBezTo>
                  <a:pt x="1310897" y="60827"/>
                  <a:pt x="1315726" y="64728"/>
                  <a:pt x="1319408" y="69659"/>
                </a:cubicBezTo>
                <a:cubicBezTo>
                  <a:pt x="1323089" y="74587"/>
                  <a:pt x="1325743" y="80355"/>
                  <a:pt x="1327369" y="86962"/>
                </a:cubicBezTo>
                <a:cubicBezTo>
                  <a:pt x="1328994" y="93566"/>
                  <a:pt x="1329807" y="101511"/>
                  <a:pt x="1329807" y="110796"/>
                </a:cubicBezTo>
                <a:lnTo>
                  <a:pt x="1329807" y="189913"/>
                </a:lnTo>
                <a:close/>
                <a:moveTo>
                  <a:pt x="1494439" y="124647"/>
                </a:moveTo>
                <a:cubicBezTo>
                  <a:pt x="1494439" y="135573"/>
                  <a:pt x="1493005" y="145539"/>
                  <a:pt x="1490136" y="154546"/>
                </a:cubicBezTo>
                <a:cubicBezTo>
                  <a:pt x="1487267" y="163553"/>
                  <a:pt x="1482916" y="171314"/>
                  <a:pt x="1477083" y="177828"/>
                </a:cubicBezTo>
                <a:cubicBezTo>
                  <a:pt x="1471250" y="184343"/>
                  <a:pt x="1463934" y="189374"/>
                  <a:pt x="1455136" y="192921"/>
                </a:cubicBezTo>
                <a:cubicBezTo>
                  <a:pt x="1446338" y="196465"/>
                  <a:pt x="1436058" y="198238"/>
                  <a:pt x="1424296" y="198238"/>
                </a:cubicBezTo>
                <a:cubicBezTo>
                  <a:pt x="1412916" y="198238"/>
                  <a:pt x="1403019" y="196657"/>
                  <a:pt x="1394603" y="193495"/>
                </a:cubicBezTo>
                <a:cubicBezTo>
                  <a:pt x="1386188" y="190333"/>
                  <a:pt x="1379207" y="185734"/>
                  <a:pt x="1373661" y="179698"/>
                </a:cubicBezTo>
                <a:cubicBezTo>
                  <a:pt x="1368114" y="173661"/>
                  <a:pt x="1364002" y="166235"/>
                  <a:pt x="1361325" y="157419"/>
                </a:cubicBezTo>
                <a:cubicBezTo>
                  <a:pt x="1358647" y="148603"/>
                  <a:pt x="1357308" y="138543"/>
                  <a:pt x="1357308" y="127238"/>
                </a:cubicBezTo>
                <a:cubicBezTo>
                  <a:pt x="1357308" y="116312"/>
                  <a:pt x="1358767" y="106322"/>
                  <a:pt x="1361683" y="97267"/>
                </a:cubicBezTo>
                <a:cubicBezTo>
                  <a:pt x="1364600" y="88213"/>
                  <a:pt x="1368975" y="80452"/>
                  <a:pt x="1374808" y="73985"/>
                </a:cubicBezTo>
                <a:cubicBezTo>
                  <a:pt x="1380642" y="67518"/>
                  <a:pt x="1387933" y="62513"/>
                  <a:pt x="1396683" y="58968"/>
                </a:cubicBezTo>
                <a:cubicBezTo>
                  <a:pt x="1405433" y="55421"/>
                  <a:pt x="1415689" y="53647"/>
                  <a:pt x="1427452" y="53647"/>
                </a:cubicBezTo>
                <a:cubicBezTo>
                  <a:pt x="1438927" y="53647"/>
                  <a:pt x="1448872" y="55204"/>
                  <a:pt x="1457288" y="58318"/>
                </a:cubicBezTo>
                <a:cubicBezTo>
                  <a:pt x="1465703" y="61432"/>
                  <a:pt x="1472660" y="66007"/>
                  <a:pt x="1478159" y="72044"/>
                </a:cubicBezTo>
                <a:cubicBezTo>
                  <a:pt x="1483657" y="78081"/>
                  <a:pt x="1487745" y="85507"/>
                  <a:pt x="1490423" y="94322"/>
                </a:cubicBezTo>
                <a:cubicBezTo>
                  <a:pt x="1493101" y="103138"/>
                  <a:pt x="1494439" y="113246"/>
                  <a:pt x="1494439" y="124647"/>
                </a:cubicBezTo>
                <a:moveTo>
                  <a:pt x="1457288" y="126086"/>
                </a:moveTo>
                <a:cubicBezTo>
                  <a:pt x="1457288" y="119774"/>
                  <a:pt x="1456786" y="113965"/>
                  <a:pt x="1455782" y="108658"/>
                </a:cubicBezTo>
                <a:cubicBezTo>
                  <a:pt x="1454778" y="103350"/>
                  <a:pt x="1453080" y="98736"/>
                  <a:pt x="1450689" y="94815"/>
                </a:cubicBezTo>
                <a:cubicBezTo>
                  <a:pt x="1448299" y="90895"/>
                  <a:pt x="1445119" y="87835"/>
                  <a:pt x="1441150" y="85635"/>
                </a:cubicBezTo>
                <a:cubicBezTo>
                  <a:pt x="1437182" y="83436"/>
                  <a:pt x="1432185" y="82336"/>
                  <a:pt x="1426161" y="82336"/>
                </a:cubicBezTo>
                <a:cubicBezTo>
                  <a:pt x="1420806" y="82336"/>
                  <a:pt x="1416120" y="83316"/>
                  <a:pt x="1412103" y="85277"/>
                </a:cubicBezTo>
                <a:cubicBezTo>
                  <a:pt x="1408087" y="87237"/>
                  <a:pt x="1404788" y="90106"/>
                  <a:pt x="1402206" y="93883"/>
                </a:cubicBezTo>
                <a:cubicBezTo>
                  <a:pt x="1399624" y="97660"/>
                  <a:pt x="1397687" y="102203"/>
                  <a:pt x="1396396" y="107510"/>
                </a:cubicBezTo>
                <a:cubicBezTo>
                  <a:pt x="1395105" y="112818"/>
                  <a:pt x="1394460" y="118866"/>
                  <a:pt x="1394460" y="125656"/>
                </a:cubicBezTo>
                <a:cubicBezTo>
                  <a:pt x="1394460" y="131967"/>
                  <a:pt x="1394986" y="137777"/>
                  <a:pt x="1396038" y="143084"/>
                </a:cubicBezTo>
                <a:cubicBezTo>
                  <a:pt x="1397090" y="148391"/>
                  <a:pt x="1398787" y="153005"/>
                  <a:pt x="1401130" y="156926"/>
                </a:cubicBezTo>
                <a:cubicBezTo>
                  <a:pt x="1403473" y="160847"/>
                  <a:pt x="1406653" y="163883"/>
                  <a:pt x="1410669" y="166035"/>
                </a:cubicBezTo>
                <a:cubicBezTo>
                  <a:pt x="1414685" y="168186"/>
                  <a:pt x="1419658" y="169262"/>
                  <a:pt x="1425587" y="169262"/>
                </a:cubicBezTo>
                <a:cubicBezTo>
                  <a:pt x="1431038" y="169262"/>
                  <a:pt x="1435771" y="168282"/>
                  <a:pt x="1439788" y="166322"/>
                </a:cubicBezTo>
                <a:cubicBezTo>
                  <a:pt x="1443804" y="164361"/>
                  <a:pt x="1447103" y="161516"/>
                  <a:pt x="1449685" y="157787"/>
                </a:cubicBezTo>
                <a:cubicBezTo>
                  <a:pt x="1452267" y="154057"/>
                  <a:pt x="1454180" y="149539"/>
                  <a:pt x="1455423" y="144231"/>
                </a:cubicBezTo>
                <a:cubicBezTo>
                  <a:pt x="1456666" y="138924"/>
                  <a:pt x="1457288" y="132876"/>
                  <a:pt x="1457288" y="126086"/>
                </a:cubicBezTo>
                <a:close/>
                <a:moveTo>
                  <a:pt x="1726061" y="189913"/>
                </a:moveTo>
                <a:cubicBezTo>
                  <a:pt x="1726061" y="190870"/>
                  <a:pt x="1725774" y="191708"/>
                  <a:pt x="1725201" y="192428"/>
                </a:cubicBezTo>
                <a:cubicBezTo>
                  <a:pt x="1724627" y="193145"/>
                  <a:pt x="1723671" y="193743"/>
                  <a:pt x="1722332" y="194221"/>
                </a:cubicBezTo>
                <a:cubicBezTo>
                  <a:pt x="1720993" y="194699"/>
                  <a:pt x="1719176" y="195058"/>
                  <a:pt x="1716881" y="195297"/>
                </a:cubicBezTo>
                <a:cubicBezTo>
                  <a:pt x="1714586" y="195536"/>
                  <a:pt x="1711669" y="195656"/>
                  <a:pt x="1708131" y="195656"/>
                </a:cubicBezTo>
                <a:cubicBezTo>
                  <a:pt x="1704497" y="195656"/>
                  <a:pt x="1701533" y="195536"/>
                  <a:pt x="1699238" y="195297"/>
                </a:cubicBezTo>
                <a:cubicBezTo>
                  <a:pt x="1696943" y="195058"/>
                  <a:pt x="1695102" y="194699"/>
                  <a:pt x="1693715" y="194221"/>
                </a:cubicBezTo>
                <a:cubicBezTo>
                  <a:pt x="1692328" y="193743"/>
                  <a:pt x="1691372" y="193145"/>
                  <a:pt x="1690846" y="192428"/>
                </a:cubicBezTo>
                <a:cubicBezTo>
                  <a:pt x="1690320" y="191711"/>
                  <a:pt x="1690057" y="190874"/>
                  <a:pt x="1690057" y="189918"/>
                </a:cubicBezTo>
                <a:lnTo>
                  <a:pt x="1690057" y="114037"/>
                </a:lnTo>
                <a:cubicBezTo>
                  <a:pt x="1690057" y="109734"/>
                  <a:pt x="1689651" y="105813"/>
                  <a:pt x="1688838" y="102275"/>
                </a:cubicBezTo>
                <a:cubicBezTo>
                  <a:pt x="1688025" y="98736"/>
                  <a:pt x="1686782" y="95700"/>
                  <a:pt x="1685109" y="93166"/>
                </a:cubicBezTo>
                <a:cubicBezTo>
                  <a:pt x="1683435" y="90632"/>
                  <a:pt x="1681331" y="88671"/>
                  <a:pt x="1678797" y="87285"/>
                </a:cubicBezTo>
                <a:cubicBezTo>
                  <a:pt x="1676263" y="85898"/>
                  <a:pt x="1673227" y="85205"/>
                  <a:pt x="1669688" y="85205"/>
                </a:cubicBezTo>
                <a:cubicBezTo>
                  <a:pt x="1665385" y="85205"/>
                  <a:pt x="1661034" y="86878"/>
                  <a:pt x="1656635" y="90225"/>
                </a:cubicBezTo>
                <a:cubicBezTo>
                  <a:pt x="1652236" y="93572"/>
                  <a:pt x="1647455" y="98449"/>
                  <a:pt x="1642291" y="104856"/>
                </a:cubicBezTo>
                <a:lnTo>
                  <a:pt x="1642291" y="189918"/>
                </a:lnTo>
                <a:cubicBezTo>
                  <a:pt x="1642291" y="190874"/>
                  <a:pt x="1642004" y="191711"/>
                  <a:pt x="1641430" y="192428"/>
                </a:cubicBezTo>
                <a:cubicBezTo>
                  <a:pt x="1640856" y="193145"/>
                  <a:pt x="1639876" y="193743"/>
                  <a:pt x="1638490" y="194221"/>
                </a:cubicBezTo>
                <a:cubicBezTo>
                  <a:pt x="1637103" y="194699"/>
                  <a:pt x="1635262" y="195058"/>
                  <a:pt x="1632967" y="195297"/>
                </a:cubicBezTo>
                <a:cubicBezTo>
                  <a:pt x="1630672" y="195536"/>
                  <a:pt x="1627803" y="195656"/>
                  <a:pt x="1624361" y="195656"/>
                </a:cubicBezTo>
                <a:cubicBezTo>
                  <a:pt x="1620822" y="195656"/>
                  <a:pt x="1617906" y="195536"/>
                  <a:pt x="1615611" y="195297"/>
                </a:cubicBezTo>
                <a:cubicBezTo>
                  <a:pt x="1613316" y="195058"/>
                  <a:pt x="1611475" y="194699"/>
                  <a:pt x="1610088" y="194221"/>
                </a:cubicBezTo>
                <a:cubicBezTo>
                  <a:pt x="1608701" y="193743"/>
                  <a:pt x="1607721" y="193145"/>
                  <a:pt x="1607147" y="192428"/>
                </a:cubicBezTo>
                <a:cubicBezTo>
                  <a:pt x="1606574" y="191711"/>
                  <a:pt x="1606287" y="190874"/>
                  <a:pt x="1606287" y="189918"/>
                </a:cubicBezTo>
                <a:lnTo>
                  <a:pt x="1606287" y="114037"/>
                </a:lnTo>
                <a:cubicBezTo>
                  <a:pt x="1606287" y="109734"/>
                  <a:pt x="1605880" y="105813"/>
                  <a:pt x="1605068" y="102275"/>
                </a:cubicBezTo>
                <a:cubicBezTo>
                  <a:pt x="1604255" y="98736"/>
                  <a:pt x="1603035" y="95700"/>
                  <a:pt x="1601410" y="93166"/>
                </a:cubicBezTo>
                <a:cubicBezTo>
                  <a:pt x="1599784" y="90632"/>
                  <a:pt x="1597680" y="88671"/>
                  <a:pt x="1595098" y="87285"/>
                </a:cubicBezTo>
                <a:cubicBezTo>
                  <a:pt x="1592516" y="85898"/>
                  <a:pt x="1589504" y="85205"/>
                  <a:pt x="1586061" y="85205"/>
                </a:cubicBezTo>
                <a:cubicBezTo>
                  <a:pt x="1581663" y="85205"/>
                  <a:pt x="1577264" y="86878"/>
                  <a:pt x="1572865" y="90225"/>
                </a:cubicBezTo>
                <a:cubicBezTo>
                  <a:pt x="1568466" y="93572"/>
                  <a:pt x="1563732" y="98449"/>
                  <a:pt x="1558664" y="104856"/>
                </a:cubicBezTo>
                <a:lnTo>
                  <a:pt x="1558664" y="189918"/>
                </a:lnTo>
                <a:cubicBezTo>
                  <a:pt x="1558664" y="190874"/>
                  <a:pt x="1558377" y="191711"/>
                  <a:pt x="1557803" y="192428"/>
                </a:cubicBezTo>
                <a:cubicBezTo>
                  <a:pt x="1557230" y="193145"/>
                  <a:pt x="1556249" y="193743"/>
                  <a:pt x="1554863" y="194221"/>
                </a:cubicBezTo>
                <a:cubicBezTo>
                  <a:pt x="1553476" y="194699"/>
                  <a:pt x="1551635" y="195058"/>
                  <a:pt x="1549340" y="195297"/>
                </a:cubicBezTo>
                <a:cubicBezTo>
                  <a:pt x="1547045" y="195536"/>
                  <a:pt x="1544128" y="195656"/>
                  <a:pt x="1540590" y="195656"/>
                </a:cubicBezTo>
                <a:cubicBezTo>
                  <a:pt x="1537052" y="195656"/>
                  <a:pt x="1534135" y="195536"/>
                  <a:pt x="1531840" y="195297"/>
                </a:cubicBezTo>
                <a:cubicBezTo>
                  <a:pt x="1529545" y="195058"/>
                  <a:pt x="1527704" y="194699"/>
                  <a:pt x="1526318" y="194221"/>
                </a:cubicBezTo>
                <a:cubicBezTo>
                  <a:pt x="1524931" y="193743"/>
                  <a:pt x="1523951" y="193145"/>
                  <a:pt x="1523377" y="192428"/>
                </a:cubicBezTo>
                <a:cubicBezTo>
                  <a:pt x="1522803" y="191711"/>
                  <a:pt x="1522516" y="190874"/>
                  <a:pt x="1522516" y="189918"/>
                </a:cubicBezTo>
                <a:lnTo>
                  <a:pt x="1522516" y="61967"/>
                </a:lnTo>
                <a:cubicBezTo>
                  <a:pt x="1522516" y="61011"/>
                  <a:pt x="1522755" y="60174"/>
                  <a:pt x="1523234" y="59457"/>
                </a:cubicBezTo>
                <a:cubicBezTo>
                  <a:pt x="1523712" y="58740"/>
                  <a:pt x="1524572" y="58142"/>
                  <a:pt x="1525816" y="57664"/>
                </a:cubicBezTo>
                <a:cubicBezTo>
                  <a:pt x="1527059" y="57186"/>
                  <a:pt x="1528661" y="56827"/>
                  <a:pt x="1530621" y="56588"/>
                </a:cubicBezTo>
                <a:cubicBezTo>
                  <a:pt x="1532581" y="56349"/>
                  <a:pt x="1535044" y="56229"/>
                  <a:pt x="1538008" y="56229"/>
                </a:cubicBezTo>
                <a:cubicBezTo>
                  <a:pt x="1541068" y="56229"/>
                  <a:pt x="1543602" y="56349"/>
                  <a:pt x="1545611" y="56588"/>
                </a:cubicBezTo>
                <a:cubicBezTo>
                  <a:pt x="1547619" y="56827"/>
                  <a:pt x="1549173" y="57186"/>
                  <a:pt x="1550273" y="57664"/>
                </a:cubicBezTo>
                <a:cubicBezTo>
                  <a:pt x="1551372" y="58142"/>
                  <a:pt x="1552161" y="58740"/>
                  <a:pt x="1552639" y="59457"/>
                </a:cubicBezTo>
                <a:cubicBezTo>
                  <a:pt x="1553117" y="60174"/>
                  <a:pt x="1553357" y="61011"/>
                  <a:pt x="1553357" y="61967"/>
                </a:cubicBezTo>
                <a:lnTo>
                  <a:pt x="1553357" y="76742"/>
                </a:lnTo>
                <a:cubicBezTo>
                  <a:pt x="1560433" y="69044"/>
                  <a:pt x="1567486" y="63270"/>
                  <a:pt x="1574514" y="59421"/>
                </a:cubicBezTo>
                <a:cubicBezTo>
                  <a:pt x="1581543" y="55572"/>
                  <a:pt x="1588882" y="53647"/>
                  <a:pt x="1596533" y="53647"/>
                </a:cubicBezTo>
                <a:cubicBezTo>
                  <a:pt x="1601792" y="53647"/>
                  <a:pt x="1606526" y="54202"/>
                  <a:pt x="1610734" y="55311"/>
                </a:cubicBezTo>
                <a:cubicBezTo>
                  <a:pt x="1614941" y="56416"/>
                  <a:pt x="1618695" y="58003"/>
                  <a:pt x="1621994" y="60071"/>
                </a:cubicBezTo>
                <a:cubicBezTo>
                  <a:pt x="1625293" y="62139"/>
                  <a:pt x="1628138" y="64616"/>
                  <a:pt x="1630529" y="67503"/>
                </a:cubicBezTo>
                <a:cubicBezTo>
                  <a:pt x="1632919" y="70390"/>
                  <a:pt x="1634928" y="73613"/>
                  <a:pt x="1636553" y="77172"/>
                </a:cubicBezTo>
                <a:cubicBezTo>
                  <a:pt x="1640378" y="73036"/>
                  <a:pt x="1644132" y="69477"/>
                  <a:pt x="1647813" y="66495"/>
                </a:cubicBezTo>
                <a:cubicBezTo>
                  <a:pt x="1651495" y="63509"/>
                  <a:pt x="1655129" y="61080"/>
                  <a:pt x="1658715" y="59206"/>
                </a:cubicBezTo>
                <a:cubicBezTo>
                  <a:pt x="1662301" y="57329"/>
                  <a:pt x="1665887" y="55934"/>
                  <a:pt x="1669473" y="55019"/>
                </a:cubicBezTo>
                <a:cubicBezTo>
                  <a:pt x="1673059" y="54105"/>
                  <a:pt x="1676717" y="53647"/>
                  <a:pt x="1680447" y="53647"/>
                </a:cubicBezTo>
                <a:cubicBezTo>
                  <a:pt x="1688958" y="53647"/>
                  <a:pt x="1696130" y="55083"/>
                  <a:pt x="1701963" y="57955"/>
                </a:cubicBezTo>
                <a:cubicBezTo>
                  <a:pt x="1707796" y="60827"/>
                  <a:pt x="1712506" y="64728"/>
                  <a:pt x="1716092" y="69659"/>
                </a:cubicBezTo>
                <a:cubicBezTo>
                  <a:pt x="1719678" y="74587"/>
                  <a:pt x="1722236" y="80355"/>
                  <a:pt x="1723766" y="86962"/>
                </a:cubicBezTo>
                <a:cubicBezTo>
                  <a:pt x="1725296" y="93566"/>
                  <a:pt x="1726061" y="100553"/>
                  <a:pt x="1726061" y="107923"/>
                </a:cubicBezTo>
                <a:lnTo>
                  <a:pt x="1726061" y="189913"/>
                </a:lnTo>
                <a:close/>
                <a:moveTo>
                  <a:pt x="1797205" y="189918"/>
                </a:moveTo>
                <a:cubicBezTo>
                  <a:pt x="1797205" y="190874"/>
                  <a:pt x="1796918" y="191711"/>
                  <a:pt x="1796344" y="192428"/>
                </a:cubicBezTo>
                <a:cubicBezTo>
                  <a:pt x="1795770" y="193145"/>
                  <a:pt x="1794790" y="193743"/>
                  <a:pt x="1793404" y="194221"/>
                </a:cubicBezTo>
                <a:cubicBezTo>
                  <a:pt x="1792017" y="194699"/>
                  <a:pt x="1790176" y="195058"/>
                  <a:pt x="1787881" y="195297"/>
                </a:cubicBezTo>
                <a:cubicBezTo>
                  <a:pt x="1785586" y="195536"/>
                  <a:pt x="1782669" y="195656"/>
                  <a:pt x="1779131" y="195656"/>
                </a:cubicBezTo>
                <a:cubicBezTo>
                  <a:pt x="1775593" y="195656"/>
                  <a:pt x="1772676" y="195536"/>
                  <a:pt x="1770381" y="195297"/>
                </a:cubicBezTo>
                <a:cubicBezTo>
                  <a:pt x="1768086" y="195058"/>
                  <a:pt x="1766245" y="194699"/>
                  <a:pt x="1764859" y="194221"/>
                </a:cubicBezTo>
                <a:cubicBezTo>
                  <a:pt x="1763472" y="193743"/>
                  <a:pt x="1762492" y="193145"/>
                  <a:pt x="1761918" y="192428"/>
                </a:cubicBezTo>
                <a:cubicBezTo>
                  <a:pt x="1761344" y="191711"/>
                  <a:pt x="1761057" y="190874"/>
                  <a:pt x="1761057" y="189918"/>
                </a:cubicBezTo>
                <a:lnTo>
                  <a:pt x="1761057" y="62254"/>
                </a:lnTo>
                <a:cubicBezTo>
                  <a:pt x="1761057" y="61298"/>
                  <a:pt x="1761344" y="60461"/>
                  <a:pt x="1761918" y="59744"/>
                </a:cubicBezTo>
                <a:cubicBezTo>
                  <a:pt x="1762492" y="59027"/>
                  <a:pt x="1763472" y="58405"/>
                  <a:pt x="1764859" y="57879"/>
                </a:cubicBezTo>
                <a:cubicBezTo>
                  <a:pt x="1766245" y="57353"/>
                  <a:pt x="1768086" y="56947"/>
                  <a:pt x="1770381" y="56660"/>
                </a:cubicBezTo>
                <a:cubicBezTo>
                  <a:pt x="1772676" y="56373"/>
                  <a:pt x="1775593" y="56229"/>
                  <a:pt x="1779131" y="56229"/>
                </a:cubicBezTo>
                <a:cubicBezTo>
                  <a:pt x="1782669" y="56229"/>
                  <a:pt x="1785586" y="56373"/>
                  <a:pt x="1787881" y="56660"/>
                </a:cubicBezTo>
                <a:cubicBezTo>
                  <a:pt x="1790176" y="56947"/>
                  <a:pt x="1792017" y="57353"/>
                  <a:pt x="1793404" y="57879"/>
                </a:cubicBezTo>
                <a:cubicBezTo>
                  <a:pt x="1794790" y="58405"/>
                  <a:pt x="1795770" y="59027"/>
                  <a:pt x="1796344" y="59744"/>
                </a:cubicBezTo>
                <a:cubicBezTo>
                  <a:pt x="1796918" y="60461"/>
                  <a:pt x="1797205" y="61298"/>
                  <a:pt x="1797205" y="62254"/>
                </a:cubicBezTo>
                <a:lnTo>
                  <a:pt x="1797205" y="189918"/>
                </a:lnTo>
                <a:moveTo>
                  <a:pt x="1799930" y="18648"/>
                </a:moveTo>
                <a:cubicBezTo>
                  <a:pt x="1799930" y="25915"/>
                  <a:pt x="1798448" y="30936"/>
                  <a:pt x="1795484" y="33709"/>
                </a:cubicBezTo>
                <a:cubicBezTo>
                  <a:pt x="1792519" y="36482"/>
                  <a:pt x="1787020" y="37869"/>
                  <a:pt x="1778988" y="37869"/>
                </a:cubicBezTo>
                <a:cubicBezTo>
                  <a:pt x="1770859" y="37869"/>
                  <a:pt x="1765384" y="36530"/>
                  <a:pt x="1762563" y="33852"/>
                </a:cubicBezTo>
                <a:cubicBezTo>
                  <a:pt x="1759742" y="31175"/>
                  <a:pt x="1758332" y="26346"/>
                  <a:pt x="1758332" y="19365"/>
                </a:cubicBezTo>
                <a:cubicBezTo>
                  <a:pt x="1758332" y="12097"/>
                  <a:pt x="1759790" y="7053"/>
                  <a:pt x="1762707" y="4232"/>
                </a:cubicBezTo>
                <a:cubicBezTo>
                  <a:pt x="1765624" y="1411"/>
                  <a:pt x="1771146" y="0"/>
                  <a:pt x="1779275" y="0"/>
                </a:cubicBezTo>
                <a:cubicBezTo>
                  <a:pt x="1787307" y="0"/>
                  <a:pt x="1792758" y="1363"/>
                  <a:pt x="1795627" y="4088"/>
                </a:cubicBezTo>
                <a:cubicBezTo>
                  <a:pt x="1798496" y="6814"/>
                  <a:pt x="1799930" y="11667"/>
                  <a:pt x="1799930" y="18648"/>
                </a:cubicBezTo>
                <a:close/>
                <a:moveTo>
                  <a:pt x="1929855" y="169549"/>
                </a:moveTo>
                <a:cubicBezTo>
                  <a:pt x="1929855" y="172035"/>
                  <a:pt x="1929784" y="174115"/>
                  <a:pt x="1929640" y="175789"/>
                </a:cubicBezTo>
                <a:cubicBezTo>
                  <a:pt x="1929497" y="177462"/>
                  <a:pt x="1929305" y="178873"/>
                  <a:pt x="1929066" y="180020"/>
                </a:cubicBezTo>
                <a:cubicBezTo>
                  <a:pt x="1928827" y="181168"/>
                  <a:pt x="1928540" y="182100"/>
                  <a:pt x="1928206" y="182817"/>
                </a:cubicBezTo>
                <a:cubicBezTo>
                  <a:pt x="1927871" y="183535"/>
                  <a:pt x="1927130" y="184443"/>
                  <a:pt x="1925982" y="185543"/>
                </a:cubicBezTo>
                <a:cubicBezTo>
                  <a:pt x="1924835" y="186643"/>
                  <a:pt x="1922874" y="187981"/>
                  <a:pt x="1920101" y="189559"/>
                </a:cubicBezTo>
                <a:cubicBezTo>
                  <a:pt x="1917328" y="191137"/>
                  <a:pt x="1914172" y="192548"/>
                  <a:pt x="1910634" y="193791"/>
                </a:cubicBezTo>
                <a:cubicBezTo>
                  <a:pt x="1907096" y="195034"/>
                  <a:pt x="1903247" y="196038"/>
                  <a:pt x="1899087" y="196803"/>
                </a:cubicBezTo>
                <a:cubicBezTo>
                  <a:pt x="1894927" y="197568"/>
                  <a:pt x="1890648" y="197951"/>
                  <a:pt x="1886249" y="197951"/>
                </a:cubicBezTo>
                <a:cubicBezTo>
                  <a:pt x="1876399" y="197951"/>
                  <a:pt x="1867673" y="196421"/>
                  <a:pt x="1860071" y="193361"/>
                </a:cubicBezTo>
                <a:cubicBezTo>
                  <a:pt x="1852468" y="190300"/>
                  <a:pt x="1846085" y="185782"/>
                  <a:pt x="1840921" y="179805"/>
                </a:cubicBezTo>
                <a:cubicBezTo>
                  <a:pt x="1835757" y="173828"/>
                  <a:pt x="1831860" y="166537"/>
                  <a:pt x="1829230" y="157930"/>
                </a:cubicBezTo>
                <a:cubicBezTo>
                  <a:pt x="1826601" y="149324"/>
                  <a:pt x="1825286" y="139474"/>
                  <a:pt x="1825286" y="128381"/>
                </a:cubicBezTo>
                <a:cubicBezTo>
                  <a:pt x="1825286" y="115567"/>
                  <a:pt x="1826888" y="104498"/>
                  <a:pt x="1830091" y="95174"/>
                </a:cubicBezTo>
                <a:cubicBezTo>
                  <a:pt x="1833295" y="85850"/>
                  <a:pt x="1837765" y="78128"/>
                  <a:pt x="1843503" y="72008"/>
                </a:cubicBezTo>
                <a:cubicBezTo>
                  <a:pt x="1849241" y="65888"/>
                  <a:pt x="1856030" y="61346"/>
                  <a:pt x="1863872" y="58381"/>
                </a:cubicBezTo>
                <a:cubicBezTo>
                  <a:pt x="1871713" y="55417"/>
                  <a:pt x="1880320" y="53934"/>
                  <a:pt x="1889691" y="53934"/>
                </a:cubicBezTo>
                <a:cubicBezTo>
                  <a:pt x="1893517" y="53934"/>
                  <a:pt x="1897270" y="54269"/>
                  <a:pt x="1900952" y="54938"/>
                </a:cubicBezTo>
                <a:cubicBezTo>
                  <a:pt x="1904633" y="55608"/>
                  <a:pt x="1908076" y="56516"/>
                  <a:pt x="1911280" y="57664"/>
                </a:cubicBezTo>
                <a:cubicBezTo>
                  <a:pt x="1914483" y="58811"/>
                  <a:pt x="1917352" y="60102"/>
                  <a:pt x="1919886" y="61537"/>
                </a:cubicBezTo>
                <a:cubicBezTo>
                  <a:pt x="1922420" y="62971"/>
                  <a:pt x="1924213" y="64214"/>
                  <a:pt x="1925265" y="65266"/>
                </a:cubicBezTo>
                <a:cubicBezTo>
                  <a:pt x="1926317" y="66318"/>
                  <a:pt x="1927058" y="67203"/>
                  <a:pt x="1927489" y="67920"/>
                </a:cubicBezTo>
                <a:cubicBezTo>
                  <a:pt x="1927919" y="68637"/>
                  <a:pt x="1928254" y="69570"/>
                  <a:pt x="1928493" y="70717"/>
                </a:cubicBezTo>
                <a:cubicBezTo>
                  <a:pt x="1928732" y="71865"/>
                  <a:pt x="1928923" y="73275"/>
                  <a:pt x="1929066" y="74949"/>
                </a:cubicBezTo>
                <a:cubicBezTo>
                  <a:pt x="1929210" y="76622"/>
                  <a:pt x="1929282" y="78654"/>
                  <a:pt x="1929282" y="81045"/>
                </a:cubicBezTo>
                <a:cubicBezTo>
                  <a:pt x="1929282" y="86591"/>
                  <a:pt x="1928803" y="90488"/>
                  <a:pt x="1927847" y="92736"/>
                </a:cubicBezTo>
                <a:cubicBezTo>
                  <a:pt x="1926891" y="94983"/>
                  <a:pt x="1925648" y="96106"/>
                  <a:pt x="1924118" y="96106"/>
                </a:cubicBezTo>
                <a:cubicBezTo>
                  <a:pt x="1922492" y="96106"/>
                  <a:pt x="1920771" y="95437"/>
                  <a:pt x="1918954" y="94098"/>
                </a:cubicBezTo>
                <a:cubicBezTo>
                  <a:pt x="1917137" y="92759"/>
                  <a:pt x="1914985" y="91277"/>
                  <a:pt x="1912499" y="89652"/>
                </a:cubicBezTo>
                <a:cubicBezTo>
                  <a:pt x="1910012" y="88026"/>
                  <a:pt x="1907048" y="86544"/>
                  <a:pt x="1903605" y="85205"/>
                </a:cubicBezTo>
                <a:cubicBezTo>
                  <a:pt x="1900163" y="83866"/>
                  <a:pt x="1896051" y="83197"/>
                  <a:pt x="1891269" y="83197"/>
                </a:cubicBezTo>
                <a:cubicBezTo>
                  <a:pt x="1881898" y="83197"/>
                  <a:pt x="1874726" y="86807"/>
                  <a:pt x="1869753" y="94027"/>
                </a:cubicBezTo>
                <a:cubicBezTo>
                  <a:pt x="1864780" y="101246"/>
                  <a:pt x="1862294" y="111837"/>
                  <a:pt x="1862294" y="125799"/>
                </a:cubicBezTo>
                <a:cubicBezTo>
                  <a:pt x="1862294" y="132684"/>
                  <a:pt x="1862916" y="138757"/>
                  <a:pt x="1864159" y="144016"/>
                </a:cubicBezTo>
                <a:cubicBezTo>
                  <a:pt x="1865402" y="149276"/>
                  <a:pt x="1867243" y="153675"/>
                  <a:pt x="1869681" y="157213"/>
                </a:cubicBezTo>
                <a:cubicBezTo>
                  <a:pt x="1872120" y="160751"/>
                  <a:pt x="1875180" y="163405"/>
                  <a:pt x="1878862" y="165174"/>
                </a:cubicBezTo>
                <a:cubicBezTo>
                  <a:pt x="1882543" y="166943"/>
                  <a:pt x="1886823" y="167828"/>
                  <a:pt x="1891700" y="167828"/>
                </a:cubicBezTo>
                <a:cubicBezTo>
                  <a:pt x="1896672" y="167828"/>
                  <a:pt x="1900952" y="167087"/>
                  <a:pt x="1904538" y="165604"/>
                </a:cubicBezTo>
                <a:cubicBezTo>
                  <a:pt x="1908124" y="164122"/>
                  <a:pt x="1911256" y="162473"/>
                  <a:pt x="1913933" y="160656"/>
                </a:cubicBezTo>
                <a:cubicBezTo>
                  <a:pt x="1916611" y="158839"/>
                  <a:pt x="1918858" y="157189"/>
                  <a:pt x="1920675" y="155707"/>
                </a:cubicBezTo>
                <a:cubicBezTo>
                  <a:pt x="1922492" y="154225"/>
                  <a:pt x="1924022" y="153483"/>
                  <a:pt x="1925265" y="153483"/>
                </a:cubicBezTo>
                <a:cubicBezTo>
                  <a:pt x="1926126" y="153483"/>
                  <a:pt x="1926843" y="153723"/>
                  <a:pt x="1927417" y="154201"/>
                </a:cubicBezTo>
                <a:cubicBezTo>
                  <a:pt x="1927991" y="154679"/>
                  <a:pt x="1928445" y="155563"/>
                  <a:pt x="1928780" y="156854"/>
                </a:cubicBezTo>
                <a:cubicBezTo>
                  <a:pt x="1929114" y="158145"/>
                  <a:pt x="1929377" y="159795"/>
                  <a:pt x="1929568" y="161803"/>
                </a:cubicBezTo>
                <a:cubicBezTo>
                  <a:pt x="1929760" y="163811"/>
                  <a:pt x="1929855" y="166393"/>
                  <a:pt x="1929855" y="169549"/>
                </a:cubicBezTo>
                <a:close/>
                <a:moveTo>
                  <a:pt x="2045616" y="153824"/>
                </a:moveTo>
                <a:cubicBezTo>
                  <a:pt x="2045616" y="161107"/>
                  <a:pt x="2044253" y="167527"/>
                  <a:pt x="2041528" y="173086"/>
                </a:cubicBezTo>
                <a:cubicBezTo>
                  <a:pt x="2038802" y="178641"/>
                  <a:pt x="2034953" y="183288"/>
                  <a:pt x="2029980" y="187027"/>
                </a:cubicBezTo>
                <a:cubicBezTo>
                  <a:pt x="2025008" y="190762"/>
                  <a:pt x="2019127" y="193564"/>
                  <a:pt x="2012337" y="195431"/>
                </a:cubicBezTo>
                <a:cubicBezTo>
                  <a:pt x="2005547" y="197302"/>
                  <a:pt x="1998184" y="198238"/>
                  <a:pt x="1990247" y="198238"/>
                </a:cubicBezTo>
                <a:cubicBezTo>
                  <a:pt x="1985465" y="198238"/>
                  <a:pt x="1980899" y="197874"/>
                  <a:pt x="1976548" y="197148"/>
                </a:cubicBezTo>
                <a:cubicBezTo>
                  <a:pt x="1972197" y="196422"/>
                  <a:pt x="1968300" y="195503"/>
                  <a:pt x="1964858" y="194391"/>
                </a:cubicBezTo>
                <a:cubicBezTo>
                  <a:pt x="1961415" y="193277"/>
                  <a:pt x="1958546" y="192140"/>
                  <a:pt x="1956251" y="190980"/>
                </a:cubicBezTo>
                <a:cubicBezTo>
                  <a:pt x="1953956" y="189818"/>
                  <a:pt x="1952282" y="188729"/>
                  <a:pt x="1951230" y="187712"/>
                </a:cubicBezTo>
                <a:cubicBezTo>
                  <a:pt x="1950179" y="186696"/>
                  <a:pt x="1949366" y="185107"/>
                  <a:pt x="1948792" y="182943"/>
                </a:cubicBezTo>
                <a:cubicBezTo>
                  <a:pt x="1948218" y="180779"/>
                  <a:pt x="1947931" y="177582"/>
                  <a:pt x="1947931" y="173350"/>
                </a:cubicBezTo>
                <a:cubicBezTo>
                  <a:pt x="1947931" y="170562"/>
                  <a:pt x="1948027" y="168327"/>
                  <a:pt x="1948218" y="166644"/>
                </a:cubicBezTo>
                <a:cubicBezTo>
                  <a:pt x="1948409" y="164962"/>
                  <a:pt x="1948696" y="163616"/>
                  <a:pt x="1949079" y="162606"/>
                </a:cubicBezTo>
                <a:cubicBezTo>
                  <a:pt x="1949461" y="161595"/>
                  <a:pt x="1949939" y="160923"/>
                  <a:pt x="1950513" y="160588"/>
                </a:cubicBezTo>
                <a:cubicBezTo>
                  <a:pt x="1951087" y="160251"/>
                  <a:pt x="1951804" y="160082"/>
                  <a:pt x="1952665" y="160082"/>
                </a:cubicBezTo>
                <a:cubicBezTo>
                  <a:pt x="1953717" y="160082"/>
                  <a:pt x="1955271" y="160687"/>
                  <a:pt x="1957327" y="161897"/>
                </a:cubicBezTo>
                <a:cubicBezTo>
                  <a:pt x="1959383" y="163108"/>
                  <a:pt x="1961941" y="164439"/>
                  <a:pt x="1965001" y="165891"/>
                </a:cubicBezTo>
                <a:cubicBezTo>
                  <a:pt x="1968061" y="167344"/>
                  <a:pt x="1971623" y="168699"/>
                  <a:pt x="1975687" y="169957"/>
                </a:cubicBezTo>
                <a:cubicBezTo>
                  <a:pt x="1979752" y="171215"/>
                  <a:pt x="1984366" y="171844"/>
                  <a:pt x="1989530" y="171844"/>
                </a:cubicBezTo>
                <a:cubicBezTo>
                  <a:pt x="1992781" y="171844"/>
                  <a:pt x="1995674" y="171511"/>
                  <a:pt x="1998208" y="170845"/>
                </a:cubicBezTo>
                <a:cubicBezTo>
                  <a:pt x="2000742" y="170178"/>
                  <a:pt x="2002942" y="169226"/>
                  <a:pt x="2004806" y="167989"/>
                </a:cubicBezTo>
                <a:cubicBezTo>
                  <a:pt x="2006671" y="166749"/>
                  <a:pt x="2008082" y="165177"/>
                  <a:pt x="2009038" y="163273"/>
                </a:cubicBezTo>
                <a:cubicBezTo>
                  <a:pt x="2009994" y="161370"/>
                  <a:pt x="2010472" y="159179"/>
                  <a:pt x="2010472" y="156702"/>
                </a:cubicBezTo>
                <a:cubicBezTo>
                  <a:pt x="2010472" y="153827"/>
                  <a:pt x="2009588" y="151360"/>
                  <a:pt x="2007819" y="149301"/>
                </a:cubicBezTo>
                <a:cubicBezTo>
                  <a:pt x="2006049" y="147239"/>
                  <a:pt x="2003707" y="145442"/>
                  <a:pt x="2000790" y="143909"/>
                </a:cubicBezTo>
                <a:cubicBezTo>
                  <a:pt x="1997873" y="142376"/>
                  <a:pt x="1994574" y="140938"/>
                  <a:pt x="1990892" y="139596"/>
                </a:cubicBezTo>
                <a:cubicBezTo>
                  <a:pt x="1987211" y="138255"/>
                  <a:pt x="1983433" y="136769"/>
                  <a:pt x="1979560" y="135141"/>
                </a:cubicBezTo>
                <a:cubicBezTo>
                  <a:pt x="1975687" y="133512"/>
                  <a:pt x="1971910" y="131644"/>
                  <a:pt x="1968228" y="129538"/>
                </a:cubicBezTo>
                <a:cubicBezTo>
                  <a:pt x="1964547" y="127428"/>
                  <a:pt x="1961248" y="124840"/>
                  <a:pt x="1958331" y="121774"/>
                </a:cubicBezTo>
                <a:cubicBezTo>
                  <a:pt x="1955414" y="118708"/>
                  <a:pt x="1953071" y="115020"/>
                  <a:pt x="1951302" y="110711"/>
                </a:cubicBezTo>
                <a:cubicBezTo>
                  <a:pt x="1949533" y="106398"/>
                  <a:pt x="1948649" y="101224"/>
                  <a:pt x="1948649" y="95188"/>
                </a:cubicBezTo>
                <a:cubicBezTo>
                  <a:pt x="1948649" y="89052"/>
                  <a:pt x="1949844" y="83422"/>
                  <a:pt x="1952235" y="78297"/>
                </a:cubicBezTo>
                <a:cubicBezTo>
                  <a:pt x="1954625" y="73172"/>
                  <a:pt x="1958068" y="68790"/>
                  <a:pt x="1962562" y="65150"/>
                </a:cubicBezTo>
                <a:cubicBezTo>
                  <a:pt x="1967057" y="61507"/>
                  <a:pt x="1972532" y="58680"/>
                  <a:pt x="1978987" y="56669"/>
                </a:cubicBezTo>
                <a:cubicBezTo>
                  <a:pt x="1985442" y="54655"/>
                  <a:pt x="1992685" y="53647"/>
                  <a:pt x="2000718" y="53647"/>
                </a:cubicBezTo>
                <a:cubicBezTo>
                  <a:pt x="2004735" y="53647"/>
                  <a:pt x="2008631" y="53934"/>
                  <a:pt x="2012409" y="54508"/>
                </a:cubicBezTo>
                <a:cubicBezTo>
                  <a:pt x="2016186" y="55082"/>
                  <a:pt x="2019605" y="55799"/>
                  <a:pt x="2022665" y="56660"/>
                </a:cubicBezTo>
                <a:cubicBezTo>
                  <a:pt x="2025725" y="57520"/>
                  <a:pt x="2028307" y="58453"/>
                  <a:pt x="2030411" y="59457"/>
                </a:cubicBezTo>
                <a:cubicBezTo>
                  <a:pt x="2032515" y="60461"/>
                  <a:pt x="2034021" y="61322"/>
                  <a:pt x="2034929" y="62039"/>
                </a:cubicBezTo>
                <a:cubicBezTo>
                  <a:pt x="2035838" y="62756"/>
                  <a:pt x="2036483" y="63473"/>
                  <a:pt x="2036866" y="64191"/>
                </a:cubicBezTo>
                <a:cubicBezTo>
                  <a:pt x="2037248" y="64908"/>
                  <a:pt x="2037535" y="65768"/>
                  <a:pt x="2037726" y="66772"/>
                </a:cubicBezTo>
                <a:cubicBezTo>
                  <a:pt x="2037918" y="67777"/>
                  <a:pt x="2038085" y="69020"/>
                  <a:pt x="2038228" y="70502"/>
                </a:cubicBezTo>
                <a:cubicBezTo>
                  <a:pt x="2038372" y="71984"/>
                  <a:pt x="2038444" y="73825"/>
                  <a:pt x="2038444" y="76025"/>
                </a:cubicBezTo>
                <a:cubicBezTo>
                  <a:pt x="2038444" y="78607"/>
                  <a:pt x="2038372" y="80710"/>
                  <a:pt x="2038228" y="82336"/>
                </a:cubicBezTo>
                <a:cubicBezTo>
                  <a:pt x="2038085" y="83962"/>
                  <a:pt x="2037846" y="85253"/>
                  <a:pt x="2037511" y="86209"/>
                </a:cubicBezTo>
                <a:cubicBezTo>
                  <a:pt x="2037176" y="87165"/>
                  <a:pt x="2036722" y="87811"/>
                  <a:pt x="2036148" y="88145"/>
                </a:cubicBezTo>
                <a:cubicBezTo>
                  <a:pt x="2035575" y="88480"/>
                  <a:pt x="2034905" y="88647"/>
                  <a:pt x="2034140" y="88647"/>
                </a:cubicBezTo>
                <a:cubicBezTo>
                  <a:pt x="2033280" y="88647"/>
                  <a:pt x="2031941" y="88145"/>
                  <a:pt x="2030124" y="87141"/>
                </a:cubicBezTo>
                <a:cubicBezTo>
                  <a:pt x="2028307" y="86137"/>
                  <a:pt x="2026036" y="85061"/>
                  <a:pt x="2023310" y="83914"/>
                </a:cubicBezTo>
                <a:cubicBezTo>
                  <a:pt x="2020585" y="82766"/>
                  <a:pt x="2017429" y="81691"/>
                  <a:pt x="2013843" y="80686"/>
                </a:cubicBezTo>
                <a:cubicBezTo>
                  <a:pt x="2010257" y="79682"/>
                  <a:pt x="2006169" y="79180"/>
                  <a:pt x="2001579" y="79180"/>
                </a:cubicBezTo>
                <a:cubicBezTo>
                  <a:pt x="1998327" y="79180"/>
                  <a:pt x="1995506" y="79518"/>
                  <a:pt x="1993116" y="80193"/>
                </a:cubicBezTo>
                <a:cubicBezTo>
                  <a:pt x="1990725" y="80866"/>
                  <a:pt x="1988765" y="81826"/>
                  <a:pt x="1987235" y="83076"/>
                </a:cubicBezTo>
                <a:cubicBezTo>
                  <a:pt x="1985704" y="84325"/>
                  <a:pt x="1984557" y="85791"/>
                  <a:pt x="1983792" y="87473"/>
                </a:cubicBezTo>
                <a:cubicBezTo>
                  <a:pt x="1983027" y="89155"/>
                  <a:pt x="1982644" y="90959"/>
                  <a:pt x="1982644" y="92884"/>
                </a:cubicBezTo>
                <a:cubicBezTo>
                  <a:pt x="1982644" y="95854"/>
                  <a:pt x="1983553" y="98346"/>
                  <a:pt x="1985370" y="100360"/>
                </a:cubicBezTo>
                <a:cubicBezTo>
                  <a:pt x="1987187" y="102372"/>
                  <a:pt x="1989577" y="104144"/>
                  <a:pt x="1992542" y="105677"/>
                </a:cubicBezTo>
                <a:cubicBezTo>
                  <a:pt x="1995506" y="107210"/>
                  <a:pt x="1998877" y="108647"/>
                  <a:pt x="2002655" y="109989"/>
                </a:cubicBezTo>
                <a:cubicBezTo>
                  <a:pt x="2006432" y="111331"/>
                  <a:pt x="2010257" y="112792"/>
                  <a:pt x="2014130" y="114373"/>
                </a:cubicBezTo>
                <a:cubicBezTo>
                  <a:pt x="2018003" y="115954"/>
                  <a:pt x="2021828" y="117798"/>
                  <a:pt x="2025605" y="119904"/>
                </a:cubicBezTo>
                <a:cubicBezTo>
                  <a:pt x="2029383" y="122011"/>
                  <a:pt x="2032754" y="124599"/>
                  <a:pt x="2035718" y="127668"/>
                </a:cubicBezTo>
                <a:cubicBezTo>
                  <a:pt x="2038683" y="130734"/>
                  <a:pt x="2041073" y="134400"/>
                  <a:pt x="2042890" y="138664"/>
                </a:cubicBezTo>
                <a:cubicBezTo>
                  <a:pt x="2044707" y="142926"/>
                  <a:pt x="2045616" y="147979"/>
                  <a:pt x="2045616" y="1538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E41B0-18D3-4144-9B5D-84EA2301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50" y="1474536"/>
            <a:ext cx="242879" cy="242879"/>
          </a:xfrm>
          <a:custGeom xmlns:a="http://schemas.openxmlformats.org/drawingml/2006/main">
            <a:pathLst>
              <a:path w="242879" h="242879">
                <a:moveTo>
                  <a:pt x="0" y="121440"/>
                </a:moveTo>
                <a:cubicBezTo>
                  <a:pt x="0" y="54371"/>
                  <a:pt x="54370" y="0"/>
                  <a:pt x="121440" y="0"/>
                </a:cubicBezTo>
                <a:cubicBezTo>
                  <a:pt x="188509" y="0"/>
                  <a:pt x="242879" y="54371"/>
                  <a:pt x="242879" y="121440"/>
                </a:cubicBezTo>
                <a:cubicBezTo>
                  <a:pt x="242879" y="188509"/>
                  <a:pt x="188509" y="242879"/>
                  <a:pt x="121440" y="242879"/>
                </a:cubicBezTo>
                <a:cubicBezTo>
                  <a:pt x="54370" y="242879"/>
                  <a:pt x="0" y="188509"/>
                  <a:pt x="0" y="121440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1">
            <a:extLst xmlns:a="http://schemas.openxmlformats.org/drawingml/2006/main">
              <a:ext uri="{FF2B5EF4-FFF2-40B4-BE49-F238E27FC236}">
                <a16:creationId xmlns:a16="http://schemas.microsoft.com/office/drawing/2014/main" id="{6DE596A4-7F9E-4F88-94D4-E3C3DA98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440" y="1503080"/>
            <a:ext cx="108012" cy="187049"/>
          </a:xfrm>
          <a:custGeom xmlns:a="http://schemas.openxmlformats.org/drawingml/2006/main">
            <a:pathLst>
              <a:path w="108012" h="187049">
                <a:moveTo>
                  <a:pt x="108012" y="177295"/>
                </a:moveTo>
                <a:cubicBezTo>
                  <a:pt x="108012" y="179112"/>
                  <a:pt x="107869" y="180642"/>
                  <a:pt x="107582" y="181885"/>
                </a:cubicBezTo>
                <a:cubicBezTo>
                  <a:pt x="107295" y="183128"/>
                  <a:pt x="106912" y="184132"/>
                  <a:pt x="106434" y="184897"/>
                </a:cubicBezTo>
                <a:cubicBezTo>
                  <a:pt x="105956" y="185662"/>
                  <a:pt x="105406" y="186212"/>
                  <a:pt x="104785" y="186547"/>
                </a:cubicBezTo>
                <a:cubicBezTo>
                  <a:pt x="104163" y="186882"/>
                  <a:pt x="103518" y="187049"/>
                  <a:pt x="102848" y="187049"/>
                </a:cubicBezTo>
                <a:lnTo>
                  <a:pt x="5881" y="187049"/>
                </a:lnTo>
                <a:cubicBezTo>
                  <a:pt x="5212" y="187049"/>
                  <a:pt x="4590" y="186882"/>
                  <a:pt x="4016" y="186547"/>
                </a:cubicBezTo>
                <a:cubicBezTo>
                  <a:pt x="3443" y="186212"/>
                  <a:pt x="2893" y="185662"/>
                  <a:pt x="2367" y="184897"/>
                </a:cubicBezTo>
                <a:cubicBezTo>
                  <a:pt x="1841" y="184132"/>
                  <a:pt x="1434" y="183128"/>
                  <a:pt x="1148" y="181885"/>
                </a:cubicBezTo>
                <a:cubicBezTo>
                  <a:pt x="861" y="180642"/>
                  <a:pt x="717" y="179112"/>
                  <a:pt x="717" y="177295"/>
                </a:cubicBezTo>
                <a:cubicBezTo>
                  <a:pt x="717" y="175574"/>
                  <a:pt x="861" y="174091"/>
                  <a:pt x="1148" y="172848"/>
                </a:cubicBezTo>
                <a:cubicBezTo>
                  <a:pt x="1434" y="171605"/>
                  <a:pt x="1793" y="170577"/>
                  <a:pt x="2223" y="169764"/>
                </a:cubicBezTo>
                <a:cubicBezTo>
                  <a:pt x="2654" y="168951"/>
                  <a:pt x="3180" y="168330"/>
                  <a:pt x="3801" y="167899"/>
                </a:cubicBezTo>
                <a:cubicBezTo>
                  <a:pt x="4423" y="167469"/>
                  <a:pt x="5116" y="167254"/>
                  <a:pt x="5881" y="167254"/>
                </a:cubicBezTo>
                <a:lnTo>
                  <a:pt x="44611" y="167254"/>
                </a:lnTo>
                <a:lnTo>
                  <a:pt x="44611" y="25963"/>
                </a:lnTo>
                <a:lnTo>
                  <a:pt x="8750" y="47479"/>
                </a:lnTo>
                <a:cubicBezTo>
                  <a:pt x="6933" y="48436"/>
                  <a:pt x="5475" y="49010"/>
                  <a:pt x="4375" y="49201"/>
                </a:cubicBezTo>
                <a:cubicBezTo>
                  <a:pt x="3275" y="49392"/>
                  <a:pt x="2391" y="49177"/>
                  <a:pt x="1721" y="48555"/>
                </a:cubicBezTo>
                <a:cubicBezTo>
                  <a:pt x="1052" y="47934"/>
                  <a:pt x="598" y="46904"/>
                  <a:pt x="359" y="45467"/>
                </a:cubicBezTo>
                <a:cubicBezTo>
                  <a:pt x="120" y="44026"/>
                  <a:pt x="0" y="42203"/>
                  <a:pt x="0" y="39998"/>
                </a:cubicBezTo>
                <a:cubicBezTo>
                  <a:pt x="0" y="38366"/>
                  <a:pt x="72" y="36975"/>
                  <a:pt x="215" y="35825"/>
                </a:cubicBezTo>
                <a:cubicBezTo>
                  <a:pt x="359" y="34674"/>
                  <a:pt x="574" y="33715"/>
                  <a:pt x="861" y="32947"/>
                </a:cubicBezTo>
                <a:cubicBezTo>
                  <a:pt x="1148" y="32179"/>
                  <a:pt x="1554" y="31508"/>
                  <a:pt x="2080" y="30934"/>
                </a:cubicBezTo>
                <a:cubicBezTo>
                  <a:pt x="2606" y="30358"/>
                  <a:pt x="3299" y="29782"/>
                  <a:pt x="4160" y="29208"/>
                </a:cubicBezTo>
                <a:lnTo>
                  <a:pt x="46906" y="1726"/>
                </a:lnTo>
                <a:cubicBezTo>
                  <a:pt x="47288" y="1439"/>
                  <a:pt x="47766" y="1200"/>
                  <a:pt x="48340" y="1009"/>
                </a:cubicBezTo>
                <a:cubicBezTo>
                  <a:pt x="48914" y="814"/>
                  <a:pt x="49631" y="622"/>
                  <a:pt x="50492" y="430"/>
                </a:cubicBezTo>
                <a:cubicBezTo>
                  <a:pt x="51352" y="239"/>
                  <a:pt x="52357" y="120"/>
                  <a:pt x="53504" y="72"/>
                </a:cubicBezTo>
                <a:cubicBezTo>
                  <a:pt x="54652" y="24"/>
                  <a:pt x="56086" y="0"/>
                  <a:pt x="57807" y="0"/>
                </a:cubicBezTo>
                <a:cubicBezTo>
                  <a:pt x="60102" y="0"/>
                  <a:pt x="62015" y="96"/>
                  <a:pt x="63545" y="287"/>
                </a:cubicBezTo>
                <a:cubicBezTo>
                  <a:pt x="65075" y="478"/>
                  <a:pt x="66270" y="741"/>
                  <a:pt x="67131" y="1076"/>
                </a:cubicBezTo>
                <a:cubicBezTo>
                  <a:pt x="67992" y="1411"/>
                  <a:pt x="68566" y="1842"/>
                  <a:pt x="68852" y="2371"/>
                </a:cubicBezTo>
                <a:cubicBezTo>
                  <a:pt x="69139" y="2897"/>
                  <a:pt x="69283" y="3447"/>
                  <a:pt x="69283" y="4021"/>
                </a:cubicBezTo>
                <a:lnTo>
                  <a:pt x="69283" y="167254"/>
                </a:lnTo>
                <a:lnTo>
                  <a:pt x="102848" y="167254"/>
                </a:lnTo>
                <a:cubicBezTo>
                  <a:pt x="103613" y="167254"/>
                  <a:pt x="104331" y="167469"/>
                  <a:pt x="105000" y="167899"/>
                </a:cubicBezTo>
                <a:cubicBezTo>
                  <a:pt x="105669" y="168330"/>
                  <a:pt x="106219" y="168951"/>
                  <a:pt x="106650" y="169764"/>
                </a:cubicBezTo>
                <a:cubicBezTo>
                  <a:pt x="107080" y="170577"/>
                  <a:pt x="107415" y="171605"/>
                  <a:pt x="107654" y="172848"/>
                </a:cubicBezTo>
                <a:cubicBezTo>
                  <a:pt x="107893" y="174091"/>
                  <a:pt x="108012" y="175574"/>
                  <a:pt x="108012" y="1772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F838B-7ABA-4FDF-9414-1DED7070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720" y="2694664"/>
            <a:ext cx="242879" cy="242881"/>
          </a:xfrm>
          <a:custGeom xmlns:a="http://schemas.openxmlformats.org/drawingml/2006/main">
            <a:pathLst>
              <a:path w="242879" h="242881">
                <a:moveTo>
                  <a:pt x="0" y="121440"/>
                </a:moveTo>
                <a:cubicBezTo>
                  <a:pt x="0" y="54371"/>
                  <a:pt x="54371" y="0"/>
                  <a:pt x="121440" y="0"/>
                </a:cubicBezTo>
                <a:cubicBezTo>
                  <a:pt x="188509" y="0"/>
                  <a:pt x="242879" y="54371"/>
                  <a:pt x="242879" y="121440"/>
                </a:cubicBezTo>
                <a:cubicBezTo>
                  <a:pt x="242879" y="188510"/>
                  <a:pt x="188509" y="242881"/>
                  <a:pt x="121440" y="242881"/>
                </a:cubicBezTo>
                <a:cubicBezTo>
                  <a:pt x="54371" y="242881"/>
                  <a:pt x="0" y="188510"/>
                  <a:pt x="0" y="121440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1">
            <a:extLst xmlns:a="http://schemas.openxmlformats.org/drawingml/2006/main">
              <a:ext uri="{FF2B5EF4-FFF2-40B4-BE49-F238E27FC236}">
                <a16:creationId xmlns:a16="http://schemas.microsoft.com/office/drawing/2014/main" id="{A089CEEB-9796-42B5-BFA1-0841409E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911" y="2722227"/>
            <a:ext cx="108012" cy="187049"/>
          </a:xfrm>
          <a:custGeom xmlns:a="http://schemas.openxmlformats.org/drawingml/2006/main">
            <a:pathLst>
              <a:path w="108012" h="187049">
                <a:moveTo>
                  <a:pt x="108012" y="177295"/>
                </a:moveTo>
                <a:cubicBezTo>
                  <a:pt x="108012" y="179112"/>
                  <a:pt x="107869" y="180642"/>
                  <a:pt x="107582" y="181885"/>
                </a:cubicBezTo>
                <a:cubicBezTo>
                  <a:pt x="107295" y="183128"/>
                  <a:pt x="106912" y="184132"/>
                  <a:pt x="106434" y="184897"/>
                </a:cubicBezTo>
                <a:cubicBezTo>
                  <a:pt x="105956" y="185662"/>
                  <a:pt x="105406" y="186212"/>
                  <a:pt x="104785" y="186547"/>
                </a:cubicBezTo>
                <a:cubicBezTo>
                  <a:pt x="104163" y="186882"/>
                  <a:pt x="103518" y="187049"/>
                  <a:pt x="102848" y="187049"/>
                </a:cubicBezTo>
                <a:lnTo>
                  <a:pt x="5881" y="187049"/>
                </a:lnTo>
                <a:cubicBezTo>
                  <a:pt x="5212" y="187049"/>
                  <a:pt x="4590" y="186882"/>
                  <a:pt x="4016" y="186547"/>
                </a:cubicBezTo>
                <a:cubicBezTo>
                  <a:pt x="3443" y="186212"/>
                  <a:pt x="2893" y="185662"/>
                  <a:pt x="2367" y="184897"/>
                </a:cubicBezTo>
                <a:cubicBezTo>
                  <a:pt x="1841" y="184132"/>
                  <a:pt x="1434" y="183128"/>
                  <a:pt x="1148" y="181885"/>
                </a:cubicBezTo>
                <a:cubicBezTo>
                  <a:pt x="861" y="180642"/>
                  <a:pt x="717" y="179112"/>
                  <a:pt x="717" y="177295"/>
                </a:cubicBezTo>
                <a:cubicBezTo>
                  <a:pt x="717" y="175574"/>
                  <a:pt x="861" y="174091"/>
                  <a:pt x="1148" y="172848"/>
                </a:cubicBezTo>
                <a:cubicBezTo>
                  <a:pt x="1434" y="171605"/>
                  <a:pt x="1793" y="170577"/>
                  <a:pt x="2223" y="169764"/>
                </a:cubicBezTo>
                <a:cubicBezTo>
                  <a:pt x="2654" y="168951"/>
                  <a:pt x="3180" y="168330"/>
                  <a:pt x="3801" y="167899"/>
                </a:cubicBezTo>
                <a:cubicBezTo>
                  <a:pt x="4423" y="167469"/>
                  <a:pt x="5116" y="167254"/>
                  <a:pt x="5881" y="167254"/>
                </a:cubicBezTo>
                <a:lnTo>
                  <a:pt x="44611" y="167254"/>
                </a:lnTo>
                <a:lnTo>
                  <a:pt x="44611" y="25963"/>
                </a:lnTo>
                <a:lnTo>
                  <a:pt x="8750" y="47479"/>
                </a:lnTo>
                <a:cubicBezTo>
                  <a:pt x="6933" y="48436"/>
                  <a:pt x="5475" y="49010"/>
                  <a:pt x="4375" y="49201"/>
                </a:cubicBezTo>
                <a:cubicBezTo>
                  <a:pt x="3275" y="49392"/>
                  <a:pt x="2391" y="49177"/>
                  <a:pt x="1721" y="48555"/>
                </a:cubicBezTo>
                <a:cubicBezTo>
                  <a:pt x="1052" y="47934"/>
                  <a:pt x="598" y="46904"/>
                  <a:pt x="359" y="45467"/>
                </a:cubicBezTo>
                <a:cubicBezTo>
                  <a:pt x="120" y="44026"/>
                  <a:pt x="0" y="42203"/>
                  <a:pt x="0" y="39998"/>
                </a:cubicBezTo>
                <a:cubicBezTo>
                  <a:pt x="0" y="38366"/>
                  <a:pt x="72" y="36975"/>
                  <a:pt x="215" y="35825"/>
                </a:cubicBezTo>
                <a:cubicBezTo>
                  <a:pt x="359" y="34674"/>
                  <a:pt x="574" y="33715"/>
                  <a:pt x="861" y="32947"/>
                </a:cubicBezTo>
                <a:cubicBezTo>
                  <a:pt x="1148" y="32179"/>
                  <a:pt x="1554" y="31508"/>
                  <a:pt x="2080" y="30934"/>
                </a:cubicBezTo>
                <a:cubicBezTo>
                  <a:pt x="2606" y="30358"/>
                  <a:pt x="3299" y="29782"/>
                  <a:pt x="4160" y="29208"/>
                </a:cubicBezTo>
                <a:lnTo>
                  <a:pt x="46906" y="1726"/>
                </a:lnTo>
                <a:cubicBezTo>
                  <a:pt x="47288" y="1439"/>
                  <a:pt x="47766" y="1200"/>
                  <a:pt x="48340" y="1009"/>
                </a:cubicBezTo>
                <a:cubicBezTo>
                  <a:pt x="48914" y="814"/>
                  <a:pt x="49631" y="622"/>
                  <a:pt x="50492" y="430"/>
                </a:cubicBezTo>
                <a:cubicBezTo>
                  <a:pt x="51352" y="239"/>
                  <a:pt x="52357" y="120"/>
                  <a:pt x="53504" y="72"/>
                </a:cubicBezTo>
                <a:cubicBezTo>
                  <a:pt x="54652" y="24"/>
                  <a:pt x="56086" y="0"/>
                  <a:pt x="57807" y="0"/>
                </a:cubicBezTo>
                <a:cubicBezTo>
                  <a:pt x="60102" y="0"/>
                  <a:pt x="62015" y="96"/>
                  <a:pt x="63545" y="287"/>
                </a:cubicBezTo>
                <a:cubicBezTo>
                  <a:pt x="65075" y="478"/>
                  <a:pt x="66270" y="741"/>
                  <a:pt x="67131" y="1076"/>
                </a:cubicBezTo>
                <a:cubicBezTo>
                  <a:pt x="67992" y="1411"/>
                  <a:pt x="68566" y="1842"/>
                  <a:pt x="68852" y="2371"/>
                </a:cubicBezTo>
                <a:cubicBezTo>
                  <a:pt x="69139" y="2897"/>
                  <a:pt x="69283" y="3447"/>
                  <a:pt x="69283" y="4021"/>
                </a:cubicBezTo>
                <a:lnTo>
                  <a:pt x="69283" y="167254"/>
                </a:lnTo>
                <a:lnTo>
                  <a:pt x="102848" y="167254"/>
                </a:lnTo>
                <a:cubicBezTo>
                  <a:pt x="103613" y="167254"/>
                  <a:pt x="104331" y="167469"/>
                  <a:pt x="105000" y="167899"/>
                </a:cubicBezTo>
                <a:cubicBezTo>
                  <a:pt x="105669" y="168330"/>
                  <a:pt x="106219" y="168951"/>
                  <a:pt x="106650" y="169764"/>
                </a:cubicBezTo>
                <a:cubicBezTo>
                  <a:pt x="107080" y="170577"/>
                  <a:pt x="107415" y="171605"/>
                  <a:pt x="107654" y="172848"/>
                </a:cubicBezTo>
                <a:cubicBezTo>
                  <a:pt x="107893" y="174091"/>
                  <a:pt x="108012" y="175574"/>
                  <a:pt x="108012" y="1772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D7837-F491-49A8-8CA9-45BBE82C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115" y="1108181"/>
            <a:ext cx="242879" cy="242881"/>
          </a:xfrm>
          <a:custGeom xmlns:a="http://schemas.openxmlformats.org/drawingml/2006/main">
            <a:pathLst>
              <a:path w="242879" h="242881">
                <a:moveTo>
                  <a:pt x="0" y="121441"/>
                </a:moveTo>
                <a:cubicBezTo>
                  <a:pt x="0" y="54371"/>
                  <a:pt x="54371" y="0"/>
                  <a:pt x="121440" y="0"/>
                </a:cubicBezTo>
                <a:cubicBezTo>
                  <a:pt x="188509" y="0"/>
                  <a:pt x="242879" y="54371"/>
                  <a:pt x="242879" y="121441"/>
                </a:cubicBezTo>
                <a:cubicBezTo>
                  <a:pt x="242879" y="188510"/>
                  <a:pt x="188509" y="242881"/>
                  <a:pt x="121440" y="242881"/>
                </a:cubicBezTo>
                <a:cubicBezTo>
                  <a:pt x="54371" y="242881"/>
                  <a:pt x="0" y="188510"/>
                  <a:pt x="0" y="121441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2">
            <a:extLst xmlns:a="http://schemas.openxmlformats.org/drawingml/2006/main">
              <a:ext uri="{FF2B5EF4-FFF2-40B4-BE49-F238E27FC236}">
                <a16:creationId xmlns:a16="http://schemas.microsoft.com/office/drawing/2014/main" id="{65166469-7231-46AB-8B54-1F6AD3D6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699" y="1134433"/>
            <a:ext cx="116188" cy="188483"/>
          </a:xfrm>
          <a:custGeom xmlns:a="http://schemas.openxmlformats.org/drawingml/2006/main">
            <a:pathLst>
              <a:path w="116188" h="188483">
                <a:moveTo>
                  <a:pt x="116188" y="177869"/>
                </a:moveTo>
                <a:cubicBezTo>
                  <a:pt x="116188" y="179590"/>
                  <a:pt x="116069" y="181120"/>
                  <a:pt x="115830" y="182459"/>
                </a:cubicBezTo>
                <a:cubicBezTo>
                  <a:pt x="115591" y="183798"/>
                  <a:pt x="115256" y="184921"/>
                  <a:pt x="114826" y="185830"/>
                </a:cubicBezTo>
                <a:cubicBezTo>
                  <a:pt x="114395" y="186738"/>
                  <a:pt x="113822" y="187408"/>
                  <a:pt x="113104" y="187838"/>
                </a:cubicBezTo>
                <a:cubicBezTo>
                  <a:pt x="112387" y="188268"/>
                  <a:pt x="111598" y="188483"/>
                  <a:pt x="110738" y="188483"/>
                </a:cubicBezTo>
                <a:lnTo>
                  <a:pt x="8176" y="188483"/>
                </a:lnTo>
                <a:cubicBezTo>
                  <a:pt x="6837" y="188483"/>
                  <a:pt x="5666" y="188316"/>
                  <a:pt x="4662" y="187981"/>
                </a:cubicBezTo>
                <a:cubicBezTo>
                  <a:pt x="3658" y="187647"/>
                  <a:pt x="2797" y="187097"/>
                  <a:pt x="2080" y="186332"/>
                </a:cubicBezTo>
                <a:cubicBezTo>
                  <a:pt x="1363" y="185567"/>
                  <a:pt x="837" y="184467"/>
                  <a:pt x="502" y="183033"/>
                </a:cubicBezTo>
                <a:cubicBezTo>
                  <a:pt x="167" y="181598"/>
                  <a:pt x="0" y="179829"/>
                  <a:pt x="0" y="177725"/>
                </a:cubicBezTo>
                <a:cubicBezTo>
                  <a:pt x="0" y="175813"/>
                  <a:pt x="72" y="174139"/>
                  <a:pt x="215" y="172705"/>
                </a:cubicBezTo>
                <a:cubicBezTo>
                  <a:pt x="359" y="171270"/>
                  <a:pt x="669" y="170003"/>
                  <a:pt x="1148" y="168904"/>
                </a:cubicBezTo>
                <a:cubicBezTo>
                  <a:pt x="1626" y="167804"/>
                  <a:pt x="2223" y="166704"/>
                  <a:pt x="2941" y="165604"/>
                </a:cubicBezTo>
                <a:cubicBezTo>
                  <a:pt x="3658" y="164505"/>
                  <a:pt x="4590" y="163333"/>
                  <a:pt x="5738" y="162090"/>
                </a:cubicBezTo>
                <a:lnTo>
                  <a:pt x="41742" y="123885"/>
                </a:lnTo>
                <a:cubicBezTo>
                  <a:pt x="50061" y="115081"/>
                  <a:pt x="56732" y="107186"/>
                  <a:pt x="61752" y="100199"/>
                </a:cubicBezTo>
                <a:cubicBezTo>
                  <a:pt x="66772" y="93212"/>
                  <a:pt x="70645" y="86848"/>
                  <a:pt x="73371" y="81108"/>
                </a:cubicBezTo>
                <a:cubicBezTo>
                  <a:pt x="76096" y="75364"/>
                  <a:pt x="77889" y="70148"/>
                  <a:pt x="78750" y="65459"/>
                </a:cubicBezTo>
                <a:cubicBezTo>
                  <a:pt x="79611" y="60770"/>
                  <a:pt x="80041" y="56368"/>
                  <a:pt x="80041" y="52253"/>
                </a:cubicBezTo>
                <a:cubicBezTo>
                  <a:pt x="80041" y="48135"/>
                  <a:pt x="79372" y="44234"/>
                  <a:pt x="78033" y="40549"/>
                </a:cubicBezTo>
                <a:cubicBezTo>
                  <a:pt x="76694" y="36862"/>
                  <a:pt x="74757" y="33630"/>
                  <a:pt x="72223" y="30854"/>
                </a:cubicBezTo>
                <a:cubicBezTo>
                  <a:pt x="69689" y="28074"/>
                  <a:pt x="66510" y="25872"/>
                  <a:pt x="62684" y="24246"/>
                </a:cubicBezTo>
                <a:cubicBezTo>
                  <a:pt x="58859" y="22618"/>
                  <a:pt x="54460" y="21803"/>
                  <a:pt x="49488" y="21803"/>
                </a:cubicBezTo>
                <a:cubicBezTo>
                  <a:pt x="43654" y="21803"/>
                  <a:pt x="38419" y="22616"/>
                  <a:pt x="33781" y="24242"/>
                </a:cubicBezTo>
                <a:cubicBezTo>
                  <a:pt x="29143" y="25867"/>
                  <a:pt x="25079" y="27637"/>
                  <a:pt x="21588" y="29549"/>
                </a:cubicBezTo>
                <a:cubicBezTo>
                  <a:pt x="18098" y="31462"/>
                  <a:pt x="15181" y="33231"/>
                  <a:pt x="12838" y="34857"/>
                </a:cubicBezTo>
                <a:cubicBezTo>
                  <a:pt x="10495" y="36482"/>
                  <a:pt x="8750" y="37295"/>
                  <a:pt x="7602" y="37295"/>
                </a:cubicBezTo>
                <a:cubicBezTo>
                  <a:pt x="6933" y="37295"/>
                  <a:pt x="6335" y="37104"/>
                  <a:pt x="5809" y="36721"/>
                </a:cubicBezTo>
                <a:cubicBezTo>
                  <a:pt x="5283" y="36339"/>
                  <a:pt x="4853" y="35717"/>
                  <a:pt x="4518" y="34857"/>
                </a:cubicBezTo>
                <a:cubicBezTo>
                  <a:pt x="4184" y="33996"/>
                  <a:pt x="3921" y="32848"/>
                  <a:pt x="3730" y="31414"/>
                </a:cubicBezTo>
                <a:cubicBezTo>
                  <a:pt x="3538" y="29979"/>
                  <a:pt x="3443" y="28258"/>
                  <a:pt x="3443" y="26250"/>
                </a:cubicBezTo>
                <a:cubicBezTo>
                  <a:pt x="3443" y="24816"/>
                  <a:pt x="3490" y="23572"/>
                  <a:pt x="3586" y="22520"/>
                </a:cubicBezTo>
                <a:cubicBezTo>
                  <a:pt x="3682" y="21469"/>
                  <a:pt x="3849" y="20560"/>
                  <a:pt x="4088" y="19795"/>
                </a:cubicBezTo>
                <a:cubicBezTo>
                  <a:pt x="4327" y="19030"/>
                  <a:pt x="4638" y="18313"/>
                  <a:pt x="5020" y="17643"/>
                </a:cubicBezTo>
                <a:cubicBezTo>
                  <a:pt x="5403" y="16974"/>
                  <a:pt x="6168" y="16137"/>
                  <a:pt x="7316" y="15133"/>
                </a:cubicBezTo>
                <a:cubicBezTo>
                  <a:pt x="8463" y="14129"/>
                  <a:pt x="10447" y="12766"/>
                  <a:pt x="13268" y="11045"/>
                </a:cubicBezTo>
                <a:cubicBezTo>
                  <a:pt x="16089" y="9324"/>
                  <a:pt x="19628" y="7626"/>
                  <a:pt x="23883" y="5953"/>
                </a:cubicBezTo>
                <a:cubicBezTo>
                  <a:pt x="28139" y="4279"/>
                  <a:pt x="32824" y="2869"/>
                  <a:pt x="37941" y="1721"/>
                </a:cubicBezTo>
                <a:cubicBezTo>
                  <a:pt x="43057" y="574"/>
                  <a:pt x="48436" y="0"/>
                  <a:pt x="54078" y="0"/>
                </a:cubicBezTo>
                <a:cubicBezTo>
                  <a:pt x="63067" y="0"/>
                  <a:pt x="70932" y="1269"/>
                  <a:pt x="77674" y="3806"/>
                </a:cubicBezTo>
                <a:cubicBezTo>
                  <a:pt x="84416" y="6340"/>
                  <a:pt x="90010" y="9808"/>
                  <a:pt x="94457" y="14210"/>
                </a:cubicBezTo>
                <a:cubicBezTo>
                  <a:pt x="98904" y="18612"/>
                  <a:pt x="102227" y="23732"/>
                  <a:pt x="104426" y="29572"/>
                </a:cubicBezTo>
                <a:cubicBezTo>
                  <a:pt x="106626" y="35408"/>
                  <a:pt x="107725" y="41628"/>
                  <a:pt x="107725" y="48233"/>
                </a:cubicBezTo>
                <a:cubicBezTo>
                  <a:pt x="107725" y="54167"/>
                  <a:pt x="107199" y="60079"/>
                  <a:pt x="106147" y="65966"/>
                </a:cubicBezTo>
                <a:cubicBezTo>
                  <a:pt x="105096" y="71850"/>
                  <a:pt x="102872" y="78214"/>
                  <a:pt x="99477" y="85057"/>
                </a:cubicBezTo>
                <a:cubicBezTo>
                  <a:pt x="96083" y="91900"/>
                  <a:pt x="91182" y="99509"/>
                  <a:pt x="84775" y="107882"/>
                </a:cubicBezTo>
                <a:cubicBezTo>
                  <a:pt x="78367" y="116256"/>
                  <a:pt x="69857" y="125898"/>
                  <a:pt x="59242" y="136808"/>
                </a:cubicBezTo>
                <a:lnTo>
                  <a:pt x="29836" y="167541"/>
                </a:lnTo>
                <a:lnTo>
                  <a:pt x="110594" y="167541"/>
                </a:lnTo>
                <a:cubicBezTo>
                  <a:pt x="111359" y="167541"/>
                  <a:pt x="112100" y="167756"/>
                  <a:pt x="112818" y="168186"/>
                </a:cubicBezTo>
                <a:cubicBezTo>
                  <a:pt x="113535" y="168617"/>
                  <a:pt x="114156" y="169262"/>
                  <a:pt x="114682" y="170123"/>
                </a:cubicBezTo>
                <a:cubicBezTo>
                  <a:pt x="115208" y="170983"/>
                  <a:pt x="115591" y="172059"/>
                  <a:pt x="115830" y="173350"/>
                </a:cubicBezTo>
                <a:cubicBezTo>
                  <a:pt x="116069" y="174641"/>
                  <a:pt x="116188" y="176147"/>
                  <a:pt x="116188" y="1778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E996B-0375-42EB-917E-DFE0687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701" y="1999999"/>
            <a:ext cx="242879" cy="242879"/>
          </a:xfrm>
          <a:custGeom xmlns:a="http://schemas.openxmlformats.org/drawingml/2006/main">
            <a:pathLst>
              <a:path w="242879" h="242879">
                <a:moveTo>
                  <a:pt x="0" y="121440"/>
                </a:moveTo>
                <a:cubicBezTo>
                  <a:pt x="0" y="54371"/>
                  <a:pt x="54371" y="0"/>
                  <a:pt x="121440" y="0"/>
                </a:cubicBezTo>
                <a:cubicBezTo>
                  <a:pt x="188509" y="0"/>
                  <a:pt x="242879" y="54371"/>
                  <a:pt x="242879" y="121440"/>
                </a:cubicBezTo>
                <a:cubicBezTo>
                  <a:pt x="242879" y="188509"/>
                  <a:pt x="188509" y="242879"/>
                  <a:pt x="121440" y="242879"/>
                </a:cubicBezTo>
                <a:cubicBezTo>
                  <a:pt x="54371" y="242879"/>
                  <a:pt x="0" y="188509"/>
                  <a:pt x="0" y="121440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3">
            <a:extLst xmlns:a="http://schemas.openxmlformats.org/drawingml/2006/main">
              <a:ext uri="{FF2B5EF4-FFF2-40B4-BE49-F238E27FC236}">
                <a16:creationId xmlns:a16="http://schemas.microsoft.com/office/drawing/2014/main" id="{D3EDA6BC-30EE-4E49-B5E4-F0FD9AA4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707" y="2024557"/>
            <a:ext cx="116332" cy="191352"/>
          </a:xfrm>
          <a:custGeom xmlns:a="http://schemas.openxmlformats.org/drawingml/2006/main">
            <a:pathLst>
              <a:path w="116332" h="191352">
                <a:moveTo>
                  <a:pt x="116332" y="135553"/>
                </a:moveTo>
                <a:cubicBezTo>
                  <a:pt x="116332" y="144064"/>
                  <a:pt x="114850" y="151738"/>
                  <a:pt x="111885" y="158576"/>
                </a:cubicBezTo>
                <a:cubicBezTo>
                  <a:pt x="108921" y="165413"/>
                  <a:pt x="104665" y="171270"/>
                  <a:pt x="99119" y="176147"/>
                </a:cubicBezTo>
                <a:cubicBezTo>
                  <a:pt x="93572" y="181024"/>
                  <a:pt x="86735" y="184778"/>
                  <a:pt x="78606" y="187408"/>
                </a:cubicBezTo>
                <a:cubicBezTo>
                  <a:pt x="70478" y="190037"/>
                  <a:pt x="61298" y="191352"/>
                  <a:pt x="51066" y="191352"/>
                </a:cubicBezTo>
                <a:cubicBezTo>
                  <a:pt x="44850" y="191352"/>
                  <a:pt x="39040" y="190847"/>
                  <a:pt x="33637" y="189837"/>
                </a:cubicBezTo>
                <a:cubicBezTo>
                  <a:pt x="28234" y="188830"/>
                  <a:pt x="23429" y="187630"/>
                  <a:pt x="19221" y="186238"/>
                </a:cubicBezTo>
                <a:cubicBezTo>
                  <a:pt x="15014" y="184845"/>
                  <a:pt x="11523" y="183405"/>
                  <a:pt x="8750" y="181916"/>
                </a:cubicBezTo>
                <a:cubicBezTo>
                  <a:pt x="5977" y="180428"/>
                  <a:pt x="4232" y="179348"/>
                  <a:pt x="3514" y="178676"/>
                </a:cubicBezTo>
                <a:cubicBezTo>
                  <a:pt x="2797" y="178003"/>
                  <a:pt x="2247" y="177332"/>
                  <a:pt x="1865" y="176663"/>
                </a:cubicBezTo>
                <a:cubicBezTo>
                  <a:pt x="1482" y="175991"/>
                  <a:pt x="1148" y="175175"/>
                  <a:pt x="861" y="174215"/>
                </a:cubicBezTo>
                <a:cubicBezTo>
                  <a:pt x="574" y="173253"/>
                  <a:pt x="359" y="172076"/>
                  <a:pt x="215" y="170683"/>
                </a:cubicBezTo>
                <a:cubicBezTo>
                  <a:pt x="72" y="169291"/>
                  <a:pt x="0" y="167586"/>
                  <a:pt x="0" y="165569"/>
                </a:cubicBezTo>
                <a:cubicBezTo>
                  <a:pt x="0" y="162114"/>
                  <a:pt x="335" y="159714"/>
                  <a:pt x="1004" y="158369"/>
                </a:cubicBezTo>
                <a:cubicBezTo>
                  <a:pt x="1673" y="157025"/>
                  <a:pt x="2630" y="156352"/>
                  <a:pt x="3873" y="156352"/>
                </a:cubicBezTo>
                <a:cubicBezTo>
                  <a:pt x="4734" y="156352"/>
                  <a:pt x="6431" y="157125"/>
                  <a:pt x="8965" y="158670"/>
                </a:cubicBezTo>
                <a:cubicBezTo>
                  <a:pt x="11499" y="160215"/>
                  <a:pt x="14751" y="161881"/>
                  <a:pt x="18719" y="163668"/>
                </a:cubicBezTo>
                <a:cubicBezTo>
                  <a:pt x="22688" y="165455"/>
                  <a:pt x="27326" y="167121"/>
                  <a:pt x="32633" y="168666"/>
                </a:cubicBezTo>
                <a:cubicBezTo>
                  <a:pt x="37941" y="170211"/>
                  <a:pt x="43846" y="170983"/>
                  <a:pt x="50348" y="170983"/>
                </a:cubicBezTo>
                <a:cubicBezTo>
                  <a:pt x="56660" y="170983"/>
                  <a:pt x="62206" y="170171"/>
                  <a:pt x="66988" y="168545"/>
                </a:cubicBezTo>
                <a:cubicBezTo>
                  <a:pt x="71769" y="166919"/>
                  <a:pt x="75785" y="164624"/>
                  <a:pt x="79037" y="161660"/>
                </a:cubicBezTo>
                <a:cubicBezTo>
                  <a:pt x="82288" y="158695"/>
                  <a:pt x="84727" y="155181"/>
                  <a:pt x="86352" y="151117"/>
                </a:cubicBezTo>
                <a:cubicBezTo>
                  <a:pt x="87978" y="147052"/>
                  <a:pt x="88791" y="142630"/>
                  <a:pt x="88791" y="137848"/>
                </a:cubicBezTo>
                <a:cubicBezTo>
                  <a:pt x="88791" y="132589"/>
                  <a:pt x="87763" y="127855"/>
                  <a:pt x="85707" y="123647"/>
                </a:cubicBezTo>
                <a:cubicBezTo>
                  <a:pt x="83651" y="119440"/>
                  <a:pt x="80639" y="115806"/>
                  <a:pt x="76670" y="112746"/>
                </a:cubicBezTo>
                <a:cubicBezTo>
                  <a:pt x="72701" y="109686"/>
                  <a:pt x="67824" y="107343"/>
                  <a:pt x="62039" y="105717"/>
                </a:cubicBezTo>
                <a:cubicBezTo>
                  <a:pt x="56253" y="104091"/>
                  <a:pt x="49679" y="103279"/>
                  <a:pt x="42316" y="103279"/>
                </a:cubicBezTo>
                <a:lnTo>
                  <a:pt x="24672" y="103279"/>
                </a:lnTo>
                <a:cubicBezTo>
                  <a:pt x="23907" y="103279"/>
                  <a:pt x="23166" y="103111"/>
                  <a:pt x="22449" y="102777"/>
                </a:cubicBezTo>
                <a:cubicBezTo>
                  <a:pt x="21732" y="102442"/>
                  <a:pt x="21110" y="101892"/>
                  <a:pt x="20584" y="101127"/>
                </a:cubicBezTo>
                <a:cubicBezTo>
                  <a:pt x="20058" y="100362"/>
                  <a:pt x="19628" y="99358"/>
                  <a:pt x="19293" y="98115"/>
                </a:cubicBezTo>
                <a:cubicBezTo>
                  <a:pt x="18958" y="96872"/>
                  <a:pt x="18791" y="95246"/>
                  <a:pt x="18791" y="93238"/>
                </a:cubicBezTo>
                <a:cubicBezTo>
                  <a:pt x="18791" y="91421"/>
                  <a:pt x="18934" y="89915"/>
                  <a:pt x="19221" y="88719"/>
                </a:cubicBezTo>
                <a:cubicBezTo>
                  <a:pt x="19508" y="87524"/>
                  <a:pt x="19915" y="86568"/>
                  <a:pt x="20441" y="85850"/>
                </a:cubicBezTo>
                <a:cubicBezTo>
                  <a:pt x="20967" y="85133"/>
                  <a:pt x="21564" y="84607"/>
                  <a:pt x="22234" y="84272"/>
                </a:cubicBezTo>
                <a:cubicBezTo>
                  <a:pt x="22903" y="83938"/>
                  <a:pt x="23668" y="83770"/>
                  <a:pt x="24529" y="83770"/>
                </a:cubicBezTo>
                <a:lnTo>
                  <a:pt x="40738" y="83770"/>
                </a:lnTo>
                <a:cubicBezTo>
                  <a:pt x="47049" y="83770"/>
                  <a:pt x="52715" y="82955"/>
                  <a:pt x="57736" y="81323"/>
                </a:cubicBezTo>
                <a:cubicBezTo>
                  <a:pt x="62756" y="79688"/>
                  <a:pt x="67012" y="77335"/>
                  <a:pt x="70502" y="74263"/>
                </a:cubicBezTo>
                <a:cubicBezTo>
                  <a:pt x="73992" y="71188"/>
                  <a:pt x="76670" y="67514"/>
                  <a:pt x="78535" y="63240"/>
                </a:cubicBezTo>
                <a:cubicBezTo>
                  <a:pt x="80400" y="58964"/>
                  <a:pt x="81332" y="54184"/>
                  <a:pt x="81332" y="48900"/>
                </a:cubicBezTo>
                <a:cubicBezTo>
                  <a:pt x="81332" y="45057"/>
                  <a:pt x="80710" y="41383"/>
                  <a:pt x="79467" y="37878"/>
                </a:cubicBezTo>
                <a:cubicBezTo>
                  <a:pt x="78224" y="34369"/>
                  <a:pt x="76359" y="31320"/>
                  <a:pt x="73873" y="28729"/>
                </a:cubicBezTo>
                <a:cubicBezTo>
                  <a:pt x="71387" y="26135"/>
                  <a:pt x="68207" y="24094"/>
                  <a:pt x="64334" y="22606"/>
                </a:cubicBezTo>
                <a:cubicBezTo>
                  <a:pt x="60461" y="21114"/>
                  <a:pt x="55990" y="20369"/>
                  <a:pt x="50922" y="20369"/>
                </a:cubicBezTo>
                <a:cubicBezTo>
                  <a:pt x="45376" y="20369"/>
                  <a:pt x="40283" y="21206"/>
                  <a:pt x="35645" y="22879"/>
                </a:cubicBezTo>
                <a:cubicBezTo>
                  <a:pt x="31007" y="24553"/>
                  <a:pt x="26872" y="26346"/>
                  <a:pt x="23238" y="28258"/>
                </a:cubicBezTo>
                <a:cubicBezTo>
                  <a:pt x="19604" y="30171"/>
                  <a:pt x="16592" y="31964"/>
                  <a:pt x="14201" y="33637"/>
                </a:cubicBezTo>
                <a:cubicBezTo>
                  <a:pt x="11810" y="35311"/>
                  <a:pt x="10137" y="36148"/>
                  <a:pt x="9180" y="36148"/>
                </a:cubicBezTo>
                <a:cubicBezTo>
                  <a:pt x="8511" y="36148"/>
                  <a:pt x="7913" y="36028"/>
                  <a:pt x="7387" y="35789"/>
                </a:cubicBezTo>
                <a:cubicBezTo>
                  <a:pt x="6861" y="35550"/>
                  <a:pt x="6431" y="35072"/>
                  <a:pt x="6096" y="34354"/>
                </a:cubicBezTo>
                <a:cubicBezTo>
                  <a:pt x="5762" y="33637"/>
                  <a:pt x="5523" y="32633"/>
                  <a:pt x="5379" y="31342"/>
                </a:cubicBezTo>
                <a:cubicBezTo>
                  <a:pt x="5236" y="30051"/>
                  <a:pt x="5164" y="28354"/>
                  <a:pt x="5164" y="26250"/>
                </a:cubicBezTo>
                <a:cubicBezTo>
                  <a:pt x="5164" y="24816"/>
                  <a:pt x="5212" y="23548"/>
                  <a:pt x="5307" y="22449"/>
                </a:cubicBezTo>
                <a:cubicBezTo>
                  <a:pt x="5403" y="21349"/>
                  <a:pt x="5594" y="20393"/>
                  <a:pt x="5881" y="19580"/>
                </a:cubicBezTo>
                <a:cubicBezTo>
                  <a:pt x="6168" y="18767"/>
                  <a:pt x="6503" y="18026"/>
                  <a:pt x="6885" y="17357"/>
                </a:cubicBezTo>
                <a:cubicBezTo>
                  <a:pt x="7268" y="16687"/>
                  <a:pt x="7913" y="15898"/>
                  <a:pt x="8822" y="14990"/>
                </a:cubicBezTo>
                <a:cubicBezTo>
                  <a:pt x="9730" y="14081"/>
                  <a:pt x="11571" y="12766"/>
                  <a:pt x="14344" y="11045"/>
                </a:cubicBezTo>
                <a:cubicBezTo>
                  <a:pt x="17117" y="9324"/>
                  <a:pt x="20536" y="7626"/>
                  <a:pt x="24600" y="5953"/>
                </a:cubicBezTo>
                <a:cubicBezTo>
                  <a:pt x="28665" y="4279"/>
                  <a:pt x="33350" y="2869"/>
                  <a:pt x="38658" y="1721"/>
                </a:cubicBezTo>
                <a:cubicBezTo>
                  <a:pt x="43965" y="574"/>
                  <a:pt x="49679" y="0"/>
                  <a:pt x="55799" y="0"/>
                </a:cubicBezTo>
                <a:cubicBezTo>
                  <a:pt x="64406" y="0"/>
                  <a:pt x="71960" y="1104"/>
                  <a:pt x="78463" y="3313"/>
                </a:cubicBezTo>
                <a:cubicBezTo>
                  <a:pt x="84966" y="5518"/>
                  <a:pt x="90393" y="8635"/>
                  <a:pt x="94744" y="12663"/>
                </a:cubicBezTo>
                <a:cubicBezTo>
                  <a:pt x="99095" y="16692"/>
                  <a:pt x="102346" y="21512"/>
                  <a:pt x="104498" y="27124"/>
                </a:cubicBezTo>
                <a:cubicBezTo>
                  <a:pt x="106650" y="32736"/>
                  <a:pt x="107725" y="38948"/>
                  <a:pt x="107725" y="45758"/>
                </a:cubicBezTo>
                <a:cubicBezTo>
                  <a:pt x="107725" y="51609"/>
                  <a:pt x="106960" y="57054"/>
                  <a:pt x="105430" y="62093"/>
                </a:cubicBezTo>
                <a:cubicBezTo>
                  <a:pt x="103900" y="67128"/>
                  <a:pt x="101653" y="71588"/>
                  <a:pt x="98688" y="75473"/>
                </a:cubicBezTo>
                <a:cubicBezTo>
                  <a:pt x="95724" y="79358"/>
                  <a:pt x="92090" y="82668"/>
                  <a:pt x="87787" y="85402"/>
                </a:cubicBezTo>
                <a:cubicBezTo>
                  <a:pt x="83484" y="88136"/>
                  <a:pt x="78511" y="90031"/>
                  <a:pt x="72869" y="91086"/>
                </a:cubicBezTo>
                <a:lnTo>
                  <a:pt x="72869" y="91373"/>
                </a:lnTo>
                <a:cubicBezTo>
                  <a:pt x="79276" y="92042"/>
                  <a:pt x="85133" y="93644"/>
                  <a:pt x="90440" y="96178"/>
                </a:cubicBezTo>
                <a:cubicBezTo>
                  <a:pt x="95748" y="98712"/>
                  <a:pt x="100314" y="101892"/>
                  <a:pt x="104139" y="105717"/>
                </a:cubicBezTo>
                <a:cubicBezTo>
                  <a:pt x="107964" y="109542"/>
                  <a:pt x="110953" y="114013"/>
                  <a:pt x="113104" y="119129"/>
                </a:cubicBezTo>
                <a:cubicBezTo>
                  <a:pt x="115256" y="124245"/>
                  <a:pt x="116332" y="129720"/>
                  <a:pt x="116332" y="1355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49AFE-D91D-496E-BE6A-5F70FD3A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41" y="2248017"/>
            <a:ext cx="242879" cy="242879"/>
          </a:xfrm>
          <a:custGeom xmlns:a="http://schemas.openxmlformats.org/drawingml/2006/main">
            <a:pathLst>
              <a:path w="242879" h="242879">
                <a:moveTo>
                  <a:pt x="0" y="121440"/>
                </a:moveTo>
                <a:cubicBezTo>
                  <a:pt x="0" y="54371"/>
                  <a:pt x="54371" y="0"/>
                  <a:pt x="121440" y="0"/>
                </a:cubicBezTo>
                <a:cubicBezTo>
                  <a:pt x="188510" y="0"/>
                  <a:pt x="242879" y="54371"/>
                  <a:pt x="242879" y="121440"/>
                </a:cubicBezTo>
                <a:cubicBezTo>
                  <a:pt x="242879" y="188510"/>
                  <a:pt x="188510" y="242879"/>
                  <a:pt x="121440" y="242879"/>
                </a:cubicBezTo>
                <a:cubicBezTo>
                  <a:pt x="54371" y="242879"/>
                  <a:pt x="0" y="188510"/>
                  <a:pt x="0" y="121440"/>
                </a:cubicBez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B823DB8-FADD-4ED3-9544-800BCACD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457" y="2276271"/>
            <a:ext cx="133545" cy="187336"/>
          </a:xfrm>
          <a:custGeom xmlns:a="http://schemas.openxmlformats.org/drawingml/2006/main">
            <a:pathLst>
              <a:path w="133545" h="187336">
                <a:moveTo>
                  <a:pt x="133545" y="133545"/>
                </a:moveTo>
                <a:cubicBezTo>
                  <a:pt x="133545" y="136701"/>
                  <a:pt x="133067" y="139187"/>
                  <a:pt x="132111" y="141004"/>
                </a:cubicBezTo>
                <a:cubicBezTo>
                  <a:pt x="131154" y="142821"/>
                  <a:pt x="129815" y="143729"/>
                  <a:pt x="128094" y="143729"/>
                </a:cubicBezTo>
                <a:lnTo>
                  <a:pt x="107152" y="143729"/>
                </a:lnTo>
                <a:lnTo>
                  <a:pt x="107152" y="182876"/>
                </a:lnTo>
                <a:cubicBezTo>
                  <a:pt x="107152" y="183644"/>
                  <a:pt x="106960" y="184292"/>
                  <a:pt x="106578" y="184821"/>
                </a:cubicBezTo>
                <a:cubicBezTo>
                  <a:pt x="106195" y="185347"/>
                  <a:pt x="105526" y="185803"/>
                  <a:pt x="104570" y="186188"/>
                </a:cubicBezTo>
                <a:cubicBezTo>
                  <a:pt x="103613" y="186571"/>
                  <a:pt x="102370" y="186858"/>
                  <a:pt x="100840" y="187049"/>
                </a:cubicBezTo>
                <a:cubicBezTo>
                  <a:pt x="99310" y="187240"/>
                  <a:pt x="97350" y="187336"/>
                  <a:pt x="94959" y="187336"/>
                </a:cubicBezTo>
                <a:cubicBezTo>
                  <a:pt x="92664" y="187336"/>
                  <a:pt x="90751" y="187240"/>
                  <a:pt x="89221" y="187049"/>
                </a:cubicBezTo>
                <a:cubicBezTo>
                  <a:pt x="87691" y="186858"/>
                  <a:pt x="86472" y="186571"/>
                  <a:pt x="85563" y="186188"/>
                </a:cubicBezTo>
                <a:cubicBezTo>
                  <a:pt x="84655" y="185803"/>
                  <a:pt x="84033" y="185347"/>
                  <a:pt x="83699" y="184821"/>
                </a:cubicBezTo>
                <a:cubicBezTo>
                  <a:pt x="83364" y="184292"/>
                  <a:pt x="83197" y="183644"/>
                  <a:pt x="83197" y="182876"/>
                </a:cubicBezTo>
                <a:lnTo>
                  <a:pt x="83197" y="143729"/>
                </a:lnTo>
                <a:lnTo>
                  <a:pt x="6598" y="143729"/>
                </a:lnTo>
                <a:cubicBezTo>
                  <a:pt x="5451" y="143729"/>
                  <a:pt x="4495" y="143586"/>
                  <a:pt x="3730" y="143299"/>
                </a:cubicBezTo>
                <a:cubicBezTo>
                  <a:pt x="2964" y="143012"/>
                  <a:pt x="2271" y="142486"/>
                  <a:pt x="1650" y="141721"/>
                </a:cubicBezTo>
                <a:cubicBezTo>
                  <a:pt x="1028" y="140956"/>
                  <a:pt x="598" y="139856"/>
                  <a:pt x="359" y="138422"/>
                </a:cubicBezTo>
                <a:cubicBezTo>
                  <a:pt x="120" y="136988"/>
                  <a:pt x="0" y="135123"/>
                  <a:pt x="0" y="132828"/>
                </a:cubicBezTo>
                <a:cubicBezTo>
                  <a:pt x="0" y="131011"/>
                  <a:pt x="48" y="129385"/>
                  <a:pt x="143" y="127951"/>
                </a:cubicBezTo>
                <a:cubicBezTo>
                  <a:pt x="239" y="126516"/>
                  <a:pt x="430" y="125201"/>
                  <a:pt x="717" y="124006"/>
                </a:cubicBezTo>
                <a:cubicBezTo>
                  <a:pt x="1004" y="122811"/>
                  <a:pt x="1387" y="121663"/>
                  <a:pt x="1865" y="120563"/>
                </a:cubicBezTo>
                <a:cubicBezTo>
                  <a:pt x="2343" y="119464"/>
                  <a:pt x="2917" y="118292"/>
                  <a:pt x="3586" y="117049"/>
                </a:cubicBezTo>
                <a:lnTo>
                  <a:pt x="70430" y="4442"/>
                </a:lnTo>
                <a:cubicBezTo>
                  <a:pt x="70908" y="3677"/>
                  <a:pt x="71602" y="3009"/>
                  <a:pt x="72510" y="2439"/>
                </a:cubicBezTo>
                <a:cubicBezTo>
                  <a:pt x="73419" y="1865"/>
                  <a:pt x="74590" y="1387"/>
                  <a:pt x="76025" y="1004"/>
                </a:cubicBezTo>
                <a:cubicBezTo>
                  <a:pt x="77459" y="622"/>
                  <a:pt x="79228" y="359"/>
                  <a:pt x="81332" y="215"/>
                </a:cubicBezTo>
                <a:cubicBezTo>
                  <a:pt x="83436" y="72"/>
                  <a:pt x="85922" y="0"/>
                  <a:pt x="88791" y="0"/>
                </a:cubicBezTo>
                <a:cubicBezTo>
                  <a:pt x="91947" y="0"/>
                  <a:pt x="94696" y="120"/>
                  <a:pt x="97039" y="359"/>
                </a:cubicBezTo>
                <a:cubicBezTo>
                  <a:pt x="99382" y="598"/>
                  <a:pt x="101270" y="908"/>
                  <a:pt x="102705" y="1291"/>
                </a:cubicBezTo>
                <a:cubicBezTo>
                  <a:pt x="104139" y="1673"/>
                  <a:pt x="105239" y="2176"/>
                  <a:pt x="106004" y="2797"/>
                </a:cubicBezTo>
                <a:cubicBezTo>
                  <a:pt x="106769" y="3416"/>
                  <a:pt x="107152" y="4155"/>
                  <a:pt x="107152" y="5016"/>
                </a:cubicBezTo>
                <a:lnTo>
                  <a:pt x="107152" y="123361"/>
                </a:lnTo>
                <a:lnTo>
                  <a:pt x="128094" y="123361"/>
                </a:lnTo>
                <a:cubicBezTo>
                  <a:pt x="129720" y="123361"/>
                  <a:pt x="131035" y="124197"/>
                  <a:pt x="132039" y="125871"/>
                </a:cubicBezTo>
                <a:cubicBezTo>
                  <a:pt x="133043" y="127544"/>
                  <a:pt x="133545" y="130102"/>
                  <a:pt x="133545" y="133545"/>
                </a:cubicBezTo>
                <a:moveTo>
                  <a:pt x="83197" y="21637"/>
                </a:moveTo>
                <a:lnTo>
                  <a:pt x="82910" y="21637"/>
                </a:lnTo>
                <a:lnTo>
                  <a:pt x="22520" y="123361"/>
                </a:lnTo>
                <a:lnTo>
                  <a:pt x="83197" y="123361"/>
                </a:lnTo>
                <a:lnTo>
                  <a:pt x="83197" y="21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63602-E718-4DE2-ACA7-FC71EF52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843" y="3038994"/>
            <a:ext cx="651934" cy="110164"/>
          </a:xfrm>
          <a:custGeom xmlns:a="http://schemas.openxmlformats.org/drawingml/2006/main">
            <a:pathLst>
              <a:path w="651934" h="110164">
                <a:moveTo>
                  <a:pt x="505049" y="73441"/>
                </a:moveTo>
                <a:lnTo>
                  <a:pt x="651934" y="73441"/>
                </a:lnTo>
                <a:lnTo>
                  <a:pt x="651934" y="36720"/>
                </a:lnTo>
                <a:lnTo>
                  <a:pt x="505049" y="36720"/>
                </a:lnTo>
                <a:lnTo>
                  <a:pt x="505049" y="73441"/>
                </a:lnTo>
                <a:close/>
                <a:moveTo>
                  <a:pt x="248000" y="73443"/>
                </a:moveTo>
                <a:lnTo>
                  <a:pt x="394885" y="73441"/>
                </a:lnTo>
                <a:lnTo>
                  <a:pt x="394885" y="36720"/>
                </a:lnTo>
                <a:lnTo>
                  <a:pt x="248000" y="36721"/>
                </a:lnTo>
                <a:lnTo>
                  <a:pt x="248000" y="73443"/>
                </a:lnTo>
                <a:close/>
                <a:moveTo>
                  <a:pt x="0" y="55082"/>
                </a:moveTo>
                <a:lnTo>
                  <a:pt x="110164" y="110164"/>
                </a:lnTo>
                <a:lnTo>
                  <a:pt x="110164" y="73443"/>
                </a:lnTo>
                <a:lnTo>
                  <a:pt x="137836" y="73443"/>
                </a:lnTo>
                <a:lnTo>
                  <a:pt x="137836" y="36721"/>
                </a:lnTo>
                <a:lnTo>
                  <a:pt x="110164" y="36721"/>
                </a:lnTo>
                <a:lnTo>
                  <a:pt x="110164" y="0"/>
                </a:lnTo>
                <a:lnTo>
                  <a:pt x="0" y="55082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CB47C-32C1-43C6-8426-A3B81253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01" y="1235572"/>
            <a:ext cx="651934" cy="110164"/>
          </a:xfrm>
          <a:custGeom xmlns:a="http://schemas.openxmlformats.org/drawingml/2006/main">
            <a:pathLst>
              <a:path w="651934" h="110164">
                <a:moveTo>
                  <a:pt x="0" y="55082"/>
                </a:moveTo>
                <a:lnTo>
                  <a:pt x="110164" y="110164"/>
                </a:lnTo>
                <a:lnTo>
                  <a:pt x="110164" y="73443"/>
                </a:lnTo>
                <a:lnTo>
                  <a:pt x="137836" y="73443"/>
                </a:lnTo>
                <a:lnTo>
                  <a:pt x="137836" y="36721"/>
                </a:lnTo>
                <a:lnTo>
                  <a:pt x="110164" y="36721"/>
                </a:lnTo>
                <a:lnTo>
                  <a:pt x="110164" y="0"/>
                </a:lnTo>
                <a:lnTo>
                  <a:pt x="0" y="55082"/>
                </a:lnTo>
                <a:close/>
                <a:moveTo>
                  <a:pt x="394885" y="73443"/>
                </a:moveTo>
                <a:lnTo>
                  <a:pt x="394885" y="36721"/>
                </a:lnTo>
                <a:lnTo>
                  <a:pt x="248000" y="36721"/>
                </a:lnTo>
                <a:lnTo>
                  <a:pt x="248000" y="73443"/>
                </a:lnTo>
                <a:lnTo>
                  <a:pt x="394885" y="73443"/>
                </a:lnTo>
                <a:close/>
                <a:moveTo>
                  <a:pt x="651934" y="73443"/>
                </a:moveTo>
                <a:lnTo>
                  <a:pt x="651934" y="36721"/>
                </a:lnTo>
                <a:lnTo>
                  <a:pt x="505049" y="36721"/>
                </a:lnTo>
                <a:lnTo>
                  <a:pt x="505049" y="73443"/>
                </a:lnTo>
                <a:lnTo>
                  <a:pt x="651934" y="73443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Economic">
            <a:extLst xmlns:a="http://schemas.openxmlformats.org/drawingml/2006/main">
              <a:ext uri="{FF2B5EF4-FFF2-40B4-BE49-F238E27FC236}">
                <a16:creationId xmlns:a16="http://schemas.microsoft.com/office/drawing/2014/main" id="{FA5C3991-A8E0-47F9-8025-80D188DD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405" y="3189146"/>
            <a:ext cx="857925" cy="148678"/>
          </a:xfrm>
          <a:custGeom xmlns:a="http://schemas.openxmlformats.org/drawingml/2006/main">
            <a:pathLst>
              <a:path w="857925" h="148678">
                <a:moveTo>
                  <a:pt x="107044" y="10973"/>
                </a:moveTo>
                <a:cubicBezTo>
                  <a:pt x="107044" y="11404"/>
                  <a:pt x="106990" y="12157"/>
                  <a:pt x="106883" y="13233"/>
                </a:cubicBezTo>
                <a:cubicBezTo>
                  <a:pt x="106775" y="14308"/>
                  <a:pt x="106614" y="15510"/>
                  <a:pt x="106398" y="16837"/>
                </a:cubicBezTo>
                <a:cubicBezTo>
                  <a:pt x="106183" y="18163"/>
                  <a:pt x="105896" y="19544"/>
                  <a:pt x="105538" y="20978"/>
                </a:cubicBezTo>
                <a:cubicBezTo>
                  <a:pt x="105179" y="22413"/>
                  <a:pt x="104731" y="23722"/>
                  <a:pt x="104193" y="24905"/>
                </a:cubicBezTo>
                <a:cubicBezTo>
                  <a:pt x="103655" y="26089"/>
                  <a:pt x="103010" y="27075"/>
                  <a:pt x="102257" y="27864"/>
                </a:cubicBezTo>
                <a:cubicBezTo>
                  <a:pt x="101504" y="28653"/>
                  <a:pt x="100697" y="29047"/>
                  <a:pt x="99836" y="29047"/>
                </a:cubicBezTo>
                <a:lnTo>
                  <a:pt x="50133" y="29047"/>
                </a:lnTo>
                <a:lnTo>
                  <a:pt x="43248" y="62828"/>
                </a:lnTo>
                <a:lnTo>
                  <a:pt x="85420" y="62828"/>
                </a:lnTo>
                <a:cubicBezTo>
                  <a:pt x="86424" y="62828"/>
                  <a:pt x="87141" y="63189"/>
                  <a:pt x="87572" y="63910"/>
                </a:cubicBezTo>
                <a:cubicBezTo>
                  <a:pt x="88002" y="64630"/>
                  <a:pt x="88217" y="65638"/>
                  <a:pt x="88217" y="66936"/>
                </a:cubicBezTo>
                <a:cubicBezTo>
                  <a:pt x="88217" y="67440"/>
                  <a:pt x="88163" y="68216"/>
                  <a:pt x="88056" y="69263"/>
                </a:cubicBezTo>
                <a:cubicBezTo>
                  <a:pt x="87948" y="70307"/>
                  <a:pt x="87787" y="71496"/>
                  <a:pt x="87572" y="72830"/>
                </a:cubicBezTo>
                <a:cubicBezTo>
                  <a:pt x="87356" y="74163"/>
                  <a:pt x="87070" y="75515"/>
                  <a:pt x="86711" y="76884"/>
                </a:cubicBezTo>
                <a:cubicBezTo>
                  <a:pt x="86352" y="78253"/>
                  <a:pt x="85904" y="79515"/>
                  <a:pt x="85366" y="80670"/>
                </a:cubicBezTo>
                <a:cubicBezTo>
                  <a:pt x="84828" y="81822"/>
                  <a:pt x="84201" y="82758"/>
                  <a:pt x="83484" y="83480"/>
                </a:cubicBezTo>
                <a:cubicBezTo>
                  <a:pt x="82766" y="84200"/>
                  <a:pt x="81977" y="84559"/>
                  <a:pt x="81117" y="84559"/>
                </a:cubicBezTo>
                <a:lnTo>
                  <a:pt x="39052" y="84559"/>
                </a:lnTo>
                <a:lnTo>
                  <a:pt x="31091" y="123934"/>
                </a:lnTo>
                <a:lnTo>
                  <a:pt x="81439" y="123934"/>
                </a:lnTo>
                <a:cubicBezTo>
                  <a:pt x="82300" y="123934"/>
                  <a:pt x="82946" y="124311"/>
                  <a:pt x="83376" y="125064"/>
                </a:cubicBezTo>
                <a:cubicBezTo>
                  <a:pt x="83806" y="125817"/>
                  <a:pt x="84021" y="126911"/>
                  <a:pt x="84021" y="128345"/>
                </a:cubicBezTo>
                <a:cubicBezTo>
                  <a:pt x="84021" y="128847"/>
                  <a:pt x="83986" y="129636"/>
                  <a:pt x="83914" y="130712"/>
                </a:cubicBezTo>
                <a:cubicBezTo>
                  <a:pt x="83842" y="131788"/>
                  <a:pt x="83681" y="132989"/>
                  <a:pt x="83430" y="134316"/>
                </a:cubicBezTo>
                <a:cubicBezTo>
                  <a:pt x="83179" y="135643"/>
                  <a:pt x="82874" y="136988"/>
                  <a:pt x="82515" y="138350"/>
                </a:cubicBezTo>
                <a:cubicBezTo>
                  <a:pt x="82157" y="139713"/>
                  <a:pt x="81708" y="140986"/>
                  <a:pt x="81171" y="142169"/>
                </a:cubicBezTo>
                <a:cubicBezTo>
                  <a:pt x="80633" y="143353"/>
                  <a:pt x="80005" y="144303"/>
                  <a:pt x="79288" y="145020"/>
                </a:cubicBezTo>
                <a:cubicBezTo>
                  <a:pt x="78571" y="145738"/>
                  <a:pt x="77746" y="146096"/>
                  <a:pt x="76813" y="146096"/>
                </a:cubicBezTo>
                <a:lnTo>
                  <a:pt x="6885" y="146096"/>
                </a:lnTo>
                <a:cubicBezTo>
                  <a:pt x="5738" y="146096"/>
                  <a:pt x="4698" y="145935"/>
                  <a:pt x="3765" y="145612"/>
                </a:cubicBezTo>
                <a:cubicBezTo>
                  <a:pt x="2833" y="145287"/>
                  <a:pt x="2062" y="144748"/>
                  <a:pt x="1452" y="143995"/>
                </a:cubicBezTo>
                <a:cubicBezTo>
                  <a:pt x="843" y="143240"/>
                  <a:pt x="430" y="142305"/>
                  <a:pt x="215" y="141191"/>
                </a:cubicBezTo>
                <a:cubicBezTo>
                  <a:pt x="0" y="140077"/>
                  <a:pt x="36" y="138730"/>
                  <a:pt x="323" y="137150"/>
                </a:cubicBezTo>
                <a:lnTo>
                  <a:pt x="24636" y="15801"/>
                </a:lnTo>
                <a:cubicBezTo>
                  <a:pt x="25282" y="12650"/>
                  <a:pt x="26573" y="10376"/>
                  <a:pt x="28509" y="8980"/>
                </a:cubicBezTo>
                <a:cubicBezTo>
                  <a:pt x="30446" y="7583"/>
                  <a:pt x="32597" y="6885"/>
                  <a:pt x="34964" y="6885"/>
                </a:cubicBezTo>
                <a:lnTo>
                  <a:pt x="104247" y="6885"/>
                </a:lnTo>
                <a:cubicBezTo>
                  <a:pt x="106112" y="6885"/>
                  <a:pt x="107044" y="8248"/>
                  <a:pt x="107044" y="10973"/>
                </a:cubicBezTo>
                <a:close/>
                <a:moveTo>
                  <a:pt x="189539" y="52840"/>
                </a:moveTo>
                <a:cubicBezTo>
                  <a:pt x="189539" y="54498"/>
                  <a:pt x="189342" y="56373"/>
                  <a:pt x="188947" y="58464"/>
                </a:cubicBezTo>
                <a:cubicBezTo>
                  <a:pt x="188553" y="60553"/>
                  <a:pt x="188033" y="62534"/>
                  <a:pt x="187387" y="64408"/>
                </a:cubicBezTo>
                <a:cubicBezTo>
                  <a:pt x="186742" y="66282"/>
                  <a:pt x="185935" y="67849"/>
                  <a:pt x="184967" y="69111"/>
                </a:cubicBezTo>
                <a:cubicBezTo>
                  <a:pt x="183998" y="70373"/>
                  <a:pt x="182941" y="71004"/>
                  <a:pt x="181793" y="71004"/>
                </a:cubicBezTo>
                <a:cubicBezTo>
                  <a:pt x="180717" y="71004"/>
                  <a:pt x="179677" y="70568"/>
                  <a:pt x="178673" y="69696"/>
                </a:cubicBezTo>
                <a:cubicBezTo>
                  <a:pt x="177669" y="68824"/>
                  <a:pt x="176432" y="67844"/>
                  <a:pt x="174962" y="66755"/>
                </a:cubicBezTo>
                <a:cubicBezTo>
                  <a:pt x="173491" y="65665"/>
                  <a:pt x="171644" y="64667"/>
                  <a:pt x="169421" y="63759"/>
                </a:cubicBezTo>
                <a:cubicBezTo>
                  <a:pt x="167198" y="62851"/>
                  <a:pt x="164329" y="62397"/>
                  <a:pt x="160815" y="62397"/>
                </a:cubicBezTo>
                <a:cubicBezTo>
                  <a:pt x="157085" y="62397"/>
                  <a:pt x="153750" y="63221"/>
                  <a:pt x="150809" y="64869"/>
                </a:cubicBezTo>
                <a:cubicBezTo>
                  <a:pt x="147869" y="66516"/>
                  <a:pt x="145305" y="68646"/>
                  <a:pt x="143117" y="71260"/>
                </a:cubicBezTo>
                <a:cubicBezTo>
                  <a:pt x="140930" y="73873"/>
                  <a:pt x="139119" y="76845"/>
                  <a:pt x="137684" y="80175"/>
                </a:cubicBezTo>
                <a:cubicBezTo>
                  <a:pt x="136250" y="83504"/>
                  <a:pt x="135067" y="86868"/>
                  <a:pt x="134134" y="90268"/>
                </a:cubicBezTo>
                <a:cubicBezTo>
                  <a:pt x="133202" y="93668"/>
                  <a:pt x="132538" y="96926"/>
                  <a:pt x="132144" y="100041"/>
                </a:cubicBezTo>
                <a:cubicBezTo>
                  <a:pt x="131750" y="103156"/>
                  <a:pt x="131552" y="105859"/>
                  <a:pt x="131552" y="108150"/>
                </a:cubicBezTo>
                <a:cubicBezTo>
                  <a:pt x="131552" y="113951"/>
                  <a:pt x="132825" y="118355"/>
                  <a:pt x="135371" y="121362"/>
                </a:cubicBezTo>
                <a:cubicBezTo>
                  <a:pt x="137918" y="124368"/>
                  <a:pt x="141916" y="125871"/>
                  <a:pt x="147367" y="125871"/>
                </a:cubicBezTo>
                <a:cubicBezTo>
                  <a:pt x="151383" y="125871"/>
                  <a:pt x="154826" y="125351"/>
                  <a:pt x="157695" y="124311"/>
                </a:cubicBezTo>
                <a:cubicBezTo>
                  <a:pt x="160564" y="123271"/>
                  <a:pt x="163020" y="122123"/>
                  <a:pt x="165064" y="120868"/>
                </a:cubicBezTo>
                <a:cubicBezTo>
                  <a:pt x="167108" y="119613"/>
                  <a:pt x="168865" y="118484"/>
                  <a:pt x="170336" y="117479"/>
                </a:cubicBezTo>
                <a:cubicBezTo>
                  <a:pt x="171806" y="116475"/>
                  <a:pt x="173151" y="115973"/>
                  <a:pt x="174370" y="115973"/>
                </a:cubicBezTo>
                <a:cubicBezTo>
                  <a:pt x="175087" y="115973"/>
                  <a:pt x="175607" y="116296"/>
                  <a:pt x="175930" y="116942"/>
                </a:cubicBezTo>
                <a:cubicBezTo>
                  <a:pt x="176253" y="117587"/>
                  <a:pt x="176414" y="118519"/>
                  <a:pt x="176414" y="119739"/>
                </a:cubicBezTo>
                <a:cubicBezTo>
                  <a:pt x="176414" y="120958"/>
                  <a:pt x="176271" y="122482"/>
                  <a:pt x="175984" y="124311"/>
                </a:cubicBezTo>
                <a:cubicBezTo>
                  <a:pt x="175697" y="126140"/>
                  <a:pt x="175320" y="127987"/>
                  <a:pt x="174854" y="129851"/>
                </a:cubicBezTo>
                <a:cubicBezTo>
                  <a:pt x="174388" y="131716"/>
                  <a:pt x="173850" y="133455"/>
                  <a:pt x="173240" y="135069"/>
                </a:cubicBezTo>
                <a:cubicBezTo>
                  <a:pt x="172631" y="136683"/>
                  <a:pt x="171842" y="137960"/>
                  <a:pt x="170873" y="138902"/>
                </a:cubicBezTo>
                <a:cubicBezTo>
                  <a:pt x="169905" y="139843"/>
                  <a:pt x="168381" y="140912"/>
                  <a:pt x="166301" y="142109"/>
                </a:cubicBezTo>
                <a:cubicBezTo>
                  <a:pt x="164221" y="143304"/>
                  <a:pt x="161819" y="144372"/>
                  <a:pt x="159093" y="145313"/>
                </a:cubicBezTo>
                <a:cubicBezTo>
                  <a:pt x="156368" y="146254"/>
                  <a:pt x="153409" y="147014"/>
                  <a:pt x="150218" y="147592"/>
                </a:cubicBezTo>
                <a:cubicBezTo>
                  <a:pt x="147026" y="148173"/>
                  <a:pt x="143709" y="148463"/>
                  <a:pt x="140266" y="148463"/>
                </a:cubicBezTo>
                <a:cubicBezTo>
                  <a:pt x="128002" y="148463"/>
                  <a:pt x="118822" y="145361"/>
                  <a:pt x="112725" y="139157"/>
                </a:cubicBezTo>
                <a:cubicBezTo>
                  <a:pt x="106629" y="132953"/>
                  <a:pt x="103581" y="123791"/>
                  <a:pt x="103581" y="111670"/>
                </a:cubicBezTo>
                <a:cubicBezTo>
                  <a:pt x="103581" y="107295"/>
                  <a:pt x="103993" y="102490"/>
                  <a:pt x="104818" y="97254"/>
                </a:cubicBezTo>
                <a:cubicBezTo>
                  <a:pt x="105643" y="92018"/>
                  <a:pt x="106988" y="86765"/>
                  <a:pt x="108853" y="81493"/>
                </a:cubicBezTo>
                <a:cubicBezTo>
                  <a:pt x="110717" y="76222"/>
                  <a:pt x="113138" y="71112"/>
                  <a:pt x="116114" y="66163"/>
                </a:cubicBezTo>
                <a:cubicBezTo>
                  <a:pt x="119091" y="61214"/>
                  <a:pt x="122731" y="56839"/>
                  <a:pt x="127034" y="53038"/>
                </a:cubicBezTo>
                <a:cubicBezTo>
                  <a:pt x="131337" y="49237"/>
                  <a:pt x="136322" y="46188"/>
                  <a:pt x="141988" y="43893"/>
                </a:cubicBezTo>
                <a:cubicBezTo>
                  <a:pt x="147654" y="41598"/>
                  <a:pt x="154180" y="40451"/>
                  <a:pt x="161568" y="40451"/>
                </a:cubicBezTo>
                <a:cubicBezTo>
                  <a:pt x="164437" y="40451"/>
                  <a:pt x="167234" y="40666"/>
                  <a:pt x="169959" y="41096"/>
                </a:cubicBezTo>
                <a:cubicBezTo>
                  <a:pt x="172684" y="41527"/>
                  <a:pt x="175195" y="42118"/>
                  <a:pt x="177490" y="42871"/>
                </a:cubicBezTo>
                <a:cubicBezTo>
                  <a:pt x="179785" y="43624"/>
                  <a:pt x="181811" y="44503"/>
                  <a:pt x="183568" y="45507"/>
                </a:cubicBezTo>
                <a:cubicBezTo>
                  <a:pt x="185325" y="46511"/>
                  <a:pt x="186634" y="47426"/>
                  <a:pt x="187495" y="48250"/>
                </a:cubicBezTo>
                <a:cubicBezTo>
                  <a:pt x="188356" y="49075"/>
                  <a:pt x="188911" y="49813"/>
                  <a:pt x="189162" y="50463"/>
                </a:cubicBezTo>
                <a:cubicBezTo>
                  <a:pt x="189413" y="51110"/>
                  <a:pt x="189539" y="51903"/>
                  <a:pt x="189539" y="52840"/>
                </a:cubicBezTo>
                <a:close/>
                <a:moveTo>
                  <a:pt x="295551" y="78720"/>
                </a:moveTo>
                <a:cubicBezTo>
                  <a:pt x="295551" y="83893"/>
                  <a:pt x="295067" y="89210"/>
                  <a:pt x="294098" y="94672"/>
                </a:cubicBezTo>
                <a:cubicBezTo>
                  <a:pt x="293130" y="100134"/>
                  <a:pt x="291606" y="105471"/>
                  <a:pt x="289526" y="110682"/>
                </a:cubicBezTo>
                <a:cubicBezTo>
                  <a:pt x="287446" y="115890"/>
                  <a:pt x="284775" y="120776"/>
                  <a:pt x="281511" y="125340"/>
                </a:cubicBezTo>
                <a:cubicBezTo>
                  <a:pt x="278248" y="129903"/>
                  <a:pt x="274339" y="133927"/>
                  <a:pt x="269785" y="137412"/>
                </a:cubicBezTo>
                <a:cubicBezTo>
                  <a:pt x="265231" y="140898"/>
                  <a:pt x="260013" y="143646"/>
                  <a:pt x="254132" y="145659"/>
                </a:cubicBezTo>
                <a:cubicBezTo>
                  <a:pt x="248251" y="147672"/>
                  <a:pt x="241616" y="148678"/>
                  <a:pt x="234229" y="148678"/>
                </a:cubicBezTo>
                <a:cubicBezTo>
                  <a:pt x="226985" y="148678"/>
                  <a:pt x="220727" y="147833"/>
                  <a:pt x="215456" y="146143"/>
                </a:cubicBezTo>
                <a:cubicBezTo>
                  <a:pt x="210184" y="144456"/>
                  <a:pt x="205792" y="141977"/>
                  <a:pt x="202277" y="138707"/>
                </a:cubicBezTo>
                <a:cubicBezTo>
                  <a:pt x="198763" y="135437"/>
                  <a:pt x="196145" y="131412"/>
                  <a:pt x="194424" y="126634"/>
                </a:cubicBezTo>
                <a:cubicBezTo>
                  <a:pt x="192702" y="121856"/>
                  <a:pt x="191842" y="116376"/>
                  <a:pt x="191842" y="110194"/>
                </a:cubicBezTo>
                <a:cubicBezTo>
                  <a:pt x="191842" y="105021"/>
                  <a:pt x="192326" y="99704"/>
                  <a:pt x="193294" y="94242"/>
                </a:cubicBezTo>
                <a:cubicBezTo>
                  <a:pt x="194262" y="88780"/>
                  <a:pt x="195786" y="83462"/>
                  <a:pt x="197866" y="78289"/>
                </a:cubicBezTo>
                <a:cubicBezTo>
                  <a:pt x="199946" y="73114"/>
                  <a:pt x="202618" y="68209"/>
                  <a:pt x="205881" y="63574"/>
                </a:cubicBezTo>
                <a:cubicBezTo>
                  <a:pt x="209145" y="58939"/>
                  <a:pt x="213053" y="54897"/>
                  <a:pt x="217608" y="51448"/>
                </a:cubicBezTo>
                <a:cubicBezTo>
                  <a:pt x="222162" y="47998"/>
                  <a:pt x="227380" y="45267"/>
                  <a:pt x="233261" y="43255"/>
                </a:cubicBezTo>
                <a:cubicBezTo>
                  <a:pt x="239142" y="41242"/>
                  <a:pt x="245776" y="40236"/>
                  <a:pt x="253163" y="40236"/>
                </a:cubicBezTo>
                <a:cubicBezTo>
                  <a:pt x="260407" y="40236"/>
                  <a:pt x="266665" y="41081"/>
                  <a:pt x="271936" y="42771"/>
                </a:cubicBezTo>
                <a:cubicBezTo>
                  <a:pt x="277208" y="44458"/>
                  <a:pt x="281601" y="46937"/>
                  <a:pt x="285115" y="50207"/>
                </a:cubicBezTo>
                <a:cubicBezTo>
                  <a:pt x="288630" y="53477"/>
                  <a:pt x="291247" y="57501"/>
                  <a:pt x="292969" y="62280"/>
                </a:cubicBezTo>
                <a:cubicBezTo>
                  <a:pt x="294690" y="67058"/>
                  <a:pt x="295551" y="72538"/>
                  <a:pt x="295551" y="78720"/>
                </a:cubicBezTo>
                <a:moveTo>
                  <a:pt x="267579" y="80502"/>
                </a:moveTo>
                <a:cubicBezTo>
                  <a:pt x="267579" y="77485"/>
                  <a:pt x="267275" y="74810"/>
                  <a:pt x="266665" y="72477"/>
                </a:cubicBezTo>
                <a:cubicBezTo>
                  <a:pt x="266055" y="70141"/>
                  <a:pt x="265051" y="68165"/>
                  <a:pt x="263653" y="66549"/>
                </a:cubicBezTo>
                <a:cubicBezTo>
                  <a:pt x="262254" y="64931"/>
                  <a:pt x="260461" y="63692"/>
                  <a:pt x="258274" y="62831"/>
                </a:cubicBezTo>
                <a:cubicBezTo>
                  <a:pt x="256086" y="61968"/>
                  <a:pt x="253414" y="61537"/>
                  <a:pt x="250259" y="61537"/>
                </a:cubicBezTo>
                <a:cubicBezTo>
                  <a:pt x="246673" y="61537"/>
                  <a:pt x="243445" y="62237"/>
                  <a:pt x="240576" y="63638"/>
                </a:cubicBezTo>
                <a:cubicBezTo>
                  <a:pt x="237708" y="65039"/>
                  <a:pt x="235143" y="66925"/>
                  <a:pt x="232884" y="69296"/>
                </a:cubicBezTo>
                <a:cubicBezTo>
                  <a:pt x="230625" y="71667"/>
                  <a:pt x="228671" y="74415"/>
                  <a:pt x="227021" y="77540"/>
                </a:cubicBezTo>
                <a:cubicBezTo>
                  <a:pt x="225371" y="80664"/>
                  <a:pt x="224009" y="83951"/>
                  <a:pt x="222933" y="87400"/>
                </a:cubicBezTo>
                <a:cubicBezTo>
                  <a:pt x="221857" y="90847"/>
                  <a:pt x="221068" y="94349"/>
                  <a:pt x="220566" y="97906"/>
                </a:cubicBezTo>
                <a:cubicBezTo>
                  <a:pt x="220064" y="101461"/>
                  <a:pt x="219813" y="104855"/>
                  <a:pt x="219813" y="108090"/>
                </a:cubicBezTo>
                <a:cubicBezTo>
                  <a:pt x="219813" y="111106"/>
                  <a:pt x="220118" y="113800"/>
                  <a:pt x="220727" y="116172"/>
                </a:cubicBezTo>
                <a:cubicBezTo>
                  <a:pt x="221337" y="118541"/>
                  <a:pt x="222341" y="120534"/>
                  <a:pt x="223740" y="122152"/>
                </a:cubicBezTo>
                <a:cubicBezTo>
                  <a:pt x="225138" y="123768"/>
                  <a:pt x="226931" y="125008"/>
                  <a:pt x="229119" y="125871"/>
                </a:cubicBezTo>
                <a:cubicBezTo>
                  <a:pt x="231306" y="126731"/>
                  <a:pt x="233978" y="127162"/>
                  <a:pt x="237134" y="127162"/>
                </a:cubicBezTo>
                <a:cubicBezTo>
                  <a:pt x="240720" y="127162"/>
                  <a:pt x="243947" y="126461"/>
                  <a:pt x="246816" y="125061"/>
                </a:cubicBezTo>
                <a:cubicBezTo>
                  <a:pt x="249685" y="123660"/>
                  <a:pt x="252249" y="121756"/>
                  <a:pt x="254508" y="119349"/>
                </a:cubicBezTo>
                <a:cubicBezTo>
                  <a:pt x="256767" y="116942"/>
                  <a:pt x="258722" y="114176"/>
                  <a:pt x="260371" y="111051"/>
                </a:cubicBezTo>
                <a:cubicBezTo>
                  <a:pt x="262021" y="107927"/>
                  <a:pt x="263384" y="104623"/>
                  <a:pt x="264460" y="101140"/>
                </a:cubicBezTo>
                <a:cubicBezTo>
                  <a:pt x="265535" y="97655"/>
                  <a:pt x="266324" y="94153"/>
                  <a:pt x="266826" y="90634"/>
                </a:cubicBezTo>
                <a:cubicBezTo>
                  <a:pt x="267328" y="87113"/>
                  <a:pt x="267579" y="83736"/>
                  <a:pt x="267579" y="80502"/>
                </a:cubicBezTo>
                <a:close/>
                <a:moveTo>
                  <a:pt x="409216" y="67807"/>
                </a:moveTo>
                <a:cubicBezTo>
                  <a:pt x="409216" y="70319"/>
                  <a:pt x="409055" y="72832"/>
                  <a:pt x="408732" y="75344"/>
                </a:cubicBezTo>
                <a:cubicBezTo>
                  <a:pt x="408409" y="77857"/>
                  <a:pt x="407997" y="80441"/>
                  <a:pt x="407495" y="83097"/>
                </a:cubicBezTo>
                <a:lnTo>
                  <a:pt x="395553" y="142438"/>
                </a:lnTo>
                <a:cubicBezTo>
                  <a:pt x="395410" y="143156"/>
                  <a:pt x="395069" y="143783"/>
                  <a:pt x="394531" y="144321"/>
                </a:cubicBezTo>
                <a:cubicBezTo>
                  <a:pt x="393993" y="144859"/>
                  <a:pt x="393168" y="145307"/>
                  <a:pt x="392057" y="145666"/>
                </a:cubicBezTo>
                <a:cubicBezTo>
                  <a:pt x="390945" y="146024"/>
                  <a:pt x="389511" y="146293"/>
                  <a:pt x="387753" y="146473"/>
                </a:cubicBezTo>
                <a:cubicBezTo>
                  <a:pt x="385996" y="146652"/>
                  <a:pt x="383791" y="146742"/>
                  <a:pt x="381137" y="146742"/>
                </a:cubicBezTo>
                <a:cubicBezTo>
                  <a:pt x="378483" y="146742"/>
                  <a:pt x="376314" y="146652"/>
                  <a:pt x="374628" y="146473"/>
                </a:cubicBezTo>
                <a:cubicBezTo>
                  <a:pt x="372943" y="146293"/>
                  <a:pt x="371634" y="146024"/>
                  <a:pt x="370702" y="145666"/>
                </a:cubicBezTo>
                <a:cubicBezTo>
                  <a:pt x="369769" y="145307"/>
                  <a:pt x="369142" y="144859"/>
                  <a:pt x="368819" y="144321"/>
                </a:cubicBezTo>
                <a:cubicBezTo>
                  <a:pt x="368496" y="143783"/>
                  <a:pt x="368407" y="143156"/>
                  <a:pt x="368550" y="142438"/>
                </a:cubicBezTo>
                <a:lnTo>
                  <a:pt x="380169" y="84882"/>
                </a:lnTo>
                <a:cubicBezTo>
                  <a:pt x="380528" y="83152"/>
                  <a:pt x="380797" y="81386"/>
                  <a:pt x="380976" y="79584"/>
                </a:cubicBezTo>
                <a:cubicBezTo>
                  <a:pt x="381155" y="77782"/>
                  <a:pt x="381245" y="76196"/>
                  <a:pt x="381245" y="74827"/>
                </a:cubicBezTo>
                <a:cubicBezTo>
                  <a:pt x="381245" y="71581"/>
                  <a:pt x="380563" y="68914"/>
                  <a:pt x="379201" y="66825"/>
                </a:cubicBezTo>
                <a:cubicBezTo>
                  <a:pt x="377838" y="64734"/>
                  <a:pt x="375543" y="63688"/>
                  <a:pt x="372315" y="63688"/>
                </a:cubicBezTo>
                <a:cubicBezTo>
                  <a:pt x="369375" y="63688"/>
                  <a:pt x="366309" y="64624"/>
                  <a:pt x="363117" y="66496"/>
                </a:cubicBezTo>
                <a:cubicBezTo>
                  <a:pt x="359926" y="68365"/>
                  <a:pt x="356913" y="70901"/>
                  <a:pt x="354080" y="74104"/>
                </a:cubicBezTo>
                <a:cubicBezTo>
                  <a:pt x="351247" y="77304"/>
                  <a:pt x="348719" y="81045"/>
                  <a:pt x="346496" y="85326"/>
                </a:cubicBezTo>
                <a:cubicBezTo>
                  <a:pt x="344272" y="89604"/>
                  <a:pt x="342695" y="94154"/>
                  <a:pt x="341762" y="98975"/>
                </a:cubicBezTo>
                <a:lnTo>
                  <a:pt x="333048" y="142438"/>
                </a:lnTo>
                <a:cubicBezTo>
                  <a:pt x="332905" y="143156"/>
                  <a:pt x="332564" y="143783"/>
                  <a:pt x="332026" y="144321"/>
                </a:cubicBezTo>
                <a:cubicBezTo>
                  <a:pt x="331488" y="144859"/>
                  <a:pt x="330663" y="145307"/>
                  <a:pt x="329552" y="145666"/>
                </a:cubicBezTo>
                <a:cubicBezTo>
                  <a:pt x="328440" y="146024"/>
                  <a:pt x="326988" y="146293"/>
                  <a:pt x="325195" y="146473"/>
                </a:cubicBezTo>
                <a:cubicBezTo>
                  <a:pt x="323402" y="146652"/>
                  <a:pt x="321214" y="146742"/>
                  <a:pt x="318632" y="146742"/>
                </a:cubicBezTo>
                <a:cubicBezTo>
                  <a:pt x="315978" y="146742"/>
                  <a:pt x="313809" y="146652"/>
                  <a:pt x="312123" y="146473"/>
                </a:cubicBezTo>
                <a:cubicBezTo>
                  <a:pt x="310438" y="146293"/>
                  <a:pt x="309111" y="146024"/>
                  <a:pt x="308143" y="145666"/>
                </a:cubicBezTo>
                <a:cubicBezTo>
                  <a:pt x="307175" y="145307"/>
                  <a:pt x="306547" y="144859"/>
                  <a:pt x="306260" y="144321"/>
                </a:cubicBezTo>
                <a:cubicBezTo>
                  <a:pt x="305973" y="143783"/>
                  <a:pt x="305902" y="143156"/>
                  <a:pt x="306045" y="142438"/>
                </a:cubicBezTo>
                <a:lnTo>
                  <a:pt x="325302" y="46368"/>
                </a:lnTo>
                <a:cubicBezTo>
                  <a:pt x="325446" y="45651"/>
                  <a:pt x="325750" y="45023"/>
                  <a:pt x="326217" y="44485"/>
                </a:cubicBezTo>
                <a:cubicBezTo>
                  <a:pt x="326683" y="43947"/>
                  <a:pt x="327400" y="43517"/>
                  <a:pt x="328368" y="43194"/>
                </a:cubicBezTo>
                <a:cubicBezTo>
                  <a:pt x="329337" y="42871"/>
                  <a:pt x="330592" y="42620"/>
                  <a:pt x="332134" y="42441"/>
                </a:cubicBezTo>
                <a:cubicBezTo>
                  <a:pt x="333676" y="42262"/>
                  <a:pt x="335522" y="42172"/>
                  <a:pt x="337674" y="42172"/>
                </a:cubicBezTo>
                <a:cubicBezTo>
                  <a:pt x="339897" y="42172"/>
                  <a:pt x="341708" y="42262"/>
                  <a:pt x="343107" y="42441"/>
                </a:cubicBezTo>
                <a:cubicBezTo>
                  <a:pt x="344506" y="42620"/>
                  <a:pt x="345599" y="42871"/>
                  <a:pt x="346388" y="43194"/>
                </a:cubicBezTo>
                <a:cubicBezTo>
                  <a:pt x="347177" y="43517"/>
                  <a:pt x="347697" y="43947"/>
                  <a:pt x="347948" y="44485"/>
                </a:cubicBezTo>
                <a:cubicBezTo>
                  <a:pt x="348199" y="45023"/>
                  <a:pt x="348253" y="45651"/>
                  <a:pt x="348110" y="46368"/>
                </a:cubicBezTo>
                <a:lnTo>
                  <a:pt x="344990" y="62182"/>
                </a:lnTo>
                <a:cubicBezTo>
                  <a:pt x="346496" y="59659"/>
                  <a:pt x="348504" y="57082"/>
                  <a:pt x="351014" y="54453"/>
                </a:cubicBezTo>
                <a:cubicBezTo>
                  <a:pt x="353524" y="51822"/>
                  <a:pt x="356411" y="49462"/>
                  <a:pt x="359675" y="47373"/>
                </a:cubicBezTo>
                <a:cubicBezTo>
                  <a:pt x="362938" y="45282"/>
                  <a:pt x="366488" y="43570"/>
                  <a:pt x="370325" y="42236"/>
                </a:cubicBezTo>
                <a:cubicBezTo>
                  <a:pt x="374162" y="40902"/>
                  <a:pt x="378161" y="40236"/>
                  <a:pt x="382321" y="40236"/>
                </a:cubicBezTo>
                <a:cubicBezTo>
                  <a:pt x="387341" y="40236"/>
                  <a:pt x="391555" y="40972"/>
                  <a:pt x="394961" y="42444"/>
                </a:cubicBezTo>
                <a:cubicBezTo>
                  <a:pt x="398368" y="43915"/>
                  <a:pt x="401129" y="45907"/>
                  <a:pt x="403245" y="48422"/>
                </a:cubicBezTo>
                <a:cubicBezTo>
                  <a:pt x="405361" y="50934"/>
                  <a:pt x="406885" y="53860"/>
                  <a:pt x="407817" y="57200"/>
                </a:cubicBezTo>
                <a:cubicBezTo>
                  <a:pt x="408750" y="60537"/>
                  <a:pt x="409216" y="64073"/>
                  <a:pt x="409216" y="67807"/>
                </a:cubicBezTo>
                <a:close/>
                <a:moveTo>
                  <a:pt x="528260" y="78720"/>
                </a:moveTo>
                <a:cubicBezTo>
                  <a:pt x="528260" y="83893"/>
                  <a:pt x="527776" y="89210"/>
                  <a:pt x="526808" y="94672"/>
                </a:cubicBezTo>
                <a:cubicBezTo>
                  <a:pt x="525840" y="100134"/>
                  <a:pt x="524316" y="105471"/>
                  <a:pt x="522236" y="110682"/>
                </a:cubicBezTo>
                <a:cubicBezTo>
                  <a:pt x="520156" y="115890"/>
                  <a:pt x="517484" y="120776"/>
                  <a:pt x="514221" y="125340"/>
                </a:cubicBezTo>
                <a:cubicBezTo>
                  <a:pt x="510958" y="129903"/>
                  <a:pt x="507049" y="133927"/>
                  <a:pt x="502495" y="137412"/>
                </a:cubicBezTo>
                <a:cubicBezTo>
                  <a:pt x="497940" y="140898"/>
                  <a:pt x="492723" y="143646"/>
                  <a:pt x="486841" y="145659"/>
                </a:cubicBezTo>
                <a:cubicBezTo>
                  <a:pt x="480960" y="147672"/>
                  <a:pt x="474326" y="148678"/>
                  <a:pt x="466939" y="148678"/>
                </a:cubicBezTo>
                <a:cubicBezTo>
                  <a:pt x="459695" y="148678"/>
                  <a:pt x="453437" y="147833"/>
                  <a:pt x="448166" y="146143"/>
                </a:cubicBezTo>
                <a:cubicBezTo>
                  <a:pt x="442894" y="144456"/>
                  <a:pt x="438501" y="141977"/>
                  <a:pt x="434987" y="138707"/>
                </a:cubicBezTo>
                <a:cubicBezTo>
                  <a:pt x="431473" y="135437"/>
                  <a:pt x="428855" y="131412"/>
                  <a:pt x="427134" y="126634"/>
                </a:cubicBezTo>
                <a:cubicBezTo>
                  <a:pt x="425412" y="121856"/>
                  <a:pt x="424552" y="116376"/>
                  <a:pt x="424552" y="110194"/>
                </a:cubicBezTo>
                <a:cubicBezTo>
                  <a:pt x="424552" y="105021"/>
                  <a:pt x="425036" y="99704"/>
                  <a:pt x="426004" y="94242"/>
                </a:cubicBezTo>
                <a:cubicBezTo>
                  <a:pt x="426972" y="88780"/>
                  <a:pt x="428496" y="83462"/>
                  <a:pt x="430576" y="78289"/>
                </a:cubicBezTo>
                <a:cubicBezTo>
                  <a:pt x="432656" y="73114"/>
                  <a:pt x="435328" y="68209"/>
                  <a:pt x="438591" y="63574"/>
                </a:cubicBezTo>
                <a:cubicBezTo>
                  <a:pt x="441854" y="58939"/>
                  <a:pt x="445763" y="54897"/>
                  <a:pt x="450317" y="51448"/>
                </a:cubicBezTo>
                <a:cubicBezTo>
                  <a:pt x="454872" y="47998"/>
                  <a:pt x="460089" y="45267"/>
                  <a:pt x="465971" y="43255"/>
                </a:cubicBezTo>
                <a:cubicBezTo>
                  <a:pt x="471852" y="41242"/>
                  <a:pt x="478486" y="40236"/>
                  <a:pt x="485873" y="40236"/>
                </a:cubicBezTo>
                <a:cubicBezTo>
                  <a:pt x="493117" y="40236"/>
                  <a:pt x="499375" y="41081"/>
                  <a:pt x="504646" y="42771"/>
                </a:cubicBezTo>
                <a:cubicBezTo>
                  <a:pt x="509918" y="44458"/>
                  <a:pt x="514311" y="46937"/>
                  <a:pt x="517825" y="50207"/>
                </a:cubicBezTo>
                <a:cubicBezTo>
                  <a:pt x="521339" y="53477"/>
                  <a:pt x="523957" y="57501"/>
                  <a:pt x="525679" y="62280"/>
                </a:cubicBezTo>
                <a:cubicBezTo>
                  <a:pt x="527400" y="67058"/>
                  <a:pt x="528260" y="72538"/>
                  <a:pt x="528260" y="78720"/>
                </a:cubicBezTo>
                <a:moveTo>
                  <a:pt x="500289" y="80502"/>
                </a:moveTo>
                <a:cubicBezTo>
                  <a:pt x="500289" y="77485"/>
                  <a:pt x="499984" y="74810"/>
                  <a:pt x="499375" y="72477"/>
                </a:cubicBezTo>
                <a:cubicBezTo>
                  <a:pt x="498765" y="70141"/>
                  <a:pt x="497761" y="68165"/>
                  <a:pt x="496362" y="66549"/>
                </a:cubicBezTo>
                <a:cubicBezTo>
                  <a:pt x="494964" y="64931"/>
                  <a:pt x="493171" y="63692"/>
                  <a:pt x="490983" y="62831"/>
                </a:cubicBezTo>
                <a:cubicBezTo>
                  <a:pt x="488796" y="61968"/>
                  <a:pt x="486124" y="61537"/>
                  <a:pt x="482969" y="61537"/>
                </a:cubicBezTo>
                <a:cubicBezTo>
                  <a:pt x="479382" y="61537"/>
                  <a:pt x="476155" y="62237"/>
                  <a:pt x="473286" y="63638"/>
                </a:cubicBezTo>
                <a:cubicBezTo>
                  <a:pt x="470417" y="65039"/>
                  <a:pt x="467853" y="66925"/>
                  <a:pt x="465594" y="69296"/>
                </a:cubicBezTo>
                <a:cubicBezTo>
                  <a:pt x="463335" y="71667"/>
                  <a:pt x="461380" y="74415"/>
                  <a:pt x="459731" y="77540"/>
                </a:cubicBezTo>
                <a:cubicBezTo>
                  <a:pt x="458081" y="80664"/>
                  <a:pt x="456719" y="83951"/>
                  <a:pt x="455643" y="87400"/>
                </a:cubicBezTo>
                <a:cubicBezTo>
                  <a:pt x="454567" y="90847"/>
                  <a:pt x="453778" y="94349"/>
                  <a:pt x="453276" y="97906"/>
                </a:cubicBezTo>
                <a:cubicBezTo>
                  <a:pt x="452774" y="101461"/>
                  <a:pt x="452523" y="104855"/>
                  <a:pt x="452523" y="108090"/>
                </a:cubicBezTo>
                <a:cubicBezTo>
                  <a:pt x="452523" y="111106"/>
                  <a:pt x="452828" y="113800"/>
                  <a:pt x="453437" y="116172"/>
                </a:cubicBezTo>
                <a:cubicBezTo>
                  <a:pt x="454047" y="118541"/>
                  <a:pt x="455051" y="120534"/>
                  <a:pt x="456450" y="122152"/>
                </a:cubicBezTo>
                <a:cubicBezTo>
                  <a:pt x="457848" y="123768"/>
                  <a:pt x="459641" y="125008"/>
                  <a:pt x="461829" y="125871"/>
                </a:cubicBezTo>
                <a:cubicBezTo>
                  <a:pt x="464016" y="126731"/>
                  <a:pt x="466688" y="127162"/>
                  <a:pt x="469844" y="127162"/>
                </a:cubicBezTo>
                <a:cubicBezTo>
                  <a:pt x="473430" y="127162"/>
                  <a:pt x="476657" y="126461"/>
                  <a:pt x="479526" y="125061"/>
                </a:cubicBezTo>
                <a:cubicBezTo>
                  <a:pt x="482395" y="123660"/>
                  <a:pt x="484959" y="121756"/>
                  <a:pt x="487218" y="119349"/>
                </a:cubicBezTo>
                <a:cubicBezTo>
                  <a:pt x="489477" y="116942"/>
                  <a:pt x="491432" y="114176"/>
                  <a:pt x="493081" y="111051"/>
                </a:cubicBezTo>
                <a:cubicBezTo>
                  <a:pt x="494731" y="107927"/>
                  <a:pt x="496094" y="104623"/>
                  <a:pt x="497169" y="101140"/>
                </a:cubicBezTo>
                <a:cubicBezTo>
                  <a:pt x="498245" y="97655"/>
                  <a:pt x="499034" y="94153"/>
                  <a:pt x="499536" y="90634"/>
                </a:cubicBezTo>
                <a:cubicBezTo>
                  <a:pt x="500038" y="87113"/>
                  <a:pt x="500289" y="83736"/>
                  <a:pt x="500289" y="80502"/>
                </a:cubicBezTo>
                <a:close/>
                <a:moveTo>
                  <a:pt x="689263" y="142438"/>
                </a:moveTo>
                <a:cubicBezTo>
                  <a:pt x="689119" y="143156"/>
                  <a:pt x="688778" y="143783"/>
                  <a:pt x="688241" y="144321"/>
                </a:cubicBezTo>
                <a:cubicBezTo>
                  <a:pt x="687703" y="144859"/>
                  <a:pt x="686860" y="145307"/>
                  <a:pt x="685712" y="145666"/>
                </a:cubicBezTo>
                <a:cubicBezTo>
                  <a:pt x="684565" y="146024"/>
                  <a:pt x="683112" y="146293"/>
                  <a:pt x="681355" y="146473"/>
                </a:cubicBezTo>
                <a:cubicBezTo>
                  <a:pt x="679598" y="146652"/>
                  <a:pt x="677393" y="146742"/>
                  <a:pt x="674739" y="146742"/>
                </a:cubicBezTo>
                <a:cubicBezTo>
                  <a:pt x="672157" y="146742"/>
                  <a:pt x="670005" y="146652"/>
                  <a:pt x="668284" y="146473"/>
                </a:cubicBezTo>
                <a:cubicBezTo>
                  <a:pt x="666563" y="146293"/>
                  <a:pt x="665236" y="146024"/>
                  <a:pt x="664304" y="145666"/>
                </a:cubicBezTo>
                <a:cubicBezTo>
                  <a:pt x="663371" y="145307"/>
                  <a:pt x="662744" y="144859"/>
                  <a:pt x="662421" y="144321"/>
                </a:cubicBezTo>
                <a:cubicBezTo>
                  <a:pt x="662098" y="143783"/>
                  <a:pt x="662044" y="143156"/>
                  <a:pt x="662260" y="142438"/>
                </a:cubicBezTo>
                <a:lnTo>
                  <a:pt x="673771" y="84882"/>
                </a:lnTo>
                <a:cubicBezTo>
                  <a:pt x="674058" y="83224"/>
                  <a:pt x="674309" y="81584"/>
                  <a:pt x="674524" y="79964"/>
                </a:cubicBezTo>
                <a:cubicBezTo>
                  <a:pt x="674739" y="78341"/>
                  <a:pt x="674847" y="76700"/>
                  <a:pt x="674847" y="75042"/>
                </a:cubicBezTo>
                <a:cubicBezTo>
                  <a:pt x="674847" y="71653"/>
                  <a:pt x="674219" y="68914"/>
                  <a:pt x="672964" y="66825"/>
                </a:cubicBezTo>
                <a:cubicBezTo>
                  <a:pt x="671709" y="64734"/>
                  <a:pt x="669468" y="63688"/>
                  <a:pt x="666240" y="63688"/>
                </a:cubicBezTo>
                <a:cubicBezTo>
                  <a:pt x="663371" y="63688"/>
                  <a:pt x="660395" y="64624"/>
                  <a:pt x="657311" y="66496"/>
                </a:cubicBezTo>
                <a:cubicBezTo>
                  <a:pt x="654227" y="68365"/>
                  <a:pt x="651268" y="70901"/>
                  <a:pt x="648435" y="74104"/>
                </a:cubicBezTo>
                <a:cubicBezTo>
                  <a:pt x="645602" y="77304"/>
                  <a:pt x="643092" y="81045"/>
                  <a:pt x="640905" y="85326"/>
                </a:cubicBezTo>
                <a:cubicBezTo>
                  <a:pt x="638717" y="89604"/>
                  <a:pt x="637157" y="94154"/>
                  <a:pt x="636225" y="98975"/>
                </a:cubicBezTo>
                <a:lnTo>
                  <a:pt x="627511" y="142438"/>
                </a:lnTo>
                <a:cubicBezTo>
                  <a:pt x="627367" y="143156"/>
                  <a:pt x="627026" y="143783"/>
                  <a:pt x="626489" y="144321"/>
                </a:cubicBezTo>
                <a:cubicBezTo>
                  <a:pt x="625951" y="144859"/>
                  <a:pt x="625108" y="145307"/>
                  <a:pt x="623960" y="145666"/>
                </a:cubicBezTo>
                <a:cubicBezTo>
                  <a:pt x="622813" y="146024"/>
                  <a:pt x="621360" y="146293"/>
                  <a:pt x="619603" y="146473"/>
                </a:cubicBezTo>
                <a:cubicBezTo>
                  <a:pt x="617846" y="146652"/>
                  <a:pt x="615641" y="146742"/>
                  <a:pt x="612987" y="146742"/>
                </a:cubicBezTo>
                <a:cubicBezTo>
                  <a:pt x="610405" y="146742"/>
                  <a:pt x="608271" y="146652"/>
                  <a:pt x="606586" y="146473"/>
                </a:cubicBezTo>
                <a:cubicBezTo>
                  <a:pt x="604900" y="146293"/>
                  <a:pt x="603592" y="146024"/>
                  <a:pt x="602659" y="145666"/>
                </a:cubicBezTo>
                <a:cubicBezTo>
                  <a:pt x="601727" y="145307"/>
                  <a:pt x="601099" y="144859"/>
                  <a:pt x="600776" y="144321"/>
                </a:cubicBezTo>
                <a:cubicBezTo>
                  <a:pt x="600454" y="143783"/>
                  <a:pt x="600364" y="143156"/>
                  <a:pt x="600508" y="142438"/>
                </a:cubicBezTo>
                <a:lnTo>
                  <a:pt x="611911" y="84882"/>
                </a:lnTo>
                <a:cubicBezTo>
                  <a:pt x="612342" y="83224"/>
                  <a:pt x="612646" y="81511"/>
                  <a:pt x="612826" y="79745"/>
                </a:cubicBezTo>
                <a:cubicBezTo>
                  <a:pt x="613005" y="77979"/>
                  <a:pt x="613095" y="76267"/>
                  <a:pt x="613095" y="74608"/>
                </a:cubicBezTo>
                <a:cubicBezTo>
                  <a:pt x="613095" y="71437"/>
                  <a:pt x="612449" y="68824"/>
                  <a:pt x="611158" y="66771"/>
                </a:cubicBezTo>
                <a:cubicBezTo>
                  <a:pt x="609867" y="64716"/>
                  <a:pt x="607644" y="63688"/>
                  <a:pt x="604488" y="63688"/>
                </a:cubicBezTo>
                <a:cubicBezTo>
                  <a:pt x="601619" y="63688"/>
                  <a:pt x="598643" y="64624"/>
                  <a:pt x="595559" y="66496"/>
                </a:cubicBezTo>
                <a:cubicBezTo>
                  <a:pt x="592475" y="68365"/>
                  <a:pt x="589516" y="70901"/>
                  <a:pt x="586683" y="74104"/>
                </a:cubicBezTo>
                <a:cubicBezTo>
                  <a:pt x="583850" y="77304"/>
                  <a:pt x="581340" y="81045"/>
                  <a:pt x="579153" y="85326"/>
                </a:cubicBezTo>
                <a:cubicBezTo>
                  <a:pt x="576965" y="89604"/>
                  <a:pt x="575405" y="94154"/>
                  <a:pt x="574473" y="98975"/>
                </a:cubicBezTo>
                <a:lnTo>
                  <a:pt x="565759" y="142438"/>
                </a:lnTo>
                <a:cubicBezTo>
                  <a:pt x="565615" y="143156"/>
                  <a:pt x="565274" y="143783"/>
                  <a:pt x="564737" y="144321"/>
                </a:cubicBezTo>
                <a:cubicBezTo>
                  <a:pt x="564199" y="144859"/>
                  <a:pt x="563374" y="145307"/>
                  <a:pt x="562262" y="145666"/>
                </a:cubicBezTo>
                <a:cubicBezTo>
                  <a:pt x="561151" y="146024"/>
                  <a:pt x="559698" y="146293"/>
                  <a:pt x="557905" y="146473"/>
                </a:cubicBezTo>
                <a:cubicBezTo>
                  <a:pt x="556112" y="146652"/>
                  <a:pt x="553925" y="146742"/>
                  <a:pt x="551343" y="146742"/>
                </a:cubicBezTo>
                <a:cubicBezTo>
                  <a:pt x="548689" y="146742"/>
                  <a:pt x="546519" y="146652"/>
                  <a:pt x="544834" y="146473"/>
                </a:cubicBezTo>
                <a:cubicBezTo>
                  <a:pt x="543148" y="146293"/>
                  <a:pt x="541822" y="146024"/>
                  <a:pt x="540853" y="145666"/>
                </a:cubicBezTo>
                <a:cubicBezTo>
                  <a:pt x="539885" y="145307"/>
                  <a:pt x="539258" y="144859"/>
                  <a:pt x="538971" y="144321"/>
                </a:cubicBezTo>
                <a:cubicBezTo>
                  <a:pt x="538684" y="143783"/>
                  <a:pt x="538612" y="143156"/>
                  <a:pt x="538756" y="142438"/>
                </a:cubicBezTo>
                <a:lnTo>
                  <a:pt x="558013" y="46368"/>
                </a:lnTo>
                <a:cubicBezTo>
                  <a:pt x="558156" y="45651"/>
                  <a:pt x="558461" y="45023"/>
                  <a:pt x="558927" y="44485"/>
                </a:cubicBezTo>
                <a:cubicBezTo>
                  <a:pt x="559393" y="43947"/>
                  <a:pt x="560111" y="43517"/>
                  <a:pt x="561079" y="43194"/>
                </a:cubicBezTo>
                <a:cubicBezTo>
                  <a:pt x="562047" y="42871"/>
                  <a:pt x="563302" y="42620"/>
                  <a:pt x="564844" y="42441"/>
                </a:cubicBezTo>
                <a:cubicBezTo>
                  <a:pt x="566386" y="42262"/>
                  <a:pt x="568233" y="42172"/>
                  <a:pt x="570385" y="42172"/>
                </a:cubicBezTo>
                <a:cubicBezTo>
                  <a:pt x="572608" y="42172"/>
                  <a:pt x="574419" y="42262"/>
                  <a:pt x="575817" y="42441"/>
                </a:cubicBezTo>
                <a:cubicBezTo>
                  <a:pt x="577216" y="42620"/>
                  <a:pt x="578310" y="42871"/>
                  <a:pt x="579099" y="43194"/>
                </a:cubicBezTo>
                <a:cubicBezTo>
                  <a:pt x="579888" y="43517"/>
                  <a:pt x="580408" y="43947"/>
                  <a:pt x="580659" y="44485"/>
                </a:cubicBezTo>
                <a:cubicBezTo>
                  <a:pt x="580910" y="45023"/>
                  <a:pt x="580963" y="45651"/>
                  <a:pt x="580820" y="46368"/>
                </a:cubicBezTo>
                <a:lnTo>
                  <a:pt x="577700" y="62182"/>
                </a:lnTo>
                <a:cubicBezTo>
                  <a:pt x="579206" y="59659"/>
                  <a:pt x="581215" y="57082"/>
                  <a:pt x="583725" y="54453"/>
                </a:cubicBezTo>
                <a:cubicBezTo>
                  <a:pt x="586235" y="51822"/>
                  <a:pt x="589086" y="49462"/>
                  <a:pt x="592278" y="47373"/>
                </a:cubicBezTo>
                <a:cubicBezTo>
                  <a:pt x="595469" y="45282"/>
                  <a:pt x="598948" y="43570"/>
                  <a:pt x="602713" y="42236"/>
                </a:cubicBezTo>
                <a:cubicBezTo>
                  <a:pt x="606478" y="40902"/>
                  <a:pt x="610369" y="40236"/>
                  <a:pt x="614386" y="40236"/>
                </a:cubicBezTo>
                <a:cubicBezTo>
                  <a:pt x="618545" y="40236"/>
                  <a:pt x="622149" y="40795"/>
                  <a:pt x="625198" y="41913"/>
                </a:cubicBezTo>
                <a:cubicBezTo>
                  <a:pt x="628246" y="43029"/>
                  <a:pt x="630756" y="44579"/>
                  <a:pt x="632728" y="46563"/>
                </a:cubicBezTo>
                <a:cubicBezTo>
                  <a:pt x="634701" y="48544"/>
                  <a:pt x="636207" y="50868"/>
                  <a:pt x="637247" y="53535"/>
                </a:cubicBezTo>
                <a:cubicBezTo>
                  <a:pt x="638287" y="56200"/>
                  <a:pt x="638950" y="59083"/>
                  <a:pt x="639237" y="62182"/>
                </a:cubicBezTo>
                <a:cubicBezTo>
                  <a:pt x="640887" y="59587"/>
                  <a:pt x="642984" y="56993"/>
                  <a:pt x="645531" y="54399"/>
                </a:cubicBezTo>
                <a:cubicBezTo>
                  <a:pt x="648077" y="51804"/>
                  <a:pt x="650946" y="49462"/>
                  <a:pt x="654137" y="47373"/>
                </a:cubicBezTo>
                <a:cubicBezTo>
                  <a:pt x="657329" y="45282"/>
                  <a:pt x="660789" y="43570"/>
                  <a:pt x="664519" y="42236"/>
                </a:cubicBezTo>
                <a:cubicBezTo>
                  <a:pt x="668248" y="40902"/>
                  <a:pt x="672085" y="40236"/>
                  <a:pt x="676030" y="40236"/>
                </a:cubicBezTo>
                <a:cubicBezTo>
                  <a:pt x="681051" y="40236"/>
                  <a:pt x="685264" y="40937"/>
                  <a:pt x="688671" y="42340"/>
                </a:cubicBezTo>
                <a:cubicBezTo>
                  <a:pt x="692078" y="43741"/>
                  <a:pt x="694821" y="45682"/>
                  <a:pt x="696901" y="48163"/>
                </a:cubicBezTo>
                <a:cubicBezTo>
                  <a:pt x="698981" y="50644"/>
                  <a:pt x="700487" y="53557"/>
                  <a:pt x="701419" y="56901"/>
                </a:cubicBezTo>
                <a:cubicBezTo>
                  <a:pt x="702352" y="60242"/>
                  <a:pt x="702818" y="63855"/>
                  <a:pt x="702818" y="67740"/>
                </a:cubicBezTo>
                <a:cubicBezTo>
                  <a:pt x="702818" y="70254"/>
                  <a:pt x="702674" y="72788"/>
                  <a:pt x="702388" y="75341"/>
                </a:cubicBezTo>
                <a:cubicBezTo>
                  <a:pt x="702101" y="77894"/>
                  <a:pt x="701670" y="80500"/>
                  <a:pt x="701097" y="83161"/>
                </a:cubicBezTo>
                <a:lnTo>
                  <a:pt x="689263" y="142438"/>
                </a:lnTo>
                <a:close/>
                <a:moveTo>
                  <a:pt x="771121" y="14201"/>
                </a:moveTo>
                <a:cubicBezTo>
                  <a:pt x="770619" y="16854"/>
                  <a:pt x="769937" y="19096"/>
                  <a:pt x="769077" y="20925"/>
                </a:cubicBezTo>
                <a:cubicBezTo>
                  <a:pt x="768216" y="22754"/>
                  <a:pt x="767069" y="24224"/>
                  <a:pt x="765634" y="25336"/>
                </a:cubicBezTo>
                <a:cubicBezTo>
                  <a:pt x="764200" y="26447"/>
                  <a:pt x="762443" y="27236"/>
                  <a:pt x="760363" y="27702"/>
                </a:cubicBezTo>
                <a:cubicBezTo>
                  <a:pt x="758283" y="28169"/>
                  <a:pt x="755701" y="28402"/>
                  <a:pt x="752617" y="28402"/>
                </a:cubicBezTo>
                <a:cubicBezTo>
                  <a:pt x="749604" y="28402"/>
                  <a:pt x="747148" y="28169"/>
                  <a:pt x="745247" y="27702"/>
                </a:cubicBezTo>
                <a:cubicBezTo>
                  <a:pt x="743347" y="27236"/>
                  <a:pt x="741912" y="26447"/>
                  <a:pt x="740944" y="25336"/>
                </a:cubicBezTo>
                <a:cubicBezTo>
                  <a:pt x="739976" y="24224"/>
                  <a:pt x="739420" y="22754"/>
                  <a:pt x="739277" y="20925"/>
                </a:cubicBezTo>
                <a:cubicBezTo>
                  <a:pt x="739133" y="19096"/>
                  <a:pt x="739348" y="16854"/>
                  <a:pt x="739922" y="14201"/>
                </a:cubicBezTo>
                <a:cubicBezTo>
                  <a:pt x="740424" y="11619"/>
                  <a:pt x="741106" y="9431"/>
                  <a:pt x="741966" y="7638"/>
                </a:cubicBezTo>
                <a:cubicBezTo>
                  <a:pt x="742827" y="5845"/>
                  <a:pt x="743974" y="4375"/>
                  <a:pt x="745409" y="3227"/>
                </a:cubicBezTo>
                <a:cubicBezTo>
                  <a:pt x="746843" y="2080"/>
                  <a:pt x="748600" y="1255"/>
                  <a:pt x="750680" y="753"/>
                </a:cubicBezTo>
                <a:cubicBezTo>
                  <a:pt x="752760" y="251"/>
                  <a:pt x="755342" y="0"/>
                  <a:pt x="758426" y="0"/>
                </a:cubicBezTo>
                <a:cubicBezTo>
                  <a:pt x="761438" y="0"/>
                  <a:pt x="763895" y="251"/>
                  <a:pt x="765796" y="753"/>
                </a:cubicBezTo>
                <a:cubicBezTo>
                  <a:pt x="767696" y="1255"/>
                  <a:pt x="769131" y="2080"/>
                  <a:pt x="770099" y="3227"/>
                </a:cubicBezTo>
                <a:cubicBezTo>
                  <a:pt x="771067" y="4375"/>
                  <a:pt x="771605" y="5845"/>
                  <a:pt x="771713" y="7638"/>
                </a:cubicBezTo>
                <a:cubicBezTo>
                  <a:pt x="771820" y="9431"/>
                  <a:pt x="771623" y="11619"/>
                  <a:pt x="771121" y="14201"/>
                </a:cubicBezTo>
                <a:moveTo>
                  <a:pt x="743365" y="142438"/>
                </a:moveTo>
                <a:cubicBezTo>
                  <a:pt x="743221" y="143156"/>
                  <a:pt x="742881" y="143783"/>
                  <a:pt x="742343" y="144321"/>
                </a:cubicBezTo>
                <a:cubicBezTo>
                  <a:pt x="741805" y="144859"/>
                  <a:pt x="740980" y="145307"/>
                  <a:pt x="739868" y="145666"/>
                </a:cubicBezTo>
                <a:cubicBezTo>
                  <a:pt x="738757" y="146024"/>
                  <a:pt x="737304" y="146293"/>
                  <a:pt x="735511" y="146473"/>
                </a:cubicBezTo>
                <a:cubicBezTo>
                  <a:pt x="733718" y="146652"/>
                  <a:pt x="731531" y="146742"/>
                  <a:pt x="728949" y="146742"/>
                </a:cubicBezTo>
                <a:cubicBezTo>
                  <a:pt x="726295" y="146742"/>
                  <a:pt x="724125" y="146652"/>
                  <a:pt x="722440" y="146473"/>
                </a:cubicBezTo>
                <a:cubicBezTo>
                  <a:pt x="720755" y="146293"/>
                  <a:pt x="719428" y="146024"/>
                  <a:pt x="718460" y="145666"/>
                </a:cubicBezTo>
                <a:cubicBezTo>
                  <a:pt x="717491" y="145307"/>
                  <a:pt x="716864" y="144859"/>
                  <a:pt x="716577" y="144321"/>
                </a:cubicBezTo>
                <a:cubicBezTo>
                  <a:pt x="716290" y="143783"/>
                  <a:pt x="716218" y="143156"/>
                  <a:pt x="716362" y="142438"/>
                </a:cubicBezTo>
                <a:lnTo>
                  <a:pt x="735404" y="46691"/>
                </a:lnTo>
                <a:cubicBezTo>
                  <a:pt x="735547" y="45973"/>
                  <a:pt x="735888" y="45346"/>
                  <a:pt x="736426" y="44808"/>
                </a:cubicBezTo>
                <a:cubicBezTo>
                  <a:pt x="736964" y="44270"/>
                  <a:pt x="737788" y="43804"/>
                  <a:pt x="738900" y="43409"/>
                </a:cubicBezTo>
                <a:cubicBezTo>
                  <a:pt x="740012" y="43015"/>
                  <a:pt x="741446" y="42710"/>
                  <a:pt x="743203" y="42495"/>
                </a:cubicBezTo>
                <a:cubicBezTo>
                  <a:pt x="744961" y="42280"/>
                  <a:pt x="747166" y="42172"/>
                  <a:pt x="749820" y="42172"/>
                </a:cubicBezTo>
                <a:cubicBezTo>
                  <a:pt x="752473" y="42172"/>
                  <a:pt x="754643" y="42280"/>
                  <a:pt x="756328" y="42495"/>
                </a:cubicBezTo>
                <a:cubicBezTo>
                  <a:pt x="758014" y="42710"/>
                  <a:pt x="759341" y="43015"/>
                  <a:pt x="760309" y="43409"/>
                </a:cubicBezTo>
                <a:cubicBezTo>
                  <a:pt x="761277" y="43804"/>
                  <a:pt x="761905" y="44270"/>
                  <a:pt x="762192" y="44808"/>
                </a:cubicBezTo>
                <a:cubicBezTo>
                  <a:pt x="762478" y="45346"/>
                  <a:pt x="762550" y="45973"/>
                  <a:pt x="762407" y="46691"/>
                </a:cubicBezTo>
                <a:lnTo>
                  <a:pt x="743365" y="142438"/>
                </a:lnTo>
                <a:close/>
                <a:moveTo>
                  <a:pt x="857925" y="52840"/>
                </a:moveTo>
                <a:cubicBezTo>
                  <a:pt x="857925" y="54498"/>
                  <a:pt x="857728" y="56373"/>
                  <a:pt x="857334" y="58464"/>
                </a:cubicBezTo>
                <a:cubicBezTo>
                  <a:pt x="856939" y="60553"/>
                  <a:pt x="856419" y="62534"/>
                  <a:pt x="855774" y="64408"/>
                </a:cubicBezTo>
                <a:cubicBezTo>
                  <a:pt x="855128" y="66282"/>
                  <a:pt x="854321" y="67849"/>
                  <a:pt x="853353" y="69111"/>
                </a:cubicBezTo>
                <a:cubicBezTo>
                  <a:pt x="852385" y="70373"/>
                  <a:pt x="851327" y="71004"/>
                  <a:pt x="850179" y="71004"/>
                </a:cubicBezTo>
                <a:cubicBezTo>
                  <a:pt x="849104" y="71004"/>
                  <a:pt x="848064" y="70568"/>
                  <a:pt x="847060" y="69696"/>
                </a:cubicBezTo>
                <a:cubicBezTo>
                  <a:pt x="846055" y="68824"/>
                  <a:pt x="844818" y="67844"/>
                  <a:pt x="843348" y="66755"/>
                </a:cubicBezTo>
                <a:cubicBezTo>
                  <a:pt x="841878" y="65665"/>
                  <a:pt x="840031" y="64667"/>
                  <a:pt x="837808" y="63759"/>
                </a:cubicBezTo>
                <a:cubicBezTo>
                  <a:pt x="835584" y="62851"/>
                  <a:pt x="832715" y="62397"/>
                  <a:pt x="829201" y="62397"/>
                </a:cubicBezTo>
                <a:cubicBezTo>
                  <a:pt x="825471" y="62397"/>
                  <a:pt x="822136" y="63221"/>
                  <a:pt x="819196" y="64869"/>
                </a:cubicBezTo>
                <a:cubicBezTo>
                  <a:pt x="816255" y="66516"/>
                  <a:pt x="813691" y="68646"/>
                  <a:pt x="811504" y="71260"/>
                </a:cubicBezTo>
                <a:cubicBezTo>
                  <a:pt x="809316" y="73873"/>
                  <a:pt x="807505" y="76845"/>
                  <a:pt x="806071" y="80175"/>
                </a:cubicBezTo>
                <a:cubicBezTo>
                  <a:pt x="804636" y="83504"/>
                  <a:pt x="803453" y="86868"/>
                  <a:pt x="802521" y="90268"/>
                </a:cubicBezTo>
                <a:cubicBezTo>
                  <a:pt x="801588" y="93668"/>
                  <a:pt x="800925" y="96926"/>
                  <a:pt x="800530" y="100041"/>
                </a:cubicBezTo>
                <a:cubicBezTo>
                  <a:pt x="800136" y="103156"/>
                  <a:pt x="799939" y="105859"/>
                  <a:pt x="799939" y="108150"/>
                </a:cubicBezTo>
                <a:cubicBezTo>
                  <a:pt x="799939" y="113951"/>
                  <a:pt x="801212" y="118355"/>
                  <a:pt x="803758" y="121362"/>
                </a:cubicBezTo>
                <a:cubicBezTo>
                  <a:pt x="806304" y="124368"/>
                  <a:pt x="810302" y="125871"/>
                  <a:pt x="815753" y="125871"/>
                </a:cubicBezTo>
                <a:cubicBezTo>
                  <a:pt x="819770" y="125871"/>
                  <a:pt x="823212" y="125351"/>
                  <a:pt x="826081" y="124311"/>
                </a:cubicBezTo>
                <a:cubicBezTo>
                  <a:pt x="828950" y="123271"/>
                  <a:pt x="831406" y="122123"/>
                  <a:pt x="833450" y="120868"/>
                </a:cubicBezTo>
                <a:cubicBezTo>
                  <a:pt x="835495" y="119613"/>
                  <a:pt x="837252" y="118484"/>
                  <a:pt x="838722" y="117479"/>
                </a:cubicBezTo>
                <a:cubicBezTo>
                  <a:pt x="840192" y="116475"/>
                  <a:pt x="841537" y="115973"/>
                  <a:pt x="842756" y="115973"/>
                </a:cubicBezTo>
                <a:cubicBezTo>
                  <a:pt x="843474" y="115973"/>
                  <a:pt x="843993" y="116296"/>
                  <a:pt x="844316" y="116942"/>
                </a:cubicBezTo>
                <a:cubicBezTo>
                  <a:pt x="844639" y="117587"/>
                  <a:pt x="844800" y="118519"/>
                  <a:pt x="844800" y="119739"/>
                </a:cubicBezTo>
                <a:cubicBezTo>
                  <a:pt x="844800" y="120958"/>
                  <a:pt x="844657" y="122482"/>
                  <a:pt x="844370" y="124311"/>
                </a:cubicBezTo>
                <a:cubicBezTo>
                  <a:pt x="844083" y="126140"/>
                  <a:pt x="843707" y="127987"/>
                  <a:pt x="843240" y="129851"/>
                </a:cubicBezTo>
                <a:cubicBezTo>
                  <a:pt x="842774" y="131716"/>
                  <a:pt x="842236" y="133455"/>
                  <a:pt x="841627" y="135069"/>
                </a:cubicBezTo>
                <a:cubicBezTo>
                  <a:pt x="841017" y="136683"/>
                  <a:pt x="840228" y="137960"/>
                  <a:pt x="839260" y="138902"/>
                </a:cubicBezTo>
                <a:cubicBezTo>
                  <a:pt x="838292" y="139843"/>
                  <a:pt x="836768" y="140912"/>
                  <a:pt x="834688" y="142109"/>
                </a:cubicBezTo>
                <a:cubicBezTo>
                  <a:pt x="832608" y="143304"/>
                  <a:pt x="830205" y="144372"/>
                  <a:pt x="827480" y="145313"/>
                </a:cubicBezTo>
                <a:cubicBezTo>
                  <a:pt x="824754" y="146254"/>
                  <a:pt x="821796" y="147014"/>
                  <a:pt x="818604" y="147592"/>
                </a:cubicBezTo>
                <a:cubicBezTo>
                  <a:pt x="815413" y="148173"/>
                  <a:pt x="812095" y="148463"/>
                  <a:pt x="808653" y="148463"/>
                </a:cubicBezTo>
                <a:cubicBezTo>
                  <a:pt x="796389" y="148463"/>
                  <a:pt x="787208" y="145361"/>
                  <a:pt x="781112" y="139157"/>
                </a:cubicBezTo>
                <a:cubicBezTo>
                  <a:pt x="775016" y="132953"/>
                  <a:pt x="771967" y="123791"/>
                  <a:pt x="771967" y="111670"/>
                </a:cubicBezTo>
                <a:cubicBezTo>
                  <a:pt x="771967" y="107295"/>
                  <a:pt x="772380" y="102490"/>
                  <a:pt x="773205" y="97254"/>
                </a:cubicBezTo>
                <a:cubicBezTo>
                  <a:pt x="774029" y="92018"/>
                  <a:pt x="775374" y="86765"/>
                  <a:pt x="777239" y="81493"/>
                </a:cubicBezTo>
                <a:cubicBezTo>
                  <a:pt x="779104" y="76222"/>
                  <a:pt x="781524" y="71112"/>
                  <a:pt x="784501" y="66163"/>
                </a:cubicBezTo>
                <a:cubicBezTo>
                  <a:pt x="787477" y="61214"/>
                  <a:pt x="791117" y="56839"/>
                  <a:pt x="795420" y="53038"/>
                </a:cubicBezTo>
                <a:cubicBezTo>
                  <a:pt x="799724" y="49237"/>
                  <a:pt x="804708" y="46188"/>
                  <a:pt x="810374" y="43893"/>
                </a:cubicBezTo>
                <a:cubicBezTo>
                  <a:pt x="816040" y="41598"/>
                  <a:pt x="822567" y="40451"/>
                  <a:pt x="829954" y="40451"/>
                </a:cubicBezTo>
                <a:cubicBezTo>
                  <a:pt x="832823" y="40451"/>
                  <a:pt x="835620" y="40666"/>
                  <a:pt x="838345" y="41096"/>
                </a:cubicBezTo>
                <a:cubicBezTo>
                  <a:pt x="841071" y="41527"/>
                  <a:pt x="843581" y="42118"/>
                  <a:pt x="845876" y="42871"/>
                </a:cubicBezTo>
                <a:cubicBezTo>
                  <a:pt x="848171" y="43624"/>
                  <a:pt x="850197" y="44503"/>
                  <a:pt x="851955" y="45507"/>
                </a:cubicBezTo>
                <a:cubicBezTo>
                  <a:pt x="853712" y="46511"/>
                  <a:pt x="855021" y="47426"/>
                  <a:pt x="855881" y="48250"/>
                </a:cubicBezTo>
                <a:cubicBezTo>
                  <a:pt x="856742" y="49075"/>
                  <a:pt x="857298" y="49813"/>
                  <a:pt x="857549" y="50463"/>
                </a:cubicBezTo>
                <a:cubicBezTo>
                  <a:pt x="857800" y="51110"/>
                  <a:pt x="857925" y="51903"/>
                  <a:pt x="857925" y="528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Factors">
            <a:extLst xmlns:a="http://schemas.openxmlformats.org/drawingml/2006/main">
              <a:ext uri="{FF2B5EF4-FFF2-40B4-BE49-F238E27FC236}">
                <a16:creationId xmlns:a16="http://schemas.microsoft.com/office/drawing/2014/main" id="{3186C564-23D4-467E-8A0A-7FB86B33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13" y="3454550"/>
            <a:ext cx="650991" cy="141793"/>
          </a:xfrm>
          <a:custGeom xmlns:a="http://schemas.openxmlformats.org/drawingml/2006/main">
            <a:pathLst>
              <a:path w="650991" h="141793">
                <a:moveTo>
                  <a:pt x="103709" y="4539"/>
                </a:moveTo>
                <a:cubicBezTo>
                  <a:pt x="103709" y="4971"/>
                  <a:pt x="103655" y="5747"/>
                  <a:pt x="103548" y="6865"/>
                </a:cubicBezTo>
                <a:cubicBezTo>
                  <a:pt x="103440" y="7981"/>
                  <a:pt x="103261" y="9224"/>
                  <a:pt x="103010" y="10593"/>
                </a:cubicBezTo>
                <a:cubicBezTo>
                  <a:pt x="102759" y="11961"/>
                  <a:pt x="102454" y="13384"/>
                  <a:pt x="102095" y="14863"/>
                </a:cubicBezTo>
                <a:cubicBezTo>
                  <a:pt x="101737" y="16340"/>
                  <a:pt x="101288" y="17710"/>
                  <a:pt x="100750" y="18971"/>
                </a:cubicBezTo>
                <a:cubicBezTo>
                  <a:pt x="100213" y="20231"/>
                  <a:pt x="99585" y="21258"/>
                  <a:pt x="98868" y="22051"/>
                </a:cubicBezTo>
                <a:cubicBezTo>
                  <a:pt x="98151" y="22842"/>
                  <a:pt x="97326" y="23238"/>
                  <a:pt x="96393" y="23238"/>
                </a:cubicBezTo>
                <a:lnTo>
                  <a:pt x="50886" y="23238"/>
                </a:lnTo>
                <a:lnTo>
                  <a:pt x="43355" y="60461"/>
                </a:lnTo>
                <a:lnTo>
                  <a:pt x="86173" y="60461"/>
                </a:lnTo>
                <a:cubicBezTo>
                  <a:pt x="87177" y="60461"/>
                  <a:pt x="87894" y="60858"/>
                  <a:pt x="88325" y="61651"/>
                </a:cubicBezTo>
                <a:cubicBezTo>
                  <a:pt x="88755" y="62442"/>
                  <a:pt x="88970" y="63487"/>
                  <a:pt x="88970" y="64784"/>
                </a:cubicBezTo>
                <a:cubicBezTo>
                  <a:pt x="88970" y="65289"/>
                  <a:pt x="88898" y="66100"/>
                  <a:pt x="88755" y="67219"/>
                </a:cubicBezTo>
                <a:cubicBezTo>
                  <a:pt x="88612" y="68335"/>
                  <a:pt x="88414" y="69560"/>
                  <a:pt x="88163" y="70893"/>
                </a:cubicBezTo>
                <a:cubicBezTo>
                  <a:pt x="87912" y="72224"/>
                  <a:pt x="87590" y="73630"/>
                  <a:pt x="87195" y="75109"/>
                </a:cubicBezTo>
                <a:cubicBezTo>
                  <a:pt x="86801" y="76586"/>
                  <a:pt x="86334" y="77920"/>
                  <a:pt x="85797" y="79110"/>
                </a:cubicBezTo>
                <a:cubicBezTo>
                  <a:pt x="85259" y="80298"/>
                  <a:pt x="84631" y="81288"/>
                  <a:pt x="83914" y="82082"/>
                </a:cubicBezTo>
                <a:cubicBezTo>
                  <a:pt x="83197" y="82873"/>
                  <a:pt x="82372" y="83268"/>
                  <a:pt x="81439" y="83268"/>
                </a:cubicBezTo>
                <a:lnTo>
                  <a:pt x="38945" y="83268"/>
                </a:lnTo>
                <a:lnTo>
                  <a:pt x="28617" y="135230"/>
                </a:lnTo>
                <a:cubicBezTo>
                  <a:pt x="28473" y="136019"/>
                  <a:pt x="28115" y="136701"/>
                  <a:pt x="27541" y="137274"/>
                </a:cubicBezTo>
                <a:cubicBezTo>
                  <a:pt x="26967" y="137848"/>
                  <a:pt x="26089" y="138314"/>
                  <a:pt x="24905" y="138673"/>
                </a:cubicBezTo>
                <a:cubicBezTo>
                  <a:pt x="23722" y="139032"/>
                  <a:pt x="22198" y="139319"/>
                  <a:pt x="20333" y="139534"/>
                </a:cubicBezTo>
                <a:cubicBezTo>
                  <a:pt x="18468" y="139749"/>
                  <a:pt x="16173" y="139856"/>
                  <a:pt x="13448" y="139856"/>
                </a:cubicBezTo>
                <a:cubicBezTo>
                  <a:pt x="10651" y="139856"/>
                  <a:pt x="8373" y="139749"/>
                  <a:pt x="6616" y="139534"/>
                </a:cubicBezTo>
                <a:cubicBezTo>
                  <a:pt x="4859" y="139319"/>
                  <a:pt x="3478" y="139032"/>
                  <a:pt x="2474" y="138673"/>
                </a:cubicBezTo>
                <a:cubicBezTo>
                  <a:pt x="1470" y="138314"/>
                  <a:pt x="789" y="137848"/>
                  <a:pt x="430" y="137274"/>
                </a:cubicBezTo>
                <a:cubicBezTo>
                  <a:pt x="72" y="136701"/>
                  <a:pt x="0" y="136019"/>
                  <a:pt x="215" y="135230"/>
                </a:cubicBezTo>
                <a:lnTo>
                  <a:pt x="25389" y="8929"/>
                </a:lnTo>
                <a:cubicBezTo>
                  <a:pt x="26035" y="5774"/>
                  <a:pt x="27326" y="3496"/>
                  <a:pt x="29262" y="2098"/>
                </a:cubicBezTo>
                <a:cubicBezTo>
                  <a:pt x="31199" y="699"/>
                  <a:pt x="33350" y="0"/>
                  <a:pt x="35717" y="0"/>
                </a:cubicBezTo>
                <a:lnTo>
                  <a:pt x="100912" y="0"/>
                </a:lnTo>
                <a:cubicBezTo>
                  <a:pt x="102131" y="0"/>
                  <a:pt x="102902" y="397"/>
                  <a:pt x="103225" y="1190"/>
                </a:cubicBezTo>
                <a:cubicBezTo>
                  <a:pt x="103548" y="1981"/>
                  <a:pt x="103709" y="3097"/>
                  <a:pt x="103709" y="4539"/>
                </a:cubicBezTo>
                <a:close/>
                <a:moveTo>
                  <a:pt x="185860" y="135661"/>
                </a:moveTo>
                <a:cubicBezTo>
                  <a:pt x="185573" y="137167"/>
                  <a:pt x="184443" y="138243"/>
                  <a:pt x="182471" y="138888"/>
                </a:cubicBezTo>
                <a:cubicBezTo>
                  <a:pt x="180498" y="139534"/>
                  <a:pt x="177325" y="139856"/>
                  <a:pt x="172950" y="139856"/>
                </a:cubicBezTo>
                <a:cubicBezTo>
                  <a:pt x="170726" y="139856"/>
                  <a:pt x="168916" y="139785"/>
                  <a:pt x="167517" y="139641"/>
                </a:cubicBezTo>
                <a:cubicBezTo>
                  <a:pt x="166118" y="139498"/>
                  <a:pt x="164989" y="139265"/>
                  <a:pt x="164128" y="138942"/>
                </a:cubicBezTo>
                <a:cubicBezTo>
                  <a:pt x="163267" y="138619"/>
                  <a:pt x="162712" y="138189"/>
                  <a:pt x="162461" y="137651"/>
                </a:cubicBezTo>
                <a:cubicBezTo>
                  <a:pt x="162210" y="137113"/>
                  <a:pt x="162156" y="136450"/>
                  <a:pt x="162299" y="135661"/>
                </a:cubicBezTo>
                <a:lnTo>
                  <a:pt x="165312" y="120277"/>
                </a:lnTo>
                <a:cubicBezTo>
                  <a:pt x="164236" y="122583"/>
                  <a:pt x="162514" y="125016"/>
                  <a:pt x="160148" y="127575"/>
                </a:cubicBezTo>
                <a:cubicBezTo>
                  <a:pt x="157781" y="130135"/>
                  <a:pt x="154984" y="132460"/>
                  <a:pt x="151756" y="134551"/>
                </a:cubicBezTo>
                <a:cubicBezTo>
                  <a:pt x="148529" y="136640"/>
                  <a:pt x="144961" y="138369"/>
                  <a:pt x="141052" y="139739"/>
                </a:cubicBezTo>
                <a:cubicBezTo>
                  <a:pt x="137143" y="141108"/>
                  <a:pt x="133109" y="141793"/>
                  <a:pt x="128949" y="141793"/>
                </a:cubicBezTo>
                <a:cubicBezTo>
                  <a:pt x="123211" y="141793"/>
                  <a:pt x="118442" y="140787"/>
                  <a:pt x="114640" y="138774"/>
                </a:cubicBezTo>
                <a:cubicBezTo>
                  <a:pt x="110839" y="136761"/>
                  <a:pt x="107791" y="134048"/>
                  <a:pt x="105496" y="130635"/>
                </a:cubicBezTo>
                <a:cubicBezTo>
                  <a:pt x="103201" y="127221"/>
                  <a:pt x="101569" y="123324"/>
                  <a:pt x="100601" y="118942"/>
                </a:cubicBezTo>
                <a:cubicBezTo>
                  <a:pt x="99633" y="114558"/>
                  <a:pt x="99149" y="109958"/>
                  <a:pt x="99149" y="105141"/>
                </a:cubicBezTo>
                <a:cubicBezTo>
                  <a:pt x="99149" y="100614"/>
                  <a:pt x="99579" y="95674"/>
                  <a:pt x="100440" y="90322"/>
                </a:cubicBezTo>
                <a:cubicBezTo>
                  <a:pt x="101300" y="84967"/>
                  <a:pt x="102627" y="79631"/>
                  <a:pt x="104420" y="74312"/>
                </a:cubicBezTo>
                <a:cubicBezTo>
                  <a:pt x="106213" y="68994"/>
                  <a:pt x="108508" y="63873"/>
                  <a:pt x="111305" y="58952"/>
                </a:cubicBezTo>
                <a:cubicBezTo>
                  <a:pt x="114103" y="54030"/>
                  <a:pt x="117456" y="49665"/>
                  <a:pt x="121364" y="45857"/>
                </a:cubicBezTo>
                <a:cubicBezTo>
                  <a:pt x="125273" y="42047"/>
                  <a:pt x="129756" y="39010"/>
                  <a:pt x="134812" y="36746"/>
                </a:cubicBezTo>
                <a:cubicBezTo>
                  <a:pt x="139868" y="34482"/>
                  <a:pt x="145588" y="33350"/>
                  <a:pt x="151971" y="33350"/>
                </a:cubicBezTo>
                <a:cubicBezTo>
                  <a:pt x="157924" y="33350"/>
                  <a:pt x="163196" y="34597"/>
                  <a:pt x="167786" y="37089"/>
                </a:cubicBezTo>
                <a:cubicBezTo>
                  <a:pt x="172376" y="39581"/>
                  <a:pt x="176392" y="43212"/>
                  <a:pt x="179835" y="47982"/>
                </a:cubicBezTo>
                <a:lnTo>
                  <a:pt x="181556" y="39483"/>
                </a:lnTo>
                <a:cubicBezTo>
                  <a:pt x="181843" y="37976"/>
                  <a:pt x="182973" y="36901"/>
                  <a:pt x="184945" y="36255"/>
                </a:cubicBezTo>
                <a:cubicBezTo>
                  <a:pt x="186918" y="35610"/>
                  <a:pt x="190091" y="35287"/>
                  <a:pt x="194466" y="35287"/>
                </a:cubicBezTo>
                <a:cubicBezTo>
                  <a:pt x="196618" y="35287"/>
                  <a:pt x="198411" y="35377"/>
                  <a:pt x="199845" y="35556"/>
                </a:cubicBezTo>
                <a:cubicBezTo>
                  <a:pt x="201280" y="35735"/>
                  <a:pt x="202409" y="35986"/>
                  <a:pt x="203234" y="36309"/>
                </a:cubicBezTo>
                <a:cubicBezTo>
                  <a:pt x="204059" y="36632"/>
                  <a:pt x="204615" y="37062"/>
                  <a:pt x="204902" y="37600"/>
                </a:cubicBezTo>
                <a:cubicBezTo>
                  <a:pt x="205189" y="38138"/>
                  <a:pt x="205260" y="38765"/>
                  <a:pt x="205117" y="39483"/>
                </a:cubicBezTo>
                <a:lnTo>
                  <a:pt x="185860" y="135661"/>
                </a:lnTo>
                <a:moveTo>
                  <a:pt x="172519" y="68314"/>
                </a:moveTo>
                <a:cubicBezTo>
                  <a:pt x="170009" y="64334"/>
                  <a:pt x="167230" y="61349"/>
                  <a:pt x="164182" y="59358"/>
                </a:cubicBezTo>
                <a:cubicBezTo>
                  <a:pt x="161134" y="57368"/>
                  <a:pt x="157601" y="56373"/>
                  <a:pt x="153585" y="56373"/>
                </a:cubicBezTo>
                <a:cubicBezTo>
                  <a:pt x="150573" y="56373"/>
                  <a:pt x="147812" y="57091"/>
                  <a:pt x="145301" y="58528"/>
                </a:cubicBezTo>
                <a:cubicBezTo>
                  <a:pt x="142791" y="59965"/>
                  <a:pt x="140568" y="61886"/>
                  <a:pt x="138631" y="64294"/>
                </a:cubicBezTo>
                <a:cubicBezTo>
                  <a:pt x="136695" y="66701"/>
                  <a:pt x="134991" y="69486"/>
                  <a:pt x="133521" y="72648"/>
                </a:cubicBezTo>
                <a:cubicBezTo>
                  <a:pt x="132051" y="75808"/>
                  <a:pt x="130832" y="79095"/>
                  <a:pt x="129863" y="82509"/>
                </a:cubicBezTo>
                <a:cubicBezTo>
                  <a:pt x="128895" y="85920"/>
                  <a:pt x="128178" y="89368"/>
                  <a:pt x="127712" y="92853"/>
                </a:cubicBezTo>
                <a:cubicBezTo>
                  <a:pt x="127245" y="96336"/>
                  <a:pt x="127012" y="99551"/>
                  <a:pt x="127012" y="102499"/>
                </a:cubicBezTo>
                <a:cubicBezTo>
                  <a:pt x="127012" y="104653"/>
                  <a:pt x="127174" y="106700"/>
                  <a:pt x="127496" y="108641"/>
                </a:cubicBezTo>
                <a:cubicBezTo>
                  <a:pt x="127819" y="110580"/>
                  <a:pt x="128411" y="112304"/>
                  <a:pt x="129272" y="113815"/>
                </a:cubicBezTo>
                <a:cubicBezTo>
                  <a:pt x="130132" y="115323"/>
                  <a:pt x="131280" y="116527"/>
                  <a:pt x="132714" y="117426"/>
                </a:cubicBezTo>
                <a:cubicBezTo>
                  <a:pt x="134149" y="118322"/>
                  <a:pt x="135978" y="118770"/>
                  <a:pt x="138201" y="118770"/>
                </a:cubicBezTo>
                <a:cubicBezTo>
                  <a:pt x="141357" y="118770"/>
                  <a:pt x="144584" y="117820"/>
                  <a:pt x="147883" y="115919"/>
                </a:cubicBezTo>
                <a:cubicBezTo>
                  <a:pt x="151182" y="114019"/>
                  <a:pt x="154266" y="111437"/>
                  <a:pt x="157135" y="108174"/>
                </a:cubicBezTo>
                <a:cubicBezTo>
                  <a:pt x="160004" y="104910"/>
                  <a:pt x="162532" y="101109"/>
                  <a:pt x="164720" y="96770"/>
                </a:cubicBezTo>
                <a:cubicBezTo>
                  <a:pt x="166907" y="92431"/>
                  <a:pt x="168503" y="87787"/>
                  <a:pt x="169507" y="82838"/>
                </a:cubicBezTo>
                <a:lnTo>
                  <a:pt x="172519" y="68314"/>
                </a:lnTo>
                <a:close/>
                <a:moveTo>
                  <a:pt x="301139" y="45954"/>
                </a:moveTo>
                <a:cubicBezTo>
                  <a:pt x="301139" y="47613"/>
                  <a:pt x="300941" y="49488"/>
                  <a:pt x="300547" y="51579"/>
                </a:cubicBezTo>
                <a:cubicBezTo>
                  <a:pt x="300153" y="53668"/>
                  <a:pt x="299633" y="55649"/>
                  <a:pt x="298987" y="57523"/>
                </a:cubicBezTo>
                <a:cubicBezTo>
                  <a:pt x="298342" y="59396"/>
                  <a:pt x="297535" y="60964"/>
                  <a:pt x="296566" y="62226"/>
                </a:cubicBezTo>
                <a:cubicBezTo>
                  <a:pt x="295598" y="63488"/>
                  <a:pt x="294540" y="64119"/>
                  <a:pt x="293393" y="64119"/>
                </a:cubicBezTo>
                <a:cubicBezTo>
                  <a:pt x="292317" y="64119"/>
                  <a:pt x="291277" y="63683"/>
                  <a:pt x="290273" y="62811"/>
                </a:cubicBezTo>
                <a:cubicBezTo>
                  <a:pt x="289269" y="61939"/>
                  <a:pt x="288032" y="60959"/>
                  <a:pt x="286561" y="59869"/>
                </a:cubicBezTo>
                <a:cubicBezTo>
                  <a:pt x="285091" y="58780"/>
                  <a:pt x="283244" y="57782"/>
                  <a:pt x="281021" y="56874"/>
                </a:cubicBezTo>
                <a:cubicBezTo>
                  <a:pt x="278798" y="55966"/>
                  <a:pt x="275929" y="55512"/>
                  <a:pt x="272414" y="55512"/>
                </a:cubicBezTo>
                <a:cubicBezTo>
                  <a:pt x="268685" y="55512"/>
                  <a:pt x="265350" y="56336"/>
                  <a:pt x="262409" y="57983"/>
                </a:cubicBezTo>
                <a:cubicBezTo>
                  <a:pt x="259469" y="59631"/>
                  <a:pt x="256905" y="61761"/>
                  <a:pt x="254717" y="64374"/>
                </a:cubicBezTo>
                <a:cubicBezTo>
                  <a:pt x="252530" y="66988"/>
                  <a:pt x="250719" y="69960"/>
                  <a:pt x="249284" y="73290"/>
                </a:cubicBezTo>
                <a:cubicBezTo>
                  <a:pt x="247850" y="76618"/>
                  <a:pt x="246666" y="79983"/>
                  <a:pt x="245734" y="83383"/>
                </a:cubicBezTo>
                <a:cubicBezTo>
                  <a:pt x="244802" y="86783"/>
                  <a:pt x="244138" y="90040"/>
                  <a:pt x="243744" y="93156"/>
                </a:cubicBezTo>
                <a:cubicBezTo>
                  <a:pt x="243349" y="96271"/>
                  <a:pt x="243152" y="98974"/>
                  <a:pt x="243152" y="101265"/>
                </a:cubicBezTo>
                <a:cubicBezTo>
                  <a:pt x="243152" y="107065"/>
                  <a:pt x="244425" y="111469"/>
                  <a:pt x="246971" y="114477"/>
                </a:cubicBezTo>
                <a:cubicBezTo>
                  <a:pt x="249517" y="117483"/>
                  <a:pt x="253516" y="118986"/>
                  <a:pt x="258967" y="118986"/>
                </a:cubicBezTo>
                <a:cubicBezTo>
                  <a:pt x="262983" y="118986"/>
                  <a:pt x="266426" y="118466"/>
                  <a:pt x="269294" y="117426"/>
                </a:cubicBezTo>
                <a:cubicBezTo>
                  <a:pt x="272163" y="116386"/>
                  <a:pt x="274620" y="115238"/>
                  <a:pt x="276664" y="113983"/>
                </a:cubicBezTo>
                <a:cubicBezTo>
                  <a:pt x="278708" y="112728"/>
                  <a:pt x="280465" y="111598"/>
                  <a:pt x="281935" y="110594"/>
                </a:cubicBezTo>
                <a:cubicBezTo>
                  <a:pt x="283406" y="109590"/>
                  <a:pt x="284750" y="109088"/>
                  <a:pt x="285970" y="109088"/>
                </a:cubicBezTo>
                <a:cubicBezTo>
                  <a:pt x="286687" y="109088"/>
                  <a:pt x="287207" y="109411"/>
                  <a:pt x="287530" y="110056"/>
                </a:cubicBezTo>
                <a:cubicBezTo>
                  <a:pt x="287852" y="110702"/>
                  <a:pt x="288014" y="111634"/>
                  <a:pt x="288014" y="112853"/>
                </a:cubicBezTo>
                <a:cubicBezTo>
                  <a:pt x="288014" y="114073"/>
                  <a:pt x="287870" y="115597"/>
                  <a:pt x="287583" y="117426"/>
                </a:cubicBezTo>
                <a:cubicBezTo>
                  <a:pt x="287297" y="119255"/>
                  <a:pt x="286920" y="121101"/>
                  <a:pt x="286454" y="122966"/>
                </a:cubicBezTo>
                <a:cubicBezTo>
                  <a:pt x="285988" y="124831"/>
                  <a:pt x="285450" y="126570"/>
                  <a:pt x="284840" y="128184"/>
                </a:cubicBezTo>
                <a:cubicBezTo>
                  <a:pt x="284230" y="129798"/>
                  <a:pt x="283442" y="131075"/>
                  <a:pt x="282473" y="132016"/>
                </a:cubicBezTo>
                <a:cubicBezTo>
                  <a:pt x="281505" y="132958"/>
                  <a:pt x="279981" y="134027"/>
                  <a:pt x="277901" y="135224"/>
                </a:cubicBezTo>
                <a:cubicBezTo>
                  <a:pt x="275821" y="136418"/>
                  <a:pt x="273418" y="137486"/>
                  <a:pt x="270693" y="138428"/>
                </a:cubicBezTo>
                <a:cubicBezTo>
                  <a:pt x="267968" y="139369"/>
                  <a:pt x="265009" y="140129"/>
                  <a:pt x="261818" y="140707"/>
                </a:cubicBezTo>
                <a:cubicBezTo>
                  <a:pt x="258626" y="141288"/>
                  <a:pt x="255309" y="141578"/>
                  <a:pt x="251866" y="141578"/>
                </a:cubicBezTo>
                <a:cubicBezTo>
                  <a:pt x="239602" y="141578"/>
                  <a:pt x="230422" y="138476"/>
                  <a:pt x="224325" y="132272"/>
                </a:cubicBezTo>
                <a:cubicBezTo>
                  <a:pt x="218229" y="126068"/>
                  <a:pt x="215181" y="116906"/>
                  <a:pt x="215181" y="104785"/>
                </a:cubicBezTo>
                <a:cubicBezTo>
                  <a:pt x="215181" y="100410"/>
                  <a:pt x="215593" y="95604"/>
                  <a:pt x="216418" y="90369"/>
                </a:cubicBezTo>
                <a:cubicBezTo>
                  <a:pt x="217243" y="85133"/>
                  <a:pt x="218588" y="79880"/>
                  <a:pt x="220452" y="74608"/>
                </a:cubicBezTo>
                <a:cubicBezTo>
                  <a:pt x="222317" y="69337"/>
                  <a:pt x="224738" y="64226"/>
                  <a:pt x="227714" y="59278"/>
                </a:cubicBezTo>
                <a:cubicBezTo>
                  <a:pt x="230691" y="54329"/>
                  <a:pt x="234330" y="49954"/>
                  <a:pt x="238634" y="46153"/>
                </a:cubicBezTo>
                <a:cubicBezTo>
                  <a:pt x="242937" y="42351"/>
                  <a:pt x="247922" y="39303"/>
                  <a:pt x="253588" y="37008"/>
                </a:cubicBezTo>
                <a:cubicBezTo>
                  <a:pt x="259254" y="34713"/>
                  <a:pt x="265780" y="33566"/>
                  <a:pt x="273167" y="33566"/>
                </a:cubicBezTo>
                <a:cubicBezTo>
                  <a:pt x="276036" y="33566"/>
                  <a:pt x="278833" y="33781"/>
                  <a:pt x="281559" y="34211"/>
                </a:cubicBezTo>
                <a:cubicBezTo>
                  <a:pt x="284284" y="34641"/>
                  <a:pt x="286794" y="35233"/>
                  <a:pt x="289090" y="35986"/>
                </a:cubicBezTo>
                <a:cubicBezTo>
                  <a:pt x="291385" y="36739"/>
                  <a:pt x="293411" y="37618"/>
                  <a:pt x="295168" y="38622"/>
                </a:cubicBezTo>
                <a:cubicBezTo>
                  <a:pt x="296925" y="39626"/>
                  <a:pt x="298234" y="40540"/>
                  <a:pt x="299095" y="41365"/>
                </a:cubicBezTo>
                <a:cubicBezTo>
                  <a:pt x="299955" y="42190"/>
                  <a:pt x="300511" y="42927"/>
                  <a:pt x="300762" y="43577"/>
                </a:cubicBezTo>
                <a:cubicBezTo>
                  <a:pt x="301013" y="44225"/>
                  <a:pt x="301139" y="45017"/>
                  <a:pt x="301139" y="45954"/>
                </a:cubicBezTo>
                <a:close/>
                <a:moveTo>
                  <a:pt x="378908" y="40558"/>
                </a:moveTo>
                <a:cubicBezTo>
                  <a:pt x="378908" y="41276"/>
                  <a:pt x="378836" y="42190"/>
                  <a:pt x="378693" y="43302"/>
                </a:cubicBezTo>
                <a:cubicBezTo>
                  <a:pt x="378549" y="44413"/>
                  <a:pt x="378352" y="45615"/>
                  <a:pt x="378101" y="46906"/>
                </a:cubicBezTo>
                <a:cubicBezTo>
                  <a:pt x="377850" y="48197"/>
                  <a:pt x="377509" y="49488"/>
                  <a:pt x="377079" y="50779"/>
                </a:cubicBezTo>
                <a:cubicBezTo>
                  <a:pt x="376649" y="52070"/>
                  <a:pt x="376165" y="53235"/>
                  <a:pt x="375627" y="54275"/>
                </a:cubicBezTo>
                <a:cubicBezTo>
                  <a:pt x="375089" y="55315"/>
                  <a:pt x="374479" y="56176"/>
                  <a:pt x="373798" y="56857"/>
                </a:cubicBezTo>
                <a:cubicBezTo>
                  <a:pt x="373116" y="57538"/>
                  <a:pt x="372381" y="57879"/>
                  <a:pt x="371592" y="57879"/>
                </a:cubicBezTo>
                <a:lnTo>
                  <a:pt x="350614" y="57879"/>
                </a:lnTo>
                <a:lnTo>
                  <a:pt x="341577" y="102956"/>
                </a:lnTo>
                <a:cubicBezTo>
                  <a:pt x="341362" y="104025"/>
                  <a:pt x="341165" y="105290"/>
                  <a:pt x="340985" y="106751"/>
                </a:cubicBezTo>
                <a:cubicBezTo>
                  <a:pt x="340806" y="108211"/>
                  <a:pt x="340716" y="109403"/>
                  <a:pt x="340716" y="110329"/>
                </a:cubicBezTo>
                <a:cubicBezTo>
                  <a:pt x="340716" y="113177"/>
                  <a:pt x="341398" y="115261"/>
                  <a:pt x="342760" y="116578"/>
                </a:cubicBezTo>
                <a:cubicBezTo>
                  <a:pt x="344123" y="117896"/>
                  <a:pt x="346275" y="118555"/>
                  <a:pt x="349215" y="118555"/>
                </a:cubicBezTo>
                <a:cubicBezTo>
                  <a:pt x="350937" y="118555"/>
                  <a:pt x="352407" y="118430"/>
                  <a:pt x="353626" y="118179"/>
                </a:cubicBezTo>
                <a:cubicBezTo>
                  <a:pt x="354845" y="117928"/>
                  <a:pt x="355903" y="117641"/>
                  <a:pt x="356800" y="117318"/>
                </a:cubicBezTo>
                <a:cubicBezTo>
                  <a:pt x="357696" y="116995"/>
                  <a:pt x="358467" y="116708"/>
                  <a:pt x="359113" y="116457"/>
                </a:cubicBezTo>
                <a:cubicBezTo>
                  <a:pt x="359758" y="116206"/>
                  <a:pt x="360368" y="116081"/>
                  <a:pt x="360942" y="116081"/>
                </a:cubicBezTo>
                <a:cubicBezTo>
                  <a:pt x="361516" y="116081"/>
                  <a:pt x="362000" y="116350"/>
                  <a:pt x="362394" y="116888"/>
                </a:cubicBezTo>
                <a:cubicBezTo>
                  <a:pt x="362789" y="117426"/>
                  <a:pt x="362986" y="118305"/>
                  <a:pt x="362986" y="119527"/>
                </a:cubicBezTo>
                <a:cubicBezTo>
                  <a:pt x="362986" y="120896"/>
                  <a:pt x="362842" y="122446"/>
                  <a:pt x="362555" y="124176"/>
                </a:cubicBezTo>
                <a:cubicBezTo>
                  <a:pt x="362269" y="125907"/>
                  <a:pt x="361892" y="127582"/>
                  <a:pt x="361426" y="129202"/>
                </a:cubicBezTo>
                <a:cubicBezTo>
                  <a:pt x="360960" y="130823"/>
                  <a:pt x="360440" y="132300"/>
                  <a:pt x="359866" y="133634"/>
                </a:cubicBezTo>
                <a:cubicBezTo>
                  <a:pt x="359292" y="134967"/>
                  <a:pt x="358683" y="135958"/>
                  <a:pt x="358037" y="136605"/>
                </a:cubicBezTo>
                <a:cubicBezTo>
                  <a:pt x="357392" y="137255"/>
                  <a:pt x="356423" y="137868"/>
                  <a:pt x="355132" y="138444"/>
                </a:cubicBezTo>
                <a:cubicBezTo>
                  <a:pt x="353841" y="139020"/>
                  <a:pt x="352317" y="139525"/>
                  <a:pt x="350560" y="139957"/>
                </a:cubicBezTo>
                <a:cubicBezTo>
                  <a:pt x="348803" y="140390"/>
                  <a:pt x="346920" y="140732"/>
                  <a:pt x="344912" y="140983"/>
                </a:cubicBezTo>
                <a:cubicBezTo>
                  <a:pt x="342904" y="141236"/>
                  <a:pt x="340896" y="141363"/>
                  <a:pt x="338887" y="141363"/>
                </a:cubicBezTo>
                <a:cubicBezTo>
                  <a:pt x="334584" y="141363"/>
                  <a:pt x="330801" y="140914"/>
                  <a:pt x="327538" y="140018"/>
                </a:cubicBezTo>
                <a:cubicBezTo>
                  <a:pt x="324274" y="139121"/>
                  <a:pt x="321531" y="137705"/>
                  <a:pt x="319308" y="135768"/>
                </a:cubicBezTo>
                <a:cubicBezTo>
                  <a:pt x="317084" y="133832"/>
                  <a:pt x="315417" y="131357"/>
                  <a:pt x="314305" y="128345"/>
                </a:cubicBezTo>
                <a:cubicBezTo>
                  <a:pt x="313193" y="125333"/>
                  <a:pt x="312638" y="121675"/>
                  <a:pt x="312638" y="117372"/>
                </a:cubicBezTo>
                <a:cubicBezTo>
                  <a:pt x="312638" y="116583"/>
                  <a:pt x="312673" y="115668"/>
                  <a:pt x="312745" y="114628"/>
                </a:cubicBezTo>
                <a:cubicBezTo>
                  <a:pt x="312817" y="113589"/>
                  <a:pt x="312942" y="112495"/>
                  <a:pt x="313122" y="111347"/>
                </a:cubicBezTo>
                <a:cubicBezTo>
                  <a:pt x="313301" y="110200"/>
                  <a:pt x="313480" y="109034"/>
                  <a:pt x="313660" y="107851"/>
                </a:cubicBezTo>
                <a:cubicBezTo>
                  <a:pt x="313839" y="106667"/>
                  <a:pt x="314036" y="105610"/>
                  <a:pt x="314251" y="104677"/>
                </a:cubicBezTo>
                <a:lnTo>
                  <a:pt x="323611" y="57879"/>
                </a:lnTo>
                <a:lnTo>
                  <a:pt x="311992" y="57879"/>
                </a:lnTo>
                <a:cubicBezTo>
                  <a:pt x="311060" y="57879"/>
                  <a:pt x="310378" y="57574"/>
                  <a:pt x="309948" y="56965"/>
                </a:cubicBezTo>
                <a:cubicBezTo>
                  <a:pt x="309518" y="56355"/>
                  <a:pt x="309302" y="55190"/>
                  <a:pt x="309302" y="53468"/>
                </a:cubicBezTo>
                <a:cubicBezTo>
                  <a:pt x="309302" y="52249"/>
                  <a:pt x="309428" y="50653"/>
                  <a:pt x="309679" y="48681"/>
                </a:cubicBezTo>
                <a:cubicBezTo>
                  <a:pt x="309930" y="46708"/>
                  <a:pt x="310342" y="44772"/>
                  <a:pt x="310916" y="42871"/>
                </a:cubicBezTo>
                <a:cubicBezTo>
                  <a:pt x="311490" y="40971"/>
                  <a:pt x="312243" y="39339"/>
                  <a:pt x="313175" y="37976"/>
                </a:cubicBezTo>
                <a:cubicBezTo>
                  <a:pt x="314108" y="36614"/>
                  <a:pt x="315219" y="35932"/>
                  <a:pt x="316510" y="35932"/>
                </a:cubicBezTo>
                <a:lnTo>
                  <a:pt x="328022" y="35932"/>
                </a:lnTo>
                <a:lnTo>
                  <a:pt x="332325" y="14436"/>
                </a:lnTo>
                <a:cubicBezTo>
                  <a:pt x="332468" y="13717"/>
                  <a:pt x="332809" y="13069"/>
                  <a:pt x="333347" y="12493"/>
                </a:cubicBezTo>
                <a:cubicBezTo>
                  <a:pt x="333885" y="11915"/>
                  <a:pt x="334710" y="11428"/>
                  <a:pt x="335821" y="11034"/>
                </a:cubicBezTo>
                <a:cubicBezTo>
                  <a:pt x="336933" y="10637"/>
                  <a:pt x="338368" y="10349"/>
                  <a:pt x="340125" y="10170"/>
                </a:cubicBezTo>
                <a:cubicBezTo>
                  <a:pt x="341882" y="9988"/>
                  <a:pt x="344087" y="9898"/>
                  <a:pt x="346741" y="9898"/>
                </a:cubicBezTo>
                <a:cubicBezTo>
                  <a:pt x="349323" y="9898"/>
                  <a:pt x="351475" y="9988"/>
                  <a:pt x="353196" y="10170"/>
                </a:cubicBezTo>
                <a:cubicBezTo>
                  <a:pt x="354917" y="10349"/>
                  <a:pt x="356244" y="10637"/>
                  <a:pt x="357176" y="11034"/>
                </a:cubicBezTo>
                <a:cubicBezTo>
                  <a:pt x="358109" y="11428"/>
                  <a:pt x="358736" y="11915"/>
                  <a:pt x="359059" y="12493"/>
                </a:cubicBezTo>
                <a:cubicBezTo>
                  <a:pt x="359382" y="13069"/>
                  <a:pt x="359471" y="13717"/>
                  <a:pt x="359328" y="14436"/>
                </a:cubicBezTo>
                <a:lnTo>
                  <a:pt x="355025" y="35932"/>
                </a:lnTo>
                <a:lnTo>
                  <a:pt x="375788" y="35932"/>
                </a:lnTo>
                <a:cubicBezTo>
                  <a:pt x="377007" y="35932"/>
                  <a:pt x="377832" y="36327"/>
                  <a:pt x="378262" y="37116"/>
                </a:cubicBezTo>
                <a:cubicBezTo>
                  <a:pt x="378693" y="37905"/>
                  <a:pt x="378908" y="39052"/>
                  <a:pt x="378908" y="40558"/>
                </a:cubicBezTo>
                <a:close/>
                <a:moveTo>
                  <a:pt x="483406" y="71834"/>
                </a:moveTo>
                <a:cubicBezTo>
                  <a:pt x="483406" y="77007"/>
                  <a:pt x="482922" y="82325"/>
                  <a:pt x="481954" y="87787"/>
                </a:cubicBezTo>
                <a:cubicBezTo>
                  <a:pt x="480985" y="93249"/>
                  <a:pt x="479461" y="98585"/>
                  <a:pt x="477381" y="103796"/>
                </a:cubicBezTo>
                <a:cubicBezTo>
                  <a:pt x="475302" y="109005"/>
                  <a:pt x="472630" y="113891"/>
                  <a:pt x="469367" y="118454"/>
                </a:cubicBezTo>
                <a:cubicBezTo>
                  <a:pt x="466103" y="123018"/>
                  <a:pt x="462195" y="127042"/>
                  <a:pt x="457640" y="130527"/>
                </a:cubicBezTo>
                <a:cubicBezTo>
                  <a:pt x="453086" y="134012"/>
                  <a:pt x="447868" y="136761"/>
                  <a:pt x="441987" y="138774"/>
                </a:cubicBezTo>
                <a:cubicBezTo>
                  <a:pt x="436106" y="140787"/>
                  <a:pt x="429472" y="141793"/>
                  <a:pt x="422084" y="141793"/>
                </a:cubicBezTo>
                <a:cubicBezTo>
                  <a:pt x="414841" y="141793"/>
                  <a:pt x="408583" y="140948"/>
                  <a:pt x="403311" y="139258"/>
                </a:cubicBezTo>
                <a:cubicBezTo>
                  <a:pt x="398040" y="137570"/>
                  <a:pt x="393647" y="135091"/>
                  <a:pt x="390133" y="131821"/>
                </a:cubicBezTo>
                <a:cubicBezTo>
                  <a:pt x="386618" y="128551"/>
                  <a:pt x="384000" y="124527"/>
                  <a:pt x="382279" y="119749"/>
                </a:cubicBezTo>
                <a:cubicBezTo>
                  <a:pt x="380558" y="114970"/>
                  <a:pt x="379697" y="109490"/>
                  <a:pt x="379697" y="103309"/>
                </a:cubicBezTo>
                <a:cubicBezTo>
                  <a:pt x="379697" y="98136"/>
                  <a:pt x="380181" y="92819"/>
                  <a:pt x="381150" y="87356"/>
                </a:cubicBezTo>
                <a:cubicBezTo>
                  <a:pt x="382118" y="81894"/>
                  <a:pt x="383642" y="76577"/>
                  <a:pt x="385722" y="71404"/>
                </a:cubicBezTo>
                <a:cubicBezTo>
                  <a:pt x="387802" y="66229"/>
                  <a:pt x="390473" y="61324"/>
                  <a:pt x="393737" y="56689"/>
                </a:cubicBezTo>
                <a:cubicBezTo>
                  <a:pt x="397000" y="52054"/>
                  <a:pt x="400909" y="48012"/>
                  <a:pt x="405463" y="44562"/>
                </a:cubicBezTo>
                <a:cubicBezTo>
                  <a:pt x="410017" y="41113"/>
                  <a:pt x="415235" y="38382"/>
                  <a:pt x="421116" y="36369"/>
                </a:cubicBezTo>
                <a:cubicBezTo>
                  <a:pt x="426997" y="34357"/>
                  <a:pt x="433632" y="33350"/>
                  <a:pt x="441019" y="33350"/>
                </a:cubicBezTo>
                <a:cubicBezTo>
                  <a:pt x="448263" y="33350"/>
                  <a:pt x="454520" y="34195"/>
                  <a:pt x="459792" y="35885"/>
                </a:cubicBezTo>
                <a:cubicBezTo>
                  <a:pt x="465063" y="37573"/>
                  <a:pt x="469456" y="40052"/>
                  <a:pt x="472971" y="43322"/>
                </a:cubicBezTo>
                <a:cubicBezTo>
                  <a:pt x="476485" y="46592"/>
                  <a:pt x="479103" y="50616"/>
                  <a:pt x="480824" y="55395"/>
                </a:cubicBezTo>
                <a:cubicBezTo>
                  <a:pt x="482545" y="60173"/>
                  <a:pt x="483406" y="65653"/>
                  <a:pt x="483406" y="71834"/>
                </a:cubicBezTo>
                <a:moveTo>
                  <a:pt x="455435" y="73616"/>
                </a:moveTo>
                <a:cubicBezTo>
                  <a:pt x="455435" y="70599"/>
                  <a:pt x="455130" y="67925"/>
                  <a:pt x="454520" y="65591"/>
                </a:cubicBezTo>
                <a:cubicBezTo>
                  <a:pt x="453911" y="63256"/>
                  <a:pt x="452907" y="61280"/>
                  <a:pt x="451508" y="59664"/>
                </a:cubicBezTo>
                <a:cubicBezTo>
                  <a:pt x="450109" y="58046"/>
                  <a:pt x="448316" y="56807"/>
                  <a:pt x="446129" y="55946"/>
                </a:cubicBezTo>
                <a:cubicBezTo>
                  <a:pt x="443941" y="55083"/>
                  <a:pt x="441270" y="54652"/>
                  <a:pt x="438114" y="54652"/>
                </a:cubicBezTo>
                <a:cubicBezTo>
                  <a:pt x="434528" y="54652"/>
                  <a:pt x="431301" y="55352"/>
                  <a:pt x="428432" y="56753"/>
                </a:cubicBezTo>
                <a:cubicBezTo>
                  <a:pt x="425563" y="58154"/>
                  <a:pt x="422999" y="60040"/>
                  <a:pt x="420740" y="62411"/>
                </a:cubicBezTo>
                <a:cubicBezTo>
                  <a:pt x="418480" y="64782"/>
                  <a:pt x="416526" y="67530"/>
                  <a:pt x="414876" y="70654"/>
                </a:cubicBezTo>
                <a:cubicBezTo>
                  <a:pt x="413227" y="73779"/>
                  <a:pt x="411864" y="77066"/>
                  <a:pt x="410788" y="80515"/>
                </a:cubicBezTo>
                <a:cubicBezTo>
                  <a:pt x="409712" y="83962"/>
                  <a:pt x="408924" y="87464"/>
                  <a:pt x="408422" y="91021"/>
                </a:cubicBezTo>
                <a:cubicBezTo>
                  <a:pt x="407919" y="94576"/>
                  <a:pt x="407668" y="97970"/>
                  <a:pt x="407668" y="101204"/>
                </a:cubicBezTo>
                <a:cubicBezTo>
                  <a:pt x="407668" y="104221"/>
                  <a:pt x="407973" y="106915"/>
                  <a:pt x="408583" y="109286"/>
                </a:cubicBezTo>
                <a:cubicBezTo>
                  <a:pt x="409193" y="111655"/>
                  <a:pt x="410197" y="113649"/>
                  <a:pt x="411595" y="115267"/>
                </a:cubicBezTo>
                <a:cubicBezTo>
                  <a:pt x="412994" y="116883"/>
                  <a:pt x="414787" y="118123"/>
                  <a:pt x="416974" y="118986"/>
                </a:cubicBezTo>
                <a:cubicBezTo>
                  <a:pt x="419162" y="119846"/>
                  <a:pt x="421833" y="120277"/>
                  <a:pt x="424989" y="120277"/>
                </a:cubicBezTo>
                <a:cubicBezTo>
                  <a:pt x="428575" y="120277"/>
                  <a:pt x="431803" y="119576"/>
                  <a:pt x="434671" y="118175"/>
                </a:cubicBezTo>
                <a:cubicBezTo>
                  <a:pt x="437540" y="116775"/>
                  <a:pt x="440104" y="114871"/>
                  <a:pt x="442364" y="112463"/>
                </a:cubicBezTo>
                <a:cubicBezTo>
                  <a:pt x="444623" y="110056"/>
                  <a:pt x="446577" y="107291"/>
                  <a:pt x="448227" y="104166"/>
                </a:cubicBezTo>
                <a:cubicBezTo>
                  <a:pt x="449876" y="101042"/>
                  <a:pt x="451239" y="97738"/>
                  <a:pt x="452315" y="94255"/>
                </a:cubicBezTo>
                <a:cubicBezTo>
                  <a:pt x="453391" y="90770"/>
                  <a:pt x="454180" y="87268"/>
                  <a:pt x="454682" y="83749"/>
                </a:cubicBezTo>
                <a:cubicBezTo>
                  <a:pt x="455184" y="80228"/>
                  <a:pt x="455435" y="76850"/>
                  <a:pt x="455435" y="73616"/>
                </a:cubicBezTo>
                <a:close/>
                <a:moveTo>
                  <a:pt x="573511" y="37976"/>
                </a:moveTo>
                <a:cubicBezTo>
                  <a:pt x="573511" y="38478"/>
                  <a:pt x="573439" y="39375"/>
                  <a:pt x="573296" y="40666"/>
                </a:cubicBezTo>
                <a:cubicBezTo>
                  <a:pt x="573152" y="41957"/>
                  <a:pt x="572937" y="43463"/>
                  <a:pt x="572650" y="45184"/>
                </a:cubicBezTo>
                <a:cubicBezTo>
                  <a:pt x="572363" y="46906"/>
                  <a:pt x="572005" y="48681"/>
                  <a:pt x="571575" y="50510"/>
                </a:cubicBezTo>
                <a:cubicBezTo>
                  <a:pt x="571144" y="52339"/>
                  <a:pt x="570660" y="54042"/>
                  <a:pt x="570122" y="55620"/>
                </a:cubicBezTo>
                <a:cubicBezTo>
                  <a:pt x="569584" y="57198"/>
                  <a:pt x="568975" y="58489"/>
                  <a:pt x="568293" y="59493"/>
                </a:cubicBezTo>
                <a:cubicBezTo>
                  <a:pt x="567612" y="60497"/>
                  <a:pt x="566877" y="60999"/>
                  <a:pt x="566088" y="60999"/>
                </a:cubicBezTo>
                <a:cubicBezTo>
                  <a:pt x="565442" y="60999"/>
                  <a:pt x="564797" y="60873"/>
                  <a:pt x="564151" y="60622"/>
                </a:cubicBezTo>
                <a:cubicBezTo>
                  <a:pt x="563506" y="60371"/>
                  <a:pt x="562789" y="60120"/>
                  <a:pt x="562000" y="59869"/>
                </a:cubicBezTo>
                <a:cubicBezTo>
                  <a:pt x="561211" y="59618"/>
                  <a:pt x="560350" y="59367"/>
                  <a:pt x="559418" y="59116"/>
                </a:cubicBezTo>
                <a:cubicBezTo>
                  <a:pt x="558485" y="58865"/>
                  <a:pt x="557410" y="58740"/>
                  <a:pt x="556190" y="58740"/>
                </a:cubicBezTo>
                <a:cubicBezTo>
                  <a:pt x="553752" y="58740"/>
                  <a:pt x="551152" y="59675"/>
                  <a:pt x="548391" y="61547"/>
                </a:cubicBezTo>
                <a:cubicBezTo>
                  <a:pt x="545629" y="63416"/>
                  <a:pt x="542994" y="65880"/>
                  <a:pt x="540483" y="68940"/>
                </a:cubicBezTo>
                <a:cubicBezTo>
                  <a:pt x="537973" y="71997"/>
                  <a:pt x="535732" y="75558"/>
                  <a:pt x="533760" y="79624"/>
                </a:cubicBezTo>
                <a:cubicBezTo>
                  <a:pt x="531787" y="83690"/>
                  <a:pt x="530371" y="87953"/>
                  <a:pt x="529510" y="92413"/>
                </a:cubicBezTo>
                <a:lnTo>
                  <a:pt x="520903" y="135553"/>
                </a:lnTo>
                <a:cubicBezTo>
                  <a:pt x="520760" y="136270"/>
                  <a:pt x="520419" y="136898"/>
                  <a:pt x="519881" y="137436"/>
                </a:cubicBezTo>
                <a:cubicBezTo>
                  <a:pt x="519344" y="137974"/>
                  <a:pt x="518519" y="138422"/>
                  <a:pt x="517407" y="138781"/>
                </a:cubicBezTo>
                <a:cubicBezTo>
                  <a:pt x="516295" y="139139"/>
                  <a:pt x="514843" y="139408"/>
                  <a:pt x="513050" y="139587"/>
                </a:cubicBezTo>
                <a:cubicBezTo>
                  <a:pt x="511257" y="139767"/>
                  <a:pt x="509069" y="139856"/>
                  <a:pt x="506487" y="139856"/>
                </a:cubicBezTo>
                <a:cubicBezTo>
                  <a:pt x="503834" y="139856"/>
                  <a:pt x="501664" y="139767"/>
                  <a:pt x="499979" y="139587"/>
                </a:cubicBezTo>
                <a:cubicBezTo>
                  <a:pt x="498293" y="139408"/>
                  <a:pt x="496966" y="139139"/>
                  <a:pt x="495998" y="138781"/>
                </a:cubicBezTo>
                <a:cubicBezTo>
                  <a:pt x="495030" y="138422"/>
                  <a:pt x="494402" y="137974"/>
                  <a:pt x="494116" y="137436"/>
                </a:cubicBezTo>
                <a:cubicBezTo>
                  <a:pt x="493829" y="136898"/>
                  <a:pt x="493757" y="136270"/>
                  <a:pt x="493900" y="135553"/>
                </a:cubicBezTo>
                <a:lnTo>
                  <a:pt x="513050" y="39483"/>
                </a:lnTo>
                <a:cubicBezTo>
                  <a:pt x="513193" y="38765"/>
                  <a:pt x="513516" y="38138"/>
                  <a:pt x="514018" y="37600"/>
                </a:cubicBezTo>
                <a:cubicBezTo>
                  <a:pt x="514520" y="37062"/>
                  <a:pt x="515255" y="36632"/>
                  <a:pt x="516224" y="36309"/>
                </a:cubicBezTo>
                <a:cubicBezTo>
                  <a:pt x="517192" y="35986"/>
                  <a:pt x="518447" y="35735"/>
                  <a:pt x="519989" y="35556"/>
                </a:cubicBezTo>
                <a:cubicBezTo>
                  <a:pt x="521531" y="35377"/>
                  <a:pt x="523378" y="35287"/>
                  <a:pt x="525529" y="35287"/>
                </a:cubicBezTo>
                <a:cubicBezTo>
                  <a:pt x="527753" y="35287"/>
                  <a:pt x="529564" y="35377"/>
                  <a:pt x="530962" y="35556"/>
                </a:cubicBezTo>
                <a:cubicBezTo>
                  <a:pt x="532361" y="35735"/>
                  <a:pt x="533455" y="35986"/>
                  <a:pt x="534244" y="36309"/>
                </a:cubicBezTo>
                <a:cubicBezTo>
                  <a:pt x="535033" y="36632"/>
                  <a:pt x="535553" y="37062"/>
                  <a:pt x="535804" y="37600"/>
                </a:cubicBezTo>
                <a:cubicBezTo>
                  <a:pt x="536055" y="38138"/>
                  <a:pt x="536108" y="38765"/>
                  <a:pt x="535965" y="39483"/>
                </a:cubicBezTo>
                <a:lnTo>
                  <a:pt x="532953" y="54759"/>
                </a:lnTo>
                <a:cubicBezTo>
                  <a:pt x="534674" y="51659"/>
                  <a:pt x="536664" y="48812"/>
                  <a:pt x="538923" y="46217"/>
                </a:cubicBezTo>
                <a:cubicBezTo>
                  <a:pt x="541183" y="43621"/>
                  <a:pt x="543585" y="41369"/>
                  <a:pt x="546131" y="39459"/>
                </a:cubicBezTo>
                <a:cubicBezTo>
                  <a:pt x="548678" y="37549"/>
                  <a:pt x="551313" y="36055"/>
                  <a:pt x="554039" y="34974"/>
                </a:cubicBezTo>
                <a:cubicBezTo>
                  <a:pt x="556764" y="33892"/>
                  <a:pt x="559454" y="33350"/>
                  <a:pt x="562107" y="33350"/>
                </a:cubicBezTo>
                <a:cubicBezTo>
                  <a:pt x="563183" y="33350"/>
                  <a:pt x="564277" y="33422"/>
                  <a:pt x="565389" y="33566"/>
                </a:cubicBezTo>
                <a:cubicBezTo>
                  <a:pt x="566500" y="33709"/>
                  <a:pt x="567540" y="33888"/>
                  <a:pt x="568508" y="34103"/>
                </a:cubicBezTo>
                <a:cubicBezTo>
                  <a:pt x="569477" y="34319"/>
                  <a:pt x="570337" y="34588"/>
                  <a:pt x="571090" y="34910"/>
                </a:cubicBezTo>
                <a:cubicBezTo>
                  <a:pt x="571843" y="35233"/>
                  <a:pt x="572435" y="35574"/>
                  <a:pt x="572866" y="35932"/>
                </a:cubicBezTo>
                <a:cubicBezTo>
                  <a:pt x="573296" y="36363"/>
                  <a:pt x="573511" y="37044"/>
                  <a:pt x="573511" y="37976"/>
                </a:cubicBezTo>
                <a:close/>
                <a:moveTo>
                  <a:pt x="650991" y="43678"/>
                </a:moveTo>
                <a:cubicBezTo>
                  <a:pt x="650991" y="44539"/>
                  <a:pt x="650866" y="45812"/>
                  <a:pt x="650615" y="47497"/>
                </a:cubicBezTo>
                <a:cubicBezTo>
                  <a:pt x="650364" y="49183"/>
                  <a:pt x="649987" y="50886"/>
                  <a:pt x="649485" y="52608"/>
                </a:cubicBezTo>
                <a:cubicBezTo>
                  <a:pt x="648983" y="54329"/>
                  <a:pt x="648392" y="55817"/>
                  <a:pt x="647710" y="57072"/>
                </a:cubicBezTo>
                <a:cubicBezTo>
                  <a:pt x="647029" y="58327"/>
                  <a:pt x="646258" y="58955"/>
                  <a:pt x="645397" y="58955"/>
                </a:cubicBezTo>
                <a:cubicBezTo>
                  <a:pt x="644465" y="58955"/>
                  <a:pt x="643371" y="58614"/>
                  <a:pt x="642116" y="57933"/>
                </a:cubicBezTo>
                <a:cubicBezTo>
                  <a:pt x="640861" y="57251"/>
                  <a:pt x="639337" y="56498"/>
                  <a:pt x="637544" y="55674"/>
                </a:cubicBezTo>
                <a:cubicBezTo>
                  <a:pt x="635751" y="54849"/>
                  <a:pt x="633653" y="54114"/>
                  <a:pt x="631250" y="53468"/>
                </a:cubicBezTo>
                <a:cubicBezTo>
                  <a:pt x="628847" y="52823"/>
                  <a:pt x="626032" y="52500"/>
                  <a:pt x="622805" y="52500"/>
                </a:cubicBezTo>
                <a:cubicBezTo>
                  <a:pt x="620295" y="52500"/>
                  <a:pt x="618053" y="52825"/>
                  <a:pt x="616081" y="53475"/>
                </a:cubicBezTo>
                <a:cubicBezTo>
                  <a:pt x="614109" y="54123"/>
                  <a:pt x="612477" y="55006"/>
                  <a:pt x="611186" y="56124"/>
                </a:cubicBezTo>
                <a:cubicBezTo>
                  <a:pt x="609895" y="57240"/>
                  <a:pt x="608909" y="58556"/>
                  <a:pt x="608228" y="60071"/>
                </a:cubicBezTo>
                <a:cubicBezTo>
                  <a:pt x="607546" y="61584"/>
                  <a:pt x="607206" y="63205"/>
                  <a:pt x="607206" y="64936"/>
                </a:cubicBezTo>
                <a:cubicBezTo>
                  <a:pt x="607206" y="67164"/>
                  <a:pt x="608120" y="69033"/>
                  <a:pt x="609949" y="70543"/>
                </a:cubicBezTo>
                <a:cubicBezTo>
                  <a:pt x="611778" y="72052"/>
                  <a:pt x="614055" y="73471"/>
                  <a:pt x="616780" y="74800"/>
                </a:cubicBezTo>
                <a:cubicBezTo>
                  <a:pt x="619506" y="76129"/>
                  <a:pt x="622446" y="77512"/>
                  <a:pt x="625602" y="78948"/>
                </a:cubicBezTo>
                <a:cubicBezTo>
                  <a:pt x="628758" y="80385"/>
                  <a:pt x="631698" y="82181"/>
                  <a:pt x="634424" y="84337"/>
                </a:cubicBezTo>
                <a:cubicBezTo>
                  <a:pt x="637149" y="86494"/>
                  <a:pt x="639408" y="89117"/>
                  <a:pt x="641201" y="92208"/>
                </a:cubicBezTo>
                <a:cubicBezTo>
                  <a:pt x="642994" y="95298"/>
                  <a:pt x="643891" y="99179"/>
                  <a:pt x="643891" y="103850"/>
                </a:cubicBezTo>
                <a:cubicBezTo>
                  <a:pt x="643891" y="109312"/>
                  <a:pt x="642851" y="114361"/>
                  <a:pt x="640771" y="118996"/>
                </a:cubicBezTo>
                <a:cubicBezTo>
                  <a:pt x="638691" y="123631"/>
                  <a:pt x="635661" y="127637"/>
                  <a:pt x="631680" y="131015"/>
                </a:cubicBezTo>
                <a:cubicBezTo>
                  <a:pt x="627700" y="134392"/>
                  <a:pt x="622859" y="137034"/>
                  <a:pt x="617157" y="138939"/>
                </a:cubicBezTo>
                <a:cubicBezTo>
                  <a:pt x="611455" y="140841"/>
                  <a:pt x="605018" y="141793"/>
                  <a:pt x="597846" y="141793"/>
                </a:cubicBezTo>
                <a:cubicBezTo>
                  <a:pt x="594403" y="141793"/>
                  <a:pt x="591122" y="141539"/>
                  <a:pt x="588002" y="141030"/>
                </a:cubicBezTo>
                <a:cubicBezTo>
                  <a:pt x="584882" y="140521"/>
                  <a:pt x="582085" y="139904"/>
                  <a:pt x="579611" y="139177"/>
                </a:cubicBezTo>
                <a:cubicBezTo>
                  <a:pt x="577136" y="138449"/>
                  <a:pt x="575039" y="137612"/>
                  <a:pt x="573317" y="136666"/>
                </a:cubicBezTo>
                <a:cubicBezTo>
                  <a:pt x="571596" y="135720"/>
                  <a:pt x="570305" y="134847"/>
                  <a:pt x="569444" y="134047"/>
                </a:cubicBezTo>
                <a:cubicBezTo>
                  <a:pt x="568871" y="133473"/>
                  <a:pt x="568458" y="132864"/>
                  <a:pt x="568207" y="132218"/>
                </a:cubicBezTo>
                <a:cubicBezTo>
                  <a:pt x="567956" y="131573"/>
                  <a:pt x="567831" y="130748"/>
                  <a:pt x="567831" y="129744"/>
                </a:cubicBezTo>
                <a:cubicBezTo>
                  <a:pt x="567831" y="129098"/>
                  <a:pt x="567884" y="128273"/>
                  <a:pt x="567992" y="127269"/>
                </a:cubicBezTo>
                <a:cubicBezTo>
                  <a:pt x="568100" y="126265"/>
                  <a:pt x="568279" y="125154"/>
                  <a:pt x="568530" y="123934"/>
                </a:cubicBezTo>
                <a:cubicBezTo>
                  <a:pt x="568781" y="122715"/>
                  <a:pt x="569068" y="121496"/>
                  <a:pt x="569391" y="120277"/>
                </a:cubicBezTo>
                <a:cubicBezTo>
                  <a:pt x="569713" y="119057"/>
                  <a:pt x="570090" y="117946"/>
                  <a:pt x="570520" y="116942"/>
                </a:cubicBezTo>
                <a:cubicBezTo>
                  <a:pt x="570951" y="115937"/>
                  <a:pt x="571417" y="115131"/>
                  <a:pt x="571919" y="114521"/>
                </a:cubicBezTo>
                <a:cubicBezTo>
                  <a:pt x="572421" y="113911"/>
                  <a:pt x="572959" y="113606"/>
                  <a:pt x="573532" y="113606"/>
                </a:cubicBezTo>
                <a:cubicBezTo>
                  <a:pt x="574537" y="113606"/>
                  <a:pt x="575648" y="114037"/>
                  <a:pt x="576868" y="114897"/>
                </a:cubicBezTo>
                <a:cubicBezTo>
                  <a:pt x="578087" y="115758"/>
                  <a:pt x="579665" y="116708"/>
                  <a:pt x="581601" y="117748"/>
                </a:cubicBezTo>
                <a:cubicBezTo>
                  <a:pt x="583538" y="118788"/>
                  <a:pt x="585922" y="119757"/>
                  <a:pt x="588755" y="120653"/>
                </a:cubicBezTo>
                <a:cubicBezTo>
                  <a:pt x="591588" y="121550"/>
                  <a:pt x="595121" y="121998"/>
                  <a:pt x="599352" y="121998"/>
                </a:cubicBezTo>
                <a:cubicBezTo>
                  <a:pt x="602293" y="121998"/>
                  <a:pt x="604857" y="121658"/>
                  <a:pt x="607044" y="120979"/>
                </a:cubicBezTo>
                <a:cubicBezTo>
                  <a:pt x="609232" y="120300"/>
                  <a:pt x="611043" y="119353"/>
                  <a:pt x="612477" y="118138"/>
                </a:cubicBezTo>
                <a:cubicBezTo>
                  <a:pt x="613912" y="116924"/>
                  <a:pt x="614969" y="115529"/>
                  <a:pt x="615651" y="113956"/>
                </a:cubicBezTo>
                <a:cubicBezTo>
                  <a:pt x="616332" y="112383"/>
                  <a:pt x="616673" y="110703"/>
                  <a:pt x="616673" y="108917"/>
                </a:cubicBezTo>
                <a:cubicBezTo>
                  <a:pt x="616673" y="106402"/>
                  <a:pt x="615794" y="104354"/>
                  <a:pt x="614037" y="102774"/>
                </a:cubicBezTo>
                <a:cubicBezTo>
                  <a:pt x="612280" y="101192"/>
                  <a:pt x="610074" y="99718"/>
                  <a:pt x="607421" y="98353"/>
                </a:cubicBezTo>
                <a:cubicBezTo>
                  <a:pt x="604767" y="96986"/>
                  <a:pt x="601880" y="95584"/>
                  <a:pt x="598760" y="94148"/>
                </a:cubicBezTo>
                <a:cubicBezTo>
                  <a:pt x="595641" y="92711"/>
                  <a:pt x="592754" y="90950"/>
                  <a:pt x="590100" y="88866"/>
                </a:cubicBezTo>
                <a:cubicBezTo>
                  <a:pt x="587446" y="86782"/>
                  <a:pt x="585241" y="84195"/>
                  <a:pt x="583484" y="81107"/>
                </a:cubicBezTo>
                <a:cubicBezTo>
                  <a:pt x="581727" y="78016"/>
                  <a:pt x="580848" y="74135"/>
                  <a:pt x="580848" y="69464"/>
                </a:cubicBezTo>
                <a:cubicBezTo>
                  <a:pt x="580848" y="64361"/>
                  <a:pt x="581816" y="59617"/>
                  <a:pt x="583753" y="55233"/>
                </a:cubicBezTo>
                <a:cubicBezTo>
                  <a:pt x="585689" y="50849"/>
                  <a:pt x="588522" y="47022"/>
                  <a:pt x="592252" y="43752"/>
                </a:cubicBezTo>
                <a:cubicBezTo>
                  <a:pt x="595981" y="40482"/>
                  <a:pt x="600500" y="37932"/>
                  <a:pt x="605807" y="36100"/>
                </a:cubicBezTo>
                <a:cubicBezTo>
                  <a:pt x="611114" y="34267"/>
                  <a:pt x="617139" y="33350"/>
                  <a:pt x="623881" y="33350"/>
                </a:cubicBezTo>
                <a:cubicBezTo>
                  <a:pt x="626893" y="33350"/>
                  <a:pt x="629816" y="33548"/>
                  <a:pt x="632649" y="33942"/>
                </a:cubicBezTo>
                <a:cubicBezTo>
                  <a:pt x="635482" y="34337"/>
                  <a:pt x="638028" y="34857"/>
                  <a:pt x="640287" y="35502"/>
                </a:cubicBezTo>
                <a:cubicBezTo>
                  <a:pt x="642546" y="36148"/>
                  <a:pt x="644519" y="36865"/>
                  <a:pt x="646204" y="37654"/>
                </a:cubicBezTo>
                <a:cubicBezTo>
                  <a:pt x="647889" y="38443"/>
                  <a:pt x="649091" y="39232"/>
                  <a:pt x="649808" y="40020"/>
                </a:cubicBezTo>
                <a:cubicBezTo>
                  <a:pt x="650597" y="40738"/>
                  <a:pt x="650991" y="41957"/>
                  <a:pt x="650991" y="436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18492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2026-09-05T17:46:10.5920000Z</dcterms:created>
  <dcterms:modified xsi:type="dcterms:W3CDTF">2026-09-05T17:46:10.5920000Z</dcterms:modified>
</coreProperties>
</file>