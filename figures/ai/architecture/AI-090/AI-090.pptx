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3da7a1c9842e7" /><Relationship Type="http://schemas.openxmlformats.org/officeDocument/2006/relationships/extended-properties" Target="/docProps/app.xml" Id="R48b4e4ec42c744c8" /><Relationship Type="http://schemas.openxmlformats.org/officeDocument/2006/relationships/officeDocument" Target="/ppt/presentation.xml" Id="Rd2a702ac62cf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d741db69742fa"/>
  </p:sldMasterIdLst>
  <p:notesMasterIdLst>
    <p:notesMasterId xmlns:r="http://schemas.openxmlformats.org/officeDocument/2006/relationships" r:id="Ref73040d21d8429f"/>
  </p:notesMasterIdLst>
  <p:sldIdLst>
    <p:sldId xmlns:r="http://schemas.openxmlformats.org/officeDocument/2006/relationships" id="256" r:id="Ra6296384b85c42fa"/>
  </p:sldIdLst>
  <p:sldSz cx="12944475" cy="5057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0f71088cf405e" /><Relationship Type="http://schemas.openxmlformats.org/officeDocument/2006/relationships/slideMaster" Target="/ppt/slideMasters/slideMaster1.xml" Id="Re3ed741db69742fa" /><Relationship Type="http://schemas.openxmlformats.org/officeDocument/2006/relationships/notesMaster" Target="/ppt/notesMasters/notesMaster1.xml" Id="Ref73040d21d8429f" /><Relationship Type="http://schemas.openxmlformats.org/officeDocument/2006/relationships/presProps" Target="/ppt/presProps.xml" Id="Rcb4abc54a62b429a" /><Relationship Type="http://schemas.openxmlformats.org/officeDocument/2006/relationships/tableStyles" Target="/ppt/tableStyles.xml" Id="Rdbac57a589c64209" /><Relationship Type="http://schemas.openxmlformats.org/officeDocument/2006/relationships/slide" Target="/ppt/slides/slide1.xml" Id="Ra6296384b85c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0482f64e0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5e1ecab614996" /><Relationship Type="http://schemas.openxmlformats.org/officeDocument/2006/relationships/notesMaster" Target="/ppt/notesMasters/notesMaster1.xml" Id="R8f92205b986746c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素材ID：AI-090</ns1:t>
            </ns1:r>
          </ns1:p>
          <ns1:p>
            <ns1:r>
              <ns1:t>论文：MiCRo: Mixture Modeling and Context-aware Routing for Personalized Preference Learning</ns1:t>
            </ns1:r>
          </ns1:p>
          <ns1:p>
            <ns1:r>
              <ns1:t>会议：EMNLP 2025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类型：系统架构</ns1:t>
            </ns1:r>
          </ns1:p>
          <ns1:p>
            <ns1:r>
              <ns1:t>借鉴点：左侧真实偏好差异与右侧两阶段训练对齐，数值权重和输出概率的乘加关系直观可改。</ns1:t>
            </ns1:r>
          </ns1:p>
          <ns1:p>
            <ns1:r>
              <ns1:t>论文URL：https://aclanthology.org/2025.emnlp-main.882/</ns1:t>
            </ns1:r>
          </ns1:p>
          <ns1:p>
            <ns1:r>
              <ns1:t>官方获奖URL：https://2025.emnlp.org/program/awards/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2e0aeb0bd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d0b7806584388" /><Relationship Type="http://schemas.openxmlformats.org/officeDocument/2006/relationships/slideLayout" Target="/ppt/slideLayouts/slideLayout1.xml" Id="Rbe776877b503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76877b503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ed847965c457d" /><Relationship Type="http://schemas.openxmlformats.org/officeDocument/2006/relationships/image" Target="/ppt/media/image.png" Id="R701c8efc46c647e3" /><Relationship Type="http://schemas.openxmlformats.org/officeDocument/2006/relationships/image" Target="/ppt/media/image2.png" Id="R12456d5fce0b4cbe" /><Relationship Type="http://schemas.openxmlformats.org/officeDocument/2006/relationships/image" Target="/ppt/media/image3.png" Id="Rffaea9672c454cc0" /><Relationship Type="http://schemas.openxmlformats.org/officeDocument/2006/relationships/image" Target="/ppt/media/image4.png" Id="R69006ab78e0449e2" /><Relationship Type="http://schemas.openxmlformats.org/officeDocument/2006/relationships/image" Target="/ppt/media/image5.png" Id="R652baa6407cd45ee" /><Relationship Type="http://schemas.openxmlformats.org/officeDocument/2006/relationships/notesSlide" Target="/ppt/notesSlides/notesSlide1.xml" Id="Rd890101aec02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AI-090-1">
            <a:extLst xmlns:a="http://schemas.openxmlformats.org/drawingml/2006/main">
              <a:ext uri="{FF2B5EF4-FFF2-40B4-BE49-F238E27FC236}">
                <a16:creationId xmlns:a16="http://schemas.microsoft.com/office/drawing/2014/main" id="{D83E9652-BE1A-42A4-872A-FDE87B7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142875"/>
            <a:ext cx="4105275" cy="4781550"/>
          </a:xfrm>
          <a:prstGeom xmlns:a="http://schemas.openxmlformats.org/drawingml/2006/main" prst="roundRect">
            <a:avLst>
              <a:gd name="adj" fmla="val 9977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EAEAEA"/>
            </a:solidFill>
          </a:ln>
        </p:spPr>
      </p:sp>
      <p:sp>
        <p:nvSpPr>
          <p:cNvPr id="2" name="AI-090-2">
            <a:extLst xmlns:a="http://schemas.openxmlformats.org/drawingml/2006/main">
              <a:ext uri="{FF2B5EF4-FFF2-40B4-BE49-F238E27FC236}">
                <a16:creationId xmlns:a16="http://schemas.microsoft.com/office/drawing/2014/main" id="{73522087-E6F8-45B3-9E80-97BE379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42875"/>
            <a:ext cx="8220075" cy="4781550"/>
          </a:xfrm>
          <a:prstGeom xmlns:a="http://schemas.openxmlformats.org/drawingml/2006/main" prst="roundRect">
            <a:avLst>
              <a:gd name="adj" fmla="val 856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EAEAEA"/>
            </a:solidFill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9293E293-8496-4D1C-94B4-51EAF3CE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"/>
            <a:ext cx="95" cy="4914900"/>
          </a:xfrm>
          <a:custGeom xmlns:a="http://schemas.openxmlformats.org/drawingml/2006/main">
            <a:pathLst>
              <a:path w="95" h="4914900">
                <a:moveTo>
                  <a:pt x="0" y="0"/>
                </a:moveTo>
                <a:lnTo>
                  <a:pt x="0" y="49149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dot"/>
          </a:ln>
        </p:spPr>
      </p:sp>
      <p:sp>
        <p:nvSpPr>
          <p:cNvPr id="4" name="AI-090-4">
            <a:extLst xmlns:a="http://schemas.openxmlformats.org/drawingml/2006/main">
              <a:ext uri="{FF2B5EF4-FFF2-40B4-BE49-F238E27FC236}">
                <a16:creationId xmlns:a16="http://schemas.microsoft.com/office/drawing/2014/main" id="{2C791B35-3B23-4384-A4AA-8BA2D909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00050"/>
            <a:ext cx="190500" cy="17145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6B4416D0-9FC5-4188-BEF3-26589E9F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15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0"/>
                </a:moveTo>
                <a:lnTo>
                  <a:pt x="0" y="57150"/>
                </a:ln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" name="AI-090-6">
            <a:extLst xmlns:a="http://schemas.openxmlformats.org/drawingml/2006/main">
              <a:ext uri="{FF2B5EF4-FFF2-40B4-BE49-F238E27FC236}">
                <a16:creationId xmlns:a16="http://schemas.microsoft.com/office/drawing/2014/main" id="{36DB53AC-A3A2-4C9A-B08D-8AAE2D7D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371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AI-090-7">
            <a:extLst xmlns:a="http://schemas.openxmlformats.org/drawingml/2006/main">
              <a:ext uri="{FF2B5EF4-FFF2-40B4-BE49-F238E27FC236}">
                <a16:creationId xmlns:a16="http://schemas.microsoft.com/office/drawing/2014/main" id="{D5A99B7C-8B8A-432F-A3C6-39ABEE6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85750"/>
            <a:ext cx="1038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8" name="AI-090-8">
            <a:extLst xmlns:a="http://schemas.openxmlformats.org/drawingml/2006/main">
              <a:ext uri="{FF2B5EF4-FFF2-40B4-BE49-F238E27FC236}">
                <a16:creationId xmlns:a16="http://schemas.microsoft.com/office/drawing/2014/main" id="{7230C3EC-45E9-41EE-B13D-F5982FD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676275"/>
            <a:ext cx="3324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Write an article about ocean.</a:t>
            </a:r>
          </a:p>
        </p:txBody>
      </p:sp>
      <p:sp>
        <p:nvSpPr>
          <p:cNvPr id="9" name="AI-090-9">
            <a:extLst xmlns:a="http://schemas.openxmlformats.org/drawingml/2006/main">
              <a:ext uri="{FF2B5EF4-FFF2-40B4-BE49-F238E27FC236}">
                <a16:creationId xmlns:a16="http://schemas.microsoft.com/office/drawing/2014/main" id="{50915B5A-2A79-414A-8F10-0C629BC0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085850"/>
            <a:ext cx="311467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FCED1"/>
          </a:solidFill>
          <a:ln xmlns:a="http://schemas.openxmlformats.org/drawingml/2006/main" w="0">
            <a:noFill/>
          </a:ln>
        </p:spPr>
      </p:sp>
      <p:sp>
        <p:nvSpPr>
          <p:cNvPr id="10" name="AI-090-10">
            <a:extLst xmlns:a="http://schemas.openxmlformats.org/drawingml/2006/main">
              <a:ext uri="{FF2B5EF4-FFF2-40B4-BE49-F238E27FC236}">
                <a16:creationId xmlns:a16="http://schemas.microsoft.com/office/drawing/2014/main" id="{C6EC3854-61E4-40A8-AE97-36DE6EA5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104900"/>
            <a:ext cx="298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 value scientific rigor.</a:t>
            </a:r>
          </a:p>
        </p:txBody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c8efc46c647e3"/>
          <a:stretch xmlns:a="http://schemas.openxmlformats.org/drawingml/2006/main"/>
        </p:blipFill>
        <p:spPr>
          <a:xfrm xmlns:a="http://schemas.openxmlformats.org/drawingml/2006/main">
            <a:off x="383646" y="1104900"/>
            <a:ext cx="318558" cy="409575"/>
          </a:xfrm>
          <a:prstGeom xmlns:a="http://schemas.openxmlformats.org/drawingml/2006/main" prst="rect">
            <a:avLst/>
          </a:prstGeom>
        </p:spPr>
      </p:pic>
      <p:sp>
        <p:nvSpPr>
          <p:cNvPr id="12" name="AI-090-11">
            <a:extLst xmlns:a="http://schemas.openxmlformats.org/drawingml/2006/main">
              <a:ext uri="{FF2B5EF4-FFF2-40B4-BE49-F238E27FC236}">
                <a16:creationId xmlns:a16="http://schemas.microsoft.com/office/drawing/2014/main" id="{1298812A-55CA-44D5-B0AA-D8B17EF4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666875"/>
            <a:ext cx="311467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DD9E4"/>
          </a:solidFill>
          <a:ln xmlns:a="http://schemas.openxmlformats.org/drawingml/2006/main" w="0">
            <a:noFill/>
          </a:ln>
        </p:spPr>
      </p:sp>
      <p:sp>
        <p:nvSpPr>
          <p:cNvPr id="13" name="AI-090-12">
            <a:extLst xmlns:a="http://schemas.openxmlformats.org/drawingml/2006/main">
              <a:ext uri="{FF2B5EF4-FFF2-40B4-BE49-F238E27FC236}">
                <a16:creationId xmlns:a16="http://schemas.microsoft.com/office/drawing/2014/main" id="{9032DDD8-BAE5-4E40-8245-711F452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685925"/>
            <a:ext cx="298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 care about real-world impact.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6d5fce0b4cbe"/>
          <a:stretch xmlns:a="http://schemas.openxmlformats.org/drawingml/2006/main"/>
        </p:blipFill>
        <p:spPr>
          <a:xfrm xmlns:a="http://schemas.openxmlformats.org/drawingml/2006/main">
            <a:off x="387108" y="1685925"/>
            <a:ext cx="311633" cy="409575"/>
          </a:xfrm>
          <a:prstGeom xmlns:a="http://schemas.openxmlformats.org/drawingml/2006/main" prst="rect">
            <a:avLst/>
          </a:prstGeom>
        </p:spPr>
      </p:pic>
      <p:sp>
        <p:nvSpPr>
          <p:cNvPr id="15" name="AI-090-13">
            <a:extLst xmlns:a="http://schemas.openxmlformats.org/drawingml/2006/main">
              <a:ext uri="{FF2B5EF4-FFF2-40B4-BE49-F238E27FC236}">
                <a16:creationId xmlns:a16="http://schemas.microsoft.com/office/drawing/2014/main" id="{BE74290A-47F2-41B7-9623-8D2996A3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47900"/>
            <a:ext cx="311467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2DACE"/>
          </a:solidFill>
          <a:ln xmlns:a="http://schemas.openxmlformats.org/drawingml/2006/main" w="0">
            <a:noFill/>
          </a:ln>
        </p:spPr>
      </p:sp>
      <p:sp>
        <p:nvSpPr>
          <p:cNvPr id="16" name="AI-090-14">
            <a:extLst xmlns:a="http://schemas.openxmlformats.org/drawingml/2006/main">
              <a:ext uri="{FF2B5EF4-FFF2-40B4-BE49-F238E27FC236}">
                <a16:creationId xmlns:a16="http://schemas.microsoft.com/office/drawing/2014/main" id="{4BED2737-FF27-44E3-AB44-31D2DAE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266950"/>
            <a:ext cx="298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 prefer easy-to-read answers.</a:t>
            </a:r>
          </a:p>
        </p:txBody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ea9672c454cc0"/>
          <a:stretch xmlns:a="http://schemas.openxmlformats.org/drawingml/2006/main"/>
        </p:blipFill>
        <p:spPr>
          <a:xfrm xmlns:a="http://schemas.openxmlformats.org/drawingml/2006/main">
            <a:off x="371475" y="2277119"/>
            <a:ext cx="342900" cy="389238"/>
          </a:xfrm>
          <a:prstGeom xmlns:a="http://schemas.openxmlformats.org/drawingml/2006/main" prst="rect">
            <a:avLst/>
          </a:prstGeom>
        </p:spPr>
      </p:pic>
      <p:sp>
        <p:nvSpPr>
          <p:cNvPr id="18" name="AI-090-15">
            <a:extLst xmlns:a="http://schemas.openxmlformats.org/drawingml/2006/main">
              <a:ext uri="{FF2B5EF4-FFF2-40B4-BE49-F238E27FC236}">
                <a16:creationId xmlns:a16="http://schemas.microsoft.com/office/drawing/2014/main" id="{11DDFA42-1F64-49A0-92AB-0540F3F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828925"/>
            <a:ext cx="311467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8E9CE"/>
          </a:solidFill>
          <a:ln xmlns:a="http://schemas.openxmlformats.org/drawingml/2006/main" w="0">
            <a:noFill/>
          </a:ln>
        </p:spPr>
      </p:sp>
      <p:sp>
        <p:nvSpPr>
          <p:cNvPr id="19" name="AI-090-16">
            <a:extLst xmlns:a="http://schemas.openxmlformats.org/drawingml/2006/main">
              <a:ext uri="{FF2B5EF4-FFF2-40B4-BE49-F238E27FC236}">
                <a16:creationId xmlns:a16="http://schemas.microsoft.com/office/drawing/2014/main" id="{8616F382-3E85-407D-BE0D-3154569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847975"/>
            <a:ext cx="298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 enjoy fun and creative ideas.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06ab78e0449e2"/>
          <a:stretch xmlns:a="http://schemas.openxmlformats.org/drawingml/2006/main"/>
        </p:blipFill>
        <p:spPr>
          <a:xfrm xmlns:a="http://schemas.openxmlformats.org/drawingml/2006/main">
            <a:off x="371475" y="2863265"/>
            <a:ext cx="342900" cy="378995"/>
          </a:xfrm>
          <a:prstGeom xmlns:a="http://schemas.openxmlformats.org/drawingml/2006/main" prst="rect">
            <a:avLst/>
          </a:prstGeom>
        </p:spPr>
      </p:pic>
      <p:sp>
        <p:nvSpPr>
          <p:cNvPr id="21" name="AI-090-17">
            <a:extLst xmlns:a="http://schemas.openxmlformats.org/drawingml/2006/main">
              <a:ext uri="{FF2B5EF4-FFF2-40B4-BE49-F238E27FC236}">
                <a16:creationId xmlns:a16="http://schemas.microsoft.com/office/drawing/2014/main" id="{A47E4A51-FDDD-4005-B98A-05EEF40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33623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Diverse Human Preferences</a:t>
            </a:r>
          </a:p>
        </p:txBody>
      </p:sp>
      <p:sp>
        <p:nvSpPr>
          <p:cNvPr id="22" name="AI-090-18">
            <a:extLst xmlns:a="http://schemas.openxmlformats.org/drawingml/2006/main">
              <a:ext uri="{FF2B5EF4-FFF2-40B4-BE49-F238E27FC236}">
                <a16:creationId xmlns:a16="http://schemas.microsoft.com/office/drawing/2014/main" id="{5C4D0C9A-935B-4EE8-9CA5-FAC601B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3952875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Reward Function fails to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capture diverse preferences!</a:t>
            </a:r>
          </a:p>
        </p:txBody>
      </p:sp>
      <p:sp>
        <p:nvSpPr>
          <p:cNvPr id="23" name="AI-090-19">
            <a:extLst xmlns:a="http://schemas.openxmlformats.org/drawingml/2006/main">
              <a:ext uri="{FF2B5EF4-FFF2-40B4-BE49-F238E27FC236}">
                <a16:creationId xmlns:a16="http://schemas.microsoft.com/office/drawing/2014/main" id="{A62F8AE0-4843-4A2F-AEDA-B780193E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304800"/>
            <a:ext cx="3619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24" name="AI-090-20">
            <a:extLst xmlns:a="http://schemas.openxmlformats.org/drawingml/2006/main">
              <a:ext uri="{FF2B5EF4-FFF2-40B4-BE49-F238E27FC236}">
                <a16:creationId xmlns:a16="http://schemas.microsoft.com/office/drawing/2014/main" id="{1DC57AD6-4051-4A4D-A993-FA022D8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143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1: Mixture of BT Models</a:t>
            </a:r>
          </a:p>
        </p:txBody>
      </p:sp>
      <p:sp>
        <p:nvSpPr>
          <p:cNvPr id="25" name="AI-090-21">
            <a:extLst xmlns:a="http://schemas.openxmlformats.org/drawingml/2006/main">
              <a:ext uri="{FF2B5EF4-FFF2-40B4-BE49-F238E27FC236}">
                <a16:creationId xmlns:a16="http://schemas.microsoft.com/office/drawing/2014/main" id="{73878C34-2934-455D-B78B-E9B306A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1247775"/>
            <a:ext cx="1295400" cy="762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26" name="path-22">
            <a:extLst xmlns:a="http://schemas.openxmlformats.org/drawingml/2006/main">
              <a:ext uri="{FF2B5EF4-FFF2-40B4-BE49-F238E27FC236}">
                <a16:creationId xmlns:a16="http://schemas.microsoft.com/office/drawing/2014/main" id="{7271E675-4FD5-4A30-8BE2-884EDCF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81150"/>
            <a:ext cx="247650" cy="333375"/>
          </a:xfrm>
          <a:custGeom xmlns:a="http://schemas.openxmlformats.org/drawingml/2006/main">
            <a:pathLst>
              <a:path w="247650" h="333375">
                <a:moveTo>
                  <a:pt x="0" y="0"/>
                </a:moveTo>
                <a:lnTo>
                  <a:pt x="171450" y="0"/>
                </a:lnTo>
                <a:lnTo>
                  <a:pt x="247650" y="76200"/>
                </a:lnTo>
                <a:lnTo>
                  <a:pt x="247650" y="333375"/>
                </a:lnTo>
                <a:lnTo>
                  <a:pt x="0" y="33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</a:ln>
        </p:spPr>
      </p:sp>
      <p:sp>
        <p:nvSpPr>
          <p:cNvPr id="27" name="path-23">
            <a:extLst xmlns:a="http://schemas.openxmlformats.org/drawingml/2006/main">
              <a:ext uri="{FF2B5EF4-FFF2-40B4-BE49-F238E27FC236}">
                <a16:creationId xmlns:a16="http://schemas.microsoft.com/office/drawing/2014/main" id="{86C12FE7-0517-4664-B2FF-B2CC5EC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28" name="line-24">
            <a:extLst xmlns:a="http://schemas.openxmlformats.org/drawingml/2006/main">
              <a:ext uri="{FF2B5EF4-FFF2-40B4-BE49-F238E27FC236}">
                <a16:creationId xmlns:a16="http://schemas.microsoft.com/office/drawing/2014/main" id="{B3A19C95-B152-44C7-8CD4-AB1039FA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95250" cy="10"/>
          </a:xfrm>
          <a:custGeom xmlns:a="http://schemas.openxmlformats.org/drawingml/2006/main">
            <a:pathLst>
              <a:path w="95250" h="10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29" name="line-25">
            <a:extLst xmlns:a="http://schemas.openxmlformats.org/drawingml/2006/main">
              <a:ext uri="{FF2B5EF4-FFF2-40B4-BE49-F238E27FC236}">
                <a16:creationId xmlns:a16="http://schemas.microsoft.com/office/drawing/2014/main" id="{B069E93A-FBF2-4168-862E-3DEA959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2125"/>
            <a:ext cx="10" cy="95250"/>
          </a:xfrm>
          <a:custGeom xmlns:a="http://schemas.openxmlformats.org/drawingml/2006/main">
            <a:pathLst>
              <a:path w="10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30" name="path-26">
            <a:extLst xmlns:a="http://schemas.openxmlformats.org/drawingml/2006/main">
              <a:ext uri="{FF2B5EF4-FFF2-40B4-BE49-F238E27FC236}">
                <a16:creationId xmlns:a16="http://schemas.microsoft.com/office/drawing/2014/main" id="{B6400E57-9163-4D17-A1F3-95102175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81150"/>
            <a:ext cx="247650" cy="333375"/>
          </a:xfrm>
          <a:custGeom xmlns:a="http://schemas.openxmlformats.org/drawingml/2006/main">
            <a:pathLst>
              <a:path w="247650" h="333375">
                <a:moveTo>
                  <a:pt x="0" y="0"/>
                </a:moveTo>
                <a:lnTo>
                  <a:pt x="171450" y="0"/>
                </a:lnTo>
                <a:lnTo>
                  <a:pt x="247650" y="76200"/>
                </a:lnTo>
                <a:lnTo>
                  <a:pt x="247650" y="333375"/>
                </a:lnTo>
                <a:lnTo>
                  <a:pt x="0" y="33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</a:ln>
        </p:spPr>
      </p:sp>
      <p:sp>
        <p:nvSpPr>
          <p:cNvPr id="31" name="path-27">
            <a:extLst xmlns:a="http://schemas.openxmlformats.org/drawingml/2006/main">
              <a:ext uri="{FF2B5EF4-FFF2-40B4-BE49-F238E27FC236}">
                <a16:creationId xmlns:a16="http://schemas.microsoft.com/office/drawing/2014/main" id="{EC13CA18-00F8-4484-9E1A-B807A93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811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32" name="line-28">
            <a:extLst xmlns:a="http://schemas.openxmlformats.org/drawingml/2006/main">
              <a:ext uri="{FF2B5EF4-FFF2-40B4-BE49-F238E27FC236}">
                <a16:creationId xmlns:a16="http://schemas.microsoft.com/office/drawing/2014/main" id="{693AE2A6-642D-40DF-8FF5-794692F5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95250" cy="10"/>
          </a:xfrm>
          <a:custGeom xmlns:a="http://schemas.openxmlformats.org/drawingml/2006/main">
            <a:pathLst>
              <a:path w="95250" h="10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33" name="line-29">
            <a:extLst xmlns:a="http://schemas.openxmlformats.org/drawingml/2006/main">
              <a:ext uri="{FF2B5EF4-FFF2-40B4-BE49-F238E27FC236}">
                <a16:creationId xmlns:a16="http://schemas.microsoft.com/office/drawing/2014/main" id="{CD2C0FAA-660D-458C-BEBB-B6B46C5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10" cy="95250"/>
          </a:xfrm>
          <a:custGeom xmlns:a="http://schemas.openxmlformats.org/drawingml/2006/main">
            <a:pathLst>
              <a:path w="10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</a:ln>
        </p:spPr>
      </p:sp>
      <p:sp>
        <p:nvSpPr>
          <p:cNvPr id="34" name="AI-090-30">
            <a:extLst xmlns:a="http://schemas.openxmlformats.org/drawingml/2006/main">
              <a:ext uri="{FF2B5EF4-FFF2-40B4-BE49-F238E27FC236}">
                <a16:creationId xmlns:a16="http://schemas.microsoft.com/office/drawing/2014/main" id="{660DF241-9BA9-4CB5-912F-56C94D6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295400"/>
            <a:ext cx="266700" cy="238125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</a:ln>
        </p:spPr>
      </p:sp>
      <p:sp>
        <p:nvSpPr>
          <p:cNvPr id="35" name="path-31">
            <a:extLst xmlns:a="http://schemas.openxmlformats.org/drawingml/2006/main">
              <a:ext uri="{FF2B5EF4-FFF2-40B4-BE49-F238E27FC236}">
                <a16:creationId xmlns:a16="http://schemas.microsoft.com/office/drawing/2014/main" id="{8966D67A-A401-4EDC-977A-068646C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33525"/>
            <a:ext cx="85725" cy="66675"/>
          </a:xfrm>
          <a:custGeom xmlns:a="http://schemas.openxmlformats.org/drawingml/2006/main">
            <a:pathLst>
              <a:path w="85725" h="66675">
                <a:moveTo>
                  <a:pt x="0" y="0"/>
                </a:moveTo>
                <a:lnTo>
                  <a:pt x="0" y="66675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</a:ln>
        </p:spPr>
      </p:sp>
      <p:sp>
        <p:nvSpPr>
          <p:cNvPr id="36" name="AI-090-32">
            <a:extLst xmlns:a="http://schemas.openxmlformats.org/drawingml/2006/main">
              <a:ext uri="{FF2B5EF4-FFF2-40B4-BE49-F238E27FC236}">
                <a16:creationId xmlns:a16="http://schemas.microsoft.com/office/drawing/2014/main" id="{FFDE3369-409F-4494-A828-CB63C1A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128587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7" name="AI-090-33">
            <a:extLst xmlns:a="http://schemas.openxmlformats.org/drawingml/2006/main">
              <a:ext uri="{FF2B5EF4-FFF2-40B4-BE49-F238E27FC236}">
                <a16:creationId xmlns:a16="http://schemas.microsoft.com/office/drawing/2014/main" id="{4E030149-5DCC-4D86-8A14-AFADF188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164782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8" name="AI-090-34">
            <a:extLst xmlns:a="http://schemas.openxmlformats.org/drawingml/2006/main">
              <a:ext uri="{FF2B5EF4-FFF2-40B4-BE49-F238E27FC236}">
                <a16:creationId xmlns:a16="http://schemas.microsoft.com/office/drawing/2014/main" id="{C6D073A9-3B61-4DDC-AB31-303E8B8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204787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Binary-labeled preferences</a:t>
            </a:r>
          </a:p>
        </p:txBody>
      </p:sp>
      <p:sp>
        <p:nvSpPr>
          <p:cNvPr id="39" name="line-35">
            <a:extLst xmlns:a="http://schemas.openxmlformats.org/drawingml/2006/main">
              <a:ext uri="{FF2B5EF4-FFF2-40B4-BE49-F238E27FC236}">
                <a16:creationId xmlns:a16="http://schemas.microsoft.com/office/drawing/2014/main" id="{301E7644-D51B-4128-A399-1C2D10A7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90675"/>
            <a:ext cx="790575" cy="10"/>
          </a:xfrm>
          <a:custGeom xmlns:a="http://schemas.openxmlformats.org/drawingml/2006/main">
            <a:pathLst>
              <a:path w="790575" h="10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95F9C"/>
            </a:solidFill>
          </a:ln>
        </p:spPr>
      </p:sp>
      <p:sp>
        <p:nvSpPr>
          <p:cNvPr id="40" name="path-36">
            <a:extLst xmlns:a="http://schemas.openxmlformats.org/drawingml/2006/main">
              <a:ext uri="{FF2B5EF4-FFF2-40B4-BE49-F238E27FC236}">
                <a16:creationId xmlns:a16="http://schemas.microsoft.com/office/drawing/2014/main" id="{EA9BBFAC-9A99-47A8-A220-1B23C59A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196" y="15509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5F9C"/>
          </a:solidFill>
          <a:ln xmlns:a="http://schemas.openxmlformats.org/drawingml/2006/main" w="20955">
            <a:solidFill>
              <a:srgbClr val="395F9C"/>
            </a:solidFill>
          </a:ln>
        </p:spPr>
      </p:sp>
      <p:sp>
        <p:nvSpPr>
          <p:cNvPr id="41" name="AI-090-37">
            <a:extLst xmlns:a="http://schemas.openxmlformats.org/drawingml/2006/main">
              <a:ext uri="{FF2B5EF4-FFF2-40B4-BE49-F238E27FC236}">
                <a16:creationId xmlns:a16="http://schemas.microsoft.com/office/drawing/2014/main" id="{1E5F77B8-AC78-48EB-8C7A-B38F0A9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295400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Mixture BT</a:t>
            </a:r>
          </a:p>
        </p:txBody>
      </p:sp>
      <p:sp>
        <p:nvSpPr>
          <p:cNvPr id="42" name="AI-090-38">
            <a:extLst xmlns:a="http://schemas.openxmlformats.org/drawingml/2006/main">
              <a:ext uri="{FF2B5EF4-FFF2-40B4-BE49-F238E27FC236}">
                <a16:creationId xmlns:a16="http://schemas.microsoft.com/office/drawing/2014/main" id="{72BF03C7-A99A-4D6E-A421-23EC343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47775"/>
            <a:ext cx="1543050" cy="762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43" name="AI-090-39">
            <a:extLst xmlns:a="http://schemas.openxmlformats.org/drawingml/2006/main">
              <a:ext uri="{FF2B5EF4-FFF2-40B4-BE49-F238E27FC236}">
                <a16:creationId xmlns:a16="http://schemas.microsoft.com/office/drawing/2014/main" id="{C2BF549A-1458-4D0E-BA0D-5FA6A02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362075"/>
            <a:ext cx="1390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Multi-head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Reward Model</a:t>
            </a:r>
          </a:p>
        </p:txBody>
      </p:sp>
      <p:sp>
        <p:nvSpPr>
          <p:cNvPr id="44" name="AI-090-40">
            <a:extLst xmlns:a="http://schemas.openxmlformats.org/drawingml/2006/main">
              <a:ext uri="{FF2B5EF4-FFF2-40B4-BE49-F238E27FC236}">
                <a16:creationId xmlns:a16="http://schemas.microsoft.com/office/drawing/2014/main" id="{0885F7CB-C4F7-47AC-A211-88494B44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447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395F9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395F9C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5" name="AI-090-41">
            <a:extLst xmlns:a="http://schemas.openxmlformats.org/drawingml/2006/main">
              <a:ext uri="{FF2B5EF4-FFF2-40B4-BE49-F238E27FC236}">
                <a16:creationId xmlns:a16="http://schemas.microsoft.com/office/drawing/2014/main" id="{B76C0E98-F1FF-4444-8BA1-B6609F38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1247775"/>
            <a:ext cx="1247775" cy="762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46" name="AI-090-42">
            <a:extLst xmlns:a="http://schemas.openxmlformats.org/drawingml/2006/main">
              <a:ext uri="{FF2B5EF4-FFF2-40B4-BE49-F238E27FC236}">
                <a16:creationId xmlns:a16="http://schemas.microsoft.com/office/drawing/2014/main" id="{B9827B9F-B75D-4FF0-9A68-E343631F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14287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47" name="line-43">
            <a:extLst xmlns:a="http://schemas.openxmlformats.org/drawingml/2006/main">
              <a:ext uri="{FF2B5EF4-FFF2-40B4-BE49-F238E27FC236}">
                <a16:creationId xmlns:a16="http://schemas.microsoft.com/office/drawing/2014/main" id="{FBA5CF90-B682-4DCD-B471-078A00F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71625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9525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8" name="line-44">
            <a:extLst xmlns:a="http://schemas.openxmlformats.org/drawingml/2006/main">
              <a:ext uri="{FF2B5EF4-FFF2-40B4-BE49-F238E27FC236}">
                <a16:creationId xmlns:a16="http://schemas.microsoft.com/office/drawing/2014/main" id="{79415116-F333-4DD0-8864-DE6BBBAF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666875"/>
            <a:ext cx="47625" cy="171450"/>
          </a:xfrm>
          <a:custGeom xmlns:a="http://schemas.openxmlformats.org/drawingml/2006/main">
            <a:pathLst>
              <a:path w="47625" h="171450">
                <a:moveTo>
                  <a:pt x="47625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9" name="line-45">
            <a:extLst xmlns:a="http://schemas.openxmlformats.org/drawingml/2006/main">
              <a:ext uri="{FF2B5EF4-FFF2-40B4-BE49-F238E27FC236}">
                <a16:creationId xmlns:a16="http://schemas.microsoft.com/office/drawing/2014/main" id="{4777C885-8D93-406F-B677-D38C51D5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66875"/>
            <a:ext cx="180975" cy="104775"/>
          </a:xfrm>
          <a:custGeom xmlns:a="http://schemas.openxmlformats.org/drawingml/2006/main">
            <a:pathLst>
              <a:path w="180975" h="104775">
                <a:moveTo>
                  <a:pt x="0" y="0"/>
                </a:moveTo>
                <a:lnTo>
                  <a:pt x="18097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0" name="line-46">
            <a:extLst xmlns:a="http://schemas.openxmlformats.org/drawingml/2006/main">
              <a:ext uri="{FF2B5EF4-FFF2-40B4-BE49-F238E27FC236}">
                <a16:creationId xmlns:a16="http://schemas.microsoft.com/office/drawing/2014/main" id="{51BB8150-5BE6-4906-85B4-9653E91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571625"/>
            <a:ext cx="171450" cy="114300"/>
          </a:xfrm>
          <a:custGeom xmlns:a="http://schemas.openxmlformats.org/drawingml/2006/main">
            <a:pathLst>
              <a:path w="171450" h="114300">
                <a:moveTo>
                  <a:pt x="0" y="0"/>
                </a:moveTo>
                <a:lnTo>
                  <a:pt x="1714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1" name="line-47">
            <a:extLst xmlns:a="http://schemas.openxmlformats.org/drawingml/2006/main">
              <a:ext uri="{FF2B5EF4-FFF2-40B4-BE49-F238E27FC236}">
                <a16:creationId xmlns:a16="http://schemas.microsoft.com/office/drawing/2014/main" id="{935B53A4-79E0-4A81-8F7E-EB9E003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57162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9525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2" name="line-48">
            <a:extLst xmlns:a="http://schemas.openxmlformats.org/drawingml/2006/main">
              <a:ext uri="{FF2B5EF4-FFF2-40B4-BE49-F238E27FC236}">
                <a16:creationId xmlns:a16="http://schemas.microsoft.com/office/drawing/2014/main" id="{D8070797-C62E-41F8-9286-1DF3E5C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685925"/>
            <a:ext cx="161925" cy="85725"/>
          </a:xfrm>
          <a:custGeom xmlns:a="http://schemas.openxmlformats.org/drawingml/2006/main">
            <a:pathLst>
              <a:path w="161925" h="85725">
                <a:moveTo>
                  <a:pt x="161925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3" name="line-49">
            <a:extLst xmlns:a="http://schemas.openxmlformats.org/drawingml/2006/main">
              <a:ext uri="{FF2B5EF4-FFF2-40B4-BE49-F238E27FC236}">
                <a16:creationId xmlns:a16="http://schemas.microsoft.com/office/drawing/2014/main" id="{EB28BA99-D668-4D80-9A99-3E30F6BA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685925"/>
            <a:ext cx="57150" cy="190500"/>
          </a:xfrm>
          <a:custGeom xmlns:a="http://schemas.openxmlformats.org/drawingml/2006/main">
            <a:pathLst>
              <a:path w="57150" h="190500">
                <a:moveTo>
                  <a:pt x="0" y="0"/>
                </a:moveTo>
                <a:lnTo>
                  <a:pt x="5715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4" name="line-50">
            <a:extLst xmlns:a="http://schemas.openxmlformats.org/drawingml/2006/main">
              <a:ext uri="{FF2B5EF4-FFF2-40B4-BE49-F238E27FC236}">
                <a16:creationId xmlns:a16="http://schemas.microsoft.com/office/drawing/2014/main" id="{9E86498B-E0BB-4AD1-9F3A-A27EC15A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771650"/>
            <a:ext cx="228600" cy="66675"/>
          </a:xfrm>
          <a:custGeom xmlns:a="http://schemas.openxmlformats.org/drawingml/2006/main">
            <a:pathLst>
              <a:path w="228600" h="66675">
                <a:moveTo>
                  <a:pt x="0" y="66675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5" name="line-51">
            <a:extLst xmlns:a="http://schemas.openxmlformats.org/drawingml/2006/main">
              <a:ext uri="{FF2B5EF4-FFF2-40B4-BE49-F238E27FC236}">
                <a16:creationId xmlns:a16="http://schemas.microsoft.com/office/drawing/2014/main" id="{A985FD0C-DC8D-4A1E-8966-6811AB1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838325"/>
            <a:ext cx="76200" cy="171450"/>
          </a:xfrm>
          <a:custGeom xmlns:a="http://schemas.openxmlformats.org/drawingml/2006/main">
            <a:pathLst>
              <a:path w="76200" h="171450">
                <a:moveTo>
                  <a:pt x="0" y="0"/>
                </a:moveTo>
                <a:lnTo>
                  <a:pt x="7620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6" name="line-52">
            <a:extLst xmlns:a="http://schemas.openxmlformats.org/drawingml/2006/main">
              <a:ext uri="{FF2B5EF4-FFF2-40B4-BE49-F238E27FC236}">
                <a16:creationId xmlns:a16="http://schemas.microsoft.com/office/drawing/2014/main" id="{62812FE9-8863-41D5-8734-11E74C16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771650"/>
            <a:ext cx="219075" cy="104775"/>
          </a:xfrm>
          <a:custGeom xmlns:a="http://schemas.openxmlformats.org/drawingml/2006/main">
            <a:pathLst>
              <a:path w="219075" h="104775">
                <a:moveTo>
                  <a:pt x="0" y="0"/>
                </a:moveTo>
                <a:lnTo>
                  <a:pt x="21907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7" name="line-53">
            <a:extLst xmlns:a="http://schemas.openxmlformats.org/drawingml/2006/main">
              <a:ext uri="{FF2B5EF4-FFF2-40B4-BE49-F238E27FC236}">
                <a16:creationId xmlns:a16="http://schemas.microsoft.com/office/drawing/2014/main" id="{F2CE711D-E649-4634-92E6-911F1420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771650"/>
            <a:ext cx="152400" cy="238125"/>
          </a:xfrm>
          <a:custGeom xmlns:a="http://schemas.openxmlformats.org/drawingml/2006/main">
            <a:pathLst>
              <a:path w="152400" h="238125">
                <a:moveTo>
                  <a:pt x="15240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8" name="line-54">
            <a:extLst xmlns:a="http://schemas.openxmlformats.org/drawingml/2006/main">
              <a:ext uri="{FF2B5EF4-FFF2-40B4-BE49-F238E27FC236}">
                <a16:creationId xmlns:a16="http://schemas.microsoft.com/office/drawing/2014/main" id="{0AFDD939-4A8C-4622-9999-97D64BA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771650"/>
            <a:ext cx="66675" cy="238125"/>
          </a:xfrm>
          <a:custGeom xmlns:a="http://schemas.openxmlformats.org/drawingml/2006/main">
            <a:pathLst>
              <a:path w="66675" h="238125">
                <a:moveTo>
                  <a:pt x="0" y="0"/>
                </a:moveTo>
                <a:lnTo>
                  <a:pt x="666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9" name="line-55">
            <a:extLst xmlns:a="http://schemas.openxmlformats.org/drawingml/2006/main">
              <a:ext uri="{FF2B5EF4-FFF2-40B4-BE49-F238E27FC236}">
                <a16:creationId xmlns:a16="http://schemas.microsoft.com/office/drawing/2014/main" id="{171DEC5B-939E-48FC-830B-08F581C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87642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0" name="line-56">
            <a:extLst xmlns:a="http://schemas.openxmlformats.org/drawingml/2006/main">
              <a:ext uri="{FF2B5EF4-FFF2-40B4-BE49-F238E27FC236}">
                <a16:creationId xmlns:a16="http://schemas.microsoft.com/office/drawing/2014/main" id="{68C2C3F0-F059-4589-85B1-1EA957C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009775"/>
            <a:ext cx="219075" cy="10"/>
          </a:xfrm>
          <a:custGeom xmlns:a="http://schemas.openxmlformats.org/drawingml/2006/main">
            <a:pathLst>
              <a:path w="219075" h="10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1" name="line-57">
            <a:extLst xmlns:a="http://schemas.openxmlformats.org/drawingml/2006/main">
              <a:ext uri="{FF2B5EF4-FFF2-40B4-BE49-F238E27FC236}">
                <a16:creationId xmlns:a16="http://schemas.microsoft.com/office/drawing/2014/main" id="{A80F08F6-3A3C-44FD-BEDE-339A4CE4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66875"/>
            <a:ext cx="400050" cy="209550"/>
          </a:xfrm>
          <a:custGeom xmlns:a="http://schemas.openxmlformats.org/drawingml/2006/main">
            <a:pathLst>
              <a:path w="400050" h="209550">
                <a:moveTo>
                  <a:pt x="0" y="0"/>
                </a:moveTo>
                <a:lnTo>
                  <a:pt x="4000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2" name="line-58">
            <a:extLst xmlns:a="http://schemas.openxmlformats.org/drawingml/2006/main">
              <a:ext uri="{FF2B5EF4-FFF2-40B4-BE49-F238E27FC236}">
                <a16:creationId xmlns:a16="http://schemas.microsoft.com/office/drawing/2014/main" id="{84C0E75A-0EC5-4862-9555-5C05CEB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685925"/>
            <a:ext cx="314325" cy="323850"/>
          </a:xfrm>
          <a:custGeom xmlns:a="http://schemas.openxmlformats.org/drawingml/2006/main">
            <a:pathLst>
              <a:path w="314325" h="323850">
                <a:moveTo>
                  <a:pt x="314325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3" name="AI-090-59">
            <a:extLst xmlns:a="http://schemas.openxmlformats.org/drawingml/2006/main">
              <a:ext uri="{FF2B5EF4-FFF2-40B4-BE49-F238E27FC236}">
                <a16:creationId xmlns:a16="http://schemas.microsoft.com/office/drawing/2014/main" id="{1BD17520-DCBA-47D1-A14B-699180A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162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4" name="AI-090-60">
            <a:extLst xmlns:a="http://schemas.openxmlformats.org/drawingml/2006/main">
              <a:ext uri="{FF2B5EF4-FFF2-40B4-BE49-F238E27FC236}">
                <a16:creationId xmlns:a16="http://schemas.microsoft.com/office/drawing/2014/main" id="{B3B6AE8E-671D-40E8-AD3C-DB4C3F3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0" y="153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5" name="AI-090-61">
            <a:extLst xmlns:a="http://schemas.openxmlformats.org/drawingml/2006/main">
              <a:ext uri="{FF2B5EF4-FFF2-40B4-BE49-F238E27FC236}">
                <a16:creationId xmlns:a16="http://schemas.microsoft.com/office/drawing/2014/main" id="{FBA5B2D7-73C5-4433-9A2A-1E4CC84F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164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6" name="AI-090-62">
            <a:extLst xmlns:a="http://schemas.openxmlformats.org/drawingml/2006/main">
              <a:ext uri="{FF2B5EF4-FFF2-40B4-BE49-F238E27FC236}">
                <a16:creationId xmlns:a16="http://schemas.microsoft.com/office/drawing/2014/main" id="{5922BF24-7BDF-4732-945B-6175D2B8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1800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7" name="AI-090-63">
            <a:extLst xmlns:a="http://schemas.openxmlformats.org/drawingml/2006/main">
              <a:ext uri="{FF2B5EF4-FFF2-40B4-BE49-F238E27FC236}">
                <a16:creationId xmlns:a16="http://schemas.microsoft.com/office/drawing/2014/main" id="{7D51DA12-ACA8-414A-AE1B-EC91D4B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7575" y="1733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8" name="AI-090-64">
            <a:extLst xmlns:a="http://schemas.openxmlformats.org/drawingml/2006/main">
              <a:ext uri="{FF2B5EF4-FFF2-40B4-BE49-F238E27FC236}">
                <a16:creationId xmlns:a16="http://schemas.microsoft.com/office/drawing/2014/main" id="{669FDB30-9DC3-4991-B8DE-4A2F8C2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665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69" name="AI-090-65">
            <a:extLst xmlns:a="http://schemas.openxmlformats.org/drawingml/2006/main">
              <a:ext uri="{FF2B5EF4-FFF2-40B4-BE49-F238E27FC236}">
                <a16:creationId xmlns:a16="http://schemas.microsoft.com/office/drawing/2014/main" id="{B6B4B481-02C3-443A-AF0D-32931AA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197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70" name="AI-090-66">
            <a:extLst xmlns:a="http://schemas.openxmlformats.org/drawingml/2006/main">
              <a:ext uri="{FF2B5EF4-FFF2-40B4-BE49-F238E27FC236}">
                <a16:creationId xmlns:a16="http://schemas.microsoft.com/office/drawing/2014/main" id="{5C02D86E-2937-4BB2-930D-B5310F3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197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71" name="path-67">
            <a:extLst xmlns:a="http://schemas.openxmlformats.org/drawingml/2006/main">
              <a:ext uri="{FF2B5EF4-FFF2-40B4-BE49-F238E27FC236}">
                <a16:creationId xmlns:a16="http://schemas.microsoft.com/office/drawing/2014/main" id="{FD85211E-6696-4625-A899-36E66932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09775"/>
            <a:ext cx="2095500" cy="581025"/>
          </a:xfrm>
          <a:custGeom xmlns:a="http://schemas.openxmlformats.org/drawingml/2006/main">
            <a:pathLst>
              <a:path w="2095500" h="581025">
                <a:moveTo>
                  <a:pt x="0" y="0"/>
                </a:moveTo>
                <a:lnTo>
                  <a:pt x="0" y="276225"/>
                </a:lnTo>
                <a:lnTo>
                  <a:pt x="2095500" y="276225"/>
                </a:lnTo>
                <a:lnTo>
                  <a:pt x="209550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95F9C"/>
            </a:solidFill>
          </a:ln>
        </p:spPr>
      </p:sp>
      <p:sp>
        <p:nvSpPr>
          <p:cNvPr id="72" name="path-68">
            <a:extLst xmlns:a="http://schemas.openxmlformats.org/drawingml/2006/main">
              <a:ext uri="{FF2B5EF4-FFF2-40B4-BE49-F238E27FC236}">
                <a16:creationId xmlns:a16="http://schemas.microsoft.com/office/drawing/2014/main" id="{F0864061-4D08-49E1-BADE-68B20E2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050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47625" y="8572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395F9C"/>
          </a:solidFill>
          <a:ln xmlns:a="http://schemas.openxmlformats.org/drawingml/2006/main" w="9525">
            <a:solidFill>
              <a:srgbClr val="395F9C"/>
            </a:solidFill>
          </a:ln>
        </p:spPr>
      </p:sp>
      <p:sp>
        <p:nvSpPr>
          <p:cNvPr id="73" name="AI-090-69">
            <a:extLst xmlns:a="http://schemas.openxmlformats.org/drawingml/2006/main">
              <a:ext uri="{FF2B5EF4-FFF2-40B4-BE49-F238E27FC236}">
                <a16:creationId xmlns:a16="http://schemas.microsoft.com/office/drawing/2014/main" id="{DE93F576-7537-4691-8E6C-1C79317F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2000250"/>
            <a:ext cx="942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74" name="AI-090-70">
            <a:extLst xmlns:a="http://schemas.openxmlformats.org/drawingml/2006/main">
              <a:ext uri="{FF2B5EF4-FFF2-40B4-BE49-F238E27FC236}">
                <a16:creationId xmlns:a16="http://schemas.microsoft.com/office/drawing/2014/main" id="{95C724B2-3A78-4BEA-B4DD-9A9DA4C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905125"/>
            <a:ext cx="2590800" cy="1114425"/>
          </a:xfrm>
          <a:prstGeom xmlns:a="http://schemas.openxmlformats.org/drawingml/2006/main" prst="roundRect">
            <a:avLst>
              <a:gd name="adj" fmla="val 17094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75" name="AI-090-71">
            <a:extLst xmlns:a="http://schemas.openxmlformats.org/drawingml/2006/main">
              <a:ext uri="{FF2B5EF4-FFF2-40B4-BE49-F238E27FC236}">
                <a16:creationId xmlns:a16="http://schemas.microsoft.com/office/drawing/2014/main" id="{2E96403E-EC69-412F-8469-FD1EDD87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9432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 Prompt:</a:t>
            </a:r>
          </a:p>
        </p:txBody>
      </p:sp>
      <p:sp>
        <p:nvSpPr>
          <p:cNvPr id="76" name="AI-090-72">
            <a:extLst xmlns:a="http://schemas.openxmlformats.org/drawingml/2006/main">
              <a:ext uri="{FF2B5EF4-FFF2-40B4-BE49-F238E27FC236}">
                <a16:creationId xmlns:a16="http://schemas.microsoft.com/office/drawing/2014/main" id="{BEA1F67F-3009-49C7-9C06-E545F9B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2670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Please write a rigorous</a:t>
            </a:r>
          </a:p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scientific report about</a:t>
            </a:r>
          </a:p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ocean.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aa6407cd45ee"/>
          <a:stretch xmlns:a="http://schemas.openxmlformats.org/drawingml/2006/main"/>
        </p:blipFill>
        <p:spPr>
          <a:xfrm xmlns:a="http://schemas.openxmlformats.org/drawingml/2006/main">
            <a:off x="5023379" y="3390900"/>
            <a:ext cx="259292" cy="333375"/>
          </a:xfrm>
          <a:prstGeom xmlns:a="http://schemas.openxmlformats.org/drawingml/2006/main" prst="rect">
            <a:avLst/>
          </a:prstGeom>
        </p:spPr>
      </p:pic>
      <p:sp>
        <p:nvSpPr>
          <p:cNvPr id="78" name="line-73">
            <a:extLst xmlns:a="http://schemas.openxmlformats.org/drawingml/2006/main">
              <a:ext uri="{FF2B5EF4-FFF2-40B4-BE49-F238E27FC236}">
                <a16:creationId xmlns:a16="http://schemas.microsoft.com/office/drawing/2014/main" id="{7FE6EA79-2DB1-45C7-8A82-25B54567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95675"/>
            <a:ext cx="771525" cy="10"/>
          </a:xfrm>
          <a:custGeom xmlns:a="http://schemas.openxmlformats.org/drawingml/2006/main">
            <a:pathLst>
              <a:path w="771525" h="10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98B3C"/>
            </a:solidFill>
          </a:ln>
        </p:spPr>
      </p:sp>
      <p:sp>
        <p:nvSpPr>
          <p:cNvPr id="79" name="path-74">
            <a:extLst xmlns:a="http://schemas.openxmlformats.org/drawingml/2006/main">
              <a:ext uri="{FF2B5EF4-FFF2-40B4-BE49-F238E27FC236}">
                <a16:creationId xmlns:a16="http://schemas.microsoft.com/office/drawing/2014/main" id="{F5595DBC-6FF7-4326-A0EF-9C382E37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796" y="34559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8B3C"/>
          </a:solidFill>
          <a:ln xmlns:a="http://schemas.openxmlformats.org/drawingml/2006/main" w="20955">
            <a:solidFill>
              <a:srgbClr val="598B3C"/>
            </a:solidFill>
          </a:ln>
        </p:spPr>
      </p:sp>
      <p:sp>
        <p:nvSpPr>
          <p:cNvPr id="80" name="AI-090-75">
            <a:extLst xmlns:a="http://schemas.openxmlformats.org/drawingml/2006/main">
              <a:ext uri="{FF2B5EF4-FFF2-40B4-BE49-F238E27FC236}">
                <a16:creationId xmlns:a16="http://schemas.microsoft.com/office/drawing/2014/main" id="{C3301562-0EE9-4D79-8337-451BA30D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17182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Fine-tune</a:t>
            </a:r>
          </a:p>
        </p:txBody>
      </p:sp>
      <p:sp>
        <p:nvSpPr>
          <p:cNvPr id="81" name="line-76">
            <a:extLst xmlns:a="http://schemas.openxmlformats.org/drawingml/2006/main">
              <a:ext uri="{FF2B5EF4-FFF2-40B4-BE49-F238E27FC236}">
                <a16:creationId xmlns:a16="http://schemas.microsoft.com/office/drawing/2014/main" id="{139FBE47-C3B9-4CA5-9D00-6A8E6CF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9525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2" name="line-77">
            <a:extLst xmlns:a="http://schemas.openxmlformats.org/drawingml/2006/main">
              <a:ext uri="{FF2B5EF4-FFF2-40B4-BE49-F238E27FC236}">
                <a16:creationId xmlns:a16="http://schemas.microsoft.com/office/drawing/2014/main" id="{9D433AFB-521F-424C-8AC6-2A0C5A6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33750"/>
            <a:ext cx="47625" cy="171450"/>
          </a:xfrm>
          <a:custGeom xmlns:a="http://schemas.openxmlformats.org/drawingml/2006/main">
            <a:pathLst>
              <a:path w="47625" h="171450">
                <a:moveTo>
                  <a:pt x="47625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3" name="line-78">
            <a:extLst xmlns:a="http://schemas.openxmlformats.org/drawingml/2006/main">
              <a:ext uri="{FF2B5EF4-FFF2-40B4-BE49-F238E27FC236}">
                <a16:creationId xmlns:a16="http://schemas.microsoft.com/office/drawing/2014/main" id="{8F94783A-ADF3-4EE4-97BE-C6144C57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180975" cy="104775"/>
          </a:xfrm>
          <a:custGeom xmlns:a="http://schemas.openxmlformats.org/drawingml/2006/main">
            <a:pathLst>
              <a:path w="180975" h="104775">
                <a:moveTo>
                  <a:pt x="0" y="0"/>
                </a:moveTo>
                <a:lnTo>
                  <a:pt x="18097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4" name="line-79">
            <a:extLst xmlns:a="http://schemas.openxmlformats.org/drawingml/2006/main">
              <a:ext uri="{FF2B5EF4-FFF2-40B4-BE49-F238E27FC236}">
                <a16:creationId xmlns:a16="http://schemas.microsoft.com/office/drawing/2014/main" id="{2D88382B-C5FB-4691-9C3F-367017A6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171450" cy="114300"/>
          </a:xfrm>
          <a:custGeom xmlns:a="http://schemas.openxmlformats.org/drawingml/2006/main">
            <a:pathLst>
              <a:path w="171450" h="114300">
                <a:moveTo>
                  <a:pt x="0" y="0"/>
                </a:moveTo>
                <a:lnTo>
                  <a:pt x="1714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5" name="line-80">
            <a:extLst xmlns:a="http://schemas.openxmlformats.org/drawingml/2006/main">
              <a:ext uri="{FF2B5EF4-FFF2-40B4-BE49-F238E27FC236}">
                <a16:creationId xmlns:a16="http://schemas.microsoft.com/office/drawing/2014/main" id="{CA72D97A-3B15-41D5-9601-BEC0213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9525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6" name="line-81">
            <a:extLst xmlns:a="http://schemas.openxmlformats.org/drawingml/2006/main">
              <a:ext uri="{FF2B5EF4-FFF2-40B4-BE49-F238E27FC236}">
                <a16:creationId xmlns:a16="http://schemas.microsoft.com/office/drawing/2014/main" id="{26CBD148-EA52-4CE2-951E-387A0B3F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52800"/>
            <a:ext cx="161925" cy="85725"/>
          </a:xfrm>
          <a:custGeom xmlns:a="http://schemas.openxmlformats.org/drawingml/2006/main">
            <a:pathLst>
              <a:path w="161925" h="85725">
                <a:moveTo>
                  <a:pt x="161925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7" name="line-82">
            <a:extLst xmlns:a="http://schemas.openxmlformats.org/drawingml/2006/main">
              <a:ext uri="{FF2B5EF4-FFF2-40B4-BE49-F238E27FC236}">
                <a16:creationId xmlns:a16="http://schemas.microsoft.com/office/drawing/2014/main" id="{C15C2BE3-C275-4D52-ABEC-5AF57751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57150" cy="190500"/>
          </a:xfrm>
          <a:custGeom xmlns:a="http://schemas.openxmlformats.org/drawingml/2006/main">
            <a:pathLst>
              <a:path w="57150" h="190500">
                <a:moveTo>
                  <a:pt x="0" y="0"/>
                </a:moveTo>
                <a:lnTo>
                  <a:pt x="5715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8" name="line-83">
            <a:extLst xmlns:a="http://schemas.openxmlformats.org/drawingml/2006/main">
              <a:ext uri="{FF2B5EF4-FFF2-40B4-BE49-F238E27FC236}">
                <a16:creationId xmlns:a16="http://schemas.microsoft.com/office/drawing/2014/main" id="{C30978EB-F893-40B2-A2DA-80E3EDA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38525"/>
            <a:ext cx="228600" cy="66675"/>
          </a:xfrm>
          <a:custGeom xmlns:a="http://schemas.openxmlformats.org/drawingml/2006/main">
            <a:pathLst>
              <a:path w="228600" h="66675">
                <a:moveTo>
                  <a:pt x="0" y="66675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89" name="line-84">
            <a:extLst xmlns:a="http://schemas.openxmlformats.org/drawingml/2006/main">
              <a:ext uri="{FF2B5EF4-FFF2-40B4-BE49-F238E27FC236}">
                <a16:creationId xmlns:a16="http://schemas.microsoft.com/office/drawing/2014/main" id="{E34A70D6-4FD2-4C45-A407-09A3C2C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05200"/>
            <a:ext cx="76200" cy="171450"/>
          </a:xfrm>
          <a:custGeom xmlns:a="http://schemas.openxmlformats.org/drawingml/2006/main">
            <a:pathLst>
              <a:path w="76200" h="171450">
                <a:moveTo>
                  <a:pt x="0" y="0"/>
                </a:moveTo>
                <a:lnTo>
                  <a:pt x="7620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0" name="line-85">
            <a:extLst xmlns:a="http://schemas.openxmlformats.org/drawingml/2006/main">
              <a:ext uri="{FF2B5EF4-FFF2-40B4-BE49-F238E27FC236}">
                <a16:creationId xmlns:a16="http://schemas.microsoft.com/office/drawing/2014/main" id="{231F7394-58D1-4C1B-A2F3-7C6985DD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219075" cy="104775"/>
          </a:xfrm>
          <a:custGeom xmlns:a="http://schemas.openxmlformats.org/drawingml/2006/main">
            <a:pathLst>
              <a:path w="219075" h="104775">
                <a:moveTo>
                  <a:pt x="0" y="0"/>
                </a:moveTo>
                <a:lnTo>
                  <a:pt x="21907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1" name="line-86">
            <a:extLst xmlns:a="http://schemas.openxmlformats.org/drawingml/2006/main">
              <a:ext uri="{FF2B5EF4-FFF2-40B4-BE49-F238E27FC236}">
                <a16:creationId xmlns:a16="http://schemas.microsoft.com/office/drawing/2014/main" id="{E27E84B4-28E7-4628-AB55-D7E4263D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38525"/>
            <a:ext cx="152400" cy="238125"/>
          </a:xfrm>
          <a:custGeom xmlns:a="http://schemas.openxmlformats.org/drawingml/2006/main">
            <a:pathLst>
              <a:path w="152400" h="238125">
                <a:moveTo>
                  <a:pt x="15240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2" name="line-87">
            <a:extLst xmlns:a="http://schemas.openxmlformats.org/drawingml/2006/main">
              <a:ext uri="{FF2B5EF4-FFF2-40B4-BE49-F238E27FC236}">
                <a16:creationId xmlns:a16="http://schemas.microsoft.com/office/drawing/2014/main" id="{5B42B0D0-9882-43B5-BB08-01E507E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66675" cy="238125"/>
          </a:xfrm>
          <a:custGeom xmlns:a="http://schemas.openxmlformats.org/drawingml/2006/main">
            <a:pathLst>
              <a:path w="66675" h="238125">
                <a:moveTo>
                  <a:pt x="0" y="0"/>
                </a:moveTo>
                <a:lnTo>
                  <a:pt x="666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3" name="line-88">
            <a:extLst xmlns:a="http://schemas.openxmlformats.org/drawingml/2006/main">
              <a:ext uri="{FF2B5EF4-FFF2-40B4-BE49-F238E27FC236}">
                <a16:creationId xmlns:a16="http://schemas.microsoft.com/office/drawing/2014/main" id="{978BDBD6-01EA-498A-87F9-C467AE3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4" name="line-89">
            <a:extLst xmlns:a="http://schemas.openxmlformats.org/drawingml/2006/main">
              <a:ext uri="{FF2B5EF4-FFF2-40B4-BE49-F238E27FC236}">
                <a16:creationId xmlns:a16="http://schemas.microsoft.com/office/drawing/2014/main" id="{924EE12B-CCE9-4976-9187-FC463AF4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76650"/>
            <a:ext cx="219075" cy="10"/>
          </a:xfrm>
          <a:custGeom xmlns:a="http://schemas.openxmlformats.org/drawingml/2006/main">
            <a:pathLst>
              <a:path w="219075" h="10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5" name="line-90">
            <a:extLst xmlns:a="http://schemas.openxmlformats.org/drawingml/2006/main">
              <a:ext uri="{FF2B5EF4-FFF2-40B4-BE49-F238E27FC236}">
                <a16:creationId xmlns:a16="http://schemas.microsoft.com/office/drawing/2014/main" id="{AB8BE701-571F-48DE-B32C-4B5603E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400050" cy="209550"/>
          </a:xfrm>
          <a:custGeom xmlns:a="http://schemas.openxmlformats.org/drawingml/2006/main">
            <a:pathLst>
              <a:path w="400050" h="209550">
                <a:moveTo>
                  <a:pt x="0" y="0"/>
                </a:moveTo>
                <a:lnTo>
                  <a:pt x="4000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6" name="line-91">
            <a:extLst xmlns:a="http://schemas.openxmlformats.org/drawingml/2006/main">
              <a:ext uri="{FF2B5EF4-FFF2-40B4-BE49-F238E27FC236}">
                <a16:creationId xmlns:a16="http://schemas.microsoft.com/office/drawing/2014/main" id="{D635EC62-7835-4BFC-835C-43C2AA4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2800"/>
            <a:ext cx="314325" cy="323850"/>
          </a:xfrm>
          <a:custGeom xmlns:a="http://schemas.openxmlformats.org/drawingml/2006/main">
            <a:pathLst>
              <a:path w="314325" h="323850">
                <a:moveTo>
                  <a:pt x="314325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7" name="AI-090-92">
            <a:extLst xmlns:a="http://schemas.openxmlformats.org/drawingml/2006/main">
              <a:ext uri="{FF2B5EF4-FFF2-40B4-BE49-F238E27FC236}">
                <a16:creationId xmlns:a16="http://schemas.microsoft.com/office/drawing/2014/main" id="{D68AEE20-CA13-4AC1-B463-D734A7B9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98" name="AI-090-93">
            <a:extLst xmlns:a="http://schemas.openxmlformats.org/drawingml/2006/main">
              <a:ext uri="{FF2B5EF4-FFF2-40B4-BE49-F238E27FC236}">
                <a16:creationId xmlns:a16="http://schemas.microsoft.com/office/drawing/2014/main" id="{7EBE481B-3F50-4F0E-ADD9-C6360CD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99" name="AI-090-94">
            <a:extLst xmlns:a="http://schemas.openxmlformats.org/drawingml/2006/main">
              <a:ext uri="{FF2B5EF4-FFF2-40B4-BE49-F238E27FC236}">
                <a16:creationId xmlns:a16="http://schemas.microsoft.com/office/drawing/2014/main" id="{BE1DB1CF-63C3-4E2A-8B52-6A56B606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0" name="AI-090-95">
            <a:extLst xmlns:a="http://schemas.openxmlformats.org/drawingml/2006/main">
              <a:ext uri="{FF2B5EF4-FFF2-40B4-BE49-F238E27FC236}">
                <a16:creationId xmlns:a16="http://schemas.microsoft.com/office/drawing/2014/main" id="{D6FEF81E-3308-493C-B782-3BF377D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1" name="AI-090-96">
            <a:extLst xmlns:a="http://schemas.openxmlformats.org/drawingml/2006/main">
              <a:ext uri="{FF2B5EF4-FFF2-40B4-BE49-F238E27FC236}">
                <a16:creationId xmlns:a16="http://schemas.microsoft.com/office/drawing/2014/main" id="{5BAD96FB-78C8-49E1-94DB-8121593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2" name="AI-090-97">
            <a:extLst xmlns:a="http://schemas.openxmlformats.org/drawingml/2006/main">
              <a:ext uri="{FF2B5EF4-FFF2-40B4-BE49-F238E27FC236}">
                <a16:creationId xmlns:a16="http://schemas.microsoft.com/office/drawing/2014/main" id="{89BBCFD0-6D2F-4D34-B0CE-089F1521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3" name="AI-090-98">
            <a:extLst xmlns:a="http://schemas.openxmlformats.org/drawingml/2006/main">
              <a:ext uri="{FF2B5EF4-FFF2-40B4-BE49-F238E27FC236}">
                <a16:creationId xmlns:a16="http://schemas.microsoft.com/office/drawing/2014/main" id="{4E1E2EB2-7469-4C9A-9405-5A034DF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3925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4" name="AI-090-99">
            <a:extLst xmlns:a="http://schemas.openxmlformats.org/drawingml/2006/main">
              <a:ext uri="{FF2B5EF4-FFF2-40B4-BE49-F238E27FC236}">
                <a16:creationId xmlns:a16="http://schemas.microsoft.com/office/drawing/2014/main" id="{C6ED752A-F8EC-4428-A180-427B189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05" name="path-100">
            <a:extLst xmlns:a="http://schemas.openxmlformats.org/drawingml/2006/main">
              <a:ext uri="{FF2B5EF4-FFF2-40B4-BE49-F238E27FC236}">
                <a16:creationId xmlns:a16="http://schemas.microsoft.com/office/drawing/2014/main" id="{CA8FBBFB-A4C9-47FC-8227-660DBE38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81300"/>
            <a:ext cx="342900" cy="1485900"/>
          </a:xfrm>
          <a:custGeom xmlns:a="http://schemas.openxmlformats.org/drawingml/2006/main">
            <a:pathLst>
              <a:path w="342900" h="1485900">
                <a:moveTo>
                  <a:pt x="342900" y="0"/>
                </a:moveTo>
                <a:lnTo>
                  <a:pt x="337625" y="1169"/>
                </a:lnTo>
                <a:lnTo>
                  <a:pt x="330729" y="2337"/>
                </a:lnTo>
                <a:lnTo>
                  <a:pt x="322511" y="3572"/>
                </a:lnTo>
                <a:lnTo>
                  <a:pt x="313267" y="4939"/>
                </a:lnTo>
                <a:lnTo>
                  <a:pt x="303295" y="6504"/>
                </a:lnTo>
                <a:lnTo>
                  <a:pt x="292894" y="8334"/>
                </a:lnTo>
                <a:lnTo>
                  <a:pt x="282360" y="10495"/>
                </a:lnTo>
                <a:lnTo>
                  <a:pt x="271992" y="13053"/>
                </a:lnTo>
                <a:lnTo>
                  <a:pt x="262086" y="16073"/>
                </a:lnTo>
                <a:lnTo>
                  <a:pt x="252942" y="19623"/>
                </a:lnTo>
                <a:lnTo>
                  <a:pt x="244855" y="23768"/>
                </a:lnTo>
                <a:lnTo>
                  <a:pt x="238125" y="28575"/>
                </a:lnTo>
                <a:lnTo>
                  <a:pt x="232616" y="32965"/>
                </a:lnTo>
                <a:lnTo>
                  <a:pt x="227916" y="36182"/>
                </a:lnTo>
                <a:lnTo>
                  <a:pt x="223912" y="38770"/>
                </a:lnTo>
                <a:lnTo>
                  <a:pt x="220486" y="41275"/>
                </a:lnTo>
                <a:lnTo>
                  <a:pt x="217523" y="44243"/>
                </a:lnTo>
                <a:lnTo>
                  <a:pt x="214908" y="48220"/>
                </a:lnTo>
                <a:lnTo>
                  <a:pt x="212524" y="53752"/>
                </a:lnTo>
                <a:lnTo>
                  <a:pt x="210256" y="61383"/>
                </a:lnTo>
                <a:lnTo>
                  <a:pt x="207987" y="71661"/>
                </a:lnTo>
                <a:lnTo>
                  <a:pt x="205603" y="85130"/>
                </a:lnTo>
                <a:lnTo>
                  <a:pt x="202988" y="102336"/>
                </a:lnTo>
                <a:lnTo>
                  <a:pt x="200025" y="123825"/>
                </a:lnTo>
                <a:lnTo>
                  <a:pt x="196971" y="151355"/>
                </a:lnTo>
                <a:lnTo>
                  <a:pt x="194116" y="185451"/>
                </a:lnTo>
                <a:lnTo>
                  <a:pt x="191393" y="224805"/>
                </a:lnTo>
                <a:lnTo>
                  <a:pt x="188736" y="268111"/>
                </a:lnTo>
                <a:lnTo>
                  <a:pt x="186079" y="314063"/>
                </a:lnTo>
                <a:lnTo>
                  <a:pt x="183356" y="361355"/>
                </a:lnTo>
                <a:lnTo>
                  <a:pt x="180501" y="408679"/>
                </a:lnTo>
                <a:lnTo>
                  <a:pt x="177447" y="454731"/>
                </a:lnTo>
                <a:lnTo>
                  <a:pt x="174129" y="498202"/>
                </a:lnTo>
                <a:lnTo>
                  <a:pt x="170480" y="537788"/>
                </a:lnTo>
                <a:lnTo>
                  <a:pt x="166434" y="572181"/>
                </a:lnTo>
                <a:lnTo>
                  <a:pt x="161925" y="600075"/>
                </a:lnTo>
                <a:lnTo>
                  <a:pt x="156939" y="622024"/>
                </a:lnTo>
                <a:lnTo>
                  <a:pt x="151540" y="639807"/>
                </a:lnTo>
                <a:lnTo>
                  <a:pt x="145777" y="653951"/>
                </a:lnTo>
                <a:lnTo>
                  <a:pt x="139700" y="664986"/>
                </a:lnTo>
                <a:lnTo>
                  <a:pt x="133358" y="673442"/>
                </a:lnTo>
                <a:lnTo>
                  <a:pt x="126802" y="679847"/>
                </a:lnTo>
                <a:lnTo>
                  <a:pt x="120079" y="684731"/>
                </a:lnTo>
                <a:lnTo>
                  <a:pt x="113242" y="688622"/>
                </a:lnTo>
                <a:lnTo>
                  <a:pt x="106338" y="692051"/>
                </a:lnTo>
                <a:lnTo>
                  <a:pt x="99417" y="695545"/>
                </a:lnTo>
                <a:lnTo>
                  <a:pt x="92530" y="699636"/>
                </a:lnTo>
                <a:lnTo>
                  <a:pt x="85725" y="704850"/>
                </a:lnTo>
                <a:lnTo>
                  <a:pt x="78369" y="710359"/>
                </a:lnTo>
                <a:lnTo>
                  <a:pt x="70004" y="715059"/>
                </a:lnTo>
                <a:lnTo>
                  <a:pt x="60945" y="719063"/>
                </a:lnTo>
                <a:lnTo>
                  <a:pt x="51506" y="722489"/>
                </a:lnTo>
                <a:lnTo>
                  <a:pt x="42000" y="725452"/>
                </a:lnTo>
                <a:lnTo>
                  <a:pt x="32742" y="728067"/>
                </a:lnTo>
                <a:lnTo>
                  <a:pt x="24047" y="730451"/>
                </a:lnTo>
                <a:lnTo>
                  <a:pt x="16228" y="732719"/>
                </a:lnTo>
                <a:lnTo>
                  <a:pt x="9599" y="734988"/>
                </a:lnTo>
                <a:lnTo>
                  <a:pt x="4476" y="737372"/>
                </a:lnTo>
                <a:lnTo>
                  <a:pt x="1171" y="739987"/>
                </a:lnTo>
                <a:lnTo>
                  <a:pt x="0" y="742950"/>
                </a:lnTo>
                <a:lnTo>
                  <a:pt x="1171" y="745913"/>
                </a:lnTo>
                <a:lnTo>
                  <a:pt x="4476" y="748528"/>
                </a:lnTo>
                <a:lnTo>
                  <a:pt x="9599" y="750912"/>
                </a:lnTo>
                <a:lnTo>
                  <a:pt x="16228" y="753181"/>
                </a:lnTo>
                <a:lnTo>
                  <a:pt x="24047" y="755449"/>
                </a:lnTo>
                <a:lnTo>
                  <a:pt x="32742" y="757833"/>
                </a:lnTo>
                <a:lnTo>
                  <a:pt x="42000" y="760448"/>
                </a:lnTo>
                <a:lnTo>
                  <a:pt x="51506" y="763411"/>
                </a:lnTo>
                <a:lnTo>
                  <a:pt x="60945" y="766837"/>
                </a:lnTo>
                <a:lnTo>
                  <a:pt x="70004" y="770841"/>
                </a:lnTo>
                <a:lnTo>
                  <a:pt x="78369" y="775541"/>
                </a:lnTo>
                <a:lnTo>
                  <a:pt x="85725" y="781050"/>
                </a:lnTo>
                <a:lnTo>
                  <a:pt x="92530" y="786264"/>
                </a:lnTo>
                <a:lnTo>
                  <a:pt x="99417" y="790355"/>
                </a:lnTo>
                <a:lnTo>
                  <a:pt x="106338" y="793849"/>
                </a:lnTo>
                <a:lnTo>
                  <a:pt x="113242" y="797278"/>
                </a:lnTo>
                <a:lnTo>
                  <a:pt x="120079" y="801169"/>
                </a:lnTo>
                <a:lnTo>
                  <a:pt x="126802" y="806053"/>
                </a:lnTo>
                <a:lnTo>
                  <a:pt x="133358" y="812458"/>
                </a:lnTo>
                <a:lnTo>
                  <a:pt x="139700" y="820914"/>
                </a:lnTo>
                <a:lnTo>
                  <a:pt x="145777" y="831949"/>
                </a:lnTo>
                <a:lnTo>
                  <a:pt x="151540" y="846093"/>
                </a:lnTo>
                <a:lnTo>
                  <a:pt x="156939" y="863876"/>
                </a:lnTo>
                <a:lnTo>
                  <a:pt x="161925" y="885825"/>
                </a:lnTo>
                <a:lnTo>
                  <a:pt x="166434" y="913719"/>
                </a:lnTo>
                <a:lnTo>
                  <a:pt x="170480" y="948112"/>
                </a:lnTo>
                <a:lnTo>
                  <a:pt x="174129" y="987698"/>
                </a:lnTo>
                <a:lnTo>
                  <a:pt x="177447" y="1031169"/>
                </a:lnTo>
                <a:lnTo>
                  <a:pt x="180501" y="1077221"/>
                </a:lnTo>
                <a:lnTo>
                  <a:pt x="183356" y="1124545"/>
                </a:lnTo>
                <a:lnTo>
                  <a:pt x="186079" y="1171837"/>
                </a:lnTo>
                <a:lnTo>
                  <a:pt x="188736" y="1217789"/>
                </a:lnTo>
                <a:lnTo>
                  <a:pt x="191393" y="1261095"/>
                </a:lnTo>
                <a:lnTo>
                  <a:pt x="194116" y="1300449"/>
                </a:lnTo>
                <a:lnTo>
                  <a:pt x="196971" y="1334545"/>
                </a:lnTo>
                <a:lnTo>
                  <a:pt x="200025" y="1362075"/>
                </a:lnTo>
                <a:lnTo>
                  <a:pt x="202988" y="1383564"/>
                </a:lnTo>
                <a:lnTo>
                  <a:pt x="205603" y="1400770"/>
                </a:lnTo>
                <a:lnTo>
                  <a:pt x="207987" y="1414239"/>
                </a:lnTo>
                <a:lnTo>
                  <a:pt x="210256" y="1424517"/>
                </a:lnTo>
                <a:lnTo>
                  <a:pt x="212524" y="1432148"/>
                </a:lnTo>
                <a:lnTo>
                  <a:pt x="214908" y="1437680"/>
                </a:lnTo>
                <a:lnTo>
                  <a:pt x="217523" y="1441657"/>
                </a:lnTo>
                <a:lnTo>
                  <a:pt x="220486" y="1444625"/>
                </a:lnTo>
                <a:lnTo>
                  <a:pt x="223912" y="1447130"/>
                </a:lnTo>
                <a:lnTo>
                  <a:pt x="227916" y="1449718"/>
                </a:lnTo>
                <a:lnTo>
                  <a:pt x="232616" y="1452935"/>
                </a:lnTo>
                <a:lnTo>
                  <a:pt x="238125" y="1457325"/>
                </a:lnTo>
                <a:lnTo>
                  <a:pt x="244855" y="1462132"/>
                </a:lnTo>
                <a:lnTo>
                  <a:pt x="252942" y="1466277"/>
                </a:lnTo>
                <a:lnTo>
                  <a:pt x="262086" y="1469827"/>
                </a:lnTo>
                <a:lnTo>
                  <a:pt x="271992" y="1472847"/>
                </a:lnTo>
                <a:lnTo>
                  <a:pt x="282360" y="1475405"/>
                </a:lnTo>
                <a:lnTo>
                  <a:pt x="292894" y="1477566"/>
                </a:lnTo>
                <a:lnTo>
                  <a:pt x="303295" y="1479396"/>
                </a:lnTo>
                <a:lnTo>
                  <a:pt x="313267" y="1480961"/>
                </a:lnTo>
                <a:lnTo>
                  <a:pt x="322511" y="1482328"/>
                </a:lnTo>
                <a:lnTo>
                  <a:pt x="330729" y="1483563"/>
                </a:lnTo>
                <a:lnTo>
                  <a:pt x="337625" y="1484731"/>
                </a:lnTo>
                <a:lnTo>
                  <a:pt x="342900" y="1485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98B3C"/>
            </a:solidFill>
          </a:ln>
        </p:spPr>
      </p:sp>
      <p:sp>
        <p:nvSpPr>
          <p:cNvPr id="106" name="path-101">
            <a:extLst xmlns:a="http://schemas.openxmlformats.org/drawingml/2006/main">
              <a:ext uri="{FF2B5EF4-FFF2-40B4-BE49-F238E27FC236}">
                <a16:creationId xmlns:a16="http://schemas.microsoft.com/office/drawing/2014/main" id="{410A386D-968F-47CD-9682-9048990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81300"/>
            <a:ext cx="342900" cy="1485900"/>
          </a:xfrm>
          <a:custGeom xmlns:a="http://schemas.openxmlformats.org/drawingml/2006/main">
            <a:pathLst>
              <a:path w="342900" h="1485900">
                <a:moveTo>
                  <a:pt x="0" y="0"/>
                </a:moveTo>
                <a:lnTo>
                  <a:pt x="5275" y="1169"/>
                </a:lnTo>
                <a:lnTo>
                  <a:pt x="12171" y="2337"/>
                </a:lnTo>
                <a:lnTo>
                  <a:pt x="20389" y="3572"/>
                </a:lnTo>
                <a:lnTo>
                  <a:pt x="29633" y="4939"/>
                </a:lnTo>
                <a:lnTo>
                  <a:pt x="39605" y="6504"/>
                </a:lnTo>
                <a:lnTo>
                  <a:pt x="50006" y="8334"/>
                </a:lnTo>
                <a:lnTo>
                  <a:pt x="60540" y="10495"/>
                </a:lnTo>
                <a:lnTo>
                  <a:pt x="70908" y="13053"/>
                </a:lnTo>
                <a:lnTo>
                  <a:pt x="80814" y="16073"/>
                </a:lnTo>
                <a:lnTo>
                  <a:pt x="89958" y="19623"/>
                </a:lnTo>
                <a:lnTo>
                  <a:pt x="98045" y="23768"/>
                </a:lnTo>
                <a:lnTo>
                  <a:pt x="104775" y="28575"/>
                </a:lnTo>
                <a:lnTo>
                  <a:pt x="110284" y="32965"/>
                </a:lnTo>
                <a:lnTo>
                  <a:pt x="114984" y="36182"/>
                </a:lnTo>
                <a:lnTo>
                  <a:pt x="118988" y="38770"/>
                </a:lnTo>
                <a:lnTo>
                  <a:pt x="122414" y="41275"/>
                </a:lnTo>
                <a:lnTo>
                  <a:pt x="125377" y="44243"/>
                </a:lnTo>
                <a:lnTo>
                  <a:pt x="127992" y="48220"/>
                </a:lnTo>
                <a:lnTo>
                  <a:pt x="130376" y="53752"/>
                </a:lnTo>
                <a:lnTo>
                  <a:pt x="132644" y="61383"/>
                </a:lnTo>
                <a:lnTo>
                  <a:pt x="134913" y="71661"/>
                </a:lnTo>
                <a:lnTo>
                  <a:pt x="137297" y="85130"/>
                </a:lnTo>
                <a:lnTo>
                  <a:pt x="139912" y="102336"/>
                </a:lnTo>
                <a:lnTo>
                  <a:pt x="142875" y="123825"/>
                </a:lnTo>
                <a:lnTo>
                  <a:pt x="145929" y="151355"/>
                </a:lnTo>
                <a:lnTo>
                  <a:pt x="148784" y="185451"/>
                </a:lnTo>
                <a:lnTo>
                  <a:pt x="151507" y="224805"/>
                </a:lnTo>
                <a:lnTo>
                  <a:pt x="154164" y="268111"/>
                </a:lnTo>
                <a:lnTo>
                  <a:pt x="156821" y="314063"/>
                </a:lnTo>
                <a:lnTo>
                  <a:pt x="159544" y="361355"/>
                </a:lnTo>
                <a:lnTo>
                  <a:pt x="162399" y="408679"/>
                </a:lnTo>
                <a:lnTo>
                  <a:pt x="165453" y="454731"/>
                </a:lnTo>
                <a:lnTo>
                  <a:pt x="168771" y="498202"/>
                </a:lnTo>
                <a:lnTo>
                  <a:pt x="172420" y="537788"/>
                </a:lnTo>
                <a:lnTo>
                  <a:pt x="176466" y="572181"/>
                </a:lnTo>
                <a:lnTo>
                  <a:pt x="180975" y="600075"/>
                </a:lnTo>
                <a:lnTo>
                  <a:pt x="185961" y="622024"/>
                </a:lnTo>
                <a:lnTo>
                  <a:pt x="191360" y="639807"/>
                </a:lnTo>
                <a:lnTo>
                  <a:pt x="197123" y="653951"/>
                </a:lnTo>
                <a:lnTo>
                  <a:pt x="203200" y="664986"/>
                </a:lnTo>
                <a:lnTo>
                  <a:pt x="209542" y="673442"/>
                </a:lnTo>
                <a:lnTo>
                  <a:pt x="216098" y="679847"/>
                </a:lnTo>
                <a:lnTo>
                  <a:pt x="222821" y="684731"/>
                </a:lnTo>
                <a:lnTo>
                  <a:pt x="229658" y="688622"/>
                </a:lnTo>
                <a:lnTo>
                  <a:pt x="236562" y="692051"/>
                </a:lnTo>
                <a:lnTo>
                  <a:pt x="243483" y="695545"/>
                </a:lnTo>
                <a:lnTo>
                  <a:pt x="250370" y="699636"/>
                </a:lnTo>
                <a:lnTo>
                  <a:pt x="257175" y="704850"/>
                </a:lnTo>
                <a:lnTo>
                  <a:pt x="264531" y="710359"/>
                </a:lnTo>
                <a:lnTo>
                  <a:pt x="272896" y="715059"/>
                </a:lnTo>
                <a:lnTo>
                  <a:pt x="281955" y="719063"/>
                </a:lnTo>
                <a:lnTo>
                  <a:pt x="291394" y="722489"/>
                </a:lnTo>
                <a:lnTo>
                  <a:pt x="300900" y="725452"/>
                </a:lnTo>
                <a:lnTo>
                  <a:pt x="310158" y="728067"/>
                </a:lnTo>
                <a:lnTo>
                  <a:pt x="318853" y="730451"/>
                </a:lnTo>
                <a:lnTo>
                  <a:pt x="326672" y="732719"/>
                </a:lnTo>
                <a:lnTo>
                  <a:pt x="333301" y="734988"/>
                </a:lnTo>
                <a:lnTo>
                  <a:pt x="338424" y="737372"/>
                </a:lnTo>
                <a:lnTo>
                  <a:pt x="341729" y="739987"/>
                </a:lnTo>
                <a:lnTo>
                  <a:pt x="342900" y="742950"/>
                </a:lnTo>
                <a:lnTo>
                  <a:pt x="341729" y="745913"/>
                </a:lnTo>
                <a:lnTo>
                  <a:pt x="338424" y="748528"/>
                </a:lnTo>
                <a:lnTo>
                  <a:pt x="333301" y="750912"/>
                </a:lnTo>
                <a:lnTo>
                  <a:pt x="326672" y="753181"/>
                </a:lnTo>
                <a:lnTo>
                  <a:pt x="318853" y="755449"/>
                </a:lnTo>
                <a:lnTo>
                  <a:pt x="310158" y="757833"/>
                </a:lnTo>
                <a:lnTo>
                  <a:pt x="300900" y="760448"/>
                </a:lnTo>
                <a:lnTo>
                  <a:pt x="291394" y="763411"/>
                </a:lnTo>
                <a:lnTo>
                  <a:pt x="281955" y="766837"/>
                </a:lnTo>
                <a:lnTo>
                  <a:pt x="272896" y="770841"/>
                </a:lnTo>
                <a:lnTo>
                  <a:pt x="264531" y="775541"/>
                </a:lnTo>
                <a:lnTo>
                  <a:pt x="257175" y="781050"/>
                </a:lnTo>
                <a:lnTo>
                  <a:pt x="250370" y="786264"/>
                </a:lnTo>
                <a:lnTo>
                  <a:pt x="243483" y="790355"/>
                </a:lnTo>
                <a:lnTo>
                  <a:pt x="236562" y="793849"/>
                </a:lnTo>
                <a:lnTo>
                  <a:pt x="229658" y="797278"/>
                </a:lnTo>
                <a:lnTo>
                  <a:pt x="222821" y="801169"/>
                </a:lnTo>
                <a:lnTo>
                  <a:pt x="216098" y="806053"/>
                </a:lnTo>
                <a:lnTo>
                  <a:pt x="209542" y="812458"/>
                </a:lnTo>
                <a:lnTo>
                  <a:pt x="203200" y="820914"/>
                </a:lnTo>
                <a:lnTo>
                  <a:pt x="197123" y="831949"/>
                </a:lnTo>
                <a:lnTo>
                  <a:pt x="191360" y="846093"/>
                </a:lnTo>
                <a:lnTo>
                  <a:pt x="185961" y="863876"/>
                </a:lnTo>
                <a:lnTo>
                  <a:pt x="180975" y="885825"/>
                </a:lnTo>
                <a:lnTo>
                  <a:pt x="176466" y="913719"/>
                </a:lnTo>
                <a:lnTo>
                  <a:pt x="172420" y="948112"/>
                </a:lnTo>
                <a:lnTo>
                  <a:pt x="168771" y="987698"/>
                </a:lnTo>
                <a:lnTo>
                  <a:pt x="165453" y="1031169"/>
                </a:lnTo>
                <a:lnTo>
                  <a:pt x="162399" y="1077221"/>
                </a:lnTo>
                <a:lnTo>
                  <a:pt x="159544" y="1124545"/>
                </a:lnTo>
                <a:lnTo>
                  <a:pt x="156821" y="1171837"/>
                </a:lnTo>
                <a:lnTo>
                  <a:pt x="154164" y="1217789"/>
                </a:lnTo>
                <a:lnTo>
                  <a:pt x="151507" y="1261095"/>
                </a:lnTo>
                <a:lnTo>
                  <a:pt x="148784" y="1300449"/>
                </a:lnTo>
                <a:lnTo>
                  <a:pt x="145929" y="1334545"/>
                </a:lnTo>
                <a:lnTo>
                  <a:pt x="142875" y="1362075"/>
                </a:lnTo>
                <a:lnTo>
                  <a:pt x="139912" y="1383564"/>
                </a:lnTo>
                <a:lnTo>
                  <a:pt x="137297" y="1400770"/>
                </a:lnTo>
                <a:lnTo>
                  <a:pt x="134913" y="1414239"/>
                </a:lnTo>
                <a:lnTo>
                  <a:pt x="132644" y="1424517"/>
                </a:lnTo>
                <a:lnTo>
                  <a:pt x="130376" y="1432148"/>
                </a:lnTo>
                <a:lnTo>
                  <a:pt x="127992" y="1437680"/>
                </a:lnTo>
                <a:lnTo>
                  <a:pt x="125377" y="1441657"/>
                </a:lnTo>
                <a:lnTo>
                  <a:pt x="122414" y="1444625"/>
                </a:lnTo>
                <a:lnTo>
                  <a:pt x="118988" y="1447130"/>
                </a:lnTo>
                <a:lnTo>
                  <a:pt x="114984" y="1449718"/>
                </a:lnTo>
                <a:lnTo>
                  <a:pt x="110284" y="1452935"/>
                </a:lnTo>
                <a:lnTo>
                  <a:pt x="104775" y="1457325"/>
                </a:lnTo>
                <a:lnTo>
                  <a:pt x="98045" y="1462132"/>
                </a:lnTo>
                <a:lnTo>
                  <a:pt x="89958" y="1466277"/>
                </a:lnTo>
                <a:lnTo>
                  <a:pt x="80814" y="1469827"/>
                </a:lnTo>
                <a:lnTo>
                  <a:pt x="70908" y="1472847"/>
                </a:lnTo>
                <a:lnTo>
                  <a:pt x="60540" y="1475405"/>
                </a:lnTo>
                <a:lnTo>
                  <a:pt x="50006" y="1477566"/>
                </a:lnTo>
                <a:lnTo>
                  <a:pt x="39605" y="1479396"/>
                </a:lnTo>
                <a:lnTo>
                  <a:pt x="29633" y="1480961"/>
                </a:lnTo>
                <a:lnTo>
                  <a:pt x="20389" y="1482328"/>
                </a:lnTo>
                <a:lnTo>
                  <a:pt x="12171" y="1483563"/>
                </a:lnTo>
                <a:lnTo>
                  <a:pt x="5275" y="1484731"/>
                </a:lnTo>
                <a:lnTo>
                  <a:pt x="0" y="1485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98B3C"/>
            </a:solidFill>
          </a:ln>
        </p:spPr>
      </p:sp>
      <p:sp>
        <p:nvSpPr>
          <p:cNvPr id="107" name="AI-090-102">
            <a:extLst xmlns:a="http://schemas.openxmlformats.org/drawingml/2006/main">
              <a:ext uri="{FF2B5EF4-FFF2-40B4-BE49-F238E27FC236}">
                <a16:creationId xmlns:a16="http://schemas.microsoft.com/office/drawing/2014/main" id="{72474D71-1E62-4ADD-99D9-746EF2E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2628900"/>
            <a:ext cx="800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108" name="AI-090-103">
            <a:extLst xmlns:a="http://schemas.openxmlformats.org/drawingml/2006/main">
              <a:ext uri="{FF2B5EF4-FFF2-40B4-BE49-F238E27FC236}">
                <a16:creationId xmlns:a16="http://schemas.microsoft.com/office/drawing/2014/main" id="{07722DEE-1B89-4D34-AD51-71156F3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26289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0.72</a:t>
            </a:r>
          </a:p>
        </p:txBody>
      </p:sp>
      <p:sp>
        <p:nvSpPr>
          <p:cNvPr id="109" name="AI-090-104">
            <a:extLst xmlns:a="http://schemas.openxmlformats.org/drawingml/2006/main">
              <a:ext uri="{FF2B5EF4-FFF2-40B4-BE49-F238E27FC236}">
                <a16:creationId xmlns:a16="http://schemas.microsoft.com/office/drawing/2014/main" id="{007105D3-21D7-4558-9CE6-567332A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6479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0" name="AI-090-105">
            <a:extLst xmlns:a="http://schemas.openxmlformats.org/drawingml/2006/main">
              <a:ext uri="{FF2B5EF4-FFF2-40B4-BE49-F238E27FC236}">
                <a16:creationId xmlns:a16="http://schemas.microsoft.com/office/drawing/2014/main" id="{166A2613-ABA8-4C49-BEDB-FA46C8E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325" y="2628900"/>
            <a:ext cx="3714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111" name="AI-090-106">
            <a:extLst xmlns:a="http://schemas.openxmlformats.org/drawingml/2006/main">
              <a:ext uri="{FF2B5EF4-FFF2-40B4-BE49-F238E27FC236}">
                <a16:creationId xmlns:a16="http://schemas.microsoft.com/office/drawing/2014/main" id="{9658ABA7-6463-48DA-8526-BF946095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2609850"/>
            <a:ext cx="200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12" name="AI-090-107">
            <a:extLst xmlns:a="http://schemas.openxmlformats.org/drawingml/2006/main">
              <a:ext uri="{FF2B5EF4-FFF2-40B4-BE49-F238E27FC236}">
                <a16:creationId xmlns:a16="http://schemas.microsoft.com/office/drawing/2014/main" id="{FBD7C4B3-634F-4454-BE14-314DB795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825" y="2752725"/>
            <a:ext cx="200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3" name="AI-090-108">
            <a:extLst xmlns:a="http://schemas.openxmlformats.org/drawingml/2006/main">
              <a:ext uri="{FF2B5EF4-FFF2-40B4-BE49-F238E27FC236}">
                <a16:creationId xmlns:a16="http://schemas.microsoft.com/office/drawing/2014/main" id="{AC557169-0813-43ED-A0C6-19D2303A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3076575"/>
            <a:ext cx="800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114" name="AI-090-109">
            <a:extLst xmlns:a="http://schemas.openxmlformats.org/drawingml/2006/main">
              <a:ext uri="{FF2B5EF4-FFF2-40B4-BE49-F238E27FC236}">
                <a16:creationId xmlns:a16="http://schemas.microsoft.com/office/drawing/2014/main" id="{3C2E195A-0627-402E-BCCF-B5DD6DB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30765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0.06</a:t>
            </a:r>
          </a:p>
        </p:txBody>
      </p:sp>
      <p:sp>
        <p:nvSpPr>
          <p:cNvPr id="115" name="AI-090-110">
            <a:extLst xmlns:a="http://schemas.openxmlformats.org/drawingml/2006/main">
              <a:ext uri="{FF2B5EF4-FFF2-40B4-BE49-F238E27FC236}">
                <a16:creationId xmlns:a16="http://schemas.microsoft.com/office/drawing/2014/main" id="{9C989820-94F0-4AD8-875E-B1E1242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309562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6" name="AI-090-111">
            <a:extLst xmlns:a="http://schemas.openxmlformats.org/drawingml/2006/main">
              <a:ext uri="{FF2B5EF4-FFF2-40B4-BE49-F238E27FC236}">
                <a16:creationId xmlns:a16="http://schemas.microsoft.com/office/drawing/2014/main" id="{142C710F-7436-4C20-8056-34F96F4D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325" y="3076575"/>
            <a:ext cx="3714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117" name="AI-090-112">
            <a:extLst xmlns:a="http://schemas.openxmlformats.org/drawingml/2006/main">
              <a:ext uri="{FF2B5EF4-FFF2-40B4-BE49-F238E27FC236}">
                <a16:creationId xmlns:a16="http://schemas.microsoft.com/office/drawing/2014/main" id="{5E3AB186-1841-48FC-BF9C-410E4A48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3057525"/>
            <a:ext cx="200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18" name="AI-090-113">
            <a:extLst xmlns:a="http://schemas.openxmlformats.org/drawingml/2006/main">
              <a:ext uri="{FF2B5EF4-FFF2-40B4-BE49-F238E27FC236}">
                <a16:creationId xmlns:a16="http://schemas.microsoft.com/office/drawing/2014/main" id="{BC2AE692-1318-428E-B671-56597E9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825" y="3200400"/>
            <a:ext cx="200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9" name="AI-090-114">
            <a:extLst xmlns:a="http://schemas.openxmlformats.org/drawingml/2006/main">
              <a:ext uri="{FF2B5EF4-FFF2-40B4-BE49-F238E27FC236}">
                <a16:creationId xmlns:a16="http://schemas.microsoft.com/office/drawing/2014/main" id="{8BC62DF5-4924-47B5-99A3-8D1F77D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3524250"/>
            <a:ext cx="800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120" name="AI-090-115">
            <a:extLst xmlns:a="http://schemas.openxmlformats.org/drawingml/2006/main">
              <a:ext uri="{FF2B5EF4-FFF2-40B4-BE49-F238E27FC236}">
                <a16:creationId xmlns:a16="http://schemas.microsoft.com/office/drawing/2014/main" id="{D03BD302-31D4-420B-9C9F-F1F89E9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35242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0.12</a:t>
            </a:r>
          </a:p>
        </p:txBody>
      </p:sp>
      <p:sp>
        <p:nvSpPr>
          <p:cNvPr id="121" name="AI-090-116">
            <a:extLst xmlns:a="http://schemas.openxmlformats.org/drawingml/2006/main">
              <a:ext uri="{FF2B5EF4-FFF2-40B4-BE49-F238E27FC236}">
                <a16:creationId xmlns:a16="http://schemas.microsoft.com/office/drawing/2014/main" id="{755B3B7C-D1D0-4BCD-AB16-7AA6EB39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35433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2" name="AI-090-117">
            <a:extLst xmlns:a="http://schemas.openxmlformats.org/drawingml/2006/main">
              <a:ext uri="{FF2B5EF4-FFF2-40B4-BE49-F238E27FC236}">
                <a16:creationId xmlns:a16="http://schemas.microsoft.com/office/drawing/2014/main" id="{F50425C9-FDB1-4426-8881-75FC792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325" y="3524250"/>
            <a:ext cx="3714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123" name="AI-090-118">
            <a:extLst xmlns:a="http://schemas.openxmlformats.org/drawingml/2006/main">
              <a:ext uri="{FF2B5EF4-FFF2-40B4-BE49-F238E27FC236}">
                <a16:creationId xmlns:a16="http://schemas.microsoft.com/office/drawing/2014/main" id="{C158840B-D72E-4BF5-9174-19E6826F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3505200"/>
            <a:ext cx="200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24" name="AI-090-119">
            <a:extLst xmlns:a="http://schemas.openxmlformats.org/drawingml/2006/main">
              <a:ext uri="{FF2B5EF4-FFF2-40B4-BE49-F238E27FC236}">
                <a16:creationId xmlns:a16="http://schemas.microsoft.com/office/drawing/2014/main" id="{8AF2EA09-825A-4A42-89F7-AA98FF6B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825" y="3648075"/>
            <a:ext cx="200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5" name="AI-090-120">
            <a:extLst xmlns:a="http://schemas.openxmlformats.org/drawingml/2006/main">
              <a:ext uri="{FF2B5EF4-FFF2-40B4-BE49-F238E27FC236}">
                <a16:creationId xmlns:a16="http://schemas.microsoft.com/office/drawing/2014/main" id="{30D0C927-53D0-481B-B096-1512491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4114800"/>
            <a:ext cx="8001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126" name="AI-090-121">
            <a:extLst xmlns:a="http://schemas.openxmlformats.org/drawingml/2006/main">
              <a:ext uri="{FF2B5EF4-FFF2-40B4-BE49-F238E27FC236}">
                <a16:creationId xmlns:a16="http://schemas.microsoft.com/office/drawing/2014/main" id="{ABF9838B-C922-477B-AD16-14E635E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41148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0.03</a:t>
            </a:r>
          </a:p>
        </p:txBody>
      </p:sp>
      <p:sp>
        <p:nvSpPr>
          <p:cNvPr id="127" name="AI-090-122">
            <a:extLst xmlns:a="http://schemas.openxmlformats.org/drawingml/2006/main">
              <a:ext uri="{FF2B5EF4-FFF2-40B4-BE49-F238E27FC236}">
                <a16:creationId xmlns:a16="http://schemas.microsoft.com/office/drawing/2014/main" id="{568BB373-FEF7-4F07-AFE2-72E0190D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41338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8" name="AI-090-123">
            <a:extLst xmlns:a="http://schemas.openxmlformats.org/drawingml/2006/main">
              <a:ext uri="{FF2B5EF4-FFF2-40B4-BE49-F238E27FC236}">
                <a16:creationId xmlns:a16="http://schemas.microsoft.com/office/drawing/2014/main" id="{6A2C7288-6272-496C-A649-10A21090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325" y="4114800"/>
            <a:ext cx="3714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</a:ln>
        </p:spPr>
      </p:sp>
      <p:sp>
        <p:nvSpPr>
          <p:cNvPr id="129" name="AI-090-124">
            <a:extLst xmlns:a="http://schemas.openxmlformats.org/drawingml/2006/main">
              <a:ext uri="{FF2B5EF4-FFF2-40B4-BE49-F238E27FC236}">
                <a16:creationId xmlns:a16="http://schemas.microsoft.com/office/drawing/2014/main" id="{C9C670E6-C86F-4ACB-B8A5-F717F52A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4095750"/>
            <a:ext cx="200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30" name="AI-090-125">
            <a:extLst xmlns:a="http://schemas.openxmlformats.org/drawingml/2006/main">
              <a:ext uri="{FF2B5EF4-FFF2-40B4-BE49-F238E27FC236}">
                <a16:creationId xmlns:a16="http://schemas.microsoft.com/office/drawing/2014/main" id="{27013D5C-9864-47DD-8F54-0DB8C513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825" y="4238625"/>
            <a:ext cx="200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31" name="AI-090-126">
            <a:extLst xmlns:a="http://schemas.openxmlformats.org/drawingml/2006/main">
              <a:ext uri="{FF2B5EF4-FFF2-40B4-BE49-F238E27FC236}">
                <a16:creationId xmlns:a16="http://schemas.microsoft.com/office/drawing/2014/main" id="{035A7F8D-CC54-47C0-A93C-C35D52D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8004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132" name="AI-090-127">
            <a:extLst xmlns:a="http://schemas.openxmlformats.org/drawingml/2006/main">
              <a:ext uri="{FF2B5EF4-FFF2-40B4-BE49-F238E27FC236}">
                <a16:creationId xmlns:a16="http://schemas.microsoft.com/office/drawing/2014/main" id="{2CE9F46A-4B38-421A-9E9F-18F1451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38004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133" name="AI-090-128">
            <a:extLst xmlns:a="http://schemas.openxmlformats.org/drawingml/2006/main">
              <a:ext uri="{FF2B5EF4-FFF2-40B4-BE49-F238E27FC236}">
                <a16:creationId xmlns:a16="http://schemas.microsoft.com/office/drawing/2014/main" id="{BCD70C5E-A3F8-479D-B8AA-79DEE2E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33337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7"/>
          </a:solidFill>
          <a:ln xmlns:a="http://schemas.openxmlformats.org/drawingml/2006/main" w="14288">
            <a:solidFill>
              <a:srgbClr val="598B3C"/>
            </a:solidFill>
          </a:ln>
        </p:spPr>
      </p:sp>
      <p:sp>
        <p:nvSpPr>
          <p:cNvPr id="134" name="AI-090-129">
            <a:extLst xmlns:a="http://schemas.openxmlformats.org/drawingml/2006/main">
              <a:ext uri="{FF2B5EF4-FFF2-40B4-BE49-F238E27FC236}">
                <a16:creationId xmlns:a16="http://schemas.microsoft.com/office/drawing/2014/main" id="{D1D422FF-3158-44BB-BE82-19D31B55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3305175"/>
            <a:ext cx="23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98B3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8B3C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5" name="AI-090-130">
            <a:extLst xmlns:a="http://schemas.openxmlformats.org/drawingml/2006/main">
              <a:ext uri="{FF2B5EF4-FFF2-40B4-BE49-F238E27FC236}">
                <a16:creationId xmlns:a16="http://schemas.microsoft.com/office/drawing/2014/main" id="{8A1138F4-EA1D-4D8C-A2E7-4A5C6A4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9525" y="3067050"/>
            <a:ext cx="135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User-specific</a:t>
            </a:r>
          </a:p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Preference</a:t>
            </a:r>
          </a:p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36" name="AI-090-131">
            <a:extLst xmlns:a="http://schemas.openxmlformats.org/drawingml/2006/main">
              <a:ext uri="{FF2B5EF4-FFF2-40B4-BE49-F238E27FC236}">
                <a16:creationId xmlns:a16="http://schemas.microsoft.com/office/drawing/2014/main" id="{F6E6E169-7011-4588-83A3-948A0EE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45243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137" name="AI-090-132">
            <a:extLst xmlns:a="http://schemas.openxmlformats.org/drawingml/2006/main">
              <a:ext uri="{FF2B5EF4-FFF2-40B4-BE49-F238E27FC236}">
                <a16:creationId xmlns:a16="http://schemas.microsoft.com/office/drawing/2014/main" id="{2739B6EB-A24B-4358-8AA9-5FA64489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45243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 Probability</a:t>
            </a:r>
          </a:p>
        </p:txBody>
      </p:sp>
      <p:sp>
        <p:nvSpPr>
          <p:cNvPr id="138" name="AI-090-133">
            <a:extLst xmlns:a="http://schemas.openxmlformats.org/drawingml/2006/main">
              <a:ext uri="{FF2B5EF4-FFF2-40B4-BE49-F238E27FC236}">
                <a16:creationId xmlns:a16="http://schemas.microsoft.com/office/drawing/2014/main" id="{3EABF26D-6315-45BA-A5C4-3FDE3FE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4457700"/>
            <a:ext cx="40290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AF3"/>
          </a:solidFill>
          <a:ln xmlns:a="http://schemas.openxmlformats.org/drawingml/2006/main" w="0">
            <a:noFill/>
          </a:ln>
        </p:spPr>
      </p:sp>
      <p:sp>
        <p:nvSpPr>
          <p:cNvPr id="139" name="AI-090-134">
            <a:extLst xmlns:a="http://schemas.openxmlformats.org/drawingml/2006/main">
              <a:ext uri="{FF2B5EF4-FFF2-40B4-BE49-F238E27FC236}">
                <a16:creationId xmlns:a16="http://schemas.microsoft.com/office/drawing/2014/main" id="{8C11ABF0-8753-458A-8E3F-D7CD1579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4486275"/>
            <a:ext cx="3876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2: Context-aware Routing</a:t>
            </a:r>
          </a:p>
        </p:txBody>
      </p:sp>
    </p:spTree>
    <p:extLst>
      <p:ext uri="{BB962C8B-B14F-4D97-AF65-F5344CB8AC3E}">
        <p14:creationId xmlns:p14="http://schemas.microsoft.com/office/powerpoint/2010/main" val="1875179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2026-09-08T04:20:58.2670000Z</dcterms:created>
  <dcterms:modified xsi:type="dcterms:W3CDTF">2026-09-08T04:20:58.2670000Z</dcterms:modified>
</coreProperties>
</file>