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383e4f547646d4" /><Relationship Type="http://schemas.openxmlformats.org/officeDocument/2006/relationships/extended-properties" Target="/docProps/app.xml" Id="Rf2cfe83a80034649" /><Relationship Type="http://schemas.openxmlformats.org/officeDocument/2006/relationships/officeDocument" Target="/ppt/presentation.xml" Id="Ra5774eb787e04c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030eb03a9c4c3c"/>
  </p:sldMasterIdLst>
  <p:notesMasterIdLst>
    <p:notesMasterId xmlns:r="http://schemas.openxmlformats.org/officeDocument/2006/relationships" r:id="R60b57406321e4421"/>
  </p:notesMasterIdLst>
  <p:sldIdLst>
    <p:sldId xmlns:r="http://schemas.openxmlformats.org/officeDocument/2006/relationships" id="256" r:id="R99dea850638b43f5"/>
  </p:sldIdLst>
  <p:sldSz cx="9772650" cy="40290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bd3c5372f747bb" /><Relationship Type="http://schemas.openxmlformats.org/officeDocument/2006/relationships/slideMaster" Target="/ppt/slideMasters/slideMaster1.xml" Id="R89030eb03a9c4c3c" /><Relationship Type="http://schemas.openxmlformats.org/officeDocument/2006/relationships/notesMaster" Target="/ppt/notesMasters/notesMaster1.xml" Id="R60b57406321e4421" /><Relationship Type="http://schemas.openxmlformats.org/officeDocument/2006/relationships/presProps" Target="/ppt/presProps.xml" Id="Rc989eecda48c4f81" /><Relationship Type="http://schemas.openxmlformats.org/officeDocument/2006/relationships/tableStyles" Target="/ppt/tableStyles.xml" Id="R82a1b76cc3554a8e" /><Relationship Type="http://schemas.openxmlformats.org/officeDocument/2006/relationships/slide" Target="/ppt/slides/slide1.xml" Id="R99dea850638b43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bda8bcd1724f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1fe88a805442b1" /><Relationship Type="http://schemas.openxmlformats.org/officeDocument/2006/relationships/notesMaster" Target="/ppt/notesMasters/notesMaster1.xml" Id="R8d2ffe31ff264880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素材ID：AI-053</ns1:t>
            </ns1:r>
          </ns1:p>
          <ns1:p>
            <ns1:r>
              <ns1:t>论文：CHECKWHY: Causal Fact Verification via Argument Structure</ns1:t>
            </ns1:r>
          </ns1:p>
          <ns1:p>
            <ns1:r>
              <ns1:t>会议：ACL 2024</ns1:t>
            </ns1:r>
          </ns1:p>
          <ns1:p>
            <ns1:r>
              <ns1:t>奖项：Outstanding Paper</ns1:t>
            </ns1:r>
          </ns1:p>
          <ns1:p>
            <ns1:r>
              <ns1:t>图号：Figure 1，PDF第2页</ns1:t>
            </ns1:r>
          </ns1:p>
          <ns1:p>
            <ns1:r>
              <ns1:t>类型：动机示例</ns1:t>
            </ns1:r>
          </ns1:p>
          <ns1:p>
            <ns1:r>
              <ns1:t>借鉴点：把简化原因-结果对与多步论证结构并排，显式区分隐含推理和证据支持关系。</ns1:t>
            </ns1:r>
          </ns1:p>
          <ns1:p>
            <ns1:r>
              <ns1:t>论文URL：https://aclanthology.org/2024.acl-long.835/</ns1:t>
            </ns1:r>
          </ns1:p>
          <ns1:p>
            <ns1:r>
              <ns1:t>官方获奖URL：https://2024.aclweb.org/program/best_papers/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b4100e4e8943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647fec92ee49c4" /><Relationship Type="http://schemas.openxmlformats.org/officeDocument/2006/relationships/slideLayout" Target="/ppt/slideLayouts/slideLayout1.xml" Id="R52e203baf55647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e203baf55647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50bddb29d4b92" /><Relationship Type="http://schemas.openxmlformats.org/officeDocument/2006/relationships/image" Target="/ppt/media/image.png" Id="Rcf5d638b3bd24c19" /><Relationship Type="http://schemas.openxmlformats.org/officeDocument/2006/relationships/image" Target="/ppt/media/image2.png" Id="R3ec4eacdf7254d25" /><Relationship Type="http://schemas.openxmlformats.org/officeDocument/2006/relationships/image" Target="/ppt/media/image3.png" Id="R95bd5f483ddb419d" /><Relationship Type="http://schemas.openxmlformats.org/officeDocument/2006/relationships/image" Target="/ppt/media/image4.png" Id="R45d3f011be1d4952" /><Relationship Type="http://schemas.openxmlformats.org/officeDocument/2006/relationships/image" Target="/ppt/media/image5.png" Id="R9ba838f46826488c" /><Relationship Type="http://schemas.openxmlformats.org/officeDocument/2006/relationships/image" Target="/ppt/media/image6.png" Id="Rae51ef1e5b0c49bc" /><Relationship Type="http://schemas.openxmlformats.org/officeDocument/2006/relationships/image" Target="/ppt/media/image7.png" Id="R65f5382f84aa4dec" /><Relationship Type="http://schemas.openxmlformats.org/officeDocument/2006/relationships/image" Target="/ppt/media/image8.png" Id="R4a801dc7cb2e4683" /><Relationship Type="http://schemas.openxmlformats.org/officeDocument/2006/relationships/image" Target="/ppt/media/image9.png" Id="R03d617628d0c4be8" /><Relationship Type="http://schemas.openxmlformats.org/officeDocument/2006/relationships/image" Target="/ppt/media/image10.png" Id="R2d7bed21e81c409d" /><Relationship Type="http://schemas.openxmlformats.org/officeDocument/2006/relationships/image" Target="/ppt/media/image11.png" Id="R7714970079734aae" /><Relationship Type="http://schemas.openxmlformats.org/officeDocument/2006/relationships/image" Target="/ppt/media/image12.png" Id="R54d88080c0f44374" /><Relationship Type="http://schemas.openxmlformats.org/officeDocument/2006/relationships/image" Target="/ppt/media/image13.png" Id="R8b02ee76dd444a05" /><Relationship Type="http://schemas.openxmlformats.org/officeDocument/2006/relationships/notesSlide" Target="/ppt/notesSlides/notesSlide1.xml" Id="Rb8bc5202b5414c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5d638b3bd24c19"/>
          <a:stretch xmlns:a="http://schemas.openxmlformats.org/drawingml/2006/main"/>
        </p:blipFill>
        <p:spPr>
          <a:xfrm xmlns:a="http://schemas.openxmlformats.org/drawingml/2006/main">
            <a:off x="7774" y="31004"/>
            <a:ext cx="9695650" cy="677028"/>
          </a:xfrm>
          <a:prstGeom xmlns:a="http://schemas.openxmlformats.org/drawingml/2006/main" prst="rect">
            <a:avLst/>
          </a:prstGeom>
        </p:spPr>
      </p:pic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33D4FB-4C07-4239-8B4A-7EEC4133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2" y="78241"/>
            <a:ext cx="9600681" cy="583944"/>
          </a:xfrm>
          <a:custGeom xmlns:a="http://schemas.openxmlformats.org/drawingml/2006/main">
            <a:pathLst>
              <a:path w="9600681" h="583944">
                <a:moveTo>
                  <a:pt x="89642" y="583944"/>
                </a:moveTo>
                <a:cubicBezTo>
                  <a:pt x="40072" y="583944"/>
                  <a:pt x="0" y="543872"/>
                  <a:pt x="0" y="494303"/>
                </a:cubicBezTo>
                <a:lnTo>
                  <a:pt x="0" y="89642"/>
                </a:lnTo>
                <a:cubicBezTo>
                  <a:pt x="0" y="40304"/>
                  <a:pt x="40072" y="0"/>
                  <a:pt x="89642" y="0"/>
                </a:cubicBezTo>
                <a:lnTo>
                  <a:pt x="9511040" y="0"/>
                </a:lnTo>
                <a:cubicBezTo>
                  <a:pt x="9560609" y="0"/>
                  <a:pt x="9600681" y="40304"/>
                  <a:pt x="9600681" y="89642"/>
                </a:cubicBezTo>
                <a:lnTo>
                  <a:pt x="9600681" y="494303"/>
                </a:lnTo>
                <a:cubicBezTo>
                  <a:pt x="9600681" y="543872"/>
                  <a:pt x="9560609" y="583944"/>
                  <a:pt x="9511040" y="583944"/>
                </a:cubicBezTo>
                <a:lnTo>
                  <a:pt x="89642" y="583944"/>
                </a:lnTo>
                <a:close/>
              </a:path>
            </a:pathLst>
          </a:custGeom>
          <a:solidFill xmlns:a="http://schemas.openxmlformats.org/drawingml/2006/main">
            <a:srgbClr val="E2E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EDE964-2134-460D-A6DA-7D323FE8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2" y="78248"/>
            <a:ext cx="9600681" cy="583944"/>
          </a:xfrm>
          <a:custGeom xmlns:a="http://schemas.openxmlformats.org/drawingml/2006/main">
            <a:pathLst>
              <a:path w="9600681" h="583944" fill="none">
                <a:moveTo>
                  <a:pt x="89642" y="583944"/>
                </a:moveTo>
                <a:lnTo>
                  <a:pt x="9511040" y="583944"/>
                </a:lnTo>
                <a:cubicBezTo>
                  <a:pt x="9560609" y="583944"/>
                  <a:pt x="9600681" y="543872"/>
                  <a:pt x="9600681" y="494303"/>
                </a:cubicBezTo>
                <a:lnTo>
                  <a:pt x="9600681" y="89642"/>
                </a:lnTo>
                <a:cubicBezTo>
                  <a:pt x="9600681" y="40304"/>
                  <a:pt x="9560609" y="0"/>
                  <a:pt x="9511040" y="0"/>
                </a:cubicBezTo>
                <a:lnTo>
                  <a:pt x="89642" y="0"/>
                </a:lnTo>
                <a:cubicBezTo>
                  <a:pt x="40072" y="0"/>
                  <a:pt x="0" y="40304"/>
                  <a:pt x="0" y="89642"/>
                </a:cubicBezTo>
                <a:lnTo>
                  <a:pt x="0" y="494303"/>
                </a:lnTo>
                <a:cubicBezTo>
                  <a:pt x="0" y="543872"/>
                  <a:pt x="40072" y="583944"/>
                  <a:pt x="89642" y="5839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582" cap="sq">
            <a:solidFill>
              <a:srgbClr val="262626"/>
            </a:solidFill>
            <a:miter/>
          </a:ln>
        </p:spPr>
      </p:sp>
      <p:sp>
        <p:nvSpPr>
          <p:cNvPr id="4" name="Text Claim:ThemilitarycrisisconfrontingtheempireforcedMarcusAureliustoreducethepurityofthedenariussilver.">
            <a:extLst xmlns:a="http://schemas.openxmlformats.org/drawingml/2006/main">
              <a:ext uri="{FF2B5EF4-FFF2-40B4-BE49-F238E27FC236}">
                <a16:creationId xmlns:a16="http://schemas.microsoft.com/office/drawing/2014/main" id="{2B952F9F-9BC7-4E04-997D-5B6E18B7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804" y="164467"/>
            <a:ext cx="8928014" cy="166905"/>
          </a:xfrm>
          <a:custGeom xmlns:a="http://schemas.openxmlformats.org/drawingml/2006/main">
            <a:pathLst>
              <a:path w="8928014" h="166905">
                <a:moveTo>
                  <a:pt x="85881" y="82585"/>
                </a:moveTo>
                <a:lnTo>
                  <a:pt x="110778" y="90392"/>
                </a:lnTo>
                <a:cubicBezTo>
                  <a:pt x="106961" y="104361"/>
                  <a:pt x="100614" y="114735"/>
                  <a:pt x="91737" y="121516"/>
                </a:cubicBezTo>
                <a:cubicBezTo>
                  <a:pt x="82860" y="128295"/>
                  <a:pt x="71597" y="131685"/>
                  <a:pt x="57948" y="131685"/>
                </a:cubicBezTo>
                <a:cubicBezTo>
                  <a:pt x="41061" y="131685"/>
                  <a:pt x="27181" y="125909"/>
                  <a:pt x="16309" y="114357"/>
                </a:cubicBezTo>
                <a:cubicBezTo>
                  <a:pt x="5436" y="102803"/>
                  <a:pt x="0" y="87008"/>
                  <a:pt x="0" y="66973"/>
                </a:cubicBezTo>
                <a:cubicBezTo>
                  <a:pt x="0" y="45777"/>
                  <a:pt x="5465" y="29317"/>
                  <a:pt x="16396" y="17591"/>
                </a:cubicBezTo>
                <a:cubicBezTo>
                  <a:pt x="27326" y="5864"/>
                  <a:pt x="41697" y="0"/>
                  <a:pt x="59510" y="0"/>
                </a:cubicBezTo>
                <a:cubicBezTo>
                  <a:pt x="75067" y="0"/>
                  <a:pt x="87703" y="4609"/>
                  <a:pt x="97419" y="13826"/>
                </a:cubicBezTo>
                <a:cubicBezTo>
                  <a:pt x="103202" y="19275"/>
                  <a:pt x="107540" y="27100"/>
                  <a:pt x="110431" y="37302"/>
                </a:cubicBezTo>
                <a:lnTo>
                  <a:pt x="85014" y="43374"/>
                </a:lnTo>
                <a:cubicBezTo>
                  <a:pt x="83510" y="36782"/>
                  <a:pt x="80373" y="31577"/>
                  <a:pt x="75602" y="27760"/>
                </a:cubicBezTo>
                <a:cubicBezTo>
                  <a:pt x="70830" y="23943"/>
                  <a:pt x="65033" y="22034"/>
                  <a:pt x="58208" y="22034"/>
                </a:cubicBezTo>
                <a:cubicBezTo>
                  <a:pt x="48782" y="22034"/>
                  <a:pt x="41133" y="25417"/>
                  <a:pt x="35263" y="32184"/>
                </a:cubicBezTo>
                <a:cubicBezTo>
                  <a:pt x="29393" y="38950"/>
                  <a:pt x="26458" y="49910"/>
                  <a:pt x="26458" y="65062"/>
                </a:cubicBezTo>
                <a:cubicBezTo>
                  <a:pt x="26458" y="81139"/>
                  <a:pt x="29350" y="92590"/>
                  <a:pt x="35133" y="99414"/>
                </a:cubicBezTo>
                <a:cubicBezTo>
                  <a:pt x="40917" y="106238"/>
                  <a:pt x="48435" y="109651"/>
                  <a:pt x="57688" y="109651"/>
                </a:cubicBezTo>
                <a:cubicBezTo>
                  <a:pt x="64512" y="109651"/>
                  <a:pt x="70382" y="107476"/>
                  <a:pt x="75298" y="103125"/>
                </a:cubicBezTo>
                <a:cubicBezTo>
                  <a:pt x="80214" y="98774"/>
                  <a:pt x="83742" y="91927"/>
                  <a:pt x="85881" y="82585"/>
                </a:cubicBezTo>
                <a:close/>
                <a:moveTo>
                  <a:pt x="132609" y="129429"/>
                </a:moveTo>
                <a:lnTo>
                  <a:pt x="132609" y="2255"/>
                </a:lnTo>
                <a:lnTo>
                  <a:pt x="156986" y="2255"/>
                </a:lnTo>
                <a:lnTo>
                  <a:pt x="156986" y="129429"/>
                </a:lnTo>
                <a:lnTo>
                  <a:pt x="132609" y="129429"/>
                </a:lnTo>
                <a:close/>
                <a:moveTo>
                  <a:pt x="200216" y="65756"/>
                </a:moveTo>
                <a:lnTo>
                  <a:pt x="178095" y="61765"/>
                </a:lnTo>
                <a:cubicBezTo>
                  <a:pt x="180582" y="52742"/>
                  <a:pt x="184862" y="46062"/>
                  <a:pt x="190934" y="41726"/>
                </a:cubicBezTo>
                <a:cubicBezTo>
                  <a:pt x="197007" y="37389"/>
                  <a:pt x="206029" y="35220"/>
                  <a:pt x="218000" y="35220"/>
                </a:cubicBezTo>
                <a:cubicBezTo>
                  <a:pt x="228872" y="35220"/>
                  <a:pt x="236969" y="36507"/>
                  <a:pt x="242290" y="39080"/>
                </a:cubicBezTo>
                <a:cubicBezTo>
                  <a:pt x="247610" y="41654"/>
                  <a:pt x="251355" y="44921"/>
                  <a:pt x="253524" y="48883"/>
                </a:cubicBezTo>
                <a:cubicBezTo>
                  <a:pt x="255692" y="52845"/>
                  <a:pt x="256777" y="60117"/>
                  <a:pt x="256777" y="70700"/>
                </a:cubicBezTo>
                <a:lnTo>
                  <a:pt x="256516" y="99154"/>
                </a:lnTo>
                <a:cubicBezTo>
                  <a:pt x="256516" y="107251"/>
                  <a:pt x="256907" y="113222"/>
                  <a:pt x="257688" y="117068"/>
                </a:cubicBezTo>
                <a:cubicBezTo>
                  <a:pt x="258468" y="120913"/>
                  <a:pt x="259929" y="125034"/>
                  <a:pt x="262068" y="129429"/>
                </a:cubicBezTo>
                <a:lnTo>
                  <a:pt x="237952" y="129429"/>
                </a:lnTo>
                <a:cubicBezTo>
                  <a:pt x="237316" y="127810"/>
                  <a:pt x="236535" y="125410"/>
                  <a:pt x="235610" y="122229"/>
                </a:cubicBezTo>
                <a:cubicBezTo>
                  <a:pt x="235205" y="120783"/>
                  <a:pt x="234916" y="119829"/>
                  <a:pt x="234742" y="119366"/>
                </a:cubicBezTo>
                <a:cubicBezTo>
                  <a:pt x="230579" y="123415"/>
                  <a:pt x="226125" y="126451"/>
                  <a:pt x="221383" y="128475"/>
                </a:cubicBezTo>
                <a:cubicBezTo>
                  <a:pt x="216641" y="130499"/>
                  <a:pt x="211581" y="131511"/>
                  <a:pt x="206202" y="131511"/>
                </a:cubicBezTo>
                <a:cubicBezTo>
                  <a:pt x="196718" y="131511"/>
                  <a:pt x="189243" y="128949"/>
                  <a:pt x="183777" y="123823"/>
                </a:cubicBezTo>
                <a:cubicBezTo>
                  <a:pt x="178312" y="118698"/>
                  <a:pt x="175580" y="112219"/>
                  <a:pt x="175580" y="104386"/>
                </a:cubicBezTo>
                <a:cubicBezTo>
                  <a:pt x="175580" y="99203"/>
                  <a:pt x="176823" y="94582"/>
                  <a:pt x="179310" y="90522"/>
                </a:cubicBezTo>
                <a:cubicBezTo>
                  <a:pt x="181797" y="86462"/>
                  <a:pt x="185281" y="83351"/>
                  <a:pt x="189763" y="81192"/>
                </a:cubicBezTo>
                <a:cubicBezTo>
                  <a:pt x="194245" y="79032"/>
                  <a:pt x="200708" y="77146"/>
                  <a:pt x="209152" y="75534"/>
                </a:cubicBezTo>
                <a:cubicBezTo>
                  <a:pt x="220545" y="73403"/>
                  <a:pt x="228439" y="71416"/>
                  <a:pt x="232834" y="69573"/>
                </a:cubicBezTo>
                <a:lnTo>
                  <a:pt x="232834" y="67117"/>
                </a:lnTo>
                <a:cubicBezTo>
                  <a:pt x="232834" y="62380"/>
                  <a:pt x="231677" y="59003"/>
                  <a:pt x="229364" y="56986"/>
                </a:cubicBezTo>
                <a:cubicBezTo>
                  <a:pt x="227051" y="54967"/>
                  <a:pt x="222684" y="53958"/>
                  <a:pt x="216265" y="53958"/>
                </a:cubicBezTo>
                <a:cubicBezTo>
                  <a:pt x="211928" y="53958"/>
                  <a:pt x="208544" y="54831"/>
                  <a:pt x="206115" y="56577"/>
                </a:cubicBezTo>
                <a:cubicBezTo>
                  <a:pt x="203686" y="58321"/>
                  <a:pt x="201720" y="61380"/>
                  <a:pt x="200216" y="65756"/>
                </a:cubicBezTo>
                <a:moveTo>
                  <a:pt x="232834" y="85534"/>
                </a:moveTo>
                <a:cubicBezTo>
                  <a:pt x="229711" y="86563"/>
                  <a:pt x="224766" y="87792"/>
                  <a:pt x="218000" y="89221"/>
                </a:cubicBezTo>
                <a:cubicBezTo>
                  <a:pt x="211234" y="90649"/>
                  <a:pt x="206809" y="92049"/>
                  <a:pt x="204727" y="93420"/>
                </a:cubicBezTo>
                <a:cubicBezTo>
                  <a:pt x="201547" y="95649"/>
                  <a:pt x="199956" y="98477"/>
                  <a:pt x="199956" y="101906"/>
                </a:cubicBezTo>
                <a:cubicBezTo>
                  <a:pt x="199956" y="105278"/>
                  <a:pt x="201228" y="108193"/>
                  <a:pt x="203773" y="110651"/>
                </a:cubicBezTo>
                <a:cubicBezTo>
                  <a:pt x="206318" y="113107"/>
                  <a:pt x="209556" y="114335"/>
                  <a:pt x="213489" y="114335"/>
                </a:cubicBezTo>
                <a:cubicBezTo>
                  <a:pt x="217884" y="114335"/>
                  <a:pt x="222077" y="112906"/>
                  <a:pt x="226068" y="110049"/>
                </a:cubicBezTo>
                <a:cubicBezTo>
                  <a:pt x="229017" y="107879"/>
                  <a:pt x="230954" y="105221"/>
                  <a:pt x="231880" y="102076"/>
                </a:cubicBezTo>
                <a:cubicBezTo>
                  <a:pt x="232516" y="100020"/>
                  <a:pt x="232834" y="96106"/>
                  <a:pt x="232834" y="90335"/>
                </a:cubicBezTo>
                <a:lnTo>
                  <a:pt x="232834" y="85534"/>
                </a:lnTo>
                <a:close/>
                <a:moveTo>
                  <a:pt x="280779" y="24810"/>
                </a:moveTo>
                <a:lnTo>
                  <a:pt x="280779" y="2255"/>
                </a:lnTo>
                <a:lnTo>
                  <a:pt x="305156" y="2255"/>
                </a:lnTo>
                <a:lnTo>
                  <a:pt x="305156" y="24810"/>
                </a:lnTo>
                <a:lnTo>
                  <a:pt x="280779" y="24810"/>
                </a:lnTo>
                <a:moveTo>
                  <a:pt x="280779" y="129429"/>
                </a:moveTo>
                <a:lnTo>
                  <a:pt x="280779" y="37302"/>
                </a:lnTo>
                <a:lnTo>
                  <a:pt x="305156" y="37302"/>
                </a:lnTo>
                <a:lnTo>
                  <a:pt x="305156" y="129429"/>
                </a:lnTo>
                <a:lnTo>
                  <a:pt x="280779" y="129429"/>
                </a:lnTo>
                <a:close/>
                <a:moveTo>
                  <a:pt x="328170" y="37302"/>
                </a:moveTo>
                <a:lnTo>
                  <a:pt x="350638" y="37302"/>
                </a:lnTo>
                <a:lnTo>
                  <a:pt x="350638" y="49881"/>
                </a:lnTo>
                <a:cubicBezTo>
                  <a:pt x="358676" y="40107"/>
                  <a:pt x="368248" y="35220"/>
                  <a:pt x="379351" y="35220"/>
                </a:cubicBezTo>
                <a:cubicBezTo>
                  <a:pt x="385250" y="35220"/>
                  <a:pt x="390369" y="36440"/>
                  <a:pt x="394706" y="38880"/>
                </a:cubicBezTo>
                <a:cubicBezTo>
                  <a:pt x="399043" y="41320"/>
                  <a:pt x="402600" y="45009"/>
                  <a:pt x="405376" y="49948"/>
                </a:cubicBezTo>
                <a:cubicBezTo>
                  <a:pt x="409424" y="45009"/>
                  <a:pt x="413791" y="41320"/>
                  <a:pt x="418475" y="38880"/>
                </a:cubicBezTo>
                <a:cubicBezTo>
                  <a:pt x="423160" y="36440"/>
                  <a:pt x="428162" y="35220"/>
                  <a:pt x="433483" y="35220"/>
                </a:cubicBezTo>
                <a:cubicBezTo>
                  <a:pt x="440249" y="35220"/>
                  <a:pt x="445975" y="36594"/>
                  <a:pt x="450659" y="39341"/>
                </a:cubicBezTo>
                <a:cubicBezTo>
                  <a:pt x="455344" y="42088"/>
                  <a:pt x="458842" y="46121"/>
                  <a:pt x="461156" y="51442"/>
                </a:cubicBezTo>
                <a:cubicBezTo>
                  <a:pt x="462833" y="55375"/>
                  <a:pt x="463671" y="61736"/>
                  <a:pt x="463671" y="70527"/>
                </a:cubicBezTo>
                <a:lnTo>
                  <a:pt x="463671" y="129429"/>
                </a:lnTo>
                <a:lnTo>
                  <a:pt x="439295" y="129429"/>
                </a:lnTo>
                <a:lnTo>
                  <a:pt x="439295" y="76832"/>
                </a:lnTo>
                <a:cubicBezTo>
                  <a:pt x="439295" y="67706"/>
                  <a:pt x="438456" y="61814"/>
                  <a:pt x="436779" y="59157"/>
                </a:cubicBezTo>
                <a:cubicBezTo>
                  <a:pt x="434524" y="55691"/>
                  <a:pt x="431054" y="53958"/>
                  <a:pt x="426369" y="53958"/>
                </a:cubicBezTo>
                <a:cubicBezTo>
                  <a:pt x="422957" y="53958"/>
                  <a:pt x="419748" y="54998"/>
                  <a:pt x="416740" y="57078"/>
                </a:cubicBezTo>
                <a:cubicBezTo>
                  <a:pt x="413733" y="59156"/>
                  <a:pt x="411564" y="62203"/>
                  <a:pt x="410234" y="66219"/>
                </a:cubicBezTo>
                <a:cubicBezTo>
                  <a:pt x="408904" y="70233"/>
                  <a:pt x="408239" y="76573"/>
                  <a:pt x="408239" y="85239"/>
                </a:cubicBezTo>
                <a:lnTo>
                  <a:pt x="408239" y="129429"/>
                </a:lnTo>
                <a:lnTo>
                  <a:pt x="383862" y="129429"/>
                </a:lnTo>
                <a:lnTo>
                  <a:pt x="383862" y="78998"/>
                </a:lnTo>
                <a:cubicBezTo>
                  <a:pt x="383862" y="70045"/>
                  <a:pt x="383429" y="64269"/>
                  <a:pt x="382561" y="61670"/>
                </a:cubicBezTo>
                <a:cubicBezTo>
                  <a:pt x="381694" y="59070"/>
                  <a:pt x="380349" y="57134"/>
                  <a:pt x="378527" y="55864"/>
                </a:cubicBezTo>
                <a:cubicBezTo>
                  <a:pt x="376706" y="54593"/>
                  <a:pt x="374233" y="53958"/>
                  <a:pt x="371110" y="53958"/>
                </a:cubicBezTo>
                <a:cubicBezTo>
                  <a:pt x="367351" y="53958"/>
                  <a:pt x="363968" y="54969"/>
                  <a:pt x="360961" y="56991"/>
                </a:cubicBezTo>
                <a:cubicBezTo>
                  <a:pt x="357953" y="59012"/>
                  <a:pt x="355799" y="61929"/>
                  <a:pt x="354498" y="65742"/>
                </a:cubicBezTo>
                <a:cubicBezTo>
                  <a:pt x="353197" y="69555"/>
                  <a:pt x="352546" y="75881"/>
                  <a:pt x="352546" y="84718"/>
                </a:cubicBezTo>
                <a:lnTo>
                  <a:pt x="352546" y="129429"/>
                </a:lnTo>
                <a:lnTo>
                  <a:pt x="328170" y="129429"/>
                </a:lnTo>
                <a:lnTo>
                  <a:pt x="328170" y="37302"/>
                </a:lnTo>
                <a:close/>
                <a:moveTo>
                  <a:pt x="492439" y="61765"/>
                </a:moveTo>
                <a:lnTo>
                  <a:pt x="492439" y="37302"/>
                </a:lnTo>
                <a:lnTo>
                  <a:pt x="516816" y="37302"/>
                </a:lnTo>
                <a:lnTo>
                  <a:pt x="516816" y="61765"/>
                </a:lnTo>
                <a:lnTo>
                  <a:pt x="492439" y="61765"/>
                </a:lnTo>
                <a:moveTo>
                  <a:pt x="492439" y="129429"/>
                </a:moveTo>
                <a:lnTo>
                  <a:pt x="492439" y="104966"/>
                </a:lnTo>
                <a:lnTo>
                  <a:pt x="516816" y="104966"/>
                </a:lnTo>
                <a:lnTo>
                  <a:pt x="516816" y="129429"/>
                </a:lnTo>
                <a:lnTo>
                  <a:pt x="492439" y="129429"/>
                </a:lnTo>
                <a:close/>
                <a:moveTo>
                  <a:pt x="629796" y="129429"/>
                </a:moveTo>
                <a:lnTo>
                  <a:pt x="629796" y="17263"/>
                </a:lnTo>
                <a:lnTo>
                  <a:pt x="587896" y="17263"/>
                </a:lnTo>
                <a:lnTo>
                  <a:pt x="587896" y="2255"/>
                </a:lnTo>
                <a:lnTo>
                  <a:pt x="688698" y="2255"/>
                </a:lnTo>
                <a:lnTo>
                  <a:pt x="688698" y="17263"/>
                </a:lnTo>
                <a:lnTo>
                  <a:pt x="646625" y="17263"/>
                </a:lnTo>
                <a:lnTo>
                  <a:pt x="646625" y="129429"/>
                </a:lnTo>
                <a:lnTo>
                  <a:pt x="629796" y="129429"/>
                </a:lnTo>
                <a:close/>
                <a:moveTo>
                  <a:pt x="703817" y="129429"/>
                </a:moveTo>
                <a:lnTo>
                  <a:pt x="703817" y="2255"/>
                </a:lnTo>
                <a:lnTo>
                  <a:pt x="719431" y="2255"/>
                </a:lnTo>
                <a:lnTo>
                  <a:pt x="719431" y="47885"/>
                </a:lnTo>
                <a:cubicBezTo>
                  <a:pt x="726718" y="39442"/>
                  <a:pt x="735914" y="35220"/>
                  <a:pt x="747018" y="35220"/>
                </a:cubicBezTo>
                <a:cubicBezTo>
                  <a:pt x="753842" y="35220"/>
                  <a:pt x="759770" y="36565"/>
                  <a:pt x="764801" y="39254"/>
                </a:cubicBezTo>
                <a:cubicBezTo>
                  <a:pt x="769832" y="41943"/>
                  <a:pt x="773433" y="45659"/>
                  <a:pt x="775601" y="50401"/>
                </a:cubicBezTo>
                <a:cubicBezTo>
                  <a:pt x="777770" y="55143"/>
                  <a:pt x="778854" y="62025"/>
                  <a:pt x="778854" y="71047"/>
                </a:cubicBezTo>
                <a:lnTo>
                  <a:pt x="778854" y="129429"/>
                </a:lnTo>
                <a:lnTo>
                  <a:pt x="763240" y="129429"/>
                </a:lnTo>
                <a:lnTo>
                  <a:pt x="763240" y="71047"/>
                </a:lnTo>
                <a:cubicBezTo>
                  <a:pt x="763240" y="63240"/>
                  <a:pt x="761548" y="57558"/>
                  <a:pt x="758165" y="54001"/>
                </a:cubicBezTo>
                <a:cubicBezTo>
                  <a:pt x="754782" y="50444"/>
                  <a:pt x="749996" y="48666"/>
                  <a:pt x="743808" y="48666"/>
                </a:cubicBezTo>
                <a:cubicBezTo>
                  <a:pt x="739181" y="48666"/>
                  <a:pt x="734829" y="49866"/>
                  <a:pt x="730752" y="52266"/>
                </a:cubicBezTo>
                <a:cubicBezTo>
                  <a:pt x="726675" y="54666"/>
                  <a:pt x="723769" y="57919"/>
                  <a:pt x="722034" y="62025"/>
                </a:cubicBezTo>
                <a:cubicBezTo>
                  <a:pt x="720299" y="66132"/>
                  <a:pt x="719431" y="71799"/>
                  <a:pt x="719431" y="79028"/>
                </a:cubicBezTo>
                <a:lnTo>
                  <a:pt x="719431" y="129429"/>
                </a:lnTo>
                <a:lnTo>
                  <a:pt x="703817" y="129429"/>
                </a:lnTo>
                <a:close/>
                <a:moveTo>
                  <a:pt x="865820" y="99761"/>
                </a:moveTo>
                <a:lnTo>
                  <a:pt x="881955" y="101756"/>
                </a:lnTo>
                <a:cubicBezTo>
                  <a:pt x="879411" y="111183"/>
                  <a:pt x="874697" y="118499"/>
                  <a:pt x="867815" y="123704"/>
                </a:cubicBezTo>
                <a:cubicBezTo>
                  <a:pt x="860933" y="128909"/>
                  <a:pt x="852143" y="131511"/>
                  <a:pt x="841444" y="131511"/>
                </a:cubicBezTo>
                <a:cubicBezTo>
                  <a:pt x="827969" y="131511"/>
                  <a:pt x="817284" y="127362"/>
                  <a:pt x="809390" y="119063"/>
                </a:cubicBezTo>
                <a:cubicBezTo>
                  <a:pt x="801496" y="110764"/>
                  <a:pt x="797549" y="99125"/>
                  <a:pt x="797549" y="84146"/>
                </a:cubicBezTo>
                <a:cubicBezTo>
                  <a:pt x="797549" y="68647"/>
                  <a:pt x="801539" y="56618"/>
                  <a:pt x="809520" y="48059"/>
                </a:cubicBezTo>
                <a:cubicBezTo>
                  <a:pt x="817501" y="39500"/>
                  <a:pt x="827853" y="35220"/>
                  <a:pt x="840576" y="35220"/>
                </a:cubicBezTo>
                <a:cubicBezTo>
                  <a:pt x="852895" y="35220"/>
                  <a:pt x="862957" y="39407"/>
                  <a:pt x="870765" y="47780"/>
                </a:cubicBezTo>
                <a:cubicBezTo>
                  <a:pt x="878572" y="56151"/>
                  <a:pt x="882476" y="67929"/>
                  <a:pt x="882476" y="83114"/>
                </a:cubicBezTo>
                <a:cubicBezTo>
                  <a:pt x="882476" y="84037"/>
                  <a:pt x="882447" y="85422"/>
                  <a:pt x="882389" y="87269"/>
                </a:cubicBezTo>
                <a:lnTo>
                  <a:pt x="813684" y="87269"/>
                </a:lnTo>
                <a:cubicBezTo>
                  <a:pt x="814262" y="97361"/>
                  <a:pt x="817125" y="105089"/>
                  <a:pt x="822272" y="110453"/>
                </a:cubicBezTo>
                <a:cubicBezTo>
                  <a:pt x="827419" y="115817"/>
                  <a:pt x="833839" y="118499"/>
                  <a:pt x="841530" y="118499"/>
                </a:cubicBezTo>
                <a:cubicBezTo>
                  <a:pt x="847256" y="118499"/>
                  <a:pt x="852143" y="117010"/>
                  <a:pt x="856191" y="114031"/>
                </a:cubicBezTo>
                <a:cubicBezTo>
                  <a:pt x="860239" y="111051"/>
                  <a:pt x="863449" y="106294"/>
                  <a:pt x="865820" y="99761"/>
                </a:cubicBezTo>
                <a:moveTo>
                  <a:pt x="814552" y="74257"/>
                </a:moveTo>
                <a:lnTo>
                  <a:pt x="865994" y="74257"/>
                </a:lnTo>
                <a:cubicBezTo>
                  <a:pt x="865300" y="66634"/>
                  <a:pt x="863333" y="60917"/>
                  <a:pt x="860095" y="57105"/>
                </a:cubicBezTo>
                <a:cubicBezTo>
                  <a:pt x="855121" y="51190"/>
                  <a:pt x="848673" y="48232"/>
                  <a:pt x="840750" y="48232"/>
                </a:cubicBezTo>
                <a:cubicBezTo>
                  <a:pt x="833579" y="48232"/>
                  <a:pt x="827549" y="50594"/>
                  <a:pt x="822663" y="55316"/>
                </a:cubicBezTo>
                <a:cubicBezTo>
                  <a:pt x="817776" y="60037"/>
                  <a:pt x="815072" y="66350"/>
                  <a:pt x="814552" y="74257"/>
                </a:cubicBezTo>
                <a:close/>
                <a:moveTo>
                  <a:pt x="950746" y="129429"/>
                </a:moveTo>
                <a:lnTo>
                  <a:pt x="950746" y="37302"/>
                </a:lnTo>
                <a:lnTo>
                  <a:pt x="964712" y="37302"/>
                </a:lnTo>
                <a:lnTo>
                  <a:pt x="964712" y="50141"/>
                </a:lnTo>
                <a:cubicBezTo>
                  <a:pt x="967604" y="45655"/>
                  <a:pt x="971450" y="42047"/>
                  <a:pt x="976250" y="39316"/>
                </a:cubicBezTo>
                <a:cubicBezTo>
                  <a:pt x="981050" y="36585"/>
                  <a:pt x="986515" y="35220"/>
                  <a:pt x="992646" y="35220"/>
                </a:cubicBezTo>
                <a:cubicBezTo>
                  <a:pt x="999470" y="35220"/>
                  <a:pt x="1005065" y="36630"/>
                  <a:pt x="1009432" y="39449"/>
                </a:cubicBezTo>
                <a:cubicBezTo>
                  <a:pt x="1013798" y="42267"/>
                  <a:pt x="1016877" y="46206"/>
                  <a:pt x="1018670" y="51269"/>
                </a:cubicBezTo>
                <a:cubicBezTo>
                  <a:pt x="1025957" y="40570"/>
                  <a:pt x="1035442" y="35220"/>
                  <a:pt x="1047124" y="35220"/>
                </a:cubicBezTo>
                <a:cubicBezTo>
                  <a:pt x="1056261" y="35220"/>
                  <a:pt x="1063288" y="37750"/>
                  <a:pt x="1068204" y="42811"/>
                </a:cubicBezTo>
                <a:cubicBezTo>
                  <a:pt x="1073120" y="47871"/>
                  <a:pt x="1075578" y="55664"/>
                  <a:pt x="1075578" y="66189"/>
                </a:cubicBezTo>
                <a:lnTo>
                  <a:pt x="1075578" y="129429"/>
                </a:lnTo>
                <a:lnTo>
                  <a:pt x="1060049" y="129429"/>
                </a:lnTo>
                <a:lnTo>
                  <a:pt x="1060049" y="71332"/>
                </a:lnTo>
                <a:cubicBezTo>
                  <a:pt x="1060049" y="65079"/>
                  <a:pt x="1059543" y="60578"/>
                  <a:pt x="1058531" y="57829"/>
                </a:cubicBezTo>
                <a:cubicBezTo>
                  <a:pt x="1057519" y="55078"/>
                  <a:pt x="1055683" y="52863"/>
                  <a:pt x="1053023" y="51185"/>
                </a:cubicBezTo>
                <a:cubicBezTo>
                  <a:pt x="1050363" y="49506"/>
                  <a:pt x="1047240" y="48666"/>
                  <a:pt x="1043654" y="48666"/>
                </a:cubicBezTo>
                <a:cubicBezTo>
                  <a:pt x="1037177" y="48666"/>
                  <a:pt x="1031798" y="50823"/>
                  <a:pt x="1027519" y="55137"/>
                </a:cubicBezTo>
                <a:cubicBezTo>
                  <a:pt x="1023239" y="59449"/>
                  <a:pt x="1021099" y="66353"/>
                  <a:pt x="1021099" y="75848"/>
                </a:cubicBezTo>
                <a:lnTo>
                  <a:pt x="1021099" y="129429"/>
                </a:lnTo>
                <a:lnTo>
                  <a:pt x="1005484" y="129429"/>
                </a:lnTo>
                <a:lnTo>
                  <a:pt x="1005484" y="69508"/>
                </a:lnTo>
                <a:cubicBezTo>
                  <a:pt x="1005484" y="62560"/>
                  <a:pt x="1004212" y="57350"/>
                  <a:pt x="1001667" y="53876"/>
                </a:cubicBezTo>
                <a:cubicBezTo>
                  <a:pt x="999123" y="50403"/>
                  <a:pt x="994959" y="48666"/>
                  <a:pt x="989176" y="48666"/>
                </a:cubicBezTo>
                <a:cubicBezTo>
                  <a:pt x="984780" y="48666"/>
                  <a:pt x="980718" y="49825"/>
                  <a:pt x="976987" y="52141"/>
                </a:cubicBezTo>
                <a:cubicBezTo>
                  <a:pt x="973257" y="54457"/>
                  <a:pt x="970554" y="57843"/>
                  <a:pt x="968876" y="62302"/>
                </a:cubicBezTo>
                <a:cubicBezTo>
                  <a:pt x="967199" y="66759"/>
                  <a:pt x="966361" y="73184"/>
                  <a:pt x="966361" y="81579"/>
                </a:cubicBezTo>
                <a:lnTo>
                  <a:pt x="966361" y="129429"/>
                </a:lnTo>
                <a:lnTo>
                  <a:pt x="950746" y="129429"/>
                </a:lnTo>
                <a:close/>
                <a:moveTo>
                  <a:pt x="1098825" y="20299"/>
                </a:moveTo>
                <a:lnTo>
                  <a:pt x="1098825" y="2255"/>
                </a:lnTo>
                <a:lnTo>
                  <a:pt x="1114440" y="2255"/>
                </a:lnTo>
                <a:lnTo>
                  <a:pt x="1114440" y="20299"/>
                </a:lnTo>
                <a:lnTo>
                  <a:pt x="1098825" y="20299"/>
                </a:lnTo>
                <a:moveTo>
                  <a:pt x="1098825" y="129429"/>
                </a:moveTo>
                <a:lnTo>
                  <a:pt x="1098825" y="37302"/>
                </a:lnTo>
                <a:lnTo>
                  <a:pt x="1114440" y="37302"/>
                </a:lnTo>
                <a:lnTo>
                  <a:pt x="1114440" y="129429"/>
                </a:lnTo>
                <a:lnTo>
                  <a:pt x="1098825" y="129429"/>
                </a:lnTo>
                <a:close/>
                <a:moveTo>
                  <a:pt x="1137832" y="129429"/>
                </a:moveTo>
                <a:lnTo>
                  <a:pt x="1137832" y="2255"/>
                </a:lnTo>
                <a:lnTo>
                  <a:pt x="1153447" y="2255"/>
                </a:lnTo>
                <a:lnTo>
                  <a:pt x="1153447" y="129429"/>
                </a:lnTo>
                <a:lnTo>
                  <a:pt x="1137832" y="129429"/>
                </a:lnTo>
                <a:close/>
                <a:moveTo>
                  <a:pt x="1177706" y="20299"/>
                </a:moveTo>
                <a:lnTo>
                  <a:pt x="1177706" y="2255"/>
                </a:lnTo>
                <a:lnTo>
                  <a:pt x="1193321" y="2255"/>
                </a:lnTo>
                <a:lnTo>
                  <a:pt x="1193321" y="20299"/>
                </a:lnTo>
                <a:lnTo>
                  <a:pt x="1177706" y="20299"/>
                </a:lnTo>
                <a:moveTo>
                  <a:pt x="1177706" y="129429"/>
                </a:moveTo>
                <a:lnTo>
                  <a:pt x="1177706" y="37302"/>
                </a:lnTo>
                <a:lnTo>
                  <a:pt x="1193321" y="37302"/>
                </a:lnTo>
                <a:lnTo>
                  <a:pt x="1193321" y="129429"/>
                </a:lnTo>
                <a:lnTo>
                  <a:pt x="1177706" y="129429"/>
                </a:lnTo>
                <a:close/>
                <a:moveTo>
                  <a:pt x="1251153" y="115636"/>
                </a:moveTo>
                <a:lnTo>
                  <a:pt x="1253408" y="129429"/>
                </a:lnTo>
                <a:cubicBezTo>
                  <a:pt x="1249013" y="130239"/>
                  <a:pt x="1245081" y="130644"/>
                  <a:pt x="1241611" y="130644"/>
                </a:cubicBezTo>
                <a:cubicBezTo>
                  <a:pt x="1235943" y="130644"/>
                  <a:pt x="1231548" y="129747"/>
                  <a:pt x="1228425" y="127955"/>
                </a:cubicBezTo>
                <a:cubicBezTo>
                  <a:pt x="1225302" y="126162"/>
                  <a:pt x="1223104" y="123805"/>
                  <a:pt x="1221832" y="120885"/>
                </a:cubicBezTo>
                <a:cubicBezTo>
                  <a:pt x="1220560" y="117964"/>
                  <a:pt x="1219923" y="111819"/>
                  <a:pt x="1219923" y="102450"/>
                </a:cubicBezTo>
                <a:lnTo>
                  <a:pt x="1219923" y="49447"/>
                </a:lnTo>
                <a:lnTo>
                  <a:pt x="1208473" y="49447"/>
                </a:lnTo>
                <a:lnTo>
                  <a:pt x="1208473" y="37302"/>
                </a:lnTo>
                <a:lnTo>
                  <a:pt x="1219923" y="37302"/>
                </a:lnTo>
                <a:lnTo>
                  <a:pt x="1219923" y="14425"/>
                </a:lnTo>
                <a:lnTo>
                  <a:pt x="1235451" y="5031"/>
                </a:lnTo>
                <a:lnTo>
                  <a:pt x="1235451" y="37302"/>
                </a:lnTo>
                <a:lnTo>
                  <a:pt x="1251153" y="37302"/>
                </a:lnTo>
                <a:lnTo>
                  <a:pt x="1251153" y="49447"/>
                </a:lnTo>
                <a:lnTo>
                  <a:pt x="1235451" y="49447"/>
                </a:lnTo>
                <a:lnTo>
                  <a:pt x="1235451" y="103318"/>
                </a:lnTo>
                <a:cubicBezTo>
                  <a:pt x="1235451" y="107771"/>
                  <a:pt x="1235726" y="110634"/>
                  <a:pt x="1236276" y="111906"/>
                </a:cubicBezTo>
                <a:cubicBezTo>
                  <a:pt x="1236825" y="113178"/>
                  <a:pt x="1237721" y="114190"/>
                  <a:pt x="1238965" y="114942"/>
                </a:cubicBezTo>
                <a:cubicBezTo>
                  <a:pt x="1240208" y="115694"/>
                  <a:pt x="1241987" y="116070"/>
                  <a:pt x="1244300" y="116070"/>
                </a:cubicBezTo>
                <a:cubicBezTo>
                  <a:pt x="1246035" y="116070"/>
                  <a:pt x="1248319" y="115925"/>
                  <a:pt x="1251153" y="115636"/>
                </a:cubicBezTo>
                <a:close/>
                <a:moveTo>
                  <a:pt x="1326597" y="118054"/>
                </a:moveTo>
                <a:cubicBezTo>
                  <a:pt x="1320814" y="122974"/>
                  <a:pt x="1315248" y="126446"/>
                  <a:pt x="1309898" y="128472"/>
                </a:cubicBezTo>
                <a:cubicBezTo>
                  <a:pt x="1304549" y="130498"/>
                  <a:pt x="1298809" y="131511"/>
                  <a:pt x="1292679" y="131511"/>
                </a:cubicBezTo>
                <a:cubicBezTo>
                  <a:pt x="1282558" y="131511"/>
                  <a:pt x="1274779" y="129037"/>
                  <a:pt x="1269343" y="124089"/>
                </a:cubicBezTo>
                <a:cubicBezTo>
                  <a:pt x="1263907" y="119141"/>
                  <a:pt x="1261189" y="112818"/>
                  <a:pt x="1261189" y="105121"/>
                </a:cubicBezTo>
                <a:cubicBezTo>
                  <a:pt x="1261189" y="100608"/>
                  <a:pt x="1262215" y="96486"/>
                  <a:pt x="1264268" y="92754"/>
                </a:cubicBezTo>
                <a:cubicBezTo>
                  <a:pt x="1266321" y="89020"/>
                  <a:pt x="1269011" y="86024"/>
                  <a:pt x="1272336" y="83767"/>
                </a:cubicBezTo>
                <a:cubicBezTo>
                  <a:pt x="1275661" y="81510"/>
                  <a:pt x="1279406" y="79803"/>
                  <a:pt x="1283570" y="78646"/>
                </a:cubicBezTo>
                <a:cubicBezTo>
                  <a:pt x="1286635" y="77835"/>
                  <a:pt x="1291262" y="77053"/>
                  <a:pt x="1297450" y="76301"/>
                </a:cubicBezTo>
                <a:cubicBezTo>
                  <a:pt x="1310057" y="74808"/>
                  <a:pt x="1319340" y="73028"/>
                  <a:pt x="1325296" y="70961"/>
                </a:cubicBezTo>
                <a:cubicBezTo>
                  <a:pt x="1325354" y="68830"/>
                  <a:pt x="1325383" y="67476"/>
                  <a:pt x="1325383" y="66900"/>
                </a:cubicBezTo>
                <a:cubicBezTo>
                  <a:pt x="1325383" y="60562"/>
                  <a:pt x="1323908" y="56097"/>
                  <a:pt x="1320959" y="53505"/>
                </a:cubicBezTo>
                <a:cubicBezTo>
                  <a:pt x="1316968" y="49990"/>
                  <a:pt x="1311041" y="48232"/>
                  <a:pt x="1303175" y="48232"/>
                </a:cubicBezTo>
                <a:cubicBezTo>
                  <a:pt x="1295831" y="48232"/>
                  <a:pt x="1290409" y="49519"/>
                  <a:pt x="1286910" y="52093"/>
                </a:cubicBezTo>
                <a:cubicBezTo>
                  <a:pt x="1283411" y="54666"/>
                  <a:pt x="1280823" y="59221"/>
                  <a:pt x="1279146" y="65756"/>
                </a:cubicBezTo>
                <a:lnTo>
                  <a:pt x="1263878" y="63674"/>
                </a:lnTo>
                <a:cubicBezTo>
                  <a:pt x="1265266" y="57119"/>
                  <a:pt x="1267550" y="51825"/>
                  <a:pt x="1270731" y="47793"/>
                </a:cubicBezTo>
                <a:cubicBezTo>
                  <a:pt x="1273912" y="43761"/>
                  <a:pt x="1278510" y="40658"/>
                  <a:pt x="1284524" y="38484"/>
                </a:cubicBezTo>
                <a:cubicBezTo>
                  <a:pt x="1290539" y="36308"/>
                  <a:pt x="1297508" y="35220"/>
                  <a:pt x="1305431" y="35220"/>
                </a:cubicBezTo>
                <a:cubicBezTo>
                  <a:pt x="1313296" y="35220"/>
                  <a:pt x="1319686" y="36145"/>
                  <a:pt x="1324602" y="37996"/>
                </a:cubicBezTo>
                <a:cubicBezTo>
                  <a:pt x="1329518" y="39847"/>
                  <a:pt x="1333133" y="42174"/>
                  <a:pt x="1335446" y="44979"/>
                </a:cubicBezTo>
                <a:cubicBezTo>
                  <a:pt x="1337759" y="47784"/>
                  <a:pt x="1339378" y="51326"/>
                  <a:pt x="1340304" y="55606"/>
                </a:cubicBezTo>
                <a:cubicBezTo>
                  <a:pt x="1340824" y="58266"/>
                  <a:pt x="1341085" y="63066"/>
                  <a:pt x="1341085" y="70006"/>
                </a:cubicBezTo>
                <a:lnTo>
                  <a:pt x="1341085" y="90826"/>
                </a:lnTo>
                <a:cubicBezTo>
                  <a:pt x="1341085" y="105342"/>
                  <a:pt x="1341417" y="114523"/>
                  <a:pt x="1342082" y="118369"/>
                </a:cubicBezTo>
                <a:cubicBezTo>
                  <a:pt x="1342747" y="122215"/>
                  <a:pt x="1344063" y="125902"/>
                  <a:pt x="1346029" y="129429"/>
                </a:cubicBezTo>
                <a:lnTo>
                  <a:pt x="1329720" y="129429"/>
                </a:lnTo>
                <a:cubicBezTo>
                  <a:pt x="1328101" y="126187"/>
                  <a:pt x="1327060" y="122395"/>
                  <a:pt x="1326597" y="118054"/>
                </a:cubicBezTo>
                <a:moveTo>
                  <a:pt x="1325296" y="83105"/>
                </a:moveTo>
                <a:cubicBezTo>
                  <a:pt x="1319629" y="85439"/>
                  <a:pt x="1311127" y="87421"/>
                  <a:pt x="1299792" y="89053"/>
                </a:cubicBezTo>
                <a:cubicBezTo>
                  <a:pt x="1293373" y="89982"/>
                  <a:pt x="1288833" y="91028"/>
                  <a:pt x="1286173" y="92190"/>
                </a:cubicBezTo>
                <a:cubicBezTo>
                  <a:pt x="1283512" y="93350"/>
                  <a:pt x="1281459" y="95049"/>
                  <a:pt x="1280013" y="97286"/>
                </a:cubicBezTo>
                <a:cubicBezTo>
                  <a:pt x="1278568" y="99522"/>
                  <a:pt x="1277845" y="102004"/>
                  <a:pt x="1277845" y="104733"/>
                </a:cubicBezTo>
                <a:cubicBezTo>
                  <a:pt x="1277845" y="108913"/>
                  <a:pt x="1279421" y="112398"/>
                  <a:pt x="1282572" y="115186"/>
                </a:cubicBezTo>
                <a:cubicBezTo>
                  <a:pt x="1285724" y="117973"/>
                  <a:pt x="1290336" y="119366"/>
                  <a:pt x="1296409" y="119366"/>
                </a:cubicBezTo>
                <a:cubicBezTo>
                  <a:pt x="1302423" y="119366"/>
                  <a:pt x="1307773" y="118044"/>
                  <a:pt x="1312457" y="115400"/>
                </a:cubicBezTo>
                <a:cubicBezTo>
                  <a:pt x="1317142" y="112756"/>
                  <a:pt x="1320583" y="109139"/>
                  <a:pt x="1322781" y="104549"/>
                </a:cubicBezTo>
                <a:cubicBezTo>
                  <a:pt x="1324458" y="101003"/>
                  <a:pt x="1325296" y="95773"/>
                  <a:pt x="1325296" y="88858"/>
                </a:cubicBezTo>
                <a:lnTo>
                  <a:pt x="1325296" y="83105"/>
                </a:lnTo>
                <a:close/>
                <a:moveTo>
                  <a:pt x="1365087" y="129429"/>
                </a:moveTo>
                <a:lnTo>
                  <a:pt x="1365087" y="37302"/>
                </a:lnTo>
                <a:lnTo>
                  <a:pt x="1379140" y="37302"/>
                </a:lnTo>
                <a:lnTo>
                  <a:pt x="1379140" y="51182"/>
                </a:lnTo>
                <a:cubicBezTo>
                  <a:pt x="1382726" y="44683"/>
                  <a:pt x="1386037" y="40398"/>
                  <a:pt x="1389073" y="38327"/>
                </a:cubicBezTo>
                <a:cubicBezTo>
                  <a:pt x="1392109" y="36256"/>
                  <a:pt x="1395449" y="35220"/>
                  <a:pt x="1399093" y="35220"/>
                </a:cubicBezTo>
                <a:cubicBezTo>
                  <a:pt x="1404355" y="35220"/>
                  <a:pt x="1409705" y="36890"/>
                  <a:pt x="1415141" y="40230"/>
                </a:cubicBezTo>
                <a:lnTo>
                  <a:pt x="1409763" y="54652"/>
                </a:lnTo>
                <a:cubicBezTo>
                  <a:pt x="1405946" y="52396"/>
                  <a:pt x="1402129" y="51269"/>
                  <a:pt x="1398312" y="51269"/>
                </a:cubicBezTo>
                <a:cubicBezTo>
                  <a:pt x="1394900" y="51269"/>
                  <a:pt x="1391835" y="52297"/>
                  <a:pt x="1389117" y="54354"/>
                </a:cubicBezTo>
                <a:cubicBezTo>
                  <a:pt x="1386398" y="56408"/>
                  <a:pt x="1384461" y="59259"/>
                  <a:pt x="1383304" y="62906"/>
                </a:cubicBezTo>
                <a:cubicBezTo>
                  <a:pt x="1381569" y="68464"/>
                  <a:pt x="1380702" y="74543"/>
                  <a:pt x="1380702" y="81143"/>
                </a:cubicBezTo>
                <a:lnTo>
                  <a:pt x="1380702" y="129429"/>
                </a:lnTo>
                <a:lnTo>
                  <a:pt x="1365087" y="129429"/>
                </a:lnTo>
                <a:close/>
                <a:moveTo>
                  <a:pt x="1423528" y="164996"/>
                </a:moveTo>
                <a:lnTo>
                  <a:pt x="1421793" y="150336"/>
                </a:lnTo>
                <a:cubicBezTo>
                  <a:pt x="1425205" y="151261"/>
                  <a:pt x="1428184" y="151724"/>
                  <a:pt x="1430728" y="151724"/>
                </a:cubicBezTo>
                <a:cubicBezTo>
                  <a:pt x="1434198" y="151724"/>
                  <a:pt x="1436974" y="151138"/>
                  <a:pt x="1439056" y="149967"/>
                </a:cubicBezTo>
                <a:cubicBezTo>
                  <a:pt x="1441138" y="148798"/>
                  <a:pt x="1442844" y="147160"/>
                  <a:pt x="1444174" y="145052"/>
                </a:cubicBezTo>
                <a:cubicBezTo>
                  <a:pt x="1445157" y="143473"/>
                  <a:pt x="1446748" y="139553"/>
                  <a:pt x="1448945" y="133292"/>
                </a:cubicBezTo>
                <a:cubicBezTo>
                  <a:pt x="1449235" y="132414"/>
                  <a:pt x="1449697" y="131126"/>
                  <a:pt x="1450333" y="129429"/>
                </a:cubicBezTo>
                <a:lnTo>
                  <a:pt x="1415374" y="37302"/>
                </a:lnTo>
                <a:lnTo>
                  <a:pt x="1432203" y="37302"/>
                </a:lnTo>
                <a:lnTo>
                  <a:pt x="1451374" y="90528"/>
                </a:lnTo>
                <a:cubicBezTo>
                  <a:pt x="1453861" y="97280"/>
                  <a:pt x="1456088" y="104377"/>
                  <a:pt x="1458054" y="111819"/>
                </a:cubicBezTo>
                <a:cubicBezTo>
                  <a:pt x="1459847" y="104664"/>
                  <a:pt x="1461987" y="97683"/>
                  <a:pt x="1464473" y="90875"/>
                </a:cubicBezTo>
                <a:lnTo>
                  <a:pt x="1484165" y="37302"/>
                </a:lnTo>
                <a:lnTo>
                  <a:pt x="1499780" y="37302"/>
                </a:lnTo>
                <a:lnTo>
                  <a:pt x="1464734" y="131053"/>
                </a:lnTo>
                <a:cubicBezTo>
                  <a:pt x="1460975" y="141181"/>
                  <a:pt x="1458054" y="148154"/>
                  <a:pt x="1455972" y="151973"/>
                </a:cubicBezTo>
                <a:cubicBezTo>
                  <a:pt x="1453196" y="157124"/>
                  <a:pt x="1450015" y="160900"/>
                  <a:pt x="1446430" y="163302"/>
                </a:cubicBezTo>
                <a:cubicBezTo>
                  <a:pt x="1442844" y="165704"/>
                  <a:pt x="1438564" y="166905"/>
                  <a:pt x="1433591" y="166905"/>
                </a:cubicBezTo>
                <a:cubicBezTo>
                  <a:pt x="1430584" y="166905"/>
                  <a:pt x="1427229" y="166269"/>
                  <a:pt x="1423528" y="164996"/>
                </a:cubicBezTo>
                <a:close/>
                <a:moveTo>
                  <a:pt x="1622623" y="95597"/>
                </a:moveTo>
                <a:lnTo>
                  <a:pt x="1637978" y="97592"/>
                </a:lnTo>
                <a:cubicBezTo>
                  <a:pt x="1636301" y="108203"/>
                  <a:pt x="1632006" y="116509"/>
                  <a:pt x="1625095" y="122511"/>
                </a:cubicBezTo>
                <a:cubicBezTo>
                  <a:pt x="1618184" y="128511"/>
                  <a:pt x="1609698" y="131511"/>
                  <a:pt x="1599635" y="131511"/>
                </a:cubicBezTo>
                <a:cubicBezTo>
                  <a:pt x="1587027" y="131511"/>
                  <a:pt x="1576892" y="127391"/>
                  <a:pt x="1569229" y="119150"/>
                </a:cubicBezTo>
                <a:cubicBezTo>
                  <a:pt x="1561566" y="110908"/>
                  <a:pt x="1557735" y="99096"/>
                  <a:pt x="1557735" y="83713"/>
                </a:cubicBezTo>
                <a:cubicBezTo>
                  <a:pt x="1557735" y="73765"/>
                  <a:pt x="1559383" y="65062"/>
                  <a:pt x="1562680" y="57601"/>
                </a:cubicBezTo>
                <a:cubicBezTo>
                  <a:pt x="1565976" y="50141"/>
                  <a:pt x="1570993" y="44546"/>
                  <a:pt x="1577731" y="40815"/>
                </a:cubicBezTo>
                <a:cubicBezTo>
                  <a:pt x="1584468" y="37085"/>
                  <a:pt x="1591798" y="35220"/>
                  <a:pt x="1599721" y="35220"/>
                </a:cubicBezTo>
                <a:cubicBezTo>
                  <a:pt x="1609726" y="35220"/>
                  <a:pt x="1617910" y="37758"/>
                  <a:pt x="1624271" y="42835"/>
                </a:cubicBezTo>
                <a:cubicBezTo>
                  <a:pt x="1630633" y="47910"/>
                  <a:pt x="1634710" y="55116"/>
                  <a:pt x="1636503" y="64454"/>
                </a:cubicBezTo>
                <a:lnTo>
                  <a:pt x="1621322" y="66797"/>
                </a:lnTo>
                <a:cubicBezTo>
                  <a:pt x="1619876" y="60637"/>
                  <a:pt x="1617317" y="56004"/>
                  <a:pt x="1613645" y="52895"/>
                </a:cubicBezTo>
                <a:cubicBezTo>
                  <a:pt x="1609972" y="49787"/>
                  <a:pt x="1605534" y="48232"/>
                  <a:pt x="1600329" y="48232"/>
                </a:cubicBezTo>
                <a:cubicBezTo>
                  <a:pt x="1592463" y="48232"/>
                  <a:pt x="1586073" y="51038"/>
                  <a:pt x="1581157" y="56650"/>
                </a:cubicBezTo>
                <a:cubicBezTo>
                  <a:pt x="1576241" y="62259"/>
                  <a:pt x="1573784" y="71136"/>
                  <a:pt x="1573784" y="83279"/>
                </a:cubicBezTo>
                <a:cubicBezTo>
                  <a:pt x="1573784" y="95595"/>
                  <a:pt x="1576155" y="104545"/>
                  <a:pt x="1580897" y="110128"/>
                </a:cubicBezTo>
                <a:cubicBezTo>
                  <a:pt x="1585639" y="115709"/>
                  <a:pt x="1591827" y="118499"/>
                  <a:pt x="1599461" y="118499"/>
                </a:cubicBezTo>
                <a:cubicBezTo>
                  <a:pt x="1605591" y="118499"/>
                  <a:pt x="1610710" y="116627"/>
                  <a:pt x="1614816" y="112882"/>
                </a:cubicBezTo>
                <a:cubicBezTo>
                  <a:pt x="1618922" y="109137"/>
                  <a:pt x="1621524" y="103376"/>
                  <a:pt x="1622623" y="95597"/>
                </a:cubicBezTo>
                <a:close/>
                <a:moveTo>
                  <a:pt x="1651163" y="129429"/>
                </a:moveTo>
                <a:lnTo>
                  <a:pt x="1651163" y="37302"/>
                </a:lnTo>
                <a:lnTo>
                  <a:pt x="1665217" y="37302"/>
                </a:lnTo>
                <a:lnTo>
                  <a:pt x="1665217" y="51182"/>
                </a:lnTo>
                <a:cubicBezTo>
                  <a:pt x="1668802" y="44683"/>
                  <a:pt x="1672113" y="40398"/>
                  <a:pt x="1675150" y="38327"/>
                </a:cubicBezTo>
                <a:cubicBezTo>
                  <a:pt x="1678186" y="36256"/>
                  <a:pt x="1681526" y="35220"/>
                  <a:pt x="1685169" y="35220"/>
                </a:cubicBezTo>
                <a:cubicBezTo>
                  <a:pt x="1690432" y="35220"/>
                  <a:pt x="1695781" y="36890"/>
                  <a:pt x="1701218" y="40230"/>
                </a:cubicBezTo>
                <a:lnTo>
                  <a:pt x="1695839" y="54652"/>
                </a:lnTo>
                <a:cubicBezTo>
                  <a:pt x="1692022" y="52396"/>
                  <a:pt x="1688205" y="51269"/>
                  <a:pt x="1684388" y="51269"/>
                </a:cubicBezTo>
                <a:cubicBezTo>
                  <a:pt x="1680976" y="51269"/>
                  <a:pt x="1677911" y="52297"/>
                  <a:pt x="1675193" y="54354"/>
                </a:cubicBezTo>
                <a:cubicBezTo>
                  <a:pt x="1672475" y="56408"/>
                  <a:pt x="1670537" y="59259"/>
                  <a:pt x="1669381" y="62906"/>
                </a:cubicBezTo>
                <a:cubicBezTo>
                  <a:pt x="1667646" y="68464"/>
                  <a:pt x="1666778" y="74543"/>
                  <a:pt x="1666778" y="81143"/>
                </a:cubicBezTo>
                <a:lnTo>
                  <a:pt x="1666778" y="129429"/>
                </a:lnTo>
                <a:lnTo>
                  <a:pt x="1651163" y="129429"/>
                </a:lnTo>
                <a:close/>
                <a:moveTo>
                  <a:pt x="1710374" y="20299"/>
                </a:moveTo>
                <a:lnTo>
                  <a:pt x="1710374" y="2255"/>
                </a:lnTo>
                <a:lnTo>
                  <a:pt x="1725989" y="2255"/>
                </a:lnTo>
                <a:lnTo>
                  <a:pt x="1725989" y="20299"/>
                </a:lnTo>
                <a:lnTo>
                  <a:pt x="1710374" y="20299"/>
                </a:lnTo>
                <a:moveTo>
                  <a:pt x="1710374" y="129429"/>
                </a:moveTo>
                <a:lnTo>
                  <a:pt x="1710374" y="37302"/>
                </a:lnTo>
                <a:lnTo>
                  <a:pt x="1725989" y="37302"/>
                </a:lnTo>
                <a:lnTo>
                  <a:pt x="1725989" y="129429"/>
                </a:lnTo>
                <a:lnTo>
                  <a:pt x="1710374" y="129429"/>
                </a:lnTo>
                <a:close/>
                <a:moveTo>
                  <a:pt x="1743650" y="101843"/>
                </a:moveTo>
                <a:lnTo>
                  <a:pt x="1759092" y="99414"/>
                </a:lnTo>
                <a:cubicBezTo>
                  <a:pt x="1759959" y="105575"/>
                  <a:pt x="1762374" y="110297"/>
                  <a:pt x="1766335" y="113579"/>
                </a:cubicBezTo>
                <a:cubicBezTo>
                  <a:pt x="1770297" y="116859"/>
                  <a:pt x="1775834" y="118499"/>
                  <a:pt x="1782947" y="118499"/>
                </a:cubicBezTo>
                <a:cubicBezTo>
                  <a:pt x="1790119" y="118499"/>
                  <a:pt x="1795439" y="117050"/>
                  <a:pt x="1798909" y="114153"/>
                </a:cubicBezTo>
                <a:cubicBezTo>
                  <a:pt x="1802379" y="111255"/>
                  <a:pt x="1804114" y="107855"/>
                  <a:pt x="1804114" y="103955"/>
                </a:cubicBezTo>
                <a:cubicBezTo>
                  <a:pt x="1804114" y="100454"/>
                  <a:pt x="1802582" y="97700"/>
                  <a:pt x="1799516" y="95692"/>
                </a:cubicBezTo>
                <a:cubicBezTo>
                  <a:pt x="1797377" y="94315"/>
                  <a:pt x="1792056" y="92565"/>
                  <a:pt x="1783555" y="90441"/>
                </a:cubicBezTo>
                <a:cubicBezTo>
                  <a:pt x="1772104" y="87548"/>
                  <a:pt x="1764166" y="85045"/>
                  <a:pt x="1759742" y="82932"/>
                </a:cubicBezTo>
                <a:cubicBezTo>
                  <a:pt x="1755318" y="80819"/>
                  <a:pt x="1751964" y="77896"/>
                  <a:pt x="1749679" y="74162"/>
                </a:cubicBezTo>
                <a:cubicBezTo>
                  <a:pt x="1747395" y="70428"/>
                  <a:pt x="1746253" y="66304"/>
                  <a:pt x="1746253" y="61790"/>
                </a:cubicBezTo>
                <a:cubicBezTo>
                  <a:pt x="1746253" y="57680"/>
                  <a:pt x="1747192" y="53874"/>
                  <a:pt x="1749072" y="50371"/>
                </a:cubicBezTo>
                <a:cubicBezTo>
                  <a:pt x="1750952" y="46869"/>
                  <a:pt x="1753511" y="43960"/>
                  <a:pt x="1756749" y="41645"/>
                </a:cubicBezTo>
                <a:cubicBezTo>
                  <a:pt x="1759178" y="39850"/>
                  <a:pt x="1762489" y="38331"/>
                  <a:pt x="1766682" y="37088"/>
                </a:cubicBezTo>
                <a:cubicBezTo>
                  <a:pt x="1770875" y="35843"/>
                  <a:pt x="1775371" y="35220"/>
                  <a:pt x="1780171" y="35220"/>
                </a:cubicBezTo>
                <a:cubicBezTo>
                  <a:pt x="1787401" y="35220"/>
                  <a:pt x="1793748" y="36268"/>
                  <a:pt x="1799213" y="38365"/>
                </a:cubicBezTo>
                <a:cubicBezTo>
                  <a:pt x="1804678" y="40459"/>
                  <a:pt x="1808712" y="43298"/>
                  <a:pt x="1811314" y="46880"/>
                </a:cubicBezTo>
                <a:cubicBezTo>
                  <a:pt x="1813917" y="50460"/>
                  <a:pt x="1815710" y="55248"/>
                  <a:pt x="1816693" y="61245"/>
                </a:cubicBezTo>
                <a:lnTo>
                  <a:pt x="1801425" y="63327"/>
                </a:lnTo>
                <a:cubicBezTo>
                  <a:pt x="1800731" y="58584"/>
                  <a:pt x="1798721" y="54883"/>
                  <a:pt x="1795396" y="52223"/>
                </a:cubicBezTo>
                <a:cubicBezTo>
                  <a:pt x="1792071" y="49563"/>
                  <a:pt x="1787372" y="48232"/>
                  <a:pt x="1781299" y="48232"/>
                </a:cubicBezTo>
                <a:cubicBezTo>
                  <a:pt x="1774128" y="48232"/>
                  <a:pt x="1769010" y="49413"/>
                  <a:pt x="1765945" y="51773"/>
                </a:cubicBezTo>
                <a:cubicBezTo>
                  <a:pt x="1762880" y="54131"/>
                  <a:pt x="1761347" y="56894"/>
                  <a:pt x="1761347" y="60060"/>
                </a:cubicBezTo>
                <a:cubicBezTo>
                  <a:pt x="1761347" y="62073"/>
                  <a:pt x="1761983" y="63886"/>
                  <a:pt x="1763255" y="65498"/>
                </a:cubicBezTo>
                <a:cubicBezTo>
                  <a:pt x="1764528" y="67166"/>
                  <a:pt x="1766523" y="68547"/>
                  <a:pt x="1769241" y="69640"/>
                </a:cubicBezTo>
                <a:cubicBezTo>
                  <a:pt x="1770803" y="70217"/>
                  <a:pt x="1775400" y="71541"/>
                  <a:pt x="1783034" y="73612"/>
                </a:cubicBezTo>
                <a:cubicBezTo>
                  <a:pt x="1794080" y="76559"/>
                  <a:pt x="1801786" y="78972"/>
                  <a:pt x="1806153" y="80850"/>
                </a:cubicBezTo>
                <a:cubicBezTo>
                  <a:pt x="1810519" y="82728"/>
                  <a:pt x="1813946" y="85458"/>
                  <a:pt x="1816433" y="89042"/>
                </a:cubicBezTo>
                <a:cubicBezTo>
                  <a:pt x="1818919" y="92624"/>
                  <a:pt x="1820163" y="97073"/>
                  <a:pt x="1820163" y="102388"/>
                </a:cubicBezTo>
                <a:cubicBezTo>
                  <a:pt x="1820163" y="107589"/>
                  <a:pt x="1818645" y="112487"/>
                  <a:pt x="1815608" y="117081"/>
                </a:cubicBezTo>
                <a:cubicBezTo>
                  <a:pt x="1812572" y="121673"/>
                  <a:pt x="1808191" y="125227"/>
                  <a:pt x="1802466" y="127740"/>
                </a:cubicBezTo>
                <a:cubicBezTo>
                  <a:pt x="1796741" y="130254"/>
                  <a:pt x="1790263" y="131511"/>
                  <a:pt x="1783034" y="131511"/>
                </a:cubicBezTo>
                <a:cubicBezTo>
                  <a:pt x="1771063" y="131511"/>
                  <a:pt x="1761940" y="129017"/>
                  <a:pt x="1755665" y="124029"/>
                </a:cubicBezTo>
                <a:cubicBezTo>
                  <a:pt x="1749390" y="119041"/>
                  <a:pt x="1745385" y="111646"/>
                  <a:pt x="1743650" y="101843"/>
                </a:cubicBezTo>
                <a:close/>
                <a:moveTo>
                  <a:pt x="1838814" y="20299"/>
                </a:moveTo>
                <a:lnTo>
                  <a:pt x="1838814" y="2255"/>
                </a:lnTo>
                <a:lnTo>
                  <a:pt x="1854429" y="2255"/>
                </a:lnTo>
                <a:lnTo>
                  <a:pt x="1854429" y="20299"/>
                </a:lnTo>
                <a:lnTo>
                  <a:pt x="1838814" y="20299"/>
                </a:lnTo>
                <a:moveTo>
                  <a:pt x="1838814" y="129429"/>
                </a:moveTo>
                <a:lnTo>
                  <a:pt x="1838814" y="37302"/>
                </a:lnTo>
                <a:lnTo>
                  <a:pt x="1854429" y="37302"/>
                </a:lnTo>
                <a:lnTo>
                  <a:pt x="1854429" y="129429"/>
                </a:lnTo>
                <a:lnTo>
                  <a:pt x="1838814" y="129429"/>
                </a:lnTo>
                <a:close/>
                <a:moveTo>
                  <a:pt x="1871743" y="101843"/>
                </a:moveTo>
                <a:lnTo>
                  <a:pt x="1887184" y="99414"/>
                </a:lnTo>
                <a:cubicBezTo>
                  <a:pt x="1888052" y="105575"/>
                  <a:pt x="1890466" y="110297"/>
                  <a:pt x="1894428" y="113579"/>
                </a:cubicBezTo>
                <a:cubicBezTo>
                  <a:pt x="1898389" y="116859"/>
                  <a:pt x="1903927" y="118499"/>
                  <a:pt x="1911040" y="118499"/>
                </a:cubicBezTo>
                <a:cubicBezTo>
                  <a:pt x="1918211" y="118499"/>
                  <a:pt x="1923532" y="117050"/>
                  <a:pt x="1927002" y="114153"/>
                </a:cubicBezTo>
                <a:cubicBezTo>
                  <a:pt x="1930472" y="111255"/>
                  <a:pt x="1932207" y="107855"/>
                  <a:pt x="1932207" y="103955"/>
                </a:cubicBezTo>
                <a:cubicBezTo>
                  <a:pt x="1932207" y="100454"/>
                  <a:pt x="1930674" y="97700"/>
                  <a:pt x="1927609" y="95692"/>
                </a:cubicBezTo>
                <a:cubicBezTo>
                  <a:pt x="1925469" y="94315"/>
                  <a:pt x="1920149" y="92565"/>
                  <a:pt x="1911647" y="90441"/>
                </a:cubicBezTo>
                <a:cubicBezTo>
                  <a:pt x="1900196" y="87548"/>
                  <a:pt x="1892259" y="85045"/>
                  <a:pt x="1887835" y="82932"/>
                </a:cubicBezTo>
                <a:cubicBezTo>
                  <a:pt x="1883410" y="80819"/>
                  <a:pt x="1880056" y="77896"/>
                  <a:pt x="1877772" y="74162"/>
                </a:cubicBezTo>
                <a:cubicBezTo>
                  <a:pt x="1875487" y="70428"/>
                  <a:pt x="1874345" y="66304"/>
                  <a:pt x="1874345" y="61790"/>
                </a:cubicBezTo>
                <a:cubicBezTo>
                  <a:pt x="1874345" y="57680"/>
                  <a:pt x="1875285" y="53874"/>
                  <a:pt x="1877165" y="50371"/>
                </a:cubicBezTo>
                <a:cubicBezTo>
                  <a:pt x="1879044" y="46869"/>
                  <a:pt x="1881603" y="43960"/>
                  <a:pt x="1884842" y="41645"/>
                </a:cubicBezTo>
                <a:cubicBezTo>
                  <a:pt x="1887271" y="39850"/>
                  <a:pt x="1890582" y="38331"/>
                  <a:pt x="1894775" y="37088"/>
                </a:cubicBezTo>
                <a:cubicBezTo>
                  <a:pt x="1898967" y="35843"/>
                  <a:pt x="1903464" y="35220"/>
                  <a:pt x="1908264" y="35220"/>
                </a:cubicBezTo>
                <a:cubicBezTo>
                  <a:pt x="1915493" y="35220"/>
                  <a:pt x="1921840" y="36268"/>
                  <a:pt x="1927305" y="38365"/>
                </a:cubicBezTo>
                <a:cubicBezTo>
                  <a:pt x="1932771" y="40459"/>
                  <a:pt x="1936804" y="43298"/>
                  <a:pt x="1939407" y="46880"/>
                </a:cubicBezTo>
                <a:cubicBezTo>
                  <a:pt x="1942009" y="50460"/>
                  <a:pt x="1943802" y="55248"/>
                  <a:pt x="1944785" y="61245"/>
                </a:cubicBezTo>
                <a:lnTo>
                  <a:pt x="1929518" y="63327"/>
                </a:lnTo>
                <a:cubicBezTo>
                  <a:pt x="1928824" y="58584"/>
                  <a:pt x="1926814" y="54883"/>
                  <a:pt x="1923488" y="52223"/>
                </a:cubicBezTo>
                <a:cubicBezTo>
                  <a:pt x="1920163" y="49563"/>
                  <a:pt x="1915464" y="48232"/>
                  <a:pt x="1909392" y="48232"/>
                </a:cubicBezTo>
                <a:cubicBezTo>
                  <a:pt x="1902221" y="48232"/>
                  <a:pt x="1897102" y="49413"/>
                  <a:pt x="1894037" y="51773"/>
                </a:cubicBezTo>
                <a:cubicBezTo>
                  <a:pt x="1890972" y="54131"/>
                  <a:pt x="1889440" y="56894"/>
                  <a:pt x="1889440" y="60060"/>
                </a:cubicBezTo>
                <a:cubicBezTo>
                  <a:pt x="1889440" y="62073"/>
                  <a:pt x="1890076" y="63886"/>
                  <a:pt x="1891348" y="65498"/>
                </a:cubicBezTo>
                <a:cubicBezTo>
                  <a:pt x="1892620" y="67166"/>
                  <a:pt x="1894616" y="68547"/>
                  <a:pt x="1897334" y="69640"/>
                </a:cubicBezTo>
                <a:cubicBezTo>
                  <a:pt x="1898895" y="70217"/>
                  <a:pt x="1903493" y="71541"/>
                  <a:pt x="1911127" y="73612"/>
                </a:cubicBezTo>
                <a:cubicBezTo>
                  <a:pt x="1922173" y="76559"/>
                  <a:pt x="1929879" y="78972"/>
                  <a:pt x="1934245" y="80850"/>
                </a:cubicBezTo>
                <a:cubicBezTo>
                  <a:pt x="1938612" y="82728"/>
                  <a:pt x="1942038" y="85458"/>
                  <a:pt x="1944525" y="89042"/>
                </a:cubicBezTo>
                <a:cubicBezTo>
                  <a:pt x="1947012" y="92624"/>
                  <a:pt x="1948255" y="97073"/>
                  <a:pt x="1948255" y="102388"/>
                </a:cubicBezTo>
                <a:cubicBezTo>
                  <a:pt x="1948255" y="107589"/>
                  <a:pt x="1946737" y="112487"/>
                  <a:pt x="1943701" y="117081"/>
                </a:cubicBezTo>
                <a:cubicBezTo>
                  <a:pt x="1940665" y="121673"/>
                  <a:pt x="1936284" y="125227"/>
                  <a:pt x="1930559" y="127740"/>
                </a:cubicBezTo>
                <a:cubicBezTo>
                  <a:pt x="1924833" y="130254"/>
                  <a:pt x="1918356" y="131511"/>
                  <a:pt x="1911127" y="131511"/>
                </a:cubicBezTo>
                <a:cubicBezTo>
                  <a:pt x="1899155" y="131511"/>
                  <a:pt x="1890032" y="129017"/>
                  <a:pt x="1883757" y="124029"/>
                </a:cubicBezTo>
                <a:cubicBezTo>
                  <a:pt x="1877483" y="119041"/>
                  <a:pt x="1873478" y="111646"/>
                  <a:pt x="1871743" y="101843"/>
                </a:cubicBezTo>
                <a:close/>
                <a:moveTo>
                  <a:pt x="2076390" y="95597"/>
                </a:moveTo>
                <a:lnTo>
                  <a:pt x="2091744" y="97592"/>
                </a:lnTo>
                <a:cubicBezTo>
                  <a:pt x="2090067" y="108203"/>
                  <a:pt x="2085773" y="116509"/>
                  <a:pt x="2078862" y="122511"/>
                </a:cubicBezTo>
                <a:cubicBezTo>
                  <a:pt x="2071951" y="128511"/>
                  <a:pt x="2063464" y="131511"/>
                  <a:pt x="2053401" y="131511"/>
                </a:cubicBezTo>
                <a:cubicBezTo>
                  <a:pt x="2040794" y="131511"/>
                  <a:pt x="2030659" y="127391"/>
                  <a:pt x="2022996" y="119150"/>
                </a:cubicBezTo>
                <a:cubicBezTo>
                  <a:pt x="2015333" y="110908"/>
                  <a:pt x="2011502" y="99096"/>
                  <a:pt x="2011502" y="83713"/>
                </a:cubicBezTo>
                <a:cubicBezTo>
                  <a:pt x="2011502" y="73765"/>
                  <a:pt x="2013150" y="65062"/>
                  <a:pt x="2016446" y="57601"/>
                </a:cubicBezTo>
                <a:cubicBezTo>
                  <a:pt x="2019743" y="50141"/>
                  <a:pt x="2024760" y="44546"/>
                  <a:pt x="2031497" y="40815"/>
                </a:cubicBezTo>
                <a:cubicBezTo>
                  <a:pt x="2038235" y="37085"/>
                  <a:pt x="2045565" y="35220"/>
                  <a:pt x="2053488" y="35220"/>
                </a:cubicBezTo>
                <a:cubicBezTo>
                  <a:pt x="2063493" y="35220"/>
                  <a:pt x="2071676" y="37758"/>
                  <a:pt x="2078038" y="42835"/>
                </a:cubicBezTo>
                <a:cubicBezTo>
                  <a:pt x="2084400" y="47910"/>
                  <a:pt x="2088477" y="55116"/>
                  <a:pt x="2090270" y="64454"/>
                </a:cubicBezTo>
                <a:lnTo>
                  <a:pt x="2075089" y="66797"/>
                </a:lnTo>
                <a:cubicBezTo>
                  <a:pt x="2073643" y="60637"/>
                  <a:pt x="2071084" y="56004"/>
                  <a:pt x="2067411" y="52895"/>
                </a:cubicBezTo>
                <a:cubicBezTo>
                  <a:pt x="2063739" y="49787"/>
                  <a:pt x="2059300" y="48232"/>
                  <a:pt x="2054095" y="48232"/>
                </a:cubicBezTo>
                <a:cubicBezTo>
                  <a:pt x="2046230" y="48232"/>
                  <a:pt x="2039840" y="51038"/>
                  <a:pt x="2034924" y="56650"/>
                </a:cubicBezTo>
                <a:cubicBezTo>
                  <a:pt x="2030008" y="62259"/>
                  <a:pt x="2027550" y="71136"/>
                  <a:pt x="2027550" y="83279"/>
                </a:cubicBezTo>
                <a:cubicBezTo>
                  <a:pt x="2027550" y="95595"/>
                  <a:pt x="2029921" y="104545"/>
                  <a:pt x="2034664" y="110128"/>
                </a:cubicBezTo>
                <a:cubicBezTo>
                  <a:pt x="2039406" y="115709"/>
                  <a:pt x="2045594" y="118499"/>
                  <a:pt x="2053228" y="118499"/>
                </a:cubicBezTo>
                <a:cubicBezTo>
                  <a:pt x="2059358" y="118499"/>
                  <a:pt x="2064476" y="116627"/>
                  <a:pt x="2068582" y="112882"/>
                </a:cubicBezTo>
                <a:cubicBezTo>
                  <a:pt x="2072689" y="109137"/>
                  <a:pt x="2075291" y="103376"/>
                  <a:pt x="2076390" y="95597"/>
                </a:cubicBezTo>
                <a:close/>
                <a:moveTo>
                  <a:pt x="2099292" y="83366"/>
                </a:moveTo>
                <a:cubicBezTo>
                  <a:pt x="2099292" y="66305"/>
                  <a:pt x="2104034" y="53669"/>
                  <a:pt x="2113519" y="45456"/>
                </a:cubicBezTo>
                <a:cubicBezTo>
                  <a:pt x="2121442" y="38632"/>
                  <a:pt x="2131100" y="35220"/>
                  <a:pt x="2142493" y="35220"/>
                </a:cubicBezTo>
                <a:cubicBezTo>
                  <a:pt x="2155158" y="35220"/>
                  <a:pt x="2165510" y="39370"/>
                  <a:pt x="2173549" y="47669"/>
                </a:cubicBezTo>
                <a:cubicBezTo>
                  <a:pt x="2181588" y="55967"/>
                  <a:pt x="2185607" y="67433"/>
                  <a:pt x="2185607" y="82064"/>
                </a:cubicBezTo>
                <a:cubicBezTo>
                  <a:pt x="2185607" y="93920"/>
                  <a:pt x="2183829" y="103246"/>
                  <a:pt x="2180272" y="110041"/>
                </a:cubicBezTo>
                <a:cubicBezTo>
                  <a:pt x="2176715" y="116836"/>
                  <a:pt x="2171539" y="122114"/>
                  <a:pt x="2164744" y="125873"/>
                </a:cubicBezTo>
                <a:cubicBezTo>
                  <a:pt x="2157948" y="129632"/>
                  <a:pt x="2150531" y="131511"/>
                  <a:pt x="2142493" y="131511"/>
                </a:cubicBezTo>
                <a:cubicBezTo>
                  <a:pt x="2129596" y="131511"/>
                  <a:pt x="2119172" y="127376"/>
                  <a:pt x="2111220" y="119106"/>
                </a:cubicBezTo>
                <a:cubicBezTo>
                  <a:pt x="2103268" y="110836"/>
                  <a:pt x="2099292" y="98923"/>
                  <a:pt x="2099292" y="83366"/>
                </a:cubicBezTo>
                <a:moveTo>
                  <a:pt x="2115340" y="83322"/>
                </a:moveTo>
                <a:cubicBezTo>
                  <a:pt x="2115340" y="95077"/>
                  <a:pt x="2117914" y="103878"/>
                  <a:pt x="2123061" y="109726"/>
                </a:cubicBezTo>
                <a:cubicBezTo>
                  <a:pt x="2128208" y="115575"/>
                  <a:pt x="2134685" y="118499"/>
                  <a:pt x="2142493" y="118499"/>
                </a:cubicBezTo>
                <a:cubicBezTo>
                  <a:pt x="2150242" y="118499"/>
                  <a:pt x="2156691" y="115560"/>
                  <a:pt x="2161838" y="109683"/>
                </a:cubicBezTo>
                <a:cubicBezTo>
                  <a:pt x="2166985" y="103806"/>
                  <a:pt x="2169558" y="94846"/>
                  <a:pt x="2169558" y="82805"/>
                </a:cubicBezTo>
                <a:cubicBezTo>
                  <a:pt x="2169558" y="71453"/>
                  <a:pt x="2166970" y="62853"/>
                  <a:pt x="2161794" y="57005"/>
                </a:cubicBezTo>
                <a:cubicBezTo>
                  <a:pt x="2156618" y="51157"/>
                  <a:pt x="2150184" y="48232"/>
                  <a:pt x="2142493" y="48232"/>
                </a:cubicBezTo>
                <a:cubicBezTo>
                  <a:pt x="2134685" y="48232"/>
                  <a:pt x="2128208" y="51142"/>
                  <a:pt x="2123061" y="56961"/>
                </a:cubicBezTo>
                <a:cubicBezTo>
                  <a:pt x="2117914" y="62781"/>
                  <a:pt x="2115340" y="71568"/>
                  <a:pt x="2115340" y="83322"/>
                </a:cubicBezTo>
                <a:close/>
                <a:moveTo>
                  <a:pt x="2203663" y="129429"/>
                </a:moveTo>
                <a:lnTo>
                  <a:pt x="2203663" y="37302"/>
                </a:lnTo>
                <a:lnTo>
                  <a:pt x="2217716" y="37302"/>
                </a:lnTo>
                <a:lnTo>
                  <a:pt x="2217716" y="50314"/>
                </a:lnTo>
                <a:cubicBezTo>
                  <a:pt x="2224483" y="40251"/>
                  <a:pt x="2234257" y="35220"/>
                  <a:pt x="2247038" y="35220"/>
                </a:cubicBezTo>
                <a:cubicBezTo>
                  <a:pt x="2252590" y="35220"/>
                  <a:pt x="2257693" y="36218"/>
                  <a:pt x="2262349" y="38213"/>
                </a:cubicBezTo>
                <a:cubicBezTo>
                  <a:pt x="2267004" y="40208"/>
                  <a:pt x="2270489" y="42825"/>
                  <a:pt x="2272802" y="46064"/>
                </a:cubicBezTo>
                <a:cubicBezTo>
                  <a:pt x="2275115" y="49302"/>
                  <a:pt x="2276735" y="53148"/>
                  <a:pt x="2277660" y="57601"/>
                </a:cubicBezTo>
                <a:cubicBezTo>
                  <a:pt x="2278238" y="60493"/>
                  <a:pt x="2278527" y="65553"/>
                  <a:pt x="2278527" y="72782"/>
                </a:cubicBezTo>
                <a:lnTo>
                  <a:pt x="2278527" y="129429"/>
                </a:lnTo>
                <a:lnTo>
                  <a:pt x="2262913" y="129429"/>
                </a:lnTo>
                <a:lnTo>
                  <a:pt x="2262913" y="73330"/>
                </a:lnTo>
                <a:cubicBezTo>
                  <a:pt x="2262913" y="66961"/>
                  <a:pt x="2262305" y="62199"/>
                  <a:pt x="2261091" y="59043"/>
                </a:cubicBezTo>
                <a:cubicBezTo>
                  <a:pt x="2259876" y="55888"/>
                  <a:pt x="2257722" y="53370"/>
                  <a:pt x="2254628" y="51488"/>
                </a:cubicBezTo>
                <a:cubicBezTo>
                  <a:pt x="2251534" y="49607"/>
                  <a:pt x="2247905" y="48666"/>
                  <a:pt x="2243741" y="48666"/>
                </a:cubicBezTo>
                <a:cubicBezTo>
                  <a:pt x="2237090" y="48666"/>
                  <a:pt x="2231350" y="50780"/>
                  <a:pt x="2226521" y="55007"/>
                </a:cubicBezTo>
                <a:cubicBezTo>
                  <a:pt x="2221692" y="59232"/>
                  <a:pt x="2219278" y="67250"/>
                  <a:pt x="2219278" y="79061"/>
                </a:cubicBezTo>
                <a:lnTo>
                  <a:pt x="2219278" y="129429"/>
                </a:lnTo>
                <a:lnTo>
                  <a:pt x="2203663" y="129429"/>
                </a:lnTo>
                <a:close/>
                <a:moveTo>
                  <a:pt x="2306300" y="129429"/>
                </a:moveTo>
                <a:lnTo>
                  <a:pt x="2306300" y="49447"/>
                </a:lnTo>
                <a:lnTo>
                  <a:pt x="2292507" y="49447"/>
                </a:lnTo>
                <a:lnTo>
                  <a:pt x="2292507" y="37302"/>
                </a:lnTo>
                <a:lnTo>
                  <a:pt x="2306300" y="37302"/>
                </a:lnTo>
                <a:lnTo>
                  <a:pt x="2306300" y="27521"/>
                </a:lnTo>
                <a:cubicBezTo>
                  <a:pt x="2306300" y="21347"/>
                  <a:pt x="2306849" y="16761"/>
                  <a:pt x="2307948" y="13761"/>
                </a:cubicBezTo>
                <a:cubicBezTo>
                  <a:pt x="2309452" y="9723"/>
                  <a:pt x="2312098" y="6449"/>
                  <a:pt x="2315886" y="3939"/>
                </a:cubicBezTo>
                <a:cubicBezTo>
                  <a:pt x="2319674" y="1429"/>
                  <a:pt x="2324980" y="173"/>
                  <a:pt x="2331804" y="173"/>
                </a:cubicBezTo>
                <a:cubicBezTo>
                  <a:pt x="2336199" y="173"/>
                  <a:pt x="2341057" y="694"/>
                  <a:pt x="2346378" y="1735"/>
                </a:cubicBezTo>
                <a:lnTo>
                  <a:pt x="2344036" y="15355"/>
                </a:lnTo>
                <a:cubicBezTo>
                  <a:pt x="2340797" y="14776"/>
                  <a:pt x="2337732" y="14487"/>
                  <a:pt x="2334840" y="14487"/>
                </a:cubicBezTo>
                <a:cubicBezTo>
                  <a:pt x="2330098" y="14487"/>
                  <a:pt x="2326744" y="15496"/>
                  <a:pt x="2324777" y="17512"/>
                </a:cubicBezTo>
                <a:cubicBezTo>
                  <a:pt x="2322811" y="19529"/>
                  <a:pt x="2321828" y="23303"/>
                  <a:pt x="2321828" y="28833"/>
                </a:cubicBezTo>
                <a:lnTo>
                  <a:pt x="2321828" y="37302"/>
                </a:lnTo>
                <a:lnTo>
                  <a:pt x="2339785" y="37302"/>
                </a:lnTo>
                <a:lnTo>
                  <a:pt x="2339785" y="49447"/>
                </a:lnTo>
                <a:lnTo>
                  <a:pt x="2321828" y="49447"/>
                </a:lnTo>
                <a:lnTo>
                  <a:pt x="2321828" y="129429"/>
                </a:lnTo>
                <a:lnTo>
                  <a:pt x="2306300" y="129429"/>
                </a:lnTo>
                <a:close/>
                <a:moveTo>
                  <a:pt x="2351734" y="129429"/>
                </a:moveTo>
                <a:lnTo>
                  <a:pt x="2351734" y="37302"/>
                </a:lnTo>
                <a:lnTo>
                  <a:pt x="2365787" y="37302"/>
                </a:lnTo>
                <a:lnTo>
                  <a:pt x="2365787" y="51182"/>
                </a:lnTo>
                <a:cubicBezTo>
                  <a:pt x="2369373" y="44683"/>
                  <a:pt x="2372684" y="40398"/>
                  <a:pt x="2375720" y="38327"/>
                </a:cubicBezTo>
                <a:cubicBezTo>
                  <a:pt x="2378756" y="36256"/>
                  <a:pt x="2382096" y="35220"/>
                  <a:pt x="2385740" y="35220"/>
                </a:cubicBezTo>
                <a:cubicBezTo>
                  <a:pt x="2391002" y="35220"/>
                  <a:pt x="2396352" y="36890"/>
                  <a:pt x="2401788" y="40230"/>
                </a:cubicBezTo>
                <a:lnTo>
                  <a:pt x="2396410" y="54652"/>
                </a:lnTo>
                <a:cubicBezTo>
                  <a:pt x="2392593" y="52396"/>
                  <a:pt x="2388776" y="51269"/>
                  <a:pt x="2384959" y="51269"/>
                </a:cubicBezTo>
                <a:cubicBezTo>
                  <a:pt x="2381547" y="51269"/>
                  <a:pt x="2378482" y="52297"/>
                  <a:pt x="2375764" y="54354"/>
                </a:cubicBezTo>
                <a:cubicBezTo>
                  <a:pt x="2373045" y="56408"/>
                  <a:pt x="2371108" y="59259"/>
                  <a:pt x="2369951" y="62906"/>
                </a:cubicBezTo>
                <a:cubicBezTo>
                  <a:pt x="2368216" y="68464"/>
                  <a:pt x="2367349" y="74543"/>
                  <a:pt x="2367349" y="81143"/>
                </a:cubicBezTo>
                <a:lnTo>
                  <a:pt x="2367349" y="129429"/>
                </a:lnTo>
                <a:lnTo>
                  <a:pt x="2351734" y="129429"/>
                </a:lnTo>
                <a:close/>
                <a:moveTo>
                  <a:pt x="2405257" y="83366"/>
                </a:moveTo>
                <a:cubicBezTo>
                  <a:pt x="2405257" y="66305"/>
                  <a:pt x="2409999" y="53669"/>
                  <a:pt x="2419483" y="45456"/>
                </a:cubicBezTo>
                <a:cubicBezTo>
                  <a:pt x="2427406" y="38632"/>
                  <a:pt x="2437065" y="35220"/>
                  <a:pt x="2448458" y="35220"/>
                </a:cubicBezTo>
                <a:cubicBezTo>
                  <a:pt x="2461123" y="35220"/>
                  <a:pt x="2471475" y="39370"/>
                  <a:pt x="2479514" y="47669"/>
                </a:cubicBezTo>
                <a:cubicBezTo>
                  <a:pt x="2487552" y="55967"/>
                  <a:pt x="2491572" y="67433"/>
                  <a:pt x="2491572" y="82064"/>
                </a:cubicBezTo>
                <a:cubicBezTo>
                  <a:pt x="2491572" y="93920"/>
                  <a:pt x="2489793" y="103246"/>
                  <a:pt x="2486237" y="110041"/>
                </a:cubicBezTo>
                <a:cubicBezTo>
                  <a:pt x="2482680" y="116836"/>
                  <a:pt x="2477504" y="122114"/>
                  <a:pt x="2470709" y="125873"/>
                </a:cubicBezTo>
                <a:cubicBezTo>
                  <a:pt x="2463913" y="129632"/>
                  <a:pt x="2456496" y="131511"/>
                  <a:pt x="2448458" y="131511"/>
                </a:cubicBezTo>
                <a:cubicBezTo>
                  <a:pt x="2435561" y="131511"/>
                  <a:pt x="2425137" y="127376"/>
                  <a:pt x="2417185" y="119106"/>
                </a:cubicBezTo>
                <a:cubicBezTo>
                  <a:pt x="2409233" y="110836"/>
                  <a:pt x="2405257" y="98923"/>
                  <a:pt x="2405257" y="83366"/>
                </a:cubicBezTo>
                <a:moveTo>
                  <a:pt x="2421305" y="83322"/>
                </a:moveTo>
                <a:cubicBezTo>
                  <a:pt x="2421305" y="95077"/>
                  <a:pt x="2423879" y="103878"/>
                  <a:pt x="2429026" y="109726"/>
                </a:cubicBezTo>
                <a:cubicBezTo>
                  <a:pt x="2434173" y="115575"/>
                  <a:pt x="2440650" y="118499"/>
                  <a:pt x="2448458" y="118499"/>
                </a:cubicBezTo>
                <a:cubicBezTo>
                  <a:pt x="2456207" y="118499"/>
                  <a:pt x="2462655" y="115560"/>
                  <a:pt x="2467803" y="109683"/>
                </a:cubicBezTo>
                <a:cubicBezTo>
                  <a:pt x="2472950" y="103806"/>
                  <a:pt x="2475523" y="94846"/>
                  <a:pt x="2475523" y="82805"/>
                </a:cubicBezTo>
                <a:cubicBezTo>
                  <a:pt x="2475523" y="71453"/>
                  <a:pt x="2472935" y="62853"/>
                  <a:pt x="2467759" y="57005"/>
                </a:cubicBezTo>
                <a:cubicBezTo>
                  <a:pt x="2462583" y="51157"/>
                  <a:pt x="2456149" y="48232"/>
                  <a:pt x="2448458" y="48232"/>
                </a:cubicBezTo>
                <a:cubicBezTo>
                  <a:pt x="2440650" y="48232"/>
                  <a:pt x="2434173" y="51142"/>
                  <a:pt x="2429026" y="56961"/>
                </a:cubicBezTo>
                <a:cubicBezTo>
                  <a:pt x="2423879" y="62781"/>
                  <a:pt x="2421305" y="71568"/>
                  <a:pt x="2421305" y="83322"/>
                </a:cubicBezTo>
                <a:close/>
                <a:moveTo>
                  <a:pt x="2509649" y="129429"/>
                </a:moveTo>
                <a:lnTo>
                  <a:pt x="2509649" y="37302"/>
                </a:lnTo>
                <a:lnTo>
                  <a:pt x="2523702" y="37302"/>
                </a:lnTo>
                <a:lnTo>
                  <a:pt x="2523702" y="50314"/>
                </a:lnTo>
                <a:cubicBezTo>
                  <a:pt x="2530468" y="40251"/>
                  <a:pt x="2540242" y="35220"/>
                  <a:pt x="2553023" y="35220"/>
                </a:cubicBezTo>
                <a:cubicBezTo>
                  <a:pt x="2558575" y="35220"/>
                  <a:pt x="2563679" y="36218"/>
                  <a:pt x="2568334" y="38213"/>
                </a:cubicBezTo>
                <a:cubicBezTo>
                  <a:pt x="2572990" y="40208"/>
                  <a:pt x="2576474" y="42825"/>
                  <a:pt x="2578788" y="46064"/>
                </a:cubicBezTo>
                <a:cubicBezTo>
                  <a:pt x="2581101" y="49302"/>
                  <a:pt x="2582720" y="53148"/>
                  <a:pt x="2583646" y="57601"/>
                </a:cubicBezTo>
                <a:cubicBezTo>
                  <a:pt x="2584224" y="60493"/>
                  <a:pt x="2584513" y="65553"/>
                  <a:pt x="2584513" y="72782"/>
                </a:cubicBezTo>
                <a:lnTo>
                  <a:pt x="2584513" y="129429"/>
                </a:lnTo>
                <a:lnTo>
                  <a:pt x="2568898" y="129429"/>
                </a:lnTo>
                <a:lnTo>
                  <a:pt x="2568898" y="73330"/>
                </a:lnTo>
                <a:cubicBezTo>
                  <a:pt x="2568898" y="66961"/>
                  <a:pt x="2568291" y="62199"/>
                  <a:pt x="2567077" y="59043"/>
                </a:cubicBezTo>
                <a:cubicBezTo>
                  <a:pt x="2565862" y="55888"/>
                  <a:pt x="2563708" y="53370"/>
                  <a:pt x="2560614" y="51488"/>
                </a:cubicBezTo>
                <a:cubicBezTo>
                  <a:pt x="2557520" y="49607"/>
                  <a:pt x="2553891" y="48666"/>
                  <a:pt x="2549727" y="48666"/>
                </a:cubicBezTo>
                <a:cubicBezTo>
                  <a:pt x="2543076" y="48666"/>
                  <a:pt x="2537336" y="50780"/>
                  <a:pt x="2532507" y="55007"/>
                </a:cubicBezTo>
                <a:cubicBezTo>
                  <a:pt x="2527678" y="59232"/>
                  <a:pt x="2525264" y="67250"/>
                  <a:pt x="2525264" y="79061"/>
                </a:cubicBezTo>
                <a:lnTo>
                  <a:pt x="2525264" y="129429"/>
                </a:lnTo>
                <a:lnTo>
                  <a:pt x="2509649" y="129429"/>
                </a:lnTo>
                <a:close/>
                <a:moveTo>
                  <a:pt x="2642648" y="115636"/>
                </a:moveTo>
                <a:lnTo>
                  <a:pt x="2644903" y="129429"/>
                </a:lnTo>
                <a:cubicBezTo>
                  <a:pt x="2640508" y="130239"/>
                  <a:pt x="2636575" y="130644"/>
                  <a:pt x="2633105" y="130644"/>
                </a:cubicBezTo>
                <a:cubicBezTo>
                  <a:pt x="2627438" y="130644"/>
                  <a:pt x="2623043" y="129747"/>
                  <a:pt x="2619920" y="127955"/>
                </a:cubicBezTo>
                <a:cubicBezTo>
                  <a:pt x="2616797" y="126162"/>
                  <a:pt x="2614599" y="123805"/>
                  <a:pt x="2613327" y="120885"/>
                </a:cubicBezTo>
                <a:cubicBezTo>
                  <a:pt x="2612054" y="117964"/>
                  <a:pt x="2611418" y="111819"/>
                  <a:pt x="2611418" y="102450"/>
                </a:cubicBezTo>
                <a:lnTo>
                  <a:pt x="2611418" y="49447"/>
                </a:lnTo>
                <a:lnTo>
                  <a:pt x="2599967" y="49447"/>
                </a:lnTo>
                <a:lnTo>
                  <a:pt x="2599967" y="37302"/>
                </a:lnTo>
                <a:lnTo>
                  <a:pt x="2611418" y="37302"/>
                </a:lnTo>
                <a:lnTo>
                  <a:pt x="2611418" y="14425"/>
                </a:lnTo>
                <a:lnTo>
                  <a:pt x="2626946" y="5031"/>
                </a:lnTo>
                <a:lnTo>
                  <a:pt x="2626946" y="37302"/>
                </a:lnTo>
                <a:lnTo>
                  <a:pt x="2642648" y="37302"/>
                </a:lnTo>
                <a:lnTo>
                  <a:pt x="2642648" y="49447"/>
                </a:lnTo>
                <a:lnTo>
                  <a:pt x="2626946" y="49447"/>
                </a:lnTo>
                <a:lnTo>
                  <a:pt x="2626946" y="103318"/>
                </a:lnTo>
                <a:cubicBezTo>
                  <a:pt x="2626946" y="107771"/>
                  <a:pt x="2627221" y="110634"/>
                  <a:pt x="2627770" y="111906"/>
                </a:cubicBezTo>
                <a:cubicBezTo>
                  <a:pt x="2628320" y="113178"/>
                  <a:pt x="2629216" y="114190"/>
                  <a:pt x="2630460" y="114942"/>
                </a:cubicBezTo>
                <a:cubicBezTo>
                  <a:pt x="2631703" y="115694"/>
                  <a:pt x="2633481" y="116070"/>
                  <a:pt x="2635795" y="116070"/>
                </a:cubicBezTo>
                <a:cubicBezTo>
                  <a:pt x="2637530" y="116070"/>
                  <a:pt x="2639814" y="115925"/>
                  <a:pt x="2642648" y="115636"/>
                </a:cubicBezTo>
                <a:close/>
                <a:moveTo>
                  <a:pt x="2657980" y="20299"/>
                </a:moveTo>
                <a:lnTo>
                  <a:pt x="2657980" y="2255"/>
                </a:lnTo>
                <a:lnTo>
                  <a:pt x="2673595" y="2255"/>
                </a:lnTo>
                <a:lnTo>
                  <a:pt x="2673595" y="20299"/>
                </a:lnTo>
                <a:lnTo>
                  <a:pt x="2657980" y="20299"/>
                </a:lnTo>
                <a:moveTo>
                  <a:pt x="2657980" y="129429"/>
                </a:moveTo>
                <a:lnTo>
                  <a:pt x="2657980" y="37302"/>
                </a:lnTo>
                <a:lnTo>
                  <a:pt x="2673595" y="37302"/>
                </a:lnTo>
                <a:lnTo>
                  <a:pt x="2673595" y="129429"/>
                </a:lnTo>
                <a:lnTo>
                  <a:pt x="2657980" y="129429"/>
                </a:lnTo>
                <a:close/>
                <a:moveTo>
                  <a:pt x="2697334" y="129429"/>
                </a:moveTo>
                <a:lnTo>
                  <a:pt x="2697334" y="37302"/>
                </a:lnTo>
                <a:lnTo>
                  <a:pt x="2711387" y="37302"/>
                </a:lnTo>
                <a:lnTo>
                  <a:pt x="2711387" y="50314"/>
                </a:lnTo>
                <a:cubicBezTo>
                  <a:pt x="2718154" y="40251"/>
                  <a:pt x="2727927" y="35220"/>
                  <a:pt x="2740708" y="35220"/>
                </a:cubicBezTo>
                <a:cubicBezTo>
                  <a:pt x="2746260" y="35220"/>
                  <a:pt x="2751364" y="36218"/>
                  <a:pt x="2756020" y="38213"/>
                </a:cubicBezTo>
                <a:cubicBezTo>
                  <a:pt x="2760675" y="40208"/>
                  <a:pt x="2764160" y="42825"/>
                  <a:pt x="2766473" y="46064"/>
                </a:cubicBezTo>
                <a:cubicBezTo>
                  <a:pt x="2768786" y="49302"/>
                  <a:pt x="2770405" y="53148"/>
                  <a:pt x="2771331" y="57601"/>
                </a:cubicBezTo>
                <a:cubicBezTo>
                  <a:pt x="2771909" y="60493"/>
                  <a:pt x="2772198" y="65553"/>
                  <a:pt x="2772198" y="72782"/>
                </a:cubicBezTo>
                <a:lnTo>
                  <a:pt x="2772198" y="129429"/>
                </a:lnTo>
                <a:lnTo>
                  <a:pt x="2756583" y="129429"/>
                </a:lnTo>
                <a:lnTo>
                  <a:pt x="2756583" y="73330"/>
                </a:lnTo>
                <a:cubicBezTo>
                  <a:pt x="2756583" y="66961"/>
                  <a:pt x="2755976" y="62199"/>
                  <a:pt x="2754762" y="59043"/>
                </a:cubicBezTo>
                <a:cubicBezTo>
                  <a:pt x="2753547" y="55888"/>
                  <a:pt x="2751393" y="53370"/>
                  <a:pt x="2748299" y="51488"/>
                </a:cubicBezTo>
                <a:cubicBezTo>
                  <a:pt x="2745205" y="49607"/>
                  <a:pt x="2741576" y="48666"/>
                  <a:pt x="2737412" y="48666"/>
                </a:cubicBezTo>
                <a:cubicBezTo>
                  <a:pt x="2730761" y="48666"/>
                  <a:pt x="2725021" y="50780"/>
                  <a:pt x="2720192" y="55007"/>
                </a:cubicBezTo>
                <a:cubicBezTo>
                  <a:pt x="2715363" y="59232"/>
                  <a:pt x="2712949" y="67250"/>
                  <a:pt x="2712949" y="79061"/>
                </a:cubicBezTo>
                <a:lnTo>
                  <a:pt x="2712949" y="129429"/>
                </a:lnTo>
                <a:lnTo>
                  <a:pt x="2697334" y="129429"/>
                </a:lnTo>
                <a:close/>
                <a:moveTo>
                  <a:pt x="2793083" y="137063"/>
                </a:moveTo>
                <a:lnTo>
                  <a:pt x="2808264" y="139319"/>
                </a:lnTo>
                <a:cubicBezTo>
                  <a:pt x="2808900" y="144003"/>
                  <a:pt x="2810664" y="147415"/>
                  <a:pt x="2813555" y="149555"/>
                </a:cubicBezTo>
                <a:cubicBezTo>
                  <a:pt x="2817430" y="152447"/>
                  <a:pt x="2822722" y="153893"/>
                  <a:pt x="2829431" y="153893"/>
                </a:cubicBezTo>
                <a:cubicBezTo>
                  <a:pt x="2836660" y="153893"/>
                  <a:pt x="2842240" y="152443"/>
                  <a:pt x="2846173" y="149544"/>
                </a:cubicBezTo>
                <a:cubicBezTo>
                  <a:pt x="2850106" y="146647"/>
                  <a:pt x="2852766" y="142590"/>
                  <a:pt x="2854154" y="137372"/>
                </a:cubicBezTo>
                <a:cubicBezTo>
                  <a:pt x="2854964" y="134186"/>
                  <a:pt x="2855340" y="127492"/>
                  <a:pt x="2855282" y="117290"/>
                </a:cubicBezTo>
                <a:cubicBezTo>
                  <a:pt x="2848457" y="125383"/>
                  <a:pt x="2839956" y="129429"/>
                  <a:pt x="2829778" y="129429"/>
                </a:cubicBezTo>
                <a:cubicBezTo>
                  <a:pt x="2817112" y="129429"/>
                  <a:pt x="2807310" y="124861"/>
                  <a:pt x="2800370" y="115723"/>
                </a:cubicBezTo>
                <a:cubicBezTo>
                  <a:pt x="2793430" y="106585"/>
                  <a:pt x="2789960" y="95626"/>
                  <a:pt x="2789960" y="82845"/>
                </a:cubicBezTo>
                <a:cubicBezTo>
                  <a:pt x="2789960" y="74055"/>
                  <a:pt x="2791550" y="65944"/>
                  <a:pt x="2794731" y="58512"/>
                </a:cubicBezTo>
                <a:cubicBezTo>
                  <a:pt x="2797912" y="51081"/>
                  <a:pt x="2802524" y="45341"/>
                  <a:pt x="2808567" y="41292"/>
                </a:cubicBezTo>
                <a:cubicBezTo>
                  <a:pt x="2814611" y="37244"/>
                  <a:pt x="2821710" y="35220"/>
                  <a:pt x="2829864" y="35220"/>
                </a:cubicBezTo>
                <a:cubicBezTo>
                  <a:pt x="2840737" y="35220"/>
                  <a:pt x="2849701" y="39644"/>
                  <a:pt x="2856756" y="48493"/>
                </a:cubicBezTo>
                <a:lnTo>
                  <a:pt x="2856756" y="37302"/>
                </a:lnTo>
                <a:lnTo>
                  <a:pt x="2871157" y="37302"/>
                </a:lnTo>
                <a:lnTo>
                  <a:pt x="2871157" y="116992"/>
                </a:lnTo>
                <a:cubicBezTo>
                  <a:pt x="2871157" y="131343"/>
                  <a:pt x="2869696" y="141514"/>
                  <a:pt x="2866776" y="147503"/>
                </a:cubicBezTo>
                <a:cubicBezTo>
                  <a:pt x="2863855" y="153492"/>
                  <a:pt x="2859229" y="158223"/>
                  <a:pt x="2852896" y="161694"/>
                </a:cubicBezTo>
                <a:cubicBezTo>
                  <a:pt x="2846563" y="165168"/>
                  <a:pt x="2838770" y="166905"/>
                  <a:pt x="2829517" y="166905"/>
                </a:cubicBezTo>
                <a:cubicBezTo>
                  <a:pt x="2818529" y="166905"/>
                  <a:pt x="2809652" y="164425"/>
                  <a:pt x="2802885" y="159466"/>
                </a:cubicBezTo>
                <a:cubicBezTo>
                  <a:pt x="2796119" y="154507"/>
                  <a:pt x="2792851" y="147039"/>
                  <a:pt x="2793083" y="137063"/>
                </a:cubicBezTo>
                <a:moveTo>
                  <a:pt x="2806008" y="81720"/>
                </a:moveTo>
                <a:cubicBezTo>
                  <a:pt x="2806008" y="93776"/>
                  <a:pt x="2808408" y="102573"/>
                  <a:pt x="2813208" y="108111"/>
                </a:cubicBezTo>
                <a:cubicBezTo>
                  <a:pt x="2818009" y="113648"/>
                  <a:pt x="2824023" y="116417"/>
                  <a:pt x="2831252" y="116417"/>
                </a:cubicBezTo>
                <a:cubicBezTo>
                  <a:pt x="2838423" y="116417"/>
                  <a:pt x="2844438" y="113663"/>
                  <a:pt x="2849296" y="108154"/>
                </a:cubicBezTo>
                <a:cubicBezTo>
                  <a:pt x="2854154" y="102646"/>
                  <a:pt x="2856583" y="94007"/>
                  <a:pt x="2856583" y="82238"/>
                </a:cubicBezTo>
                <a:cubicBezTo>
                  <a:pt x="2856583" y="70989"/>
                  <a:pt x="2854082" y="62510"/>
                  <a:pt x="2849079" y="56799"/>
                </a:cubicBezTo>
                <a:cubicBezTo>
                  <a:pt x="2844077" y="51088"/>
                  <a:pt x="2838048" y="48232"/>
                  <a:pt x="2830992" y="48232"/>
                </a:cubicBezTo>
                <a:cubicBezTo>
                  <a:pt x="2824052" y="48232"/>
                  <a:pt x="2818153" y="51044"/>
                  <a:pt x="2813295" y="56669"/>
                </a:cubicBezTo>
                <a:cubicBezTo>
                  <a:pt x="2808437" y="62293"/>
                  <a:pt x="2806008" y="70643"/>
                  <a:pt x="2806008" y="81720"/>
                </a:cubicBezTo>
                <a:close/>
                <a:moveTo>
                  <a:pt x="2978282" y="115636"/>
                </a:moveTo>
                <a:lnTo>
                  <a:pt x="2980537" y="129429"/>
                </a:lnTo>
                <a:cubicBezTo>
                  <a:pt x="2976142" y="130239"/>
                  <a:pt x="2972210" y="130644"/>
                  <a:pt x="2968740" y="130644"/>
                </a:cubicBezTo>
                <a:cubicBezTo>
                  <a:pt x="2963072" y="130644"/>
                  <a:pt x="2958677" y="129747"/>
                  <a:pt x="2955554" y="127955"/>
                </a:cubicBezTo>
                <a:cubicBezTo>
                  <a:pt x="2952431" y="126162"/>
                  <a:pt x="2950233" y="123805"/>
                  <a:pt x="2948961" y="120885"/>
                </a:cubicBezTo>
                <a:cubicBezTo>
                  <a:pt x="2947689" y="117964"/>
                  <a:pt x="2947052" y="111819"/>
                  <a:pt x="2947052" y="102450"/>
                </a:cubicBezTo>
                <a:lnTo>
                  <a:pt x="2947052" y="49447"/>
                </a:lnTo>
                <a:lnTo>
                  <a:pt x="2935602" y="49447"/>
                </a:lnTo>
                <a:lnTo>
                  <a:pt x="2935602" y="37302"/>
                </a:lnTo>
                <a:lnTo>
                  <a:pt x="2947052" y="37302"/>
                </a:lnTo>
                <a:lnTo>
                  <a:pt x="2947052" y="14425"/>
                </a:lnTo>
                <a:lnTo>
                  <a:pt x="2962580" y="5031"/>
                </a:lnTo>
                <a:lnTo>
                  <a:pt x="2962580" y="37302"/>
                </a:lnTo>
                <a:lnTo>
                  <a:pt x="2978282" y="37302"/>
                </a:lnTo>
                <a:lnTo>
                  <a:pt x="2978282" y="49447"/>
                </a:lnTo>
                <a:lnTo>
                  <a:pt x="2962580" y="49447"/>
                </a:lnTo>
                <a:lnTo>
                  <a:pt x="2962580" y="103318"/>
                </a:lnTo>
                <a:cubicBezTo>
                  <a:pt x="2962580" y="107771"/>
                  <a:pt x="2962855" y="110634"/>
                  <a:pt x="2963405" y="111906"/>
                </a:cubicBezTo>
                <a:cubicBezTo>
                  <a:pt x="2963954" y="113178"/>
                  <a:pt x="2964850" y="114190"/>
                  <a:pt x="2966094" y="114942"/>
                </a:cubicBezTo>
                <a:cubicBezTo>
                  <a:pt x="2967337" y="115694"/>
                  <a:pt x="2969116" y="116070"/>
                  <a:pt x="2971429" y="116070"/>
                </a:cubicBezTo>
                <a:cubicBezTo>
                  <a:pt x="2973164" y="116070"/>
                  <a:pt x="2975448" y="115925"/>
                  <a:pt x="2978282" y="115636"/>
                </a:cubicBezTo>
                <a:close/>
                <a:moveTo>
                  <a:pt x="2993528" y="129429"/>
                </a:moveTo>
                <a:lnTo>
                  <a:pt x="2993528" y="2255"/>
                </a:lnTo>
                <a:lnTo>
                  <a:pt x="3009142" y="2255"/>
                </a:lnTo>
                <a:lnTo>
                  <a:pt x="3009142" y="47885"/>
                </a:lnTo>
                <a:cubicBezTo>
                  <a:pt x="3016429" y="39442"/>
                  <a:pt x="3025625" y="35220"/>
                  <a:pt x="3036729" y="35220"/>
                </a:cubicBezTo>
                <a:cubicBezTo>
                  <a:pt x="3043553" y="35220"/>
                  <a:pt x="3049481" y="36565"/>
                  <a:pt x="3054512" y="39254"/>
                </a:cubicBezTo>
                <a:cubicBezTo>
                  <a:pt x="3059543" y="41943"/>
                  <a:pt x="3063144" y="45659"/>
                  <a:pt x="3065312" y="50401"/>
                </a:cubicBezTo>
                <a:cubicBezTo>
                  <a:pt x="3067481" y="55143"/>
                  <a:pt x="3068565" y="62025"/>
                  <a:pt x="3068565" y="71047"/>
                </a:cubicBezTo>
                <a:lnTo>
                  <a:pt x="3068565" y="129429"/>
                </a:lnTo>
                <a:lnTo>
                  <a:pt x="3052951" y="129429"/>
                </a:lnTo>
                <a:lnTo>
                  <a:pt x="3052951" y="71047"/>
                </a:lnTo>
                <a:cubicBezTo>
                  <a:pt x="3052951" y="63240"/>
                  <a:pt x="3051259" y="57558"/>
                  <a:pt x="3047876" y="54001"/>
                </a:cubicBezTo>
                <a:cubicBezTo>
                  <a:pt x="3044493" y="50444"/>
                  <a:pt x="3039707" y="48666"/>
                  <a:pt x="3033519" y="48666"/>
                </a:cubicBezTo>
                <a:cubicBezTo>
                  <a:pt x="3028892" y="48666"/>
                  <a:pt x="3024540" y="49866"/>
                  <a:pt x="3020463" y="52266"/>
                </a:cubicBezTo>
                <a:cubicBezTo>
                  <a:pt x="3016386" y="54666"/>
                  <a:pt x="3013480" y="57919"/>
                  <a:pt x="3011745" y="62025"/>
                </a:cubicBezTo>
                <a:cubicBezTo>
                  <a:pt x="3010010" y="66132"/>
                  <a:pt x="3009142" y="71799"/>
                  <a:pt x="3009142" y="79028"/>
                </a:cubicBezTo>
                <a:lnTo>
                  <a:pt x="3009142" y="129429"/>
                </a:lnTo>
                <a:lnTo>
                  <a:pt x="2993528" y="129429"/>
                </a:lnTo>
                <a:close/>
                <a:moveTo>
                  <a:pt x="3155374" y="99761"/>
                </a:moveTo>
                <a:lnTo>
                  <a:pt x="3171509" y="101756"/>
                </a:lnTo>
                <a:cubicBezTo>
                  <a:pt x="3168964" y="111183"/>
                  <a:pt x="3164251" y="118499"/>
                  <a:pt x="3157369" y="123704"/>
                </a:cubicBezTo>
                <a:cubicBezTo>
                  <a:pt x="3150487" y="128909"/>
                  <a:pt x="3141696" y="131511"/>
                  <a:pt x="3130997" y="131511"/>
                </a:cubicBezTo>
                <a:cubicBezTo>
                  <a:pt x="3117522" y="131511"/>
                  <a:pt x="3106838" y="127362"/>
                  <a:pt x="3098944" y="119063"/>
                </a:cubicBezTo>
                <a:cubicBezTo>
                  <a:pt x="3091049" y="110764"/>
                  <a:pt x="3087102" y="99125"/>
                  <a:pt x="3087102" y="84146"/>
                </a:cubicBezTo>
                <a:cubicBezTo>
                  <a:pt x="3087102" y="68647"/>
                  <a:pt x="3091093" y="56618"/>
                  <a:pt x="3099074" y="48059"/>
                </a:cubicBezTo>
                <a:cubicBezTo>
                  <a:pt x="3107055" y="39500"/>
                  <a:pt x="3117407" y="35220"/>
                  <a:pt x="3130130" y="35220"/>
                </a:cubicBezTo>
                <a:cubicBezTo>
                  <a:pt x="3142448" y="35220"/>
                  <a:pt x="3152511" y="39407"/>
                  <a:pt x="3160318" y="47780"/>
                </a:cubicBezTo>
                <a:cubicBezTo>
                  <a:pt x="3168126" y="56151"/>
                  <a:pt x="3172030" y="67929"/>
                  <a:pt x="3172030" y="83114"/>
                </a:cubicBezTo>
                <a:cubicBezTo>
                  <a:pt x="3172030" y="84037"/>
                  <a:pt x="3172001" y="85422"/>
                  <a:pt x="3171943" y="87269"/>
                </a:cubicBezTo>
                <a:lnTo>
                  <a:pt x="3103238" y="87269"/>
                </a:lnTo>
                <a:cubicBezTo>
                  <a:pt x="3103816" y="97361"/>
                  <a:pt x="3106679" y="105089"/>
                  <a:pt x="3111826" y="110453"/>
                </a:cubicBezTo>
                <a:cubicBezTo>
                  <a:pt x="3116973" y="115817"/>
                  <a:pt x="3123392" y="118499"/>
                  <a:pt x="3131084" y="118499"/>
                </a:cubicBezTo>
                <a:cubicBezTo>
                  <a:pt x="3136810" y="118499"/>
                  <a:pt x="3141696" y="117010"/>
                  <a:pt x="3145745" y="114031"/>
                </a:cubicBezTo>
                <a:cubicBezTo>
                  <a:pt x="3149793" y="111051"/>
                  <a:pt x="3153003" y="106294"/>
                  <a:pt x="3155374" y="99761"/>
                </a:cubicBezTo>
                <a:moveTo>
                  <a:pt x="3104105" y="74257"/>
                </a:moveTo>
                <a:lnTo>
                  <a:pt x="3155547" y="74257"/>
                </a:lnTo>
                <a:cubicBezTo>
                  <a:pt x="3154853" y="66634"/>
                  <a:pt x="3152887" y="60917"/>
                  <a:pt x="3149648" y="57105"/>
                </a:cubicBezTo>
                <a:cubicBezTo>
                  <a:pt x="3144675" y="51190"/>
                  <a:pt x="3138226" y="48232"/>
                  <a:pt x="3130303" y="48232"/>
                </a:cubicBezTo>
                <a:cubicBezTo>
                  <a:pt x="3123132" y="48232"/>
                  <a:pt x="3117103" y="50594"/>
                  <a:pt x="3112216" y="55316"/>
                </a:cubicBezTo>
                <a:cubicBezTo>
                  <a:pt x="3107329" y="60037"/>
                  <a:pt x="3104626" y="66350"/>
                  <a:pt x="3104105" y="74257"/>
                </a:cubicBezTo>
                <a:close/>
                <a:moveTo>
                  <a:pt x="3303282" y="99761"/>
                </a:moveTo>
                <a:lnTo>
                  <a:pt x="3319417" y="101756"/>
                </a:lnTo>
                <a:cubicBezTo>
                  <a:pt x="3316873" y="111183"/>
                  <a:pt x="3312159" y="118499"/>
                  <a:pt x="3305277" y="123704"/>
                </a:cubicBezTo>
                <a:cubicBezTo>
                  <a:pt x="3298395" y="128909"/>
                  <a:pt x="3289605" y="131511"/>
                  <a:pt x="3278906" y="131511"/>
                </a:cubicBezTo>
                <a:cubicBezTo>
                  <a:pt x="3265431" y="131511"/>
                  <a:pt x="3254746" y="127362"/>
                  <a:pt x="3246852" y="119063"/>
                </a:cubicBezTo>
                <a:cubicBezTo>
                  <a:pt x="3238958" y="110764"/>
                  <a:pt x="3235011" y="99125"/>
                  <a:pt x="3235011" y="84146"/>
                </a:cubicBezTo>
                <a:cubicBezTo>
                  <a:pt x="3235011" y="68647"/>
                  <a:pt x="3239001" y="56618"/>
                  <a:pt x="3246982" y="48059"/>
                </a:cubicBezTo>
                <a:cubicBezTo>
                  <a:pt x="3254963" y="39500"/>
                  <a:pt x="3265315" y="35220"/>
                  <a:pt x="3278038" y="35220"/>
                </a:cubicBezTo>
                <a:cubicBezTo>
                  <a:pt x="3290356" y="35220"/>
                  <a:pt x="3300419" y="39407"/>
                  <a:pt x="3308227" y="47780"/>
                </a:cubicBezTo>
                <a:cubicBezTo>
                  <a:pt x="3316034" y="56151"/>
                  <a:pt x="3319938" y="67929"/>
                  <a:pt x="3319938" y="83114"/>
                </a:cubicBezTo>
                <a:cubicBezTo>
                  <a:pt x="3319938" y="84037"/>
                  <a:pt x="3319909" y="85422"/>
                  <a:pt x="3319851" y="87269"/>
                </a:cubicBezTo>
                <a:lnTo>
                  <a:pt x="3251146" y="87269"/>
                </a:lnTo>
                <a:cubicBezTo>
                  <a:pt x="3251724" y="97361"/>
                  <a:pt x="3254587" y="105089"/>
                  <a:pt x="3259734" y="110453"/>
                </a:cubicBezTo>
                <a:cubicBezTo>
                  <a:pt x="3264881" y="115817"/>
                  <a:pt x="3271301" y="118499"/>
                  <a:pt x="3278992" y="118499"/>
                </a:cubicBezTo>
                <a:cubicBezTo>
                  <a:pt x="3284718" y="118499"/>
                  <a:pt x="3289605" y="117010"/>
                  <a:pt x="3293653" y="114031"/>
                </a:cubicBezTo>
                <a:cubicBezTo>
                  <a:pt x="3297701" y="111051"/>
                  <a:pt x="3300911" y="106294"/>
                  <a:pt x="3303282" y="99761"/>
                </a:cubicBezTo>
                <a:moveTo>
                  <a:pt x="3252013" y="74257"/>
                </a:moveTo>
                <a:lnTo>
                  <a:pt x="3303455" y="74257"/>
                </a:lnTo>
                <a:cubicBezTo>
                  <a:pt x="3302761" y="66634"/>
                  <a:pt x="3300795" y="60917"/>
                  <a:pt x="3297557" y="57105"/>
                </a:cubicBezTo>
                <a:cubicBezTo>
                  <a:pt x="3292583" y="51190"/>
                  <a:pt x="3286135" y="48232"/>
                  <a:pt x="3278212" y="48232"/>
                </a:cubicBezTo>
                <a:cubicBezTo>
                  <a:pt x="3271040" y="48232"/>
                  <a:pt x="3265011" y="50594"/>
                  <a:pt x="3260124" y="55316"/>
                </a:cubicBezTo>
                <a:cubicBezTo>
                  <a:pt x="3255238" y="60037"/>
                  <a:pt x="3252534" y="66350"/>
                  <a:pt x="3252013" y="74257"/>
                </a:cubicBezTo>
                <a:close/>
                <a:moveTo>
                  <a:pt x="3339122" y="129429"/>
                </a:moveTo>
                <a:lnTo>
                  <a:pt x="3339122" y="37302"/>
                </a:lnTo>
                <a:lnTo>
                  <a:pt x="3353088" y="37302"/>
                </a:lnTo>
                <a:lnTo>
                  <a:pt x="3353088" y="50141"/>
                </a:lnTo>
                <a:cubicBezTo>
                  <a:pt x="3355980" y="45655"/>
                  <a:pt x="3359826" y="42047"/>
                  <a:pt x="3364626" y="39316"/>
                </a:cubicBezTo>
                <a:cubicBezTo>
                  <a:pt x="3369426" y="36585"/>
                  <a:pt x="3374891" y="35220"/>
                  <a:pt x="3381022" y="35220"/>
                </a:cubicBezTo>
                <a:cubicBezTo>
                  <a:pt x="3387846" y="35220"/>
                  <a:pt x="3393441" y="36630"/>
                  <a:pt x="3397808" y="39449"/>
                </a:cubicBezTo>
                <a:cubicBezTo>
                  <a:pt x="3402174" y="42267"/>
                  <a:pt x="3405253" y="46206"/>
                  <a:pt x="3407046" y="51269"/>
                </a:cubicBezTo>
                <a:cubicBezTo>
                  <a:pt x="3414333" y="40570"/>
                  <a:pt x="3423818" y="35220"/>
                  <a:pt x="3435500" y="35220"/>
                </a:cubicBezTo>
                <a:cubicBezTo>
                  <a:pt x="3444637" y="35220"/>
                  <a:pt x="3451664" y="37750"/>
                  <a:pt x="3456580" y="42811"/>
                </a:cubicBezTo>
                <a:cubicBezTo>
                  <a:pt x="3461496" y="47871"/>
                  <a:pt x="3463954" y="55664"/>
                  <a:pt x="3463954" y="66189"/>
                </a:cubicBezTo>
                <a:lnTo>
                  <a:pt x="3463954" y="129429"/>
                </a:lnTo>
                <a:lnTo>
                  <a:pt x="3448426" y="129429"/>
                </a:lnTo>
                <a:lnTo>
                  <a:pt x="3448426" y="71332"/>
                </a:lnTo>
                <a:cubicBezTo>
                  <a:pt x="3448426" y="65079"/>
                  <a:pt x="3447919" y="60578"/>
                  <a:pt x="3446907" y="57829"/>
                </a:cubicBezTo>
                <a:cubicBezTo>
                  <a:pt x="3445895" y="55078"/>
                  <a:pt x="3444059" y="52863"/>
                  <a:pt x="3441399" y="51185"/>
                </a:cubicBezTo>
                <a:cubicBezTo>
                  <a:pt x="3438739" y="49506"/>
                  <a:pt x="3435616" y="48666"/>
                  <a:pt x="3432030" y="48666"/>
                </a:cubicBezTo>
                <a:cubicBezTo>
                  <a:pt x="3425553" y="48666"/>
                  <a:pt x="3420174" y="50823"/>
                  <a:pt x="3415895" y="55137"/>
                </a:cubicBezTo>
                <a:cubicBezTo>
                  <a:pt x="3411615" y="59449"/>
                  <a:pt x="3409475" y="66353"/>
                  <a:pt x="3409475" y="75848"/>
                </a:cubicBezTo>
                <a:lnTo>
                  <a:pt x="3409475" y="129429"/>
                </a:lnTo>
                <a:lnTo>
                  <a:pt x="3393860" y="129429"/>
                </a:lnTo>
                <a:lnTo>
                  <a:pt x="3393860" y="69508"/>
                </a:lnTo>
                <a:cubicBezTo>
                  <a:pt x="3393860" y="62560"/>
                  <a:pt x="3392588" y="57350"/>
                  <a:pt x="3390044" y="53876"/>
                </a:cubicBezTo>
                <a:cubicBezTo>
                  <a:pt x="3387499" y="50403"/>
                  <a:pt x="3383335" y="48666"/>
                  <a:pt x="3377552" y="48666"/>
                </a:cubicBezTo>
                <a:cubicBezTo>
                  <a:pt x="3373156" y="48666"/>
                  <a:pt x="3369094" y="49825"/>
                  <a:pt x="3365363" y="52141"/>
                </a:cubicBezTo>
                <a:cubicBezTo>
                  <a:pt x="3361633" y="54457"/>
                  <a:pt x="3358930" y="57843"/>
                  <a:pt x="3357252" y="62302"/>
                </a:cubicBezTo>
                <a:cubicBezTo>
                  <a:pt x="3355575" y="66759"/>
                  <a:pt x="3354737" y="73184"/>
                  <a:pt x="3354737" y="81579"/>
                </a:cubicBezTo>
                <a:lnTo>
                  <a:pt x="3354737" y="129429"/>
                </a:lnTo>
                <a:lnTo>
                  <a:pt x="3339122" y="129429"/>
                </a:lnTo>
                <a:close/>
                <a:moveTo>
                  <a:pt x="3486903" y="164823"/>
                </a:moveTo>
                <a:lnTo>
                  <a:pt x="3486903" y="37302"/>
                </a:lnTo>
                <a:lnTo>
                  <a:pt x="3501130" y="37302"/>
                </a:lnTo>
                <a:lnTo>
                  <a:pt x="3501130" y="49187"/>
                </a:lnTo>
                <a:cubicBezTo>
                  <a:pt x="3504484" y="44531"/>
                  <a:pt x="3508272" y="41039"/>
                  <a:pt x="3512494" y="38712"/>
                </a:cubicBezTo>
                <a:cubicBezTo>
                  <a:pt x="3516716" y="36384"/>
                  <a:pt x="3521834" y="35220"/>
                  <a:pt x="3527848" y="35220"/>
                </a:cubicBezTo>
                <a:cubicBezTo>
                  <a:pt x="3535714" y="35220"/>
                  <a:pt x="3542654" y="37244"/>
                  <a:pt x="3548668" y="41292"/>
                </a:cubicBezTo>
                <a:cubicBezTo>
                  <a:pt x="3554683" y="45341"/>
                  <a:pt x="3559223" y="51052"/>
                  <a:pt x="3562288" y="58425"/>
                </a:cubicBezTo>
                <a:cubicBezTo>
                  <a:pt x="3565353" y="65799"/>
                  <a:pt x="3566885" y="73881"/>
                  <a:pt x="3566885" y="82672"/>
                </a:cubicBezTo>
                <a:cubicBezTo>
                  <a:pt x="3566885" y="92098"/>
                  <a:pt x="3565194" y="100585"/>
                  <a:pt x="3561811" y="108132"/>
                </a:cubicBezTo>
                <a:cubicBezTo>
                  <a:pt x="3558427" y="115680"/>
                  <a:pt x="3553512" y="121463"/>
                  <a:pt x="3547063" y="125482"/>
                </a:cubicBezTo>
                <a:cubicBezTo>
                  <a:pt x="3540615" y="129502"/>
                  <a:pt x="3533834" y="131511"/>
                  <a:pt x="3526721" y="131511"/>
                </a:cubicBezTo>
                <a:cubicBezTo>
                  <a:pt x="3521516" y="131511"/>
                  <a:pt x="3516846" y="130398"/>
                  <a:pt x="3512711" y="128171"/>
                </a:cubicBezTo>
                <a:cubicBezTo>
                  <a:pt x="3508576" y="125943"/>
                  <a:pt x="3505178" y="123129"/>
                  <a:pt x="3502518" y="119730"/>
                </a:cubicBezTo>
                <a:lnTo>
                  <a:pt x="3502518" y="164823"/>
                </a:lnTo>
                <a:lnTo>
                  <a:pt x="3486903" y="164823"/>
                </a:lnTo>
                <a:moveTo>
                  <a:pt x="3501043" y="83756"/>
                </a:moveTo>
                <a:cubicBezTo>
                  <a:pt x="3501043" y="95597"/>
                  <a:pt x="3503443" y="104348"/>
                  <a:pt x="3508243" y="110008"/>
                </a:cubicBezTo>
                <a:cubicBezTo>
                  <a:pt x="3513043" y="115669"/>
                  <a:pt x="3518855" y="118499"/>
                  <a:pt x="3525680" y="118499"/>
                </a:cubicBezTo>
                <a:cubicBezTo>
                  <a:pt x="3532620" y="118499"/>
                  <a:pt x="3538562" y="115568"/>
                  <a:pt x="3543507" y="109705"/>
                </a:cubicBezTo>
                <a:cubicBezTo>
                  <a:pt x="3548451" y="103842"/>
                  <a:pt x="3550924" y="94759"/>
                  <a:pt x="3550924" y="82455"/>
                </a:cubicBezTo>
                <a:cubicBezTo>
                  <a:pt x="3550924" y="70729"/>
                  <a:pt x="3548509" y="61950"/>
                  <a:pt x="3543680" y="56116"/>
                </a:cubicBezTo>
                <a:cubicBezTo>
                  <a:pt x="3538851" y="50282"/>
                  <a:pt x="3533082" y="47365"/>
                  <a:pt x="3526374" y="47365"/>
                </a:cubicBezTo>
                <a:cubicBezTo>
                  <a:pt x="3519723" y="47365"/>
                  <a:pt x="3513838" y="50470"/>
                  <a:pt x="3508720" y="56680"/>
                </a:cubicBezTo>
                <a:cubicBezTo>
                  <a:pt x="3503602" y="62889"/>
                  <a:pt x="3501043" y="71915"/>
                  <a:pt x="3501043" y="83756"/>
                </a:cubicBezTo>
                <a:close/>
                <a:moveTo>
                  <a:pt x="3585896" y="20299"/>
                </a:moveTo>
                <a:lnTo>
                  <a:pt x="3585896" y="2255"/>
                </a:lnTo>
                <a:lnTo>
                  <a:pt x="3601511" y="2255"/>
                </a:lnTo>
                <a:lnTo>
                  <a:pt x="3601511" y="20299"/>
                </a:lnTo>
                <a:lnTo>
                  <a:pt x="3585896" y="20299"/>
                </a:lnTo>
                <a:moveTo>
                  <a:pt x="3585896" y="129429"/>
                </a:moveTo>
                <a:lnTo>
                  <a:pt x="3585896" y="37302"/>
                </a:lnTo>
                <a:lnTo>
                  <a:pt x="3601511" y="37302"/>
                </a:lnTo>
                <a:lnTo>
                  <a:pt x="3601511" y="129429"/>
                </a:lnTo>
                <a:lnTo>
                  <a:pt x="3585896" y="129429"/>
                </a:lnTo>
                <a:close/>
                <a:moveTo>
                  <a:pt x="3625077" y="129429"/>
                </a:moveTo>
                <a:lnTo>
                  <a:pt x="3625077" y="37302"/>
                </a:lnTo>
                <a:lnTo>
                  <a:pt x="3639130" y="37302"/>
                </a:lnTo>
                <a:lnTo>
                  <a:pt x="3639130" y="51182"/>
                </a:lnTo>
                <a:cubicBezTo>
                  <a:pt x="3642716" y="44683"/>
                  <a:pt x="3646027" y="40398"/>
                  <a:pt x="3649063" y="38327"/>
                </a:cubicBezTo>
                <a:cubicBezTo>
                  <a:pt x="3652099" y="36256"/>
                  <a:pt x="3655439" y="35220"/>
                  <a:pt x="3659082" y="35220"/>
                </a:cubicBezTo>
                <a:cubicBezTo>
                  <a:pt x="3664345" y="35220"/>
                  <a:pt x="3669695" y="36890"/>
                  <a:pt x="3675131" y="40230"/>
                </a:cubicBezTo>
                <a:lnTo>
                  <a:pt x="3669752" y="54652"/>
                </a:lnTo>
                <a:cubicBezTo>
                  <a:pt x="3665935" y="52396"/>
                  <a:pt x="3662119" y="51269"/>
                  <a:pt x="3658302" y="51269"/>
                </a:cubicBezTo>
                <a:cubicBezTo>
                  <a:pt x="3654889" y="51269"/>
                  <a:pt x="3651824" y="52297"/>
                  <a:pt x="3649106" y="54354"/>
                </a:cubicBezTo>
                <a:cubicBezTo>
                  <a:pt x="3646388" y="56408"/>
                  <a:pt x="3644451" y="59259"/>
                  <a:pt x="3643294" y="62906"/>
                </a:cubicBezTo>
                <a:cubicBezTo>
                  <a:pt x="3641559" y="68464"/>
                  <a:pt x="3640692" y="74543"/>
                  <a:pt x="3640692" y="81143"/>
                </a:cubicBezTo>
                <a:lnTo>
                  <a:pt x="3640692" y="129429"/>
                </a:lnTo>
                <a:lnTo>
                  <a:pt x="3625077" y="129429"/>
                </a:lnTo>
                <a:close/>
                <a:moveTo>
                  <a:pt x="3747319" y="99761"/>
                </a:moveTo>
                <a:lnTo>
                  <a:pt x="3763455" y="101756"/>
                </a:lnTo>
                <a:cubicBezTo>
                  <a:pt x="3760910" y="111183"/>
                  <a:pt x="3756197" y="118499"/>
                  <a:pt x="3749315" y="123704"/>
                </a:cubicBezTo>
                <a:cubicBezTo>
                  <a:pt x="3742433" y="128909"/>
                  <a:pt x="3733642" y="131511"/>
                  <a:pt x="3722943" y="131511"/>
                </a:cubicBezTo>
                <a:cubicBezTo>
                  <a:pt x="3709468" y="131511"/>
                  <a:pt x="3698783" y="127362"/>
                  <a:pt x="3690889" y="119063"/>
                </a:cubicBezTo>
                <a:cubicBezTo>
                  <a:pt x="3682995" y="110764"/>
                  <a:pt x="3679048" y="99125"/>
                  <a:pt x="3679048" y="84146"/>
                </a:cubicBezTo>
                <a:cubicBezTo>
                  <a:pt x="3679048" y="68647"/>
                  <a:pt x="3683039" y="56618"/>
                  <a:pt x="3691019" y="48059"/>
                </a:cubicBezTo>
                <a:cubicBezTo>
                  <a:pt x="3699000" y="39500"/>
                  <a:pt x="3709352" y="35220"/>
                  <a:pt x="3722076" y="35220"/>
                </a:cubicBezTo>
                <a:cubicBezTo>
                  <a:pt x="3734394" y="35220"/>
                  <a:pt x="3744457" y="39407"/>
                  <a:pt x="3752264" y="47780"/>
                </a:cubicBezTo>
                <a:cubicBezTo>
                  <a:pt x="3760072" y="56151"/>
                  <a:pt x="3763975" y="67929"/>
                  <a:pt x="3763975" y="83114"/>
                </a:cubicBezTo>
                <a:cubicBezTo>
                  <a:pt x="3763975" y="84037"/>
                  <a:pt x="3763946" y="85422"/>
                  <a:pt x="3763889" y="87269"/>
                </a:cubicBezTo>
                <a:lnTo>
                  <a:pt x="3695183" y="87269"/>
                </a:lnTo>
                <a:cubicBezTo>
                  <a:pt x="3695762" y="97361"/>
                  <a:pt x="3698624" y="105089"/>
                  <a:pt x="3703772" y="110453"/>
                </a:cubicBezTo>
                <a:cubicBezTo>
                  <a:pt x="3708919" y="115817"/>
                  <a:pt x="3715338" y="118499"/>
                  <a:pt x="3723030" y="118499"/>
                </a:cubicBezTo>
                <a:cubicBezTo>
                  <a:pt x="3728755" y="118499"/>
                  <a:pt x="3733642" y="117010"/>
                  <a:pt x="3737690" y="114031"/>
                </a:cubicBezTo>
                <a:cubicBezTo>
                  <a:pt x="3741739" y="111051"/>
                  <a:pt x="3744948" y="106294"/>
                  <a:pt x="3747319" y="99761"/>
                </a:cubicBezTo>
                <a:moveTo>
                  <a:pt x="3696051" y="74257"/>
                </a:moveTo>
                <a:lnTo>
                  <a:pt x="3747493" y="74257"/>
                </a:lnTo>
                <a:cubicBezTo>
                  <a:pt x="3746799" y="66634"/>
                  <a:pt x="3744833" y="60917"/>
                  <a:pt x="3741594" y="57105"/>
                </a:cubicBezTo>
                <a:cubicBezTo>
                  <a:pt x="3736620" y="51190"/>
                  <a:pt x="3730172" y="48232"/>
                  <a:pt x="3722249" y="48232"/>
                </a:cubicBezTo>
                <a:cubicBezTo>
                  <a:pt x="3715078" y="48232"/>
                  <a:pt x="3709049" y="50594"/>
                  <a:pt x="3704162" y="55316"/>
                </a:cubicBezTo>
                <a:cubicBezTo>
                  <a:pt x="3699275" y="60037"/>
                  <a:pt x="3696571" y="66350"/>
                  <a:pt x="3696051" y="74257"/>
                </a:cubicBezTo>
                <a:close/>
                <a:moveTo>
                  <a:pt x="3836228" y="129429"/>
                </a:moveTo>
                <a:lnTo>
                  <a:pt x="3836228" y="49447"/>
                </a:lnTo>
                <a:lnTo>
                  <a:pt x="3822435" y="49447"/>
                </a:lnTo>
                <a:lnTo>
                  <a:pt x="3822435" y="37302"/>
                </a:lnTo>
                <a:lnTo>
                  <a:pt x="3836228" y="37302"/>
                </a:lnTo>
                <a:lnTo>
                  <a:pt x="3836228" y="27521"/>
                </a:lnTo>
                <a:cubicBezTo>
                  <a:pt x="3836228" y="21347"/>
                  <a:pt x="3836777" y="16761"/>
                  <a:pt x="3837876" y="13761"/>
                </a:cubicBezTo>
                <a:cubicBezTo>
                  <a:pt x="3839380" y="9723"/>
                  <a:pt x="3842025" y="6449"/>
                  <a:pt x="3845814" y="3939"/>
                </a:cubicBezTo>
                <a:cubicBezTo>
                  <a:pt x="3849602" y="1429"/>
                  <a:pt x="3854908" y="173"/>
                  <a:pt x="3861732" y="173"/>
                </a:cubicBezTo>
                <a:cubicBezTo>
                  <a:pt x="3866127" y="173"/>
                  <a:pt x="3870985" y="694"/>
                  <a:pt x="3876306" y="1735"/>
                </a:cubicBezTo>
                <a:lnTo>
                  <a:pt x="3873964" y="15355"/>
                </a:lnTo>
                <a:cubicBezTo>
                  <a:pt x="3870725" y="14776"/>
                  <a:pt x="3867660" y="14487"/>
                  <a:pt x="3864768" y="14487"/>
                </a:cubicBezTo>
                <a:cubicBezTo>
                  <a:pt x="3860026" y="14487"/>
                  <a:pt x="3856672" y="15496"/>
                  <a:pt x="3854705" y="17512"/>
                </a:cubicBezTo>
                <a:cubicBezTo>
                  <a:pt x="3852739" y="19529"/>
                  <a:pt x="3851756" y="23303"/>
                  <a:pt x="3851756" y="28833"/>
                </a:cubicBezTo>
                <a:lnTo>
                  <a:pt x="3851756" y="37302"/>
                </a:lnTo>
                <a:lnTo>
                  <a:pt x="3869713" y="37302"/>
                </a:lnTo>
                <a:lnTo>
                  <a:pt x="3869713" y="49447"/>
                </a:lnTo>
                <a:lnTo>
                  <a:pt x="3851756" y="49447"/>
                </a:lnTo>
                <a:lnTo>
                  <a:pt x="3851756" y="129429"/>
                </a:lnTo>
                <a:lnTo>
                  <a:pt x="3836228" y="129429"/>
                </a:lnTo>
                <a:close/>
                <a:moveTo>
                  <a:pt x="3876023" y="83366"/>
                </a:moveTo>
                <a:cubicBezTo>
                  <a:pt x="3876023" y="66305"/>
                  <a:pt x="3880766" y="53669"/>
                  <a:pt x="3890250" y="45456"/>
                </a:cubicBezTo>
                <a:cubicBezTo>
                  <a:pt x="3898173" y="38632"/>
                  <a:pt x="3907831" y="35220"/>
                  <a:pt x="3919224" y="35220"/>
                </a:cubicBezTo>
                <a:cubicBezTo>
                  <a:pt x="3931890" y="35220"/>
                  <a:pt x="3942242" y="39370"/>
                  <a:pt x="3950280" y="47669"/>
                </a:cubicBezTo>
                <a:cubicBezTo>
                  <a:pt x="3958319" y="55967"/>
                  <a:pt x="3962338" y="67433"/>
                  <a:pt x="3962338" y="82064"/>
                </a:cubicBezTo>
                <a:cubicBezTo>
                  <a:pt x="3962338" y="93920"/>
                  <a:pt x="3960560" y="103246"/>
                  <a:pt x="3957003" y="110041"/>
                </a:cubicBezTo>
                <a:cubicBezTo>
                  <a:pt x="3953447" y="116836"/>
                  <a:pt x="3948271" y="122114"/>
                  <a:pt x="3941475" y="125873"/>
                </a:cubicBezTo>
                <a:cubicBezTo>
                  <a:pt x="3934680" y="129632"/>
                  <a:pt x="3927263" y="131511"/>
                  <a:pt x="3919224" y="131511"/>
                </a:cubicBezTo>
                <a:cubicBezTo>
                  <a:pt x="3906328" y="131511"/>
                  <a:pt x="3895903" y="127376"/>
                  <a:pt x="3887951" y="119106"/>
                </a:cubicBezTo>
                <a:cubicBezTo>
                  <a:pt x="3879999" y="110836"/>
                  <a:pt x="3876023" y="98923"/>
                  <a:pt x="3876023" y="83366"/>
                </a:cubicBezTo>
                <a:moveTo>
                  <a:pt x="3892072" y="83322"/>
                </a:moveTo>
                <a:cubicBezTo>
                  <a:pt x="3892072" y="95077"/>
                  <a:pt x="3894645" y="103878"/>
                  <a:pt x="3899792" y="109726"/>
                </a:cubicBezTo>
                <a:cubicBezTo>
                  <a:pt x="3904940" y="115575"/>
                  <a:pt x="3911417" y="118499"/>
                  <a:pt x="3919224" y="118499"/>
                </a:cubicBezTo>
                <a:cubicBezTo>
                  <a:pt x="3926974" y="118499"/>
                  <a:pt x="3933422" y="115560"/>
                  <a:pt x="3938569" y="109683"/>
                </a:cubicBezTo>
                <a:cubicBezTo>
                  <a:pt x="3943716" y="103806"/>
                  <a:pt x="3946290" y="94846"/>
                  <a:pt x="3946290" y="82805"/>
                </a:cubicBezTo>
                <a:cubicBezTo>
                  <a:pt x="3946290" y="71453"/>
                  <a:pt x="3943702" y="62853"/>
                  <a:pt x="3938526" y="57005"/>
                </a:cubicBezTo>
                <a:cubicBezTo>
                  <a:pt x="3933350" y="51157"/>
                  <a:pt x="3926916" y="48232"/>
                  <a:pt x="3919224" y="48232"/>
                </a:cubicBezTo>
                <a:cubicBezTo>
                  <a:pt x="3911417" y="48232"/>
                  <a:pt x="3904940" y="51142"/>
                  <a:pt x="3899792" y="56961"/>
                </a:cubicBezTo>
                <a:cubicBezTo>
                  <a:pt x="3894645" y="62781"/>
                  <a:pt x="3892072" y="71568"/>
                  <a:pt x="3892072" y="83322"/>
                </a:cubicBezTo>
                <a:close/>
                <a:moveTo>
                  <a:pt x="3980442" y="129429"/>
                </a:moveTo>
                <a:lnTo>
                  <a:pt x="3980442" y="37302"/>
                </a:lnTo>
                <a:lnTo>
                  <a:pt x="3994495" y="37302"/>
                </a:lnTo>
                <a:lnTo>
                  <a:pt x="3994495" y="51182"/>
                </a:lnTo>
                <a:cubicBezTo>
                  <a:pt x="3998081" y="44683"/>
                  <a:pt x="4001392" y="40398"/>
                  <a:pt x="4004428" y="38327"/>
                </a:cubicBezTo>
                <a:cubicBezTo>
                  <a:pt x="4007464" y="36256"/>
                  <a:pt x="4010804" y="35220"/>
                  <a:pt x="4014447" y="35220"/>
                </a:cubicBezTo>
                <a:cubicBezTo>
                  <a:pt x="4019710" y="35220"/>
                  <a:pt x="4025060" y="36890"/>
                  <a:pt x="4030496" y="40230"/>
                </a:cubicBezTo>
                <a:lnTo>
                  <a:pt x="4025117" y="54652"/>
                </a:lnTo>
                <a:cubicBezTo>
                  <a:pt x="4021300" y="52396"/>
                  <a:pt x="4017484" y="51269"/>
                  <a:pt x="4013667" y="51269"/>
                </a:cubicBezTo>
                <a:cubicBezTo>
                  <a:pt x="4010254" y="51269"/>
                  <a:pt x="4007189" y="52297"/>
                  <a:pt x="4004471" y="54354"/>
                </a:cubicBezTo>
                <a:cubicBezTo>
                  <a:pt x="4001753" y="56408"/>
                  <a:pt x="3999816" y="59259"/>
                  <a:pt x="3998659" y="62906"/>
                </a:cubicBezTo>
                <a:cubicBezTo>
                  <a:pt x="3996924" y="68464"/>
                  <a:pt x="3996057" y="74543"/>
                  <a:pt x="3996057" y="81143"/>
                </a:cubicBezTo>
                <a:lnTo>
                  <a:pt x="3996057" y="129429"/>
                </a:lnTo>
                <a:lnTo>
                  <a:pt x="3980442" y="129429"/>
                </a:lnTo>
                <a:close/>
                <a:moveTo>
                  <a:pt x="4099894" y="95597"/>
                </a:moveTo>
                <a:lnTo>
                  <a:pt x="4115249" y="97592"/>
                </a:lnTo>
                <a:cubicBezTo>
                  <a:pt x="4113572" y="108203"/>
                  <a:pt x="4109278" y="116509"/>
                  <a:pt x="4102367" y="122511"/>
                </a:cubicBezTo>
                <a:cubicBezTo>
                  <a:pt x="4095456" y="128511"/>
                  <a:pt x="4086969" y="131511"/>
                  <a:pt x="4076906" y="131511"/>
                </a:cubicBezTo>
                <a:cubicBezTo>
                  <a:pt x="4064298" y="131511"/>
                  <a:pt x="4054163" y="127391"/>
                  <a:pt x="4046500" y="119150"/>
                </a:cubicBezTo>
                <a:cubicBezTo>
                  <a:pt x="4038837" y="110908"/>
                  <a:pt x="4035006" y="99096"/>
                  <a:pt x="4035006" y="83713"/>
                </a:cubicBezTo>
                <a:cubicBezTo>
                  <a:pt x="4035006" y="73765"/>
                  <a:pt x="4036654" y="65062"/>
                  <a:pt x="4039951" y="57601"/>
                </a:cubicBezTo>
                <a:cubicBezTo>
                  <a:pt x="4043247" y="50141"/>
                  <a:pt x="4048264" y="44546"/>
                  <a:pt x="4055002" y="40815"/>
                </a:cubicBezTo>
                <a:cubicBezTo>
                  <a:pt x="4061739" y="37085"/>
                  <a:pt x="4069069" y="35220"/>
                  <a:pt x="4076992" y="35220"/>
                </a:cubicBezTo>
                <a:cubicBezTo>
                  <a:pt x="4086998" y="35220"/>
                  <a:pt x="4095181" y="37758"/>
                  <a:pt x="4101542" y="42835"/>
                </a:cubicBezTo>
                <a:cubicBezTo>
                  <a:pt x="4107904" y="47910"/>
                  <a:pt x="4111981" y="55116"/>
                  <a:pt x="4113774" y="64454"/>
                </a:cubicBezTo>
                <a:lnTo>
                  <a:pt x="4098593" y="66797"/>
                </a:lnTo>
                <a:cubicBezTo>
                  <a:pt x="4097147" y="60637"/>
                  <a:pt x="4094588" y="56004"/>
                  <a:pt x="4090916" y="52895"/>
                </a:cubicBezTo>
                <a:cubicBezTo>
                  <a:pt x="4087243" y="49787"/>
                  <a:pt x="4082805" y="48232"/>
                  <a:pt x="4077600" y="48232"/>
                </a:cubicBezTo>
                <a:cubicBezTo>
                  <a:pt x="4069734" y="48232"/>
                  <a:pt x="4063344" y="51038"/>
                  <a:pt x="4058428" y="56650"/>
                </a:cubicBezTo>
                <a:cubicBezTo>
                  <a:pt x="4053512" y="62259"/>
                  <a:pt x="4051055" y="71136"/>
                  <a:pt x="4051055" y="83279"/>
                </a:cubicBezTo>
                <a:cubicBezTo>
                  <a:pt x="4051055" y="95595"/>
                  <a:pt x="4053426" y="104545"/>
                  <a:pt x="4058168" y="110128"/>
                </a:cubicBezTo>
                <a:cubicBezTo>
                  <a:pt x="4062910" y="115709"/>
                  <a:pt x="4069098" y="118499"/>
                  <a:pt x="4076732" y="118499"/>
                </a:cubicBezTo>
                <a:cubicBezTo>
                  <a:pt x="4082862" y="118499"/>
                  <a:pt x="4087981" y="116627"/>
                  <a:pt x="4092087" y="112882"/>
                </a:cubicBezTo>
                <a:cubicBezTo>
                  <a:pt x="4096193" y="109137"/>
                  <a:pt x="4098795" y="103376"/>
                  <a:pt x="4099894" y="95597"/>
                </a:cubicBezTo>
                <a:close/>
                <a:moveTo>
                  <a:pt x="4191674" y="99761"/>
                </a:moveTo>
                <a:lnTo>
                  <a:pt x="4207809" y="101756"/>
                </a:lnTo>
                <a:cubicBezTo>
                  <a:pt x="4205265" y="111183"/>
                  <a:pt x="4200551" y="118499"/>
                  <a:pt x="4193669" y="123704"/>
                </a:cubicBezTo>
                <a:cubicBezTo>
                  <a:pt x="4186787" y="128909"/>
                  <a:pt x="4177997" y="131511"/>
                  <a:pt x="4167298" y="131511"/>
                </a:cubicBezTo>
                <a:cubicBezTo>
                  <a:pt x="4153823" y="131511"/>
                  <a:pt x="4143138" y="127362"/>
                  <a:pt x="4135244" y="119063"/>
                </a:cubicBezTo>
                <a:cubicBezTo>
                  <a:pt x="4127350" y="110764"/>
                  <a:pt x="4123403" y="99125"/>
                  <a:pt x="4123403" y="84146"/>
                </a:cubicBezTo>
                <a:cubicBezTo>
                  <a:pt x="4123403" y="68647"/>
                  <a:pt x="4127393" y="56618"/>
                  <a:pt x="4135374" y="48059"/>
                </a:cubicBezTo>
                <a:cubicBezTo>
                  <a:pt x="4143355" y="39500"/>
                  <a:pt x="4153707" y="35220"/>
                  <a:pt x="4166430" y="35220"/>
                </a:cubicBezTo>
                <a:cubicBezTo>
                  <a:pt x="4178749" y="35220"/>
                  <a:pt x="4188811" y="39407"/>
                  <a:pt x="4196619" y="47780"/>
                </a:cubicBezTo>
                <a:cubicBezTo>
                  <a:pt x="4204426" y="56151"/>
                  <a:pt x="4208330" y="67929"/>
                  <a:pt x="4208330" y="83114"/>
                </a:cubicBezTo>
                <a:cubicBezTo>
                  <a:pt x="4208330" y="84037"/>
                  <a:pt x="4208301" y="85422"/>
                  <a:pt x="4208243" y="87269"/>
                </a:cubicBezTo>
                <a:lnTo>
                  <a:pt x="4139538" y="87269"/>
                </a:lnTo>
                <a:cubicBezTo>
                  <a:pt x="4140116" y="97361"/>
                  <a:pt x="4142979" y="105089"/>
                  <a:pt x="4148126" y="110453"/>
                </a:cubicBezTo>
                <a:cubicBezTo>
                  <a:pt x="4153273" y="115817"/>
                  <a:pt x="4159693" y="118499"/>
                  <a:pt x="4167384" y="118499"/>
                </a:cubicBezTo>
                <a:cubicBezTo>
                  <a:pt x="4173110" y="118499"/>
                  <a:pt x="4177997" y="117010"/>
                  <a:pt x="4182045" y="114031"/>
                </a:cubicBezTo>
                <a:cubicBezTo>
                  <a:pt x="4186093" y="111051"/>
                  <a:pt x="4189303" y="106294"/>
                  <a:pt x="4191674" y="99761"/>
                </a:cubicBezTo>
                <a:moveTo>
                  <a:pt x="4140406" y="74257"/>
                </a:moveTo>
                <a:lnTo>
                  <a:pt x="4191848" y="74257"/>
                </a:lnTo>
                <a:cubicBezTo>
                  <a:pt x="4191154" y="66634"/>
                  <a:pt x="4189187" y="60917"/>
                  <a:pt x="4185949" y="57105"/>
                </a:cubicBezTo>
                <a:cubicBezTo>
                  <a:pt x="4180975" y="51190"/>
                  <a:pt x="4174527" y="48232"/>
                  <a:pt x="4166604" y="48232"/>
                </a:cubicBezTo>
                <a:cubicBezTo>
                  <a:pt x="4159432" y="48232"/>
                  <a:pt x="4153403" y="50594"/>
                  <a:pt x="4148517" y="55316"/>
                </a:cubicBezTo>
                <a:cubicBezTo>
                  <a:pt x="4143630" y="60037"/>
                  <a:pt x="4140926" y="66350"/>
                  <a:pt x="4140406" y="74257"/>
                </a:cubicBezTo>
                <a:close/>
                <a:moveTo>
                  <a:pt x="4286969" y="129429"/>
                </a:moveTo>
                <a:lnTo>
                  <a:pt x="4286969" y="117805"/>
                </a:lnTo>
                <a:cubicBezTo>
                  <a:pt x="4281128" y="126943"/>
                  <a:pt x="4272540" y="131511"/>
                  <a:pt x="4261204" y="131511"/>
                </a:cubicBezTo>
                <a:cubicBezTo>
                  <a:pt x="4253860" y="131511"/>
                  <a:pt x="4247108" y="129487"/>
                  <a:pt x="4240949" y="125439"/>
                </a:cubicBezTo>
                <a:cubicBezTo>
                  <a:pt x="4234789" y="121391"/>
                  <a:pt x="4230018" y="115737"/>
                  <a:pt x="4226635" y="108479"/>
                </a:cubicBezTo>
                <a:cubicBezTo>
                  <a:pt x="4223252" y="101221"/>
                  <a:pt x="4221560" y="92879"/>
                  <a:pt x="4221560" y="83452"/>
                </a:cubicBezTo>
                <a:cubicBezTo>
                  <a:pt x="4221560" y="74257"/>
                  <a:pt x="4223093" y="65915"/>
                  <a:pt x="4226158" y="58425"/>
                </a:cubicBezTo>
                <a:cubicBezTo>
                  <a:pt x="4229223" y="50936"/>
                  <a:pt x="4233821" y="45196"/>
                  <a:pt x="4239951" y="41206"/>
                </a:cubicBezTo>
                <a:cubicBezTo>
                  <a:pt x="4246081" y="37215"/>
                  <a:pt x="4252934" y="35220"/>
                  <a:pt x="4260510" y="35220"/>
                </a:cubicBezTo>
                <a:cubicBezTo>
                  <a:pt x="4266062" y="35220"/>
                  <a:pt x="4271007" y="36391"/>
                  <a:pt x="4275345" y="38733"/>
                </a:cubicBezTo>
                <a:cubicBezTo>
                  <a:pt x="4279682" y="41076"/>
                  <a:pt x="4283210" y="44126"/>
                  <a:pt x="4285928" y="47885"/>
                </a:cubicBezTo>
                <a:lnTo>
                  <a:pt x="4285928" y="2255"/>
                </a:lnTo>
                <a:lnTo>
                  <a:pt x="4301456" y="2255"/>
                </a:lnTo>
                <a:lnTo>
                  <a:pt x="4301456" y="129429"/>
                </a:lnTo>
                <a:lnTo>
                  <a:pt x="4286969" y="129429"/>
                </a:lnTo>
                <a:moveTo>
                  <a:pt x="4237609" y="83409"/>
                </a:moveTo>
                <a:cubicBezTo>
                  <a:pt x="4237609" y="95164"/>
                  <a:pt x="4240096" y="103950"/>
                  <a:pt x="4245069" y="109770"/>
                </a:cubicBezTo>
                <a:cubicBezTo>
                  <a:pt x="4250043" y="115589"/>
                  <a:pt x="4255913" y="118499"/>
                  <a:pt x="4262679" y="118499"/>
                </a:cubicBezTo>
                <a:cubicBezTo>
                  <a:pt x="4269503" y="118499"/>
                  <a:pt x="4275301" y="115719"/>
                  <a:pt x="4280072" y="110160"/>
                </a:cubicBezTo>
                <a:cubicBezTo>
                  <a:pt x="4284844" y="104599"/>
                  <a:pt x="4287229" y="96114"/>
                  <a:pt x="4287229" y="84705"/>
                </a:cubicBezTo>
                <a:cubicBezTo>
                  <a:pt x="4287229" y="72144"/>
                  <a:pt x="4284800" y="62925"/>
                  <a:pt x="4279942" y="57048"/>
                </a:cubicBezTo>
                <a:cubicBezTo>
                  <a:pt x="4275084" y="51171"/>
                  <a:pt x="4269099" y="48232"/>
                  <a:pt x="4261985" y="48232"/>
                </a:cubicBezTo>
                <a:cubicBezTo>
                  <a:pt x="4255045" y="48232"/>
                  <a:pt x="4249248" y="51056"/>
                  <a:pt x="4244592" y="56704"/>
                </a:cubicBezTo>
                <a:cubicBezTo>
                  <a:pt x="4239937" y="62350"/>
                  <a:pt x="4237609" y="71252"/>
                  <a:pt x="4237609" y="83409"/>
                </a:cubicBezTo>
                <a:close/>
                <a:moveTo>
                  <a:pt x="4376918" y="129429"/>
                </a:moveTo>
                <a:lnTo>
                  <a:pt x="4376918" y="2255"/>
                </a:lnTo>
                <a:lnTo>
                  <a:pt x="4402249" y="2255"/>
                </a:lnTo>
                <a:lnTo>
                  <a:pt x="4432351" y="92301"/>
                </a:lnTo>
                <a:cubicBezTo>
                  <a:pt x="4435127" y="100687"/>
                  <a:pt x="4437151" y="106961"/>
                  <a:pt x="4438423" y="111125"/>
                </a:cubicBezTo>
                <a:cubicBezTo>
                  <a:pt x="4439869" y="106499"/>
                  <a:pt x="4442124" y="99703"/>
                  <a:pt x="4445190" y="90739"/>
                </a:cubicBezTo>
                <a:lnTo>
                  <a:pt x="4475638" y="2255"/>
                </a:lnTo>
                <a:lnTo>
                  <a:pt x="4498280" y="2255"/>
                </a:lnTo>
                <a:lnTo>
                  <a:pt x="4498280" y="129429"/>
                </a:lnTo>
                <a:lnTo>
                  <a:pt x="4482058" y="129429"/>
                </a:lnTo>
                <a:lnTo>
                  <a:pt x="4482058" y="22988"/>
                </a:lnTo>
                <a:lnTo>
                  <a:pt x="4445103" y="129429"/>
                </a:lnTo>
                <a:lnTo>
                  <a:pt x="4429922" y="129429"/>
                </a:lnTo>
                <a:lnTo>
                  <a:pt x="4393140" y="21167"/>
                </a:lnTo>
                <a:lnTo>
                  <a:pt x="4393140" y="129429"/>
                </a:lnTo>
                <a:lnTo>
                  <a:pt x="4376918" y="129429"/>
                </a:lnTo>
                <a:close/>
                <a:moveTo>
                  <a:pt x="4583341" y="118054"/>
                </a:moveTo>
                <a:cubicBezTo>
                  <a:pt x="4577558" y="122974"/>
                  <a:pt x="4571992" y="126446"/>
                  <a:pt x="4566642" y="128472"/>
                </a:cubicBezTo>
                <a:cubicBezTo>
                  <a:pt x="4561293" y="130498"/>
                  <a:pt x="4555553" y="131511"/>
                  <a:pt x="4549423" y="131511"/>
                </a:cubicBezTo>
                <a:cubicBezTo>
                  <a:pt x="4539302" y="131511"/>
                  <a:pt x="4531523" y="129037"/>
                  <a:pt x="4526087" y="124089"/>
                </a:cubicBezTo>
                <a:cubicBezTo>
                  <a:pt x="4520651" y="119141"/>
                  <a:pt x="4517933" y="112818"/>
                  <a:pt x="4517933" y="105121"/>
                </a:cubicBezTo>
                <a:cubicBezTo>
                  <a:pt x="4517933" y="100608"/>
                  <a:pt x="4518959" y="96486"/>
                  <a:pt x="4521012" y="92754"/>
                </a:cubicBezTo>
                <a:cubicBezTo>
                  <a:pt x="4523065" y="89020"/>
                  <a:pt x="4525755" y="86024"/>
                  <a:pt x="4529080" y="83767"/>
                </a:cubicBezTo>
                <a:cubicBezTo>
                  <a:pt x="4532405" y="81510"/>
                  <a:pt x="4536150" y="79803"/>
                  <a:pt x="4540314" y="78646"/>
                </a:cubicBezTo>
                <a:cubicBezTo>
                  <a:pt x="4543379" y="77835"/>
                  <a:pt x="4548006" y="77053"/>
                  <a:pt x="4554194" y="76301"/>
                </a:cubicBezTo>
                <a:cubicBezTo>
                  <a:pt x="4566801" y="74808"/>
                  <a:pt x="4576083" y="73028"/>
                  <a:pt x="4582040" y="70961"/>
                </a:cubicBezTo>
                <a:cubicBezTo>
                  <a:pt x="4582098" y="68830"/>
                  <a:pt x="4582127" y="67476"/>
                  <a:pt x="4582127" y="66900"/>
                </a:cubicBezTo>
                <a:cubicBezTo>
                  <a:pt x="4582127" y="60562"/>
                  <a:pt x="4580652" y="56097"/>
                  <a:pt x="4577703" y="53505"/>
                </a:cubicBezTo>
                <a:cubicBezTo>
                  <a:pt x="4573712" y="49990"/>
                  <a:pt x="4567784" y="48232"/>
                  <a:pt x="4559919" y="48232"/>
                </a:cubicBezTo>
                <a:cubicBezTo>
                  <a:pt x="4552575" y="48232"/>
                  <a:pt x="4547153" y="49519"/>
                  <a:pt x="4543654" y="52093"/>
                </a:cubicBezTo>
                <a:cubicBezTo>
                  <a:pt x="4540155" y="54666"/>
                  <a:pt x="4537567" y="59221"/>
                  <a:pt x="4535890" y="65756"/>
                </a:cubicBezTo>
                <a:lnTo>
                  <a:pt x="4520622" y="63674"/>
                </a:lnTo>
                <a:cubicBezTo>
                  <a:pt x="4522010" y="57119"/>
                  <a:pt x="4524294" y="51825"/>
                  <a:pt x="4527475" y="47793"/>
                </a:cubicBezTo>
                <a:cubicBezTo>
                  <a:pt x="4530656" y="43761"/>
                  <a:pt x="4535254" y="40658"/>
                  <a:pt x="4541268" y="38484"/>
                </a:cubicBezTo>
                <a:cubicBezTo>
                  <a:pt x="4547283" y="36308"/>
                  <a:pt x="4554252" y="35220"/>
                  <a:pt x="4562175" y="35220"/>
                </a:cubicBezTo>
                <a:cubicBezTo>
                  <a:pt x="4570040" y="35220"/>
                  <a:pt x="4576430" y="36145"/>
                  <a:pt x="4581346" y="37996"/>
                </a:cubicBezTo>
                <a:cubicBezTo>
                  <a:pt x="4586262" y="39847"/>
                  <a:pt x="4589877" y="42174"/>
                  <a:pt x="4592190" y="44979"/>
                </a:cubicBezTo>
                <a:cubicBezTo>
                  <a:pt x="4594503" y="47784"/>
                  <a:pt x="4596122" y="51326"/>
                  <a:pt x="4597048" y="55606"/>
                </a:cubicBezTo>
                <a:cubicBezTo>
                  <a:pt x="4597568" y="58266"/>
                  <a:pt x="4597829" y="63066"/>
                  <a:pt x="4597829" y="70006"/>
                </a:cubicBezTo>
                <a:lnTo>
                  <a:pt x="4597829" y="90826"/>
                </a:lnTo>
                <a:cubicBezTo>
                  <a:pt x="4597829" y="105342"/>
                  <a:pt x="4598161" y="114523"/>
                  <a:pt x="4598826" y="118369"/>
                </a:cubicBezTo>
                <a:cubicBezTo>
                  <a:pt x="4599491" y="122215"/>
                  <a:pt x="4600807" y="125902"/>
                  <a:pt x="4602773" y="129429"/>
                </a:cubicBezTo>
                <a:lnTo>
                  <a:pt x="4586464" y="129429"/>
                </a:lnTo>
                <a:cubicBezTo>
                  <a:pt x="4584845" y="126187"/>
                  <a:pt x="4583804" y="122395"/>
                  <a:pt x="4583341" y="118054"/>
                </a:cubicBezTo>
                <a:moveTo>
                  <a:pt x="4582040" y="83105"/>
                </a:moveTo>
                <a:cubicBezTo>
                  <a:pt x="4576373" y="85439"/>
                  <a:pt x="4567871" y="87421"/>
                  <a:pt x="4556536" y="89053"/>
                </a:cubicBezTo>
                <a:cubicBezTo>
                  <a:pt x="4550117" y="89982"/>
                  <a:pt x="4545577" y="91028"/>
                  <a:pt x="4542916" y="92190"/>
                </a:cubicBezTo>
                <a:cubicBezTo>
                  <a:pt x="4540256" y="93350"/>
                  <a:pt x="4538203" y="95049"/>
                  <a:pt x="4536757" y="97286"/>
                </a:cubicBezTo>
                <a:cubicBezTo>
                  <a:pt x="4535311" y="99522"/>
                  <a:pt x="4534589" y="102004"/>
                  <a:pt x="4534589" y="104733"/>
                </a:cubicBezTo>
                <a:cubicBezTo>
                  <a:pt x="4534589" y="108913"/>
                  <a:pt x="4536165" y="112398"/>
                  <a:pt x="4539316" y="115186"/>
                </a:cubicBezTo>
                <a:cubicBezTo>
                  <a:pt x="4542468" y="117973"/>
                  <a:pt x="4547080" y="119366"/>
                  <a:pt x="4553153" y="119366"/>
                </a:cubicBezTo>
                <a:cubicBezTo>
                  <a:pt x="4559167" y="119366"/>
                  <a:pt x="4564517" y="118044"/>
                  <a:pt x="4569201" y="115400"/>
                </a:cubicBezTo>
                <a:cubicBezTo>
                  <a:pt x="4573886" y="112756"/>
                  <a:pt x="4577327" y="109139"/>
                  <a:pt x="4579524" y="104549"/>
                </a:cubicBezTo>
                <a:cubicBezTo>
                  <a:pt x="4581202" y="101003"/>
                  <a:pt x="4582040" y="95773"/>
                  <a:pt x="4582040" y="88858"/>
                </a:cubicBezTo>
                <a:lnTo>
                  <a:pt x="4582040" y="83105"/>
                </a:lnTo>
                <a:close/>
                <a:moveTo>
                  <a:pt x="4621958" y="129429"/>
                </a:moveTo>
                <a:lnTo>
                  <a:pt x="4621958" y="37302"/>
                </a:lnTo>
                <a:lnTo>
                  <a:pt x="4636012" y="37302"/>
                </a:lnTo>
                <a:lnTo>
                  <a:pt x="4636012" y="51182"/>
                </a:lnTo>
                <a:cubicBezTo>
                  <a:pt x="4639597" y="44683"/>
                  <a:pt x="4642908" y="40398"/>
                  <a:pt x="4645944" y="38327"/>
                </a:cubicBezTo>
                <a:cubicBezTo>
                  <a:pt x="4648980" y="36256"/>
                  <a:pt x="4652320" y="35220"/>
                  <a:pt x="4655964" y="35220"/>
                </a:cubicBezTo>
                <a:cubicBezTo>
                  <a:pt x="4661227" y="35220"/>
                  <a:pt x="4666576" y="36890"/>
                  <a:pt x="4672012" y="40230"/>
                </a:cubicBezTo>
                <a:lnTo>
                  <a:pt x="4666634" y="54652"/>
                </a:lnTo>
                <a:cubicBezTo>
                  <a:pt x="4662817" y="52396"/>
                  <a:pt x="4659000" y="51269"/>
                  <a:pt x="4655183" y="51269"/>
                </a:cubicBezTo>
                <a:cubicBezTo>
                  <a:pt x="4651771" y="51269"/>
                  <a:pt x="4648706" y="52297"/>
                  <a:pt x="4645988" y="54354"/>
                </a:cubicBezTo>
                <a:cubicBezTo>
                  <a:pt x="4643270" y="56408"/>
                  <a:pt x="4641332" y="59259"/>
                  <a:pt x="4640175" y="62906"/>
                </a:cubicBezTo>
                <a:cubicBezTo>
                  <a:pt x="4638440" y="68464"/>
                  <a:pt x="4637573" y="74543"/>
                  <a:pt x="4637573" y="81143"/>
                </a:cubicBezTo>
                <a:lnTo>
                  <a:pt x="4637573" y="129429"/>
                </a:lnTo>
                <a:lnTo>
                  <a:pt x="4621958" y="129429"/>
                </a:lnTo>
                <a:close/>
                <a:moveTo>
                  <a:pt x="4741410" y="95597"/>
                </a:moveTo>
                <a:lnTo>
                  <a:pt x="4756765" y="97592"/>
                </a:lnTo>
                <a:cubicBezTo>
                  <a:pt x="4755087" y="108203"/>
                  <a:pt x="4750793" y="116509"/>
                  <a:pt x="4743882" y="122511"/>
                </a:cubicBezTo>
                <a:cubicBezTo>
                  <a:pt x="4736971" y="128511"/>
                  <a:pt x="4728484" y="131511"/>
                  <a:pt x="4718422" y="131511"/>
                </a:cubicBezTo>
                <a:cubicBezTo>
                  <a:pt x="4705814" y="131511"/>
                  <a:pt x="4695679" y="127391"/>
                  <a:pt x="4688016" y="119150"/>
                </a:cubicBezTo>
                <a:cubicBezTo>
                  <a:pt x="4680353" y="110908"/>
                  <a:pt x="4676522" y="99096"/>
                  <a:pt x="4676522" y="83713"/>
                </a:cubicBezTo>
                <a:cubicBezTo>
                  <a:pt x="4676522" y="73765"/>
                  <a:pt x="4678170" y="65062"/>
                  <a:pt x="4681467" y="57601"/>
                </a:cubicBezTo>
                <a:cubicBezTo>
                  <a:pt x="4684763" y="50141"/>
                  <a:pt x="4689780" y="44546"/>
                  <a:pt x="4696518" y="40815"/>
                </a:cubicBezTo>
                <a:cubicBezTo>
                  <a:pt x="4703255" y="37085"/>
                  <a:pt x="4710585" y="35220"/>
                  <a:pt x="4718508" y="35220"/>
                </a:cubicBezTo>
                <a:cubicBezTo>
                  <a:pt x="4728513" y="35220"/>
                  <a:pt x="4736697" y="37758"/>
                  <a:pt x="4743058" y="42835"/>
                </a:cubicBezTo>
                <a:cubicBezTo>
                  <a:pt x="4749420" y="47910"/>
                  <a:pt x="4753497" y="55116"/>
                  <a:pt x="4755290" y="64454"/>
                </a:cubicBezTo>
                <a:lnTo>
                  <a:pt x="4740109" y="66797"/>
                </a:lnTo>
                <a:cubicBezTo>
                  <a:pt x="4738663" y="60637"/>
                  <a:pt x="4736104" y="56004"/>
                  <a:pt x="4732432" y="52895"/>
                </a:cubicBezTo>
                <a:cubicBezTo>
                  <a:pt x="4728759" y="49787"/>
                  <a:pt x="4724321" y="48232"/>
                  <a:pt x="4719116" y="48232"/>
                </a:cubicBezTo>
                <a:cubicBezTo>
                  <a:pt x="4711250" y="48232"/>
                  <a:pt x="4704860" y="51038"/>
                  <a:pt x="4699944" y="56650"/>
                </a:cubicBezTo>
                <a:cubicBezTo>
                  <a:pt x="4695028" y="62259"/>
                  <a:pt x="4692570" y="71136"/>
                  <a:pt x="4692570" y="83279"/>
                </a:cubicBezTo>
                <a:cubicBezTo>
                  <a:pt x="4692570" y="95595"/>
                  <a:pt x="4694942" y="104545"/>
                  <a:pt x="4699684" y="110128"/>
                </a:cubicBezTo>
                <a:cubicBezTo>
                  <a:pt x="4704426" y="115709"/>
                  <a:pt x="4710614" y="118499"/>
                  <a:pt x="4718248" y="118499"/>
                </a:cubicBezTo>
                <a:cubicBezTo>
                  <a:pt x="4724378" y="118499"/>
                  <a:pt x="4729497" y="116627"/>
                  <a:pt x="4733603" y="112882"/>
                </a:cubicBezTo>
                <a:cubicBezTo>
                  <a:pt x="4737709" y="109137"/>
                  <a:pt x="4740311" y="103376"/>
                  <a:pt x="4741410" y="95597"/>
                </a:cubicBezTo>
                <a:close/>
                <a:moveTo>
                  <a:pt x="4830290" y="129429"/>
                </a:moveTo>
                <a:lnTo>
                  <a:pt x="4830290" y="115896"/>
                </a:lnTo>
                <a:cubicBezTo>
                  <a:pt x="4823119" y="126306"/>
                  <a:pt x="4813374" y="131511"/>
                  <a:pt x="4801056" y="131511"/>
                </a:cubicBezTo>
                <a:cubicBezTo>
                  <a:pt x="4795619" y="131511"/>
                  <a:pt x="4790545" y="130470"/>
                  <a:pt x="4785831" y="128388"/>
                </a:cubicBezTo>
                <a:cubicBezTo>
                  <a:pt x="4781118" y="126306"/>
                  <a:pt x="4777619" y="123689"/>
                  <a:pt x="4775335" y="120538"/>
                </a:cubicBezTo>
                <a:cubicBezTo>
                  <a:pt x="4773050" y="117386"/>
                  <a:pt x="4771445" y="113525"/>
                  <a:pt x="4770520" y="108957"/>
                </a:cubicBezTo>
                <a:cubicBezTo>
                  <a:pt x="4769884" y="105891"/>
                  <a:pt x="4769566" y="101034"/>
                  <a:pt x="4769566" y="94383"/>
                </a:cubicBezTo>
                <a:lnTo>
                  <a:pt x="4769566" y="37302"/>
                </a:lnTo>
                <a:lnTo>
                  <a:pt x="4785181" y="37302"/>
                </a:lnTo>
                <a:lnTo>
                  <a:pt x="4785181" y="88397"/>
                </a:lnTo>
                <a:cubicBezTo>
                  <a:pt x="4785181" y="96551"/>
                  <a:pt x="4785499" y="102046"/>
                  <a:pt x="4786135" y="104879"/>
                </a:cubicBezTo>
                <a:cubicBezTo>
                  <a:pt x="4787118" y="108986"/>
                  <a:pt x="4789200" y="112210"/>
                  <a:pt x="4792381" y="114552"/>
                </a:cubicBezTo>
                <a:cubicBezTo>
                  <a:pt x="4795561" y="116894"/>
                  <a:pt x="4799494" y="118065"/>
                  <a:pt x="4804179" y="118065"/>
                </a:cubicBezTo>
                <a:cubicBezTo>
                  <a:pt x="4808863" y="118065"/>
                  <a:pt x="4813258" y="116865"/>
                  <a:pt x="4817364" y="114465"/>
                </a:cubicBezTo>
                <a:cubicBezTo>
                  <a:pt x="4821470" y="112065"/>
                  <a:pt x="4824377" y="108798"/>
                  <a:pt x="4826083" y="104663"/>
                </a:cubicBezTo>
                <a:cubicBezTo>
                  <a:pt x="4827789" y="100527"/>
                  <a:pt x="4828642" y="94527"/>
                  <a:pt x="4828642" y="86662"/>
                </a:cubicBezTo>
                <a:lnTo>
                  <a:pt x="4828642" y="37302"/>
                </a:lnTo>
                <a:lnTo>
                  <a:pt x="4844257" y="37302"/>
                </a:lnTo>
                <a:lnTo>
                  <a:pt x="4844257" y="129429"/>
                </a:lnTo>
                <a:lnTo>
                  <a:pt x="4830290" y="129429"/>
                </a:lnTo>
                <a:close/>
                <a:moveTo>
                  <a:pt x="4862574" y="101843"/>
                </a:moveTo>
                <a:lnTo>
                  <a:pt x="4878015" y="99414"/>
                </a:lnTo>
                <a:cubicBezTo>
                  <a:pt x="4878883" y="105575"/>
                  <a:pt x="4881297" y="110297"/>
                  <a:pt x="4885259" y="113579"/>
                </a:cubicBezTo>
                <a:cubicBezTo>
                  <a:pt x="4889220" y="116859"/>
                  <a:pt x="4894758" y="118499"/>
                  <a:pt x="4901871" y="118499"/>
                </a:cubicBezTo>
                <a:cubicBezTo>
                  <a:pt x="4909042" y="118499"/>
                  <a:pt x="4914363" y="117050"/>
                  <a:pt x="4917833" y="114153"/>
                </a:cubicBezTo>
                <a:cubicBezTo>
                  <a:pt x="4921303" y="111255"/>
                  <a:pt x="4923038" y="107855"/>
                  <a:pt x="4923038" y="103955"/>
                </a:cubicBezTo>
                <a:cubicBezTo>
                  <a:pt x="4923038" y="100454"/>
                  <a:pt x="4921505" y="97700"/>
                  <a:pt x="4918440" y="95692"/>
                </a:cubicBezTo>
                <a:cubicBezTo>
                  <a:pt x="4916300" y="94315"/>
                  <a:pt x="4910980" y="92565"/>
                  <a:pt x="4902478" y="90441"/>
                </a:cubicBezTo>
                <a:cubicBezTo>
                  <a:pt x="4891027" y="87548"/>
                  <a:pt x="4883090" y="85045"/>
                  <a:pt x="4878666" y="82932"/>
                </a:cubicBezTo>
                <a:cubicBezTo>
                  <a:pt x="4874241" y="80819"/>
                  <a:pt x="4870887" y="77896"/>
                  <a:pt x="4868603" y="74162"/>
                </a:cubicBezTo>
                <a:cubicBezTo>
                  <a:pt x="4866318" y="70428"/>
                  <a:pt x="4865176" y="66304"/>
                  <a:pt x="4865176" y="61790"/>
                </a:cubicBezTo>
                <a:cubicBezTo>
                  <a:pt x="4865176" y="57680"/>
                  <a:pt x="4866116" y="53874"/>
                  <a:pt x="4867996" y="50371"/>
                </a:cubicBezTo>
                <a:cubicBezTo>
                  <a:pt x="4869875" y="46869"/>
                  <a:pt x="4872434" y="43960"/>
                  <a:pt x="4875673" y="41645"/>
                </a:cubicBezTo>
                <a:cubicBezTo>
                  <a:pt x="4878102" y="39850"/>
                  <a:pt x="4881413" y="38331"/>
                  <a:pt x="4885606" y="37088"/>
                </a:cubicBezTo>
                <a:cubicBezTo>
                  <a:pt x="4889798" y="35843"/>
                  <a:pt x="4894295" y="35220"/>
                  <a:pt x="4899095" y="35220"/>
                </a:cubicBezTo>
                <a:cubicBezTo>
                  <a:pt x="4906324" y="35220"/>
                  <a:pt x="4912671" y="36268"/>
                  <a:pt x="4918136" y="38365"/>
                </a:cubicBezTo>
                <a:cubicBezTo>
                  <a:pt x="4923602" y="40459"/>
                  <a:pt x="4927635" y="43298"/>
                  <a:pt x="4930238" y="46880"/>
                </a:cubicBezTo>
                <a:cubicBezTo>
                  <a:pt x="4932840" y="50460"/>
                  <a:pt x="4934633" y="55248"/>
                  <a:pt x="4935616" y="61245"/>
                </a:cubicBezTo>
                <a:lnTo>
                  <a:pt x="4920349" y="63327"/>
                </a:lnTo>
                <a:cubicBezTo>
                  <a:pt x="4919655" y="58584"/>
                  <a:pt x="4917645" y="54883"/>
                  <a:pt x="4914319" y="52223"/>
                </a:cubicBezTo>
                <a:cubicBezTo>
                  <a:pt x="4910994" y="49563"/>
                  <a:pt x="4906295" y="48232"/>
                  <a:pt x="4900223" y="48232"/>
                </a:cubicBezTo>
                <a:cubicBezTo>
                  <a:pt x="4893052" y="48232"/>
                  <a:pt x="4887933" y="49413"/>
                  <a:pt x="4884868" y="51773"/>
                </a:cubicBezTo>
                <a:cubicBezTo>
                  <a:pt x="4881803" y="54131"/>
                  <a:pt x="4880271" y="56894"/>
                  <a:pt x="4880271" y="60060"/>
                </a:cubicBezTo>
                <a:cubicBezTo>
                  <a:pt x="4880271" y="62073"/>
                  <a:pt x="4880907" y="63886"/>
                  <a:pt x="4882179" y="65498"/>
                </a:cubicBezTo>
                <a:cubicBezTo>
                  <a:pt x="4883451" y="67166"/>
                  <a:pt x="4885447" y="68547"/>
                  <a:pt x="4888165" y="69640"/>
                </a:cubicBezTo>
                <a:cubicBezTo>
                  <a:pt x="4889726" y="70217"/>
                  <a:pt x="4894324" y="71541"/>
                  <a:pt x="4901958" y="73612"/>
                </a:cubicBezTo>
                <a:cubicBezTo>
                  <a:pt x="4913004" y="76559"/>
                  <a:pt x="4920710" y="78972"/>
                  <a:pt x="4925076" y="80850"/>
                </a:cubicBezTo>
                <a:cubicBezTo>
                  <a:pt x="4929443" y="82728"/>
                  <a:pt x="4932869" y="85458"/>
                  <a:pt x="4935356" y="89042"/>
                </a:cubicBezTo>
                <a:cubicBezTo>
                  <a:pt x="4937843" y="92624"/>
                  <a:pt x="4939086" y="97073"/>
                  <a:pt x="4939086" y="102388"/>
                </a:cubicBezTo>
                <a:cubicBezTo>
                  <a:pt x="4939086" y="107589"/>
                  <a:pt x="4937568" y="112487"/>
                  <a:pt x="4934532" y="117081"/>
                </a:cubicBezTo>
                <a:cubicBezTo>
                  <a:pt x="4931496" y="121673"/>
                  <a:pt x="4927115" y="125227"/>
                  <a:pt x="4921389" y="127740"/>
                </a:cubicBezTo>
                <a:cubicBezTo>
                  <a:pt x="4915664" y="130254"/>
                  <a:pt x="4909187" y="131511"/>
                  <a:pt x="4901958" y="131511"/>
                </a:cubicBezTo>
                <a:cubicBezTo>
                  <a:pt x="4889986" y="131511"/>
                  <a:pt x="4880863" y="129017"/>
                  <a:pt x="4874588" y="124029"/>
                </a:cubicBezTo>
                <a:cubicBezTo>
                  <a:pt x="4868314" y="119041"/>
                  <a:pt x="4864309" y="111646"/>
                  <a:pt x="4862574" y="101843"/>
                </a:cubicBezTo>
                <a:close/>
                <a:moveTo>
                  <a:pt x="4994901" y="129429"/>
                </a:moveTo>
                <a:lnTo>
                  <a:pt x="5043741" y="2255"/>
                </a:lnTo>
                <a:lnTo>
                  <a:pt x="5061871" y="2255"/>
                </a:lnTo>
                <a:lnTo>
                  <a:pt x="5113920" y="129429"/>
                </a:lnTo>
                <a:lnTo>
                  <a:pt x="5094749" y="129429"/>
                </a:lnTo>
                <a:lnTo>
                  <a:pt x="5079915" y="91086"/>
                </a:lnTo>
                <a:lnTo>
                  <a:pt x="5026738" y="91086"/>
                </a:lnTo>
                <a:lnTo>
                  <a:pt x="5012771" y="129429"/>
                </a:lnTo>
                <a:lnTo>
                  <a:pt x="4994901" y="129429"/>
                </a:lnTo>
                <a:moveTo>
                  <a:pt x="5031596" y="77207"/>
                </a:moveTo>
                <a:lnTo>
                  <a:pt x="5074710" y="77207"/>
                </a:lnTo>
                <a:lnTo>
                  <a:pt x="5061437" y="41986"/>
                </a:lnTo>
                <a:cubicBezTo>
                  <a:pt x="5057389" y="31287"/>
                  <a:pt x="5054382" y="22497"/>
                  <a:pt x="5052416" y="15615"/>
                </a:cubicBezTo>
                <a:cubicBezTo>
                  <a:pt x="5050796" y="23769"/>
                  <a:pt x="5048512" y="31866"/>
                  <a:pt x="5045562" y="39904"/>
                </a:cubicBezTo>
                <a:lnTo>
                  <a:pt x="5031596" y="77207"/>
                </a:lnTo>
                <a:close/>
                <a:moveTo>
                  <a:pt x="5185572" y="129429"/>
                </a:moveTo>
                <a:lnTo>
                  <a:pt x="5185572" y="115896"/>
                </a:lnTo>
                <a:cubicBezTo>
                  <a:pt x="5178401" y="126306"/>
                  <a:pt x="5168656" y="131511"/>
                  <a:pt x="5156338" y="131511"/>
                </a:cubicBezTo>
                <a:cubicBezTo>
                  <a:pt x="5150901" y="131511"/>
                  <a:pt x="5145827" y="130470"/>
                  <a:pt x="5141113" y="128388"/>
                </a:cubicBezTo>
                <a:cubicBezTo>
                  <a:pt x="5136400" y="126306"/>
                  <a:pt x="5132901" y="123689"/>
                  <a:pt x="5130617" y="120538"/>
                </a:cubicBezTo>
                <a:cubicBezTo>
                  <a:pt x="5128332" y="117386"/>
                  <a:pt x="5126727" y="113525"/>
                  <a:pt x="5125802" y="108957"/>
                </a:cubicBezTo>
                <a:cubicBezTo>
                  <a:pt x="5125166" y="105891"/>
                  <a:pt x="5124848" y="101034"/>
                  <a:pt x="5124848" y="94383"/>
                </a:cubicBezTo>
                <a:lnTo>
                  <a:pt x="5124848" y="37302"/>
                </a:lnTo>
                <a:lnTo>
                  <a:pt x="5140463" y="37302"/>
                </a:lnTo>
                <a:lnTo>
                  <a:pt x="5140463" y="88397"/>
                </a:lnTo>
                <a:cubicBezTo>
                  <a:pt x="5140463" y="96551"/>
                  <a:pt x="5140781" y="102046"/>
                  <a:pt x="5141417" y="104879"/>
                </a:cubicBezTo>
                <a:cubicBezTo>
                  <a:pt x="5142400" y="108986"/>
                  <a:pt x="5144482" y="112210"/>
                  <a:pt x="5147663" y="114552"/>
                </a:cubicBezTo>
                <a:cubicBezTo>
                  <a:pt x="5150844" y="116894"/>
                  <a:pt x="5154776" y="118065"/>
                  <a:pt x="5159461" y="118065"/>
                </a:cubicBezTo>
                <a:cubicBezTo>
                  <a:pt x="5164145" y="118065"/>
                  <a:pt x="5168540" y="116865"/>
                  <a:pt x="5172646" y="114465"/>
                </a:cubicBezTo>
                <a:cubicBezTo>
                  <a:pt x="5176753" y="112065"/>
                  <a:pt x="5179659" y="108798"/>
                  <a:pt x="5181365" y="104663"/>
                </a:cubicBezTo>
                <a:cubicBezTo>
                  <a:pt x="5183071" y="100527"/>
                  <a:pt x="5183924" y="94527"/>
                  <a:pt x="5183924" y="86662"/>
                </a:cubicBezTo>
                <a:lnTo>
                  <a:pt x="5183924" y="37302"/>
                </a:lnTo>
                <a:lnTo>
                  <a:pt x="5199539" y="37302"/>
                </a:lnTo>
                <a:lnTo>
                  <a:pt x="5199539" y="129429"/>
                </a:lnTo>
                <a:lnTo>
                  <a:pt x="5185572" y="129429"/>
                </a:lnTo>
                <a:close/>
                <a:moveTo>
                  <a:pt x="5223970" y="129429"/>
                </a:moveTo>
                <a:lnTo>
                  <a:pt x="5223970" y="37302"/>
                </a:lnTo>
                <a:lnTo>
                  <a:pt x="5238023" y="37302"/>
                </a:lnTo>
                <a:lnTo>
                  <a:pt x="5238023" y="51182"/>
                </a:lnTo>
                <a:cubicBezTo>
                  <a:pt x="5241609" y="44683"/>
                  <a:pt x="5244920" y="40398"/>
                  <a:pt x="5247956" y="38327"/>
                </a:cubicBezTo>
                <a:cubicBezTo>
                  <a:pt x="5250992" y="36256"/>
                  <a:pt x="5254332" y="35220"/>
                  <a:pt x="5257975" y="35220"/>
                </a:cubicBezTo>
                <a:cubicBezTo>
                  <a:pt x="5263238" y="35220"/>
                  <a:pt x="5268588" y="36890"/>
                  <a:pt x="5274024" y="40230"/>
                </a:cubicBezTo>
                <a:lnTo>
                  <a:pt x="5268645" y="54652"/>
                </a:lnTo>
                <a:cubicBezTo>
                  <a:pt x="5264828" y="52396"/>
                  <a:pt x="5261011" y="51269"/>
                  <a:pt x="5257195" y="51269"/>
                </a:cubicBezTo>
                <a:cubicBezTo>
                  <a:pt x="5253782" y="51269"/>
                  <a:pt x="5250717" y="52297"/>
                  <a:pt x="5247999" y="54354"/>
                </a:cubicBezTo>
                <a:cubicBezTo>
                  <a:pt x="5245281" y="56408"/>
                  <a:pt x="5243344" y="59259"/>
                  <a:pt x="5242187" y="62906"/>
                </a:cubicBezTo>
                <a:cubicBezTo>
                  <a:pt x="5240452" y="68464"/>
                  <a:pt x="5239585" y="74543"/>
                  <a:pt x="5239585" y="81143"/>
                </a:cubicBezTo>
                <a:lnTo>
                  <a:pt x="5239585" y="129429"/>
                </a:lnTo>
                <a:lnTo>
                  <a:pt x="5223970" y="129429"/>
                </a:lnTo>
                <a:close/>
                <a:moveTo>
                  <a:pt x="5346371" y="99761"/>
                </a:moveTo>
                <a:lnTo>
                  <a:pt x="5362507" y="101756"/>
                </a:lnTo>
                <a:cubicBezTo>
                  <a:pt x="5359962" y="111183"/>
                  <a:pt x="5355249" y="118499"/>
                  <a:pt x="5348367" y="123704"/>
                </a:cubicBezTo>
                <a:cubicBezTo>
                  <a:pt x="5341484" y="128909"/>
                  <a:pt x="5332694" y="131511"/>
                  <a:pt x="5321995" y="131511"/>
                </a:cubicBezTo>
                <a:cubicBezTo>
                  <a:pt x="5308520" y="131511"/>
                  <a:pt x="5297835" y="127362"/>
                  <a:pt x="5289941" y="119063"/>
                </a:cubicBezTo>
                <a:cubicBezTo>
                  <a:pt x="5282047" y="110764"/>
                  <a:pt x="5278100" y="99125"/>
                  <a:pt x="5278100" y="84146"/>
                </a:cubicBezTo>
                <a:cubicBezTo>
                  <a:pt x="5278100" y="68647"/>
                  <a:pt x="5282090" y="56618"/>
                  <a:pt x="5290071" y="48059"/>
                </a:cubicBezTo>
                <a:cubicBezTo>
                  <a:pt x="5298052" y="39500"/>
                  <a:pt x="5308404" y="35220"/>
                  <a:pt x="5321127" y="35220"/>
                </a:cubicBezTo>
                <a:cubicBezTo>
                  <a:pt x="5333446" y="35220"/>
                  <a:pt x="5343509" y="39407"/>
                  <a:pt x="5351316" y="47780"/>
                </a:cubicBezTo>
                <a:cubicBezTo>
                  <a:pt x="5359123" y="56151"/>
                  <a:pt x="5363027" y="67929"/>
                  <a:pt x="5363027" y="83114"/>
                </a:cubicBezTo>
                <a:cubicBezTo>
                  <a:pt x="5363027" y="84037"/>
                  <a:pt x="5362998" y="85422"/>
                  <a:pt x="5362940" y="87269"/>
                </a:cubicBezTo>
                <a:lnTo>
                  <a:pt x="5294235" y="87269"/>
                </a:lnTo>
                <a:cubicBezTo>
                  <a:pt x="5294814" y="97361"/>
                  <a:pt x="5297676" y="105089"/>
                  <a:pt x="5302823" y="110453"/>
                </a:cubicBezTo>
                <a:cubicBezTo>
                  <a:pt x="5307971" y="115817"/>
                  <a:pt x="5314390" y="118499"/>
                  <a:pt x="5322082" y="118499"/>
                </a:cubicBezTo>
                <a:cubicBezTo>
                  <a:pt x="5327807" y="118499"/>
                  <a:pt x="5332694" y="117010"/>
                  <a:pt x="5336742" y="114031"/>
                </a:cubicBezTo>
                <a:cubicBezTo>
                  <a:pt x="5340790" y="111051"/>
                  <a:pt x="5344000" y="106294"/>
                  <a:pt x="5346371" y="99761"/>
                </a:cubicBezTo>
                <a:moveTo>
                  <a:pt x="5295103" y="74257"/>
                </a:moveTo>
                <a:lnTo>
                  <a:pt x="5346545" y="74257"/>
                </a:lnTo>
                <a:cubicBezTo>
                  <a:pt x="5345851" y="66634"/>
                  <a:pt x="5343885" y="60917"/>
                  <a:pt x="5340646" y="57105"/>
                </a:cubicBezTo>
                <a:cubicBezTo>
                  <a:pt x="5335672" y="51190"/>
                  <a:pt x="5329224" y="48232"/>
                  <a:pt x="5321301" y="48232"/>
                </a:cubicBezTo>
                <a:cubicBezTo>
                  <a:pt x="5314130" y="48232"/>
                  <a:pt x="5308101" y="50594"/>
                  <a:pt x="5303214" y="55316"/>
                </a:cubicBezTo>
                <a:cubicBezTo>
                  <a:pt x="5298327" y="60037"/>
                  <a:pt x="5295623" y="66350"/>
                  <a:pt x="5295103" y="74257"/>
                </a:cubicBezTo>
                <a:close/>
                <a:moveTo>
                  <a:pt x="5381538" y="129429"/>
                </a:moveTo>
                <a:lnTo>
                  <a:pt x="5381538" y="2255"/>
                </a:lnTo>
                <a:lnTo>
                  <a:pt x="5397153" y="2255"/>
                </a:lnTo>
                <a:lnTo>
                  <a:pt x="5397153" y="129429"/>
                </a:lnTo>
                <a:lnTo>
                  <a:pt x="5381538" y="129429"/>
                </a:lnTo>
                <a:close/>
                <a:moveTo>
                  <a:pt x="5421581" y="20299"/>
                </a:moveTo>
                <a:lnTo>
                  <a:pt x="5421581" y="2255"/>
                </a:lnTo>
                <a:lnTo>
                  <a:pt x="5437195" y="2255"/>
                </a:lnTo>
                <a:lnTo>
                  <a:pt x="5437195" y="20299"/>
                </a:lnTo>
                <a:lnTo>
                  <a:pt x="5421581" y="20299"/>
                </a:lnTo>
                <a:moveTo>
                  <a:pt x="5421581" y="129429"/>
                </a:moveTo>
                <a:lnTo>
                  <a:pt x="5421581" y="37302"/>
                </a:lnTo>
                <a:lnTo>
                  <a:pt x="5437195" y="37302"/>
                </a:lnTo>
                <a:lnTo>
                  <a:pt x="5437195" y="129429"/>
                </a:lnTo>
                <a:lnTo>
                  <a:pt x="5421581" y="129429"/>
                </a:lnTo>
                <a:close/>
                <a:moveTo>
                  <a:pt x="5521312" y="129429"/>
                </a:moveTo>
                <a:lnTo>
                  <a:pt x="5521312" y="115896"/>
                </a:lnTo>
                <a:cubicBezTo>
                  <a:pt x="5514141" y="126306"/>
                  <a:pt x="5504396" y="131511"/>
                  <a:pt x="5492078" y="131511"/>
                </a:cubicBezTo>
                <a:cubicBezTo>
                  <a:pt x="5486642" y="131511"/>
                  <a:pt x="5481567" y="130470"/>
                  <a:pt x="5476854" y="128388"/>
                </a:cubicBezTo>
                <a:cubicBezTo>
                  <a:pt x="5472140" y="126306"/>
                  <a:pt x="5468641" y="123689"/>
                  <a:pt x="5466357" y="120538"/>
                </a:cubicBezTo>
                <a:cubicBezTo>
                  <a:pt x="5464073" y="117386"/>
                  <a:pt x="5462468" y="113525"/>
                  <a:pt x="5461542" y="108957"/>
                </a:cubicBezTo>
                <a:cubicBezTo>
                  <a:pt x="5460906" y="105891"/>
                  <a:pt x="5460588" y="101034"/>
                  <a:pt x="5460588" y="94383"/>
                </a:cubicBezTo>
                <a:lnTo>
                  <a:pt x="5460588" y="37302"/>
                </a:lnTo>
                <a:lnTo>
                  <a:pt x="5476203" y="37302"/>
                </a:lnTo>
                <a:lnTo>
                  <a:pt x="5476203" y="88397"/>
                </a:lnTo>
                <a:cubicBezTo>
                  <a:pt x="5476203" y="96551"/>
                  <a:pt x="5476521" y="102046"/>
                  <a:pt x="5477157" y="104879"/>
                </a:cubicBezTo>
                <a:cubicBezTo>
                  <a:pt x="5478140" y="108986"/>
                  <a:pt x="5480222" y="112210"/>
                  <a:pt x="5483403" y="114552"/>
                </a:cubicBezTo>
                <a:cubicBezTo>
                  <a:pt x="5486584" y="116894"/>
                  <a:pt x="5490516" y="118065"/>
                  <a:pt x="5495201" y="118065"/>
                </a:cubicBezTo>
                <a:cubicBezTo>
                  <a:pt x="5499885" y="118065"/>
                  <a:pt x="5504281" y="116865"/>
                  <a:pt x="5508387" y="114465"/>
                </a:cubicBezTo>
                <a:cubicBezTo>
                  <a:pt x="5512493" y="112065"/>
                  <a:pt x="5515399" y="108798"/>
                  <a:pt x="5517105" y="104663"/>
                </a:cubicBezTo>
                <a:cubicBezTo>
                  <a:pt x="5518811" y="100527"/>
                  <a:pt x="5519664" y="94527"/>
                  <a:pt x="5519664" y="86662"/>
                </a:cubicBezTo>
                <a:lnTo>
                  <a:pt x="5519664" y="37302"/>
                </a:lnTo>
                <a:lnTo>
                  <a:pt x="5535279" y="37302"/>
                </a:lnTo>
                <a:lnTo>
                  <a:pt x="5535279" y="129429"/>
                </a:lnTo>
                <a:lnTo>
                  <a:pt x="5521312" y="129429"/>
                </a:lnTo>
                <a:close/>
                <a:moveTo>
                  <a:pt x="5553301" y="101843"/>
                </a:moveTo>
                <a:lnTo>
                  <a:pt x="5568742" y="99414"/>
                </a:lnTo>
                <a:cubicBezTo>
                  <a:pt x="5569609" y="105575"/>
                  <a:pt x="5572024" y="110297"/>
                  <a:pt x="5575985" y="113579"/>
                </a:cubicBezTo>
                <a:cubicBezTo>
                  <a:pt x="5579947" y="116859"/>
                  <a:pt x="5585484" y="118499"/>
                  <a:pt x="5592598" y="118499"/>
                </a:cubicBezTo>
                <a:cubicBezTo>
                  <a:pt x="5599769" y="118499"/>
                  <a:pt x="5605090" y="117050"/>
                  <a:pt x="5608560" y="114153"/>
                </a:cubicBezTo>
                <a:cubicBezTo>
                  <a:pt x="5612030" y="111255"/>
                  <a:pt x="5613765" y="107855"/>
                  <a:pt x="5613765" y="103955"/>
                </a:cubicBezTo>
                <a:cubicBezTo>
                  <a:pt x="5613765" y="100454"/>
                  <a:pt x="5612232" y="97700"/>
                  <a:pt x="5609167" y="95692"/>
                </a:cubicBezTo>
                <a:cubicBezTo>
                  <a:pt x="5607027" y="94315"/>
                  <a:pt x="5601707" y="92565"/>
                  <a:pt x="5593205" y="90441"/>
                </a:cubicBezTo>
                <a:cubicBezTo>
                  <a:pt x="5581754" y="87548"/>
                  <a:pt x="5573817" y="85045"/>
                  <a:pt x="5569393" y="82932"/>
                </a:cubicBezTo>
                <a:cubicBezTo>
                  <a:pt x="5564968" y="80819"/>
                  <a:pt x="5561614" y="77896"/>
                  <a:pt x="5559330" y="74162"/>
                </a:cubicBezTo>
                <a:cubicBezTo>
                  <a:pt x="5557045" y="70428"/>
                  <a:pt x="5555903" y="66304"/>
                  <a:pt x="5555903" y="61790"/>
                </a:cubicBezTo>
                <a:cubicBezTo>
                  <a:pt x="5555903" y="57680"/>
                  <a:pt x="5556843" y="53874"/>
                  <a:pt x="5558722" y="50371"/>
                </a:cubicBezTo>
                <a:cubicBezTo>
                  <a:pt x="5560602" y="46869"/>
                  <a:pt x="5563161" y="43960"/>
                  <a:pt x="5566400" y="41645"/>
                </a:cubicBezTo>
                <a:cubicBezTo>
                  <a:pt x="5568829" y="39850"/>
                  <a:pt x="5572140" y="38331"/>
                  <a:pt x="5576332" y="37088"/>
                </a:cubicBezTo>
                <a:cubicBezTo>
                  <a:pt x="5580525" y="35843"/>
                  <a:pt x="5585022" y="35220"/>
                  <a:pt x="5589822" y="35220"/>
                </a:cubicBezTo>
                <a:cubicBezTo>
                  <a:pt x="5597051" y="35220"/>
                  <a:pt x="5603398" y="36268"/>
                  <a:pt x="5608863" y="38365"/>
                </a:cubicBezTo>
                <a:cubicBezTo>
                  <a:pt x="5614328" y="40459"/>
                  <a:pt x="5618362" y="43298"/>
                  <a:pt x="5620965" y="46880"/>
                </a:cubicBezTo>
                <a:cubicBezTo>
                  <a:pt x="5623567" y="50460"/>
                  <a:pt x="5625360" y="55248"/>
                  <a:pt x="5626343" y="61245"/>
                </a:cubicBezTo>
                <a:lnTo>
                  <a:pt x="5611075" y="63327"/>
                </a:lnTo>
                <a:cubicBezTo>
                  <a:pt x="5610381" y="58584"/>
                  <a:pt x="5608372" y="54883"/>
                  <a:pt x="5605046" y="52223"/>
                </a:cubicBezTo>
                <a:cubicBezTo>
                  <a:pt x="5601721" y="49563"/>
                  <a:pt x="5597022" y="48232"/>
                  <a:pt x="5590950" y="48232"/>
                </a:cubicBezTo>
                <a:cubicBezTo>
                  <a:pt x="5583778" y="48232"/>
                  <a:pt x="5578660" y="49413"/>
                  <a:pt x="5575595" y="51773"/>
                </a:cubicBezTo>
                <a:cubicBezTo>
                  <a:pt x="5572530" y="54131"/>
                  <a:pt x="5570997" y="56894"/>
                  <a:pt x="5570997" y="60060"/>
                </a:cubicBezTo>
                <a:cubicBezTo>
                  <a:pt x="5570997" y="62073"/>
                  <a:pt x="5571634" y="63886"/>
                  <a:pt x="5572906" y="65498"/>
                </a:cubicBezTo>
                <a:cubicBezTo>
                  <a:pt x="5574178" y="67166"/>
                  <a:pt x="5576173" y="68547"/>
                  <a:pt x="5578892" y="69640"/>
                </a:cubicBezTo>
                <a:cubicBezTo>
                  <a:pt x="5580453" y="70217"/>
                  <a:pt x="5585051" y="71541"/>
                  <a:pt x="5592685" y="73612"/>
                </a:cubicBezTo>
                <a:cubicBezTo>
                  <a:pt x="5603731" y="76559"/>
                  <a:pt x="5611437" y="78972"/>
                  <a:pt x="5615803" y="80850"/>
                </a:cubicBezTo>
                <a:cubicBezTo>
                  <a:pt x="5620170" y="82728"/>
                  <a:pt x="5623596" y="85458"/>
                  <a:pt x="5626083" y="89042"/>
                </a:cubicBezTo>
                <a:cubicBezTo>
                  <a:pt x="5628570" y="92624"/>
                  <a:pt x="5629813" y="97073"/>
                  <a:pt x="5629813" y="102388"/>
                </a:cubicBezTo>
                <a:cubicBezTo>
                  <a:pt x="5629813" y="107589"/>
                  <a:pt x="5628295" y="112487"/>
                  <a:pt x="5625259" y="117081"/>
                </a:cubicBezTo>
                <a:cubicBezTo>
                  <a:pt x="5622223" y="121673"/>
                  <a:pt x="5617842" y="125227"/>
                  <a:pt x="5612116" y="127740"/>
                </a:cubicBezTo>
                <a:cubicBezTo>
                  <a:pt x="5606391" y="130254"/>
                  <a:pt x="5599914" y="131511"/>
                  <a:pt x="5592685" y="131511"/>
                </a:cubicBezTo>
                <a:cubicBezTo>
                  <a:pt x="5580713" y="131511"/>
                  <a:pt x="5571590" y="129017"/>
                  <a:pt x="5565315" y="124029"/>
                </a:cubicBezTo>
                <a:cubicBezTo>
                  <a:pt x="5559041" y="119041"/>
                  <a:pt x="5555036" y="111646"/>
                  <a:pt x="5553301" y="101843"/>
                </a:cubicBezTo>
                <a:close/>
                <a:moveTo>
                  <a:pt x="5731924" y="115636"/>
                </a:moveTo>
                <a:lnTo>
                  <a:pt x="5734179" y="129429"/>
                </a:lnTo>
                <a:cubicBezTo>
                  <a:pt x="5729784" y="130239"/>
                  <a:pt x="5725851" y="130644"/>
                  <a:pt x="5722381" y="130644"/>
                </a:cubicBezTo>
                <a:cubicBezTo>
                  <a:pt x="5716714" y="130644"/>
                  <a:pt x="5712318" y="129747"/>
                  <a:pt x="5709195" y="127955"/>
                </a:cubicBezTo>
                <a:cubicBezTo>
                  <a:pt x="5706072" y="126162"/>
                  <a:pt x="5703875" y="123805"/>
                  <a:pt x="5702602" y="120885"/>
                </a:cubicBezTo>
                <a:cubicBezTo>
                  <a:pt x="5701330" y="117964"/>
                  <a:pt x="5700694" y="111819"/>
                  <a:pt x="5700694" y="102450"/>
                </a:cubicBezTo>
                <a:lnTo>
                  <a:pt x="5700694" y="49447"/>
                </a:lnTo>
                <a:lnTo>
                  <a:pt x="5689243" y="49447"/>
                </a:lnTo>
                <a:lnTo>
                  <a:pt x="5689243" y="37302"/>
                </a:lnTo>
                <a:lnTo>
                  <a:pt x="5700694" y="37302"/>
                </a:lnTo>
                <a:lnTo>
                  <a:pt x="5700694" y="14425"/>
                </a:lnTo>
                <a:lnTo>
                  <a:pt x="5716222" y="5031"/>
                </a:lnTo>
                <a:lnTo>
                  <a:pt x="5716222" y="37302"/>
                </a:lnTo>
                <a:lnTo>
                  <a:pt x="5731924" y="37302"/>
                </a:lnTo>
                <a:lnTo>
                  <a:pt x="5731924" y="49447"/>
                </a:lnTo>
                <a:lnTo>
                  <a:pt x="5716222" y="49447"/>
                </a:lnTo>
                <a:lnTo>
                  <a:pt x="5716222" y="103318"/>
                </a:lnTo>
                <a:cubicBezTo>
                  <a:pt x="5716222" y="107771"/>
                  <a:pt x="5716497" y="110634"/>
                  <a:pt x="5717046" y="111906"/>
                </a:cubicBezTo>
                <a:cubicBezTo>
                  <a:pt x="5717596" y="113178"/>
                  <a:pt x="5718492" y="114190"/>
                  <a:pt x="5719735" y="114942"/>
                </a:cubicBezTo>
                <a:cubicBezTo>
                  <a:pt x="5720979" y="115694"/>
                  <a:pt x="5722757" y="116070"/>
                  <a:pt x="5725070" y="116070"/>
                </a:cubicBezTo>
                <a:cubicBezTo>
                  <a:pt x="5726805" y="116070"/>
                  <a:pt x="5729090" y="115925"/>
                  <a:pt x="5731924" y="115636"/>
                </a:cubicBezTo>
                <a:close/>
                <a:moveTo>
                  <a:pt x="5741357" y="83366"/>
                </a:moveTo>
                <a:cubicBezTo>
                  <a:pt x="5741357" y="66305"/>
                  <a:pt x="5746099" y="53669"/>
                  <a:pt x="5755584" y="45456"/>
                </a:cubicBezTo>
                <a:cubicBezTo>
                  <a:pt x="5763507" y="38632"/>
                  <a:pt x="5773165" y="35220"/>
                  <a:pt x="5784558" y="35220"/>
                </a:cubicBezTo>
                <a:cubicBezTo>
                  <a:pt x="5797223" y="35220"/>
                  <a:pt x="5807575" y="39370"/>
                  <a:pt x="5815614" y="47669"/>
                </a:cubicBezTo>
                <a:cubicBezTo>
                  <a:pt x="5823652" y="55967"/>
                  <a:pt x="5827672" y="67433"/>
                  <a:pt x="5827672" y="82064"/>
                </a:cubicBezTo>
                <a:cubicBezTo>
                  <a:pt x="5827672" y="93920"/>
                  <a:pt x="5825893" y="103246"/>
                  <a:pt x="5822337" y="110041"/>
                </a:cubicBezTo>
                <a:cubicBezTo>
                  <a:pt x="5818780" y="116836"/>
                  <a:pt x="5813604" y="122114"/>
                  <a:pt x="5806809" y="125873"/>
                </a:cubicBezTo>
                <a:cubicBezTo>
                  <a:pt x="5800013" y="129632"/>
                  <a:pt x="5792596" y="131511"/>
                  <a:pt x="5784558" y="131511"/>
                </a:cubicBezTo>
                <a:cubicBezTo>
                  <a:pt x="5771661" y="131511"/>
                  <a:pt x="5761237" y="127376"/>
                  <a:pt x="5753285" y="119106"/>
                </a:cubicBezTo>
                <a:cubicBezTo>
                  <a:pt x="5745333" y="110836"/>
                  <a:pt x="5741357" y="98923"/>
                  <a:pt x="5741357" y="83366"/>
                </a:cubicBezTo>
                <a:moveTo>
                  <a:pt x="5757405" y="83322"/>
                </a:moveTo>
                <a:cubicBezTo>
                  <a:pt x="5757405" y="95077"/>
                  <a:pt x="5759979" y="103878"/>
                  <a:pt x="5765126" y="109726"/>
                </a:cubicBezTo>
                <a:cubicBezTo>
                  <a:pt x="5770273" y="115575"/>
                  <a:pt x="5776750" y="118499"/>
                  <a:pt x="5784558" y="118499"/>
                </a:cubicBezTo>
                <a:cubicBezTo>
                  <a:pt x="5792307" y="118499"/>
                  <a:pt x="5798756" y="115560"/>
                  <a:pt x="5803903" y="109683"/>
                </a:cubicBezTo>
                <a:cubicBezTo>
                  <a:pt x="5809050" y="103806"/>
                  <a:pt x="5811623" y="94846"/>
                  <a:pt x="5811623" y="82805"/>
                </a:cubicBezTo>
                <a:cubicBezTo>
                  <a:pt x="5811623" y="71453"/>
                  <a:pt x="5809035" y="62853"/>
                  <a:pt x="5803859" y="57005"/>
                </a:cubicBezTo>
                <a:cubicBezTo>
                  <a:pt x="5798683" y="51157"/>
                  <a:pt x="5792249" y="48232"/>
                  <a:pt x="5784558" y="48232"/>
                </a:cubicBezTo>
                <a:cubicBezTo>
                  <a:pt x="5776750" y="48232"/>
                  <a:pt x="5770273" y="51142"/>
                  <a:pt x="5765126" y="56961"/>
                </a:cubicBezTo>
                <a:cubicBezTo>
                  <a:pt x="5759979" y="62781"/>
                  <a:pt x="5757405" y="71568"/>
                  <a:pt x="5757405" y="83322"/>
                </a:cubicBezTo>
                <a:close/>
                <a:moveTo>
                  <a:pt x="5894988" y="129429"/>
                </a:moveTo>
                <a:lnTo>
                  <a:pt x="5894988" y="37302"/>
                </a:lnTo>
                <a:lnTo>
                  <a:pt x="5909041" y="37302"/>
                </a:lnTo>
                <a:lnTo>
                  <a:pt x="5909041" y="51182"/>
                </a:lnTo>
                <a:cubicBezTo>
                  <a:pt x="5912627" y="44683"/>
                  <a:pt x="5915938" y="40398"/>
                  <a:pt x="5918974" y="38327"/>
                </a:cubicBezTo>
                <a:cubicBezTo>
                  <a:pt x="5922010" y="36256"/>
                  <a:pt x="5925350" y="35220"/>
                  <a:pt x="5928994" y="35220"/>
                </a:cubicBezTo>
                <a:cubicBezTo>
                  <a:pt x="5934256" y="35220"/>
                  <a:pt x="5939606" y="36890"/>
                  <a:pt x="5945042" y="40230"/>
                </a:cubicBezTo>
                <a:lnTo>
                  <a:pt x="5939664" y="54652"/>
                </a:lnTo>
                <a:cubicBezTo>
                  <a:pt x="5935847" y="52396"/>
                  <a:pt x="5932030" y="51269"/>
                  <a:pt x="5928213" y="51269"/>
                </a:cubicBezTo>
                <a:cubicBezTo>
                  <a:pt x="5924801" y="51269"/>
                  <a:pt x="5921736" y="52297"/>
                  <a:pt x="5919018" y="54354"/>
                </a:cubicBezTo>
                <a:cubicBezTo>
                  <a:pt x="5916299" y="56408"/>
                  <a:pt x="5914362" y="59259"/>
                  <a:pt x="5913205" y="62906"/>
                </a:cubicBezTo>
                <a:cubicBezTo>
                  <a:pt x="5911470" y="68464"/>
                  <a:pt x="5910603" y="74543"/>
                  <a:pt x="5910603" y="81143"/>
                </a:cubicBezTo>
                <a:lnTo>
                  <a:pt x="5910603" y="129429"/>
                </a:lnTo>
                <a:lnTo>
                  <a:pt x="5894988" y="129429"/>
                </a:lnTo>
                <a:close/>
                <a:moveTo>
                  <a:pt x="6017389" y="99761"/>
                </a:moveTo>
                <a:lnTo>
                  <a:pt x="6033525" y="101756"/>
                </a:lnTo>
                <a:cubicBezTo>
                  <a:pt x="6030980" y="111183"/>
                  <a:pt x="6026267" y="118499"/>
                  <a:pt x="6019385" y="123704"/>
                </a:cubicBezTo>
                <a:cubicBezTo>
                  <a:pt x="6012503" y="128909"/>
                  <a:pt x="6003712" y="131511"/>
                  <a:pt x="5993013" y="131511"/>
                </a:cubicBezTo>
                <a:cubicBezTo>
                  <a:pt x="5979538" y="131511"/>
                  <a:pt x="5968853" y="127362"/>
                  <a:pt x="5960959" y="119063"/>
                </a:cubicBezTo>
                <a:cubicBezTo>
                  <a:pt x="5953065" y="110764"/>
                  <a:pt x="5949118" y="99125"/>
                  <a:pt x="5949118" y="84146"/>
                </a:cubicBezTo>
                <a:cubicBezTo>
                  <a:pt x="5949118" y="68647"/>
                  <a:pt x="5953109" y="56618"/>
                  <a:pt x="5961089" y="48059"/>
                </a:cubicBezTo>
                <a:cubicBezTo>
                  <a:pt x="5969070" y="39500"/>
                  <a:pt x="5979422" y="35220"/>
                  <a:pt x="5992146" y="35220"/>
                </a:cubicBezTo>
                <a:cubicBezTo>
                  <a:pt x="6004464" y="35220"/>
                  <a:pt x="6014527" y="39407"/>
                  <a:pt x="6022334" y="47780"/>
                </a:cubicBezTo>
                <a:cubicBezTo>
                  <a:pt x="6030142" y="56151"/>
                  <a:pt x="6034045" y="67929"/>
                  <a:pt x="6034045" y="83114"/>
                </a:cubicBezTo>
                <a:cubicBezTo>
                  <a:pt x="6034045" y="84037"/>
                  <a:pt x="6034016" y="85422"/>
                  <a:pt x="6033959" y="87269"/>
                </a:cubicBezTo>
                <a:lnTo>
                  <a:pt x="5965253" y="87269"/>
                </a:lnTo>
                <a:cubicBezTo>
                  <a:pt x="5965832" y="97361"/>
                  <a:pt x="5968694" y="105089"/>
                  <a:pt x="5973842" y="110453"/>
                </a:cubicBezTo>
                <a:cubicBezTo>
                  <a:pt x="5978989" y="115817"/>
                  <a:pt x="5985408" y="118499"/>
                  <a:pt x="5993100" y="118499"/>
                </a:cubicBezTo>
                <a:cubicBezTo>
                  <a:pt x="5998825" y="118499"/>
                  <a:pt x="6003712" y="117010"/>
                  <a:pt x="6007760" y="114031"/>
                </a:cubicBezTo>
                <a:cubicBezTo>
                  <a:pt x="6011809" y="111051"/>
                  <a:pt x="6015018" y="106294"/>
                  <a:pt x="6017389" y="99761"/>
                </a:cubicBezTo>
                <a:moveTo>
                  <a:pt x="5966121" y="74257"/>
                </a:moveTo>
                <a:lnTo>
                  <a:pt x="6017563" y="74257"/>
                </a:lnTo>
                <a:cubicBezTo>
                  <a:pt x="6016869" y="66634"/>
                  <a:pt x="6014903" y="60917"/>
                  <a:pt x="6011664" y="57105"/>
                </a:cubicBezTo>
                <a:cubicBezTo>
                  <a:pt x="6006690" y="51190"/>
                  <a:pt x="6000242" y="48232"/>
                  <a:pt x="5992319" y="48232"/>
                </a:cubicBezTo>
                <a:cubicBezTo>
                  <a:pt x="5985148" y="48232"/>
                  <a:pt x="5979119" y="50594"/>
                  <a:pt x="5974232" y="55316"/>
                </a:cubicBezTo>
                <a:cubicBezTo>
                  <a:pt x="5969345" y="60037"/>
                  <a:pt x="5966641" y="66350"/>
                  <a:pt x="5966121" y="74257"/>
                </a:cubicBezTo>
                <a:close/>
                <a:moveTo>
                  <a:pt x="6112873" y="129429"/>
                </a:moveTo>
                <a:lnTo>
                  <a:pt x="6112873" y="117805"/>
                </a:lnTo>
                <a:cubicBezTo>
                  <a:pt x="6107032" y="126943"/>
                  <a:pt x="6098444" y="131511"/>
                  <a:pt x="6087109" y="131511"/>
                </a:cubicBezTo>
                <a:cubicBezTo>
                  <a:pt x="6079764" y="131511"/>
                  <a:pt x="6073012" y="129487"/>
                  <a:pt x="6066853" y="125439"/>
                </a:cubicBezTo>
                <a:cubicBezTo>
                  <a:pt x="6060694" y="121391"/>
                  <a:pt x="6055923" y="115737"/>
                  <a:pt x="6052540" y="108479"/>
                </a:cubicBezTo>
                <a:cubicBezTo>
                  <a:pt x="6049156" y="101221"/>
                  <a:pt x="6047465" y="92879"/>
                  <a:pt x="6047465" y="83452"/>
                </a:cubicBezTo>
                <a:cubicBezTo>
                  <a:pt x="6047465" y="74257"/>
                  <a:pt x="6048997" y="65915"/>
                  <a:pt x="6052062" y="58425"/>
                </a:cubicBezTo>
                <a:cubicBezTo>
                  <a:pt x="6055128" y="50936"/>
                  <a:pt x="6059725" y="45196"/>
                  <a:pt x="6065855" y="41206"/>
                </a:cubicBezTo>
                <a:cubicBezTo>
                  <a:pt x="6071986" y="37215"/>
                  <a:pt x="6078839" y="35220"/>
                  <a:pt x="6086415" y="35220"/>
                </a:cubicBezTo>
                <a:cubicBezTo>
                  <a:pt x="6091967" y="35220"/>
                  <a:pt x="6096912" y="36391"/>
                  <a:pt x="6101249" y="38733"/>
                </a:cubicBezTo>
                <a:cubicBezTo>
                  <a:pt x="6105586" y="41076"/>
                  <a:pt x="6109114" y="44126"/>
                  <a:pt x="6111832" y="47885"/>
                </a:cubicBezTo>
                <a:lnTo>
                  <a:pt x="6111832" y="2255"/>
                </a:lnTo>
                <a:lnTo>
                  <a:pt x="6127360" y="2255"/>
                </a:lnTo>
                <a:lnTo>
                  <a:pt x="6127360" y="129429"/>
                </a:lnTo>
                <a:lnTo>
                  <a:pt x="6112873" y="129429"/>
                </a:lnTo>
                <a:moveTo>
                  <a:pt x="6063513" y="83409"/>
                </a:moveTo>
                <a:cubicBezTo>
                  <a:pt x="6063513" y="95164"/>
                  <a:pt x="6066000" y="103950"/>
                  <a:pt x="6070974" y="109770"/>
                </a:cubicBezTo>
                <a:cubicBezTo>
                  <a:pt x="6075947" y="115589"/>
                  <a:pt x="6081817" y="118499"/>
                  <a:pt x="6088584" y="118499"/>
                </a:cubicBezTo>
                <a:cubicBezTo>
                  <a:pt x="6095408" y="118499"/>
                  <a:pt x="6101206" y="115719"/>
                  <a:pt x="6105977" y="110160"/>
                </a:cubicBezTo>
                <a:cubicBezTo>
                  <a:pt x="6110748" y="104599"/>
                  <a:pt x="6113134" y="96114"/>
                  <a:pt x="6113134" y="84705"/>
                </a:cubicBezTo>
                <a:cubicBezTo>
                  <a:pt x="6113134" y="72144"/>
                  <a:pt x="6110705" y="62925"/>
                  <a:pt x="6105847" y="57048"/>
                </a:cubicBezTo>
                <a:cubicBezTo>
                  <a:pt x="6100989" y="51171"/>
                  <a:pt x="6095003" y="48232"/>
                  <a:pt x="6087890" y="48232"/>
                </a:cubicBezTo>
                <a:cubicBezTo>
                  <a:pt x="6080950" y="48232"/>
                  <a:pt x="6075152" y="51056"/>
                  <a:pt x="6070497" y="56704"/>
                </a:cubicBezTo>
                <a:cubicBezTo>
                  <a:pt x="6065841" y="62350"/>
                  <a:pt x="6063513" y="71252"/>
                  <a:pt x="6063513" y="83409"/>
                </a:cubicBezTo>
                <a:close/>
                <a:moveTo>
                  <a:pt x="6212260" y="129429"/>
                </a:moveTo>
                <a:lnTo>
                  <a:pt x="6212260" y="115896"/>
                </a:lnTo>
                <a:cubicBezTo>
                  <a:pt x="6205089" y="126306"/>
                  <a:pt x="6195344" y="131511"/>
                  <a:pt x="6183026" y="131511"/>
                </a:cubicBezTo>
                <a:cubicBezTo>
                  <a:pt x="6177590" y="131511"/>
                  <a:pt x="6172515" y="130470"/>
                  <a:pt x="6167802" y="128388"/>
                </a:cubicBezTo>
                <a:cubicBezTo>
                  <a:pt x="6163088" y="126306"/>
                  <a:pt x="6159589" y="123689"/>
                  <a:pt x="6157305" y="120538"/>
                </a:cubicBezTo>
                <a:cubicBezTo>
                  <a:pt x="6155021" y="117386"/>
                  <a:pt x="6153416" y="113525"/>
                  <a:pt x="6152490" y="108957"/>
                </a:cubicBezTo>
                <a:cubicBezTo>
                  <a:pt x="6151854" y="105891"/>
                  <a:pt x="6151536" y="101034"/>
                  <a:pt x="6151536" y="94383"/>
                </a:cubicBezTo>
                <a:lnTo>
                  <a:pt x="6151536" y="37302"/>
                </a:lnTo>
                <a:lnTo>
                  <a:pt x="6167151" y="37302"/>
                </a:lnTo>
                <a:lnTo>
                  <a:pt x="6167151" y="88397"/>
                </a:lnTo>
                <a:cubicBezTo>
                  <a:pt x="6167151" y="96551"/>
                  <a:pt x="6167469" y="102046"/>
                  <a:pt x="6168105" y="104879"/>
                </a:cubicBezTo>
                <a:cubicBezTo>
                  <a:pt x="6169088" y="108986"/>
                  <a:pt x="6171170" y="112210"/>
                  <a:pt x="6174351" y="114552"/>
                </a:cubicBezTo>
                <a:cubicBezTo>
                  <a:pt x="6177532" y="116894"/>
                  <a:pt x="6181465" y="118065"/>
                  <a:pt x="6186149" y="118065"/>
                </a:cubicBezTo>
                <a:cubicBezTo>
                  <a:pt x="6190833" y="118065"/>
                  <a:pt x="6195229" y="116865"/>
                  <a:pt x="6199335" y="114465"/>
                </a:cubicBezTo>
                <a:cubicBezTo>
                  <a:pt x="6203441" y="112065"/>
                  <a:pt x="6206347" y="108798"/>
                  <a:pt x="6208053" y="104663"/>
                </a:cubicBezTo>
                <a:cubicBezTo>
                  <a:pt x="6209759" y="100527"/>
                  <a:pt x="6210612" y="94527"/>
                  <a:pt x="6210612" y="86662"/>
                </a:cubicBezTo>
                <a:lnTo>
                  <a:pt x="6210612" y="37302"/>
                </a:lnTo>
                <a:lnTo>
                  <a:pt x="6226227" y="37302"/>
                </a:lnTo>
                <a:lnTo>
                  <a:pt x="6226227" y="129429"/>
                </a:lnTo>
                <a:lnTo>
                  <a:pt x="6212260" y="129429"/>
                </a:lnTo>
                <a:close/>
                <a:moveTo>
                  <a:pt x="6310623" y="95597"/>
                </a:moveTo>
                <a:lnTo>
                  <a:pt x="6325978" y="97592"/>
                </a:lnTo>
                <a:cubicBezTo>
                  <a:pt x="6324300" y="108203"/>
                  <a:pt x="6320006" y="116509"/>
                  <a:pt x="6313095" y="122511"/>
                </a:cubicBezTo>
                <a:cubicBezTo>
                  <a:pt x="6306184" y="128511"/>
                  <a:pt x="6297697" y="131511"/>
                  <a:pt x="6287635" y="131511"/>
                </a:cubicBezTo>
                <a:cubicBezTo>
                  <a:pt x="6275027" y="131511"/>
                  <a:pt x="6264892" y="127391"/>
                  <a:pt x="6257229" y="119150"/>
                </a:cubicBezTo>
                <a:cubicBezTo>
                  <a:pt x="6249566" y="110908"/>
                  <a:pt x="6245735" y="99096"/>
                  <a:pt x="6245735" y="83713"/>
                </a:cubicBezTo>
                <a:cubicBezTo>
                  <a:pt x="6245735" y="73765"/>
                  <a:pt x="6247383" y="65062"/>
                  <a:pt x="6250680" y="57601"/>
                </a:cubicBezTo>
                <a:cubicBezTo>
                  <a:pt x="6253976" y="50141"/>
                  <a:pt x="6258993" y="44546"/>
                  <a:pt x="6265731" y="40815"/>
                </a:cubicBezTo>
                <a:cubicBezTo>
                  <a:pt x="6272468" y="37085"/>
                  <a:pt x="6279798" y="35220"/>
                  <a:pt x="6287721" y="35220"/>
                </a:cubicBezTo>
                <a:cubicBezTo>
                  <a:pt x="6297726" y="35220"/>
                  <a:pt x="6305910" y="37758"/>
                  <a:pt x="6312271" y="42835"/>
                </a:cubicBezTo>
                <a:cubicBezTo>
                  <a:pt x="6318633" y="47910"/>
                  <a:pt x="6322710" y="55116"/>
                  <a:pt x="6324503" y="64454"/>
                </a:cubicBezTo>
                <a:lnTo>
                  <a:pt x="6309322" y="66797"/>
                </a:lnTo>
                <a:cubicBezTo>
                  <a:pt x="6307876" y="60637"/>
                  <a:pt x="6305317" y="56004"/>
                  <a:pt x="6301645" y="52895"/>
                </a:cubicBezTo>
                <a:cubicBezTo>
                  <a:pt x="6297972" y="49787"/>
                  <a:pt x="6293534" y="48232"/>
                  <a:pt x="6288329" y="48232"/>
                </a:cubicBezTo>
                <a:cubicBezTo>
                  <a:pt x="6280463" y="48232"/>
                  <a:pt x="6274073" y="51038"/>
                  <a:pt x="6269157" y="56650"/>
                </a:cubicBezTo>
                <a:cubicBezTo>
                  <a:pt x="6264241" y="62259"/>
                  <a:pt x="6261783" y="71136"/>
                  <a:pt x="6261783" y="83279"/>
                </a:cubicBezTo>
                <a:cubicBezTo>
                  <a:pt x="6261783" y="95595"/>
                  <a:pt x="6264155" y="104545"/>
                  <a:pt x="6268897" y="110128"/>
                </a:cubicBezTo>
                <a:cubicBezTo>
                  <a:pt x="6273639" y="115709"/>
                  <a:pt x="6279827" y="118499"/>
                  <a:pt x="6287461" y="118499"/>
                </a:cubicBezTo>
                <a:cubicBezTo>
                  <a:pt x="6293591" y="118499"/>
                  <a:pt x="6298710" y="116627"/>
                  <a:pt x="6302816" y="112882"/>
                </a:cubicBezTo>
                <a:cubicBezTo>
                  <a:pt x="6306922" y="109137"/>
                  <a:pt x="6309524" y="103376"/>
                  <a:pt x="6310623" y="95597"/>
                </a:cubicBezTo>
                <a:close/>
                <a:moveTo>
                  <a:pt x="6402520" y="99761"/>
                </a:moveTo>
                <a:lnTo>
                  <a:pt x="6418655" y="101756"/>
                </a:lnTo>
                <a:cubicBezTo>
                  <a:pt x="6416110" y="111183"/>
                  <a:pt x="6411397" y="118499"/>
                  <a:pt x="6404515" y="123704"/>
                </a:cubicBezTo>
                <a:cubicBezTo>
                  <a:pt x="6397633" y="128909"/>
                  <a:pt x="6388842" y="131511"/>
                  <a:pt x="6378143" y="131511"/>
                </a:cubicBezTo>
                <a:cubicBezTo>
                  <a:pt x="6364668" y="131511"/>
                  <a:pt x="6353984" y="127362"/>
                  <a:pt x="6346089" y="119063"/>
                </a:cubicBezTo>
                <a:cubicBezTo>
                  <a:pt x="6338195" y="110764"/>
                  <a:pt x="6334248" y="99125"/>
                  <a:pt x="6334248" y="84146"/>
                </a:cubicBezTo>
                <a:cubicBezTo>
                  <a:pt x="6334248" y="68647"/>
                  <a:pt x="6338239" y="56618"/>
                  <a:pt x="6346220" y="48059"/>
                </a:cubicBezTo>
                <a:cubicBezTo>
                  <a:pt x="6354200" y="39500"/>
                  <a:pt x="6364553" y="35220"/>
                  <a:pt x="6377276" y="35220"/>
                </a:cubicBezTo>
                <a:cubicBezTo>
                  <a:pt x="6389594" y="35220"/>
                  <a:pt x="6399657" y="39407"/>
                  <a:pt x="6407464" y="47780"/>
                </a:cubicBezTo>
                <a:cubicBezTo>
                  <a:pt x="6415272" y="56151"/>
                  <a:pt x="6419175" y="67929"/>
                  <a:pt x="6419175" y="83114"/>
                </a:cubicBezTo>
                <a:cubicBezTo>
                  <a:pt x="6419175" y="84037"/>
                  <a:pt x="6419146" y="85422"/>
                  <a:pt x="6419089" y="87269"/>
                </a:cubicBezTo>
                <a:lnTo>
                  <a:pt x="6350384" y="87269"/>
                </a:lnTo>
                <a:cubicBezTo>
                  <a:pt x="6350962" y="97361"/>
                  <a:pt x="6353825" y="105089"/>
                  <a:pt x="6358972" y="110453"/>
                </a:cubicBezTo>
                <a:cubicBezTo>
                  <a:pt x="6364119" y="115817"/>
                  <a:pt x="6370538" y="118499"/>
                  <a:pt x="6378230" y="118499"/>
                </a:cubicBezTo>
                <a:cubicBezTo>
                  <a:pt x="6383955" y="118499"/>
                  <a:pt x="6388842" y="117010"/>
                  <a:pt x="6392891" y="114031"/>
                </a:cubicBezTo>
                <a:cubicBezTo>
                  <a:pt x="6396939" y="111051"/>
                  <a:pt x="6400148" y="106294"/>
                  <a:pt x="6402520" y="99761"/>
                </a:cubicBezTo>
                <a:moveTo>
                  <a:pt x="6351251" y="74257"/>
                </a:moveTo>
                <a:lnTo>
                  <a:pt x="6402693" y="74257"/>
                </a:lnTo>
                <a:cubicBezTo>
                  <a:pt x="6401999" y="66634"/>
                  <a:pt x="6400033" y="60917"/>
                  <a:pt x="6396794" y="57105"/>
                </a:cubicBezTo>
                <a:cubicBezTo>
                  <a:pt x="6391821" y="51190"/>
                  <a:pt x="6385372" y="48232"/>
                  <a:pt x="6377449" y="48232"/>
                </a:cubicBezTo>
                <a:cubicBezTo>
                  <a:pt x="6370278" y="48232"/>
                  <a:pt x="6364249" y="50594"/>
                  <a:pt x="6359362" y="55316"/>
                </a:cubicBezTo>
                <a:cubicBezTo>
                  <a:pt x="6354475" y="60037"/>
                  <a:pt x="6351772" y="66350"/>
                  <a:pt x="6351251" y="74257"/>
                </a:cubicBezTo>
                <a:close/>
                <a:moveTo>
                  <a:pt x="6521538" y="115636"/>
                </a:moveTo>
                <a:lnTo>
                  <a:pt x="6523793" y="129429"/>
                </a:lnTo>
                <a:cubicBezTo>
                  <a:pt x="6519398" y="130239"/>
                  <a:pt x="6515465" y="130644"/>
                  <a:pt x="6511995" y="130644"/>
                </a:cubicBezTo>
                <a:cubicBezTo>
                  <a:pt x="6506328" y="130644"/>
                  <a:pt x="6501932" y="129747"/>
                  <a:pt x="6498810" y="127955"/>
                </a:cubicBezTo>
                <a:cubicBezTo>
                  <a:pt x="6495687" y="126162"/>
                  <a:pt x="6493489" y="123805"/>
                  <a:pt x="6492217" y="120885"/>
                </a:cubicBezTo>
                <a:cubicBezTo>
                  <a:pt x="6490944" y="117964"/>
                  <a:pt x="6490308" y="111819"/>
                  <a:pt x="6490308" y="102450"/>
                </a:cubicBezTo>
                <a:lnTo>
                  <a:pt x="6490308" y="49447"/>
                </a:lnTo>
                <a:lnTo>
                  <a:pt x="6478857" y="49447"/>
                </a:lnTo>
                <a:lnTo>
                  <a:pt x="6478857" y="37302"/>
                </a:lnTo>
                <a:lnTo>
                  <a:pt x="6490308" y="37302"/>
                </a:lnTo>
                <a:lnTo>
                  <a:pt x="6490308" y="14425"/>
                </a:lnTo>
                <a:lnTo>
                  <a:pt x="6505836" y="5031"/>
                </a:lnTo>
                <a:lnTo>
                  <a:pt x="6505836" y="37302"/>
                </a:lnTo>
                <a:lnTo>
                  <a:pt x="6521538" y="37302"/>
                </a:lnTo>
                <a:lnTo>
                  <a:pt x="6521538" y="49447"/>
                </a:lnTo>
                <a:lnTo>
                  <a:pt x="6505836" y="49447"/>
                </a:lnTo>
                <a:lnTo>
                  <a:pt x="6505836" y="103318"/>
                </a:lnTo>
                <a:cubicBezTo>
                  <a:pt x="6505836" y="107771"/>
                  <a:pt x="6506111" y="110634"/>
                  <a:pt x="6506660" y="111906"/>
                </a:cubicBezTo>
                <a:cubicBezTo>
                  <a:pt x="6507210" y="113178"/>
                  <a:pt x="6508106" y="114190"/>
                  <a:pt x="6509349" y="114942"/>
                </a:cubicBezTo>
                <a:cubicBezTo>
                  <a:pt x="6510593" y="115694"/>
                  <a:pt x="6512371" y="116070"/>
                  <a:pt x="6514685" y="116070"/>
                </a:cubicBezTo>
                <a:cubicBezTo>
                  <a:pt x="6516420" y="116070"/>
                  <a:pt x="6518704" y="115925"/>
                  <a:pt x="6521538" y="115636"/>
                </a:cubicBezTo>
                <a:close/>
                <a:moveTo>
                  <a:pt x="6536804" y="129429"/>
                </a:moveTo>
                <a:lnTo>
                  <a:pt x="6536804" y="2255"/>
                </a:lnTo>
                <a:lnTo>
                  <a:pt x="6552419" y="2255"/>
                </a:lnTo>
                <a:lnTo>
                  <a:pt x="6552419" y="47885"/>
                </a:lnTo>
                <a:cubicBezTo>
                  <a:pt x="6559706" y="39442"/>
                  <a:pt x="6568901" y="35220"/>
                  <a:pt x="6580005" y="35220"/>
                </a:cubicBezTo>
                <a:cubicBezTo>
                  <a:pt x="6586829" y="35220"/>
                  <a:pt x="6592757" y="36565"/>
                  <a:pt x="6597789" y="39254"/>
                </a:cubicBezTo>
                <a:cubicBezTo>
                  <a:pt x="6602820" y="41943"/>
                  <a:pt x="6606420" y="45659"/>
                  <a:pt x="6608589" y="50401"/>
                </a:cubicBezTo>
                <a:cubicBezTo>
                  <a:pt x="6610758" y="55143"/>
                  <a:pt x="6611842" y="62025"/>
                  <a:pt x="6611842" y="71047"/>
                </a:cubicBezTo>
                <a:lnTo>
                  <a:pt x="6611842" y="129429"/>
                </a:lnTo>
                <a:lnTo>
                  <a:pt x="6596227" y="129429"/>
                </a:lnTo>
                <a:lnTo>
                  <a:pt x="6596227" y="71047"/>
                </a:lnTo>
                <a:cubicBezTo>
                  <a:pt x="6596227" y="63240"/>
                  <a:pt x="6594536" y="57558"/>
                  <a:pt x="6591152" y="54001"/>
                </a:cubicBezTo>
                <a:cubicBezTo>
                  <a:pt x="6587769" y="50444"/>
                  <a:pt x="6582983" y="48666"/>
                  <a:pt x="6576795" y="48666"/>
                </a:cubicBezTo>
                <a:cubicBezTo>
                  <a:pt x="6572169" y="48666"/>
                  <a:pt x="6567817" y="49866"/>
                  <a:pt x="6563740" y="52266"/>
                </a:cubicBezTo>
                <a:cubicBezTo>
                  <a:pt x="6559662" y="54666"/>
                  <a:pt x="6556756" y="57919"/>
                  <a:pt x="6555021" y="62025"/>
                </a:cubicBezTo>
                <a:cubicBezTo>
                  <a:pt x="6553286" y="66132"/>
                  <a:pt x="6552419" y="71799"/>
                  <a:pt x="6552419" y="79028"/>
                </a:cubicBezTo>
                <a:lnTo>
                  <a:pt x="6552419" y="129429"/>
                </a:lnTo>
                <a:lnTo>
                  <a:pt x="6536804" y="129429"/>
                </a:lnTo>
                <a:close/>
                <a:moveTo>
                  <a:pt x="6698777" y="99761"/>
                </a:moveTo>
                <a:lnTo>
                  <a:pt x="6714913" y="101756"/>
                </a:lnTo>
                <a:cubicBezTo>
                  <a:pt x="6712368" y="111183"/>
                  <a:pt x="6707655" y="118499"/>
                  <a:pt x="6700772" y="123704"/>
                </a:cubicBezTo>
                <a:cubicBezTo>
                  <a:pt x="6693890" y="128909"/>
                  <a:pt x="6685100" y="131511"/>
                  <a:pt x="6674401" y="131511"/>
                </a:cubicBezTo>
                <a:cubicBezTo>
                  <a:pt x="6660926" y="131511"/>
                  <a:pt x="6650241" y="127362"/>
                  <a:pt x="6642347" y="119063"/>
                </a:cubicBezTo>
                <a:cubicBezTo>
                  <a:pt x="6634453" y="110764"/>
                  <a:pt x="6630506" y="99125"/>
                  <a:pt x="6630506" y="84146"/>
                </a:cubicBezTo>
                <a:cubicBezTo>
                  <a:pt x="6630506" y="68647"/>
                  <a:pt x="6634496" y="56618"/>
                  <a:pt x="6642477" y="48059"/>
                </a:cubicBezTo>
                <a:cubicBezTo>
                  <a:pt x="6650458" y="39500"/>
                  <a:pt x="6660810" y="35220"/>
                  <a:pt x="6673533" y="35220"/>
                </a:cubicBezTo>
                <a:cubicBezTo>
                  <a:pt x="6685852" y="35220"/>
                  <a:pt x="6695915" y="39407"/>
                  <a:pt x="6703722" y="47780"/>
                </a:cubicBezTo>
                <a:cubicBezTo>
                  <a:pt x="6711529" y="56151"/>
                  <a:pt x="6715433" y="67929"/>
                  <a:pt x="6715433" y="83114"/>
                </a:cubicBezTo>
                <a:cubicBezTo>
                  <a:pt x="6715433" y="84037"/>
                  <a:pt x="6715404" y="85422"/>
                  <a:pt x="6715346" y="87269"/>
                </a:cubicBezTo>
                <a:lnTo>
                  <a:pt x="6646641" y="87269"/>
                </a:lnTo>
                <a:cubicBezTo>
                  <a:pt x="6647219" y="97361"/>
                  <a:pt x="6650082" y="105089"/>
                  <a:pt x="6655229" y="110453"/>
                </a:cubicBezTo>
                <a:cubicBezTo>
                  <a:pt x="6660376" y="115817"/>
                  <a:pt x="6666796" y="118499"/>
                  <a:pt x="6674488" y="118499"/>
                </a:cubicBezTo>
                <a:cubicBezTo>
                  <a:pt x="6680213" y="118499"/>
                  <a:pt x="6685100" y="117010"/>
                  <a:pt x="6689148" y="114031"/>
                </a:cubicBezTo>
                <a:cubicBezTo>
                  <a:pt x="6693196" y="111051"/>
                  <a:pt x="6696406" y="106294"/>
                  <a:pt x="6698777" y="99761"/>
                </a:cubicBezTo>
                <a:moveTo>
                  <a:pt x="6647509" y="74257"/>
                </a:moveTo>
                <a:lnTo>
                  <a:pt x="6698951" y="74257"/>
                </a:lnTo>
                <a:cubicBezTo>
                  <a:pt x="6698257" y="66634"/>
                  <a:pt x="6696290" y="60917"/>
                  <a:pt x="6693052" y="57105"/>
                </a:cubicBezTo>
                <a:cubicBezTo>
                  <a:pt x="6688078" y="51190"/>
                  <a:pt x="6681630" y="48232"/>
                  <a:pt x="6673707" y="48232"/>
                </a:cubicBezTo>
                <a:cubicBezTo>
                  <a:pt x="6666536" y="48232"/>
                  <a:pt x="6660507" y="50594"/>
                  <a:pt x="6655620" y="55316"/>
                </a:cubicBezTo>
                <a:cubicBezTo>
                  <a:pt x="6650733" y="60037"/>
                  <a:pt x="6648029" y="66350"/>
                  <a:pt x="6647509" y="74257"/>
                </a:cubicBezTo>
                <a:close/>
                <a:moveTo>
                  <a:pt x="6783703" y="164823"/>
                </a:moveTo>
                <a:lnTo>
                  <a:pt x="6783703" y="37302"/>
                </a:lnTo>
                <a:lnTo>
                  <a:pt x="6797930" y="37302"/>
                </a:lnTo>
                <a:lnTo>
                  <a:pt x="6797930" y="49187"/>
                </a:lnTo>
                <a:cubicBezTo>
                  <a:pt x="6801284" y="44531"/>
                  <a:pt x="6805072" y="41039"/>
                  <a:pt x="6809294" y="38712"/>
                </a:cubicBezTo>
                <a:cubicBezTo>
                  <a:pt x="6813516" y="36384"/>
                  <a:pt x="6818634" y="35220"/>
                  <a:pt x="6824648" y="35220"/>
                </a:cubicBezTo>
                <a:cubicBezTo>
                  <a:pt x="6832514" y="35220"/>
                  <a:pt x="6839454" y="37244"/>
                  <a:pt x="6845468" y="41292"/>
                </a:cubicBezTo>
                <a:cubicBezTo>
                  <a:pt x="6851483" y="45341"/>
                  <a:pt x="6856023" y="51052"/>
                  <a:pt x="6859088" y="58425"/>
                </a:cubicBezTo>
                <a:cubicBezTo>
                  <a:pt x="6862153" y="65799"/>
                  <a:pt x="6863685" y="73881"/>
                  <a:pt x="6863685" y="82672"/>
                </a:cubicBezTo>
                <a:cubicBezTo>
                  <a:pt x="6863685" y="92098"/>
                  <a:pt x="6861994" y="100585"/>
                  <a:pt x="6858611" y="108132"/>
                </a:cubicBezTo>
                <a:cubicBezTo>
                  <a:pt x="6855227" y="115680"/>
                  <a:pt x="6850312" y="121463"/>
                  <a:pt x="6843863" y="125482"/>
                </a:cubicBezTo>
                <a:cubicBezTo>
                  <a:pt x="6837415" y="129502"/>
                  <a:pt x="6830634" y="131511"/>
                  <a:pt x="6823521" y="131511"/>
                </a:cubicBezTo>
                <a:cubicBezTo>
                  <a:pt x="6818316" y="131511"/>
                  <a:pt x="6813646" y="130398"/>
                  <a:pt x="6809511" y="128171"/>
                </a:cubicBezTo>
                <a:cubicBezTo>
                  <a:pt x="6805376" y="125943"/>
                  <a:pt x="6801978" y="123129"/>
                  <a:pt x="6799318" y="119730"/>
                </a:cubicBezTo>
                <a:lnTo>
                  <a:pt x="6799318" y="164823"/>
                </a:lnTo>
                <a:lnTo>
                  <a:pt x="6783703" y="164823"/>
                </a:lnTo>
                <a:moveTo>
                  <a:pt x="6797843" y="83756"/>
                </a:moveTo>
                <a:cubicBezTo>
                  <a:pt x="6797843" y="95597"/>
                  <a:pt x="6800243" y="104348"/>
                  <a:pt x="6805043" y="110008"/>
                </a:cubicBezTo>
                <a:cubicBezTo>
                  <a:pt x="6809843" y="115669"/>
                  <a:pt x="6815656" y="118499"/>
                  <a:pt x="6822480" y="118499"/>
                </a:cubicBezTo>
                <a:cubicBezTo>
                  <a:pt x="6829420" y="118499"/>
                  <a:pt x="6835362" y="115568"/>
                  <a:pt x="6840307" y="109705"/>
                </a:cubicBezTo>
                <a:cubicBezTo>
                  <a:pt x="6845251" y="103842"/>
                  <a:pt x="6847724" y="94759"/>
                  <a:pt x="6847724" y="82455"/>
                </a:cubicBezTo>
                <a:cubicBezTo>
                  <a:pt x="6847724" y="70729"/>
                  <a:pt x="6845309" y="61950"/>
                  <a:pt x="6840480" y="56116"/>
                </a:cubicBezTo>
                <a:cubicBezTo>
                  <a:pt x="6835651" y="50282"/>
                  <a:pt x="6829882" y="47365"/>
                  <a:pt x="6823174" y="47365"/>
                </a:cubicBezTo>
                <a:cubicBezTo>
                  <a:pt x="6816523" y="47365"/>
                  <a:pt x="6810639" y="50470"/>
                  <a:pt x="6805520" y="56680"/>
                </a:cubicBezTo>
                <a:cubicBezTo>
                  <a:pt x="6800402" y="62889"/>
                  <a:pt x="6797843" y="71915"/>
                  <a:pt x="6797843" y="83756"/>
                </a:cubicBezTo>
                <a:close/>
                <a:moveTo>
                  <a:pt x="6942861" y="129429"/>
                </a:moveTo>
                <a:lnTo>
                  <a:pt x="6942861" y="115896"/>
                </a:lnTo>
                <a:cubicBezTo>
                  <a:pt x="6935689" y="126306"/>
                  <a:pt x="6925945" y="131511"/>
                  <a:pt x="6913626" y="131511"/>
                </a:cubicBezTo>
                <a:cubicBezTo>
                  <a:pt x="6908190" y="131511"/>
                  <a:pt x="6903115" y="130470"/>
                  <a:pt x="6898402" y="128388"/>
                </a:cubicBezTo>
                <a:cubicBezTo>
                  <a:pt x="6893688" y="126306"/>
                  <a:pt x="6890190" y="123689"/>
                  <a:pt x="6887905" y="120538"/>
                </a:cubicBezTo>
                <a:cubicBezTo>
                  <a:pt x="6885621" y="117386"/>
                  <a:pt x="6884016" y="113525"/>
                  <a:pt x="6883091" y="108957"/>
                </a:cubicBezTo>
                <a:cubicBezTo>
                  <a:pt x="6882454" y="105891"/>
                  <a:pt x="6882136" y="101034"/>
                  <a:pt x="6882136" y="94383"/>
                </a:cubicBezTo>
                <a:lnTo>
                  <a:pt x="6882136" y="37302"/>
                </a:lnTo>
                <a:lnTo>
                  <a:pt x="6897751" y="37302"/>
                </a:lnTo>
                <a:lnTo>
                  <a:pt x="6897751" y="88397"/>
                </a:lnTo>
                <a:cubicBezTo>
                  <a:pt x="6897751" y="96551"/>
                  <a:pt x="6898069" y="102046"/>
                  <a:pt x="6898705" y="104879"/>
                </a:cubicBezTo>
                <a:cubicBezTo>
                  <a:pt x="6899689" y="108986"/>
                  <a:pt x="6901771" y="112210"/>
                  <a:pt x="6904951" y="114552"/>
                </a:cubicBezTo>
                <a:cubicBezTo>
                  <a:pt x="6908132" y="116894"/>
                  <a:pt x="6912065" y="118065"/>
                  <a:pt x="6916749" y="118065"/>
                </a:cubicBezTo>
                <a:cubicBezTo>
                  <a:pt x="6921434" y="118065"/>
                  <a:pt x="6925829" y="116865"/>
                  <a:pt x="6929935" y="114465"/>
                </a:cubicBezTo>
                <a:cubicBezTo>
                  <a:pt x="6934041" y="112065"/>
                  <a:pt x="6936947" y="108798"/>
                  <a:pt x="6938653" y="104663"/>
                </a:cubicBezTo>
                <a:cubicBezTo>
                  <a:pt x="6940359" y="100527"/>
                  <a:pt x="6941212" y="94527"/>
                  <a:pt x="6941212" y="86662"/>
                </a:cubicBezTo>
                <a:lnTo>
                  <a:pt x="6941212" y="37302"/>
                </a:lnTo>
                <a:lnTo>
                  <a:pt x="6956827" y="37302"/>
                </a:lnTo>
                <a:lnTo>
                  <a:pt x="6956827" y="129429"/>
                </a:lnTo>
                <a:lnTo>
                  <a:pt x="6942861" y="129429"/>
                </a:lnTo>
                <a:close/>
                <a:moveTo>
                  <a:pt x="6981090" y="129429"/>
                </a:moveTo>
                <a:lnTo>
                  <a:pt x="6981090" y="37302"/>
                </a:lnTo>
                <a:lnTo>
                  <a:pt x="6995143" y="37302"/>
                </a:lnTo>
                <a:lnTo>
                  <a:pt x="6995143" y="51182"/>
                </a:lnTo>
                <a:cubicBezTo>
                  <a:pt x="6998729" y="44683"/>
                  <a:pt x="7002039" y="40398"/>
                  <a:pt x="7005076" y="38327"/>
                </a:cubicBezTo>
                <a:cubicBezTo>
                  <a:pt x="7008112" y="36256"/>
                  <a:pt x="7011452" y="35220"/>
                  <a:pt x="7015095" y="35220"/>
                </a:cubicBezTo>
                <a:cubicBezTo>
                  <a:pt x="7020358" y="35220"/>
                  <a:pt x="7025707" y="36890"/>
                  <a:pt x="7031144" y="40230"/>
                </a:cubicBezTo>
                <a:lnTo>
                  <a:pt x="7025765" y="54652"/>
                </a:lnTo>
                <a:cubicBezTo>
                  <a:pt x="7021948" y="52396"/>
                  <a:pt x="7018131" y="51269"/>
                  <a:pt x="7014314" y="51269"/>
                </a:cubicBezTo>
                <a:cubicBezTo>
                  <a:pt x="7010902" y="51269"/>
                  <a:pt x="7007837" y="52297"/>
                  <a:pt x="7005119" y="54354"/>
                </a:cubicBezTo>
                <a:cubicBezTo>
                  <a:pt x="7002401" y="56408"/>
                  <a:pt x="7000464" y="59259"/>
                  <a:pt x="6999307" y="62906"/>
                </a:cubicBezTo>
                <a:cubicBezTo>
                  <a:pt x="6997572" y="68464"/>
                  <a:pt x="6996704" y="74543"/>
                  <a:pt x="6996704" y="81143"/>
                </a:cubicBezTo>
                <a:lnTo>
                  <a:pt x="6996704" y="129429"/>
                </a:lnTo>
                <a:lnTo>
                  <a:pt x="6981090" y="129429"/>
                </a:lnTo>
                <a:close/>
                <a:moveTo>
                  <a:pt x="7040512" y="20299"/>
                </a:moveTo>
                <a:lnTo>
                  <a:pt x="7040512" y="2255"/>
                </a:lnTo>
                <a:lnTo>
                  <a:pt x="7056126" y="2255"/>
                </a:lnTo>
                <a:lnTo>
                  <a:pt x="7056126" y="20299"/>
                </a:lnTo>
                <a:lnTo>
                  <a:pt x="7040512" y="20299"/>
                </a:lnTo>
                <a:moveTo>
                  <a:pt x="7040512" y="129429"/>
                </a:moveTo>
                <a:lnTo>
                  <a:pt x="7040512" y="37302"/>
                </a:lnTo>
                <a:lnTo>
                  <a:pt x="7056126" y="37302"/>
                </a:lnTo>
                <a:lnTo>
                  <a:pt x="7056126" y="129429"/>
                </a:lnTo>
                <a:lnTo>
                  <a:pt x="7040512" y="129429"/>
                </a:lnTo>
                <a:close/>
                <a:moveTo>
                  <a:pt x="7113958" y="115636"/>
                </a:moveTo>
                <a:lnTo>
                  <a:pt x="7116214" y="129429"/>
                </a:lnTo>
                <a:cubicBezTo>
                  <a:pt x="7111818" y="130239"/>
                  <a:pt x="7107886" y="130644"/>
                  <a:pt x="7104416" y="130644"/>
                </a:cubicBezTo>
                <a:cubicBezTo>
                  <a:pt x="7098748" y="130644"/>
                  <a:pt x="7094353" y="129747"/>
                  <a:pt x="7091230" y="127955"/>
                </a:cubicBezTo>
                <a:cubicBezTo>
                  <a:pt x="7088107" y="126162"/>
                  <a:pt x="7085909" y="123805"/>
                  <a:pt x="7084637" y="120885"/>
                </a:cubicBezTo>
                <a:cubicBezTo>
                  <a:pt x="7083365" y="117964"/>
                  <a:pt x="7082728" y="111819"/>
                  <a:pt x="7082728" y="102450"/>
                </a:cubicBezTo>
                <a:lnTo>
                  <a:pt x="7082728" y="49447"/>
                </a:lnTo>
                <a:lnTo>
                  <a:pt x="7071278" y="49447"/>
                </a:lnTo>
                <a:lnTo>
                  <a:pt x="7071278" y="37302"/>
                </a:lnTo>
                <a:lnTo>
                  <a:pt x="7082728" y="37302"/>
                </a:lnTo>
                <a:lnTo>
                  <a:pt x="7082728" y="14425"/>
                </a:lnTo>
                <a:lnTo>
                  <a:pt x="7098256" y="5031"/>
                </a:lnTo>
                <a:lnTo>
                  <a:pt x="7098256" y="37302"/>
                </a:lnTo>
                <a:lnTo>
                  <a:pt x="7113958" y="37302"/>
                </a:lnTo>
                <a:lnTo>
                  <a:pt x="7113958" y="49447"/>
                </a:lnTo>
                <a:lnTo>
                  <a:pt x="7098256" y="49447"/>
                </a:lnTo>
                <a:lnTo>
                  <a:pt x="7098256" y="103318"/>
                </a:lnTo>
                <a:cubicBezTo>
                  <a:pt x="7098256" y="107771"/>
                  <a:pt x="7098531" y="110634"/>
                  <a:pt x="7099081" y="111906"/>
                </a:cubicBezTo>
                <a:cubicBezTo>
                  <a:pt x="7099630" y="113178"/>
                  <a:pt x="7100526" y="114190"/>
                  <a:pt x="7101770" y="114942"/>
                </a:cubicBezTo>
                <a:cubicBezTo>
                  <a:pt x="7103013" y="115694"/>
                  <a:pt x="7104792" y="116070"/>
                  <a:pt x="7107105" y="116070"/>
                </a:cubicBezTo>
                <a:cubicBezTo>
                  <a:pt x="7108840" y="116070"/>
                  <a:pt x="7111124" y="115925"/>
                  <a:pt x="7113958" y="115636"/>
                </a:cubicBezTo>
                <a:close/>
                <a:moveTo>
                  <a:pt x="7128385" y="164996"/>
                </a:moveTo>
                <a:lnTo>
                  <a:pt x="7126650" y="150336"/>
                </a:lnTo>
                <a:cubicBezTo>
                  <a:pt x="7130062" y="151261"/>
                  <a:pt x="7133040" y="151724"/>
                  <a:pt x="7135585" y="151724"/>
                </a:cubicBezTo>
                <a:cubicBezTo>
                  <a:pt x="7139055" y="151724"/>
                  <a:pt x="7141831" y="151138"/>
                  <a:pt x="7143913" y="149967"/>
                </a:cubicBezTo>
                <a:cubicBezTo>
                  <a:pt x="7145995" y="148798"/>
                  <a:pt x="7147701" y="147160"/>
                  <a:pt x="7149031" y="145052"/>
                </a:cubicBezTo>
                <a:cubicBezTo>
                  <a:pt x="7150014" y="143473"/>
                  <a:pt x="7151605" y="139553"/>
                  <a:pt x="7153802" y="133292"/>
                </a:cubicBezTo>
                <a:cubicBezTo>
                  <a:pt x="7154091" y="132414"/>
                  <a:pt x="7154554" y="131126"/>
                  <a:pt x="7155190" y="129429"/>
                </a:cubicBezTo>
                <a:lnTo>
                  <a:pt x="7120230" y="37302"/>
                </a:lnTo>
                <a:lnTo>
                  <a:pt x="7137060" y="37302"/>
                </a:lnTo>
                <a:lnTo>
                  <a:pt x="7156231" y="90528"/>
                </a:lnTo>
                <a:cubicBezTo>
                  <a:pt x="7158718" y="97280"/>
                  <a:pt x="7160944" y="104377"/>
                  <a:pt x="7162911" y="111819"/>
                </a:cubicBezTo>
                <a:cubicBezTo>
                  <a:pt x="7164704" y="104664"/>
                  <a:pt x="7166843" y="97683"/>
                  <a:pt x="7169330" y="90875"/>
                </a:cubicBezTo>
                <a:lnTo>
                  <a:pt x="7189022" y="37302"/>
                </a:lnTo>
                <a:lnTo>
                  <a:pt x="7204637" y="37302"/>
                </a:lnTo>
                <a:lnTo>
                  <a:pt x="7169590" y="131053"/>
                </a:lnTo>
                <a:cubicBezTo>
                  <a:pt x="7165831" y="141181"/>
                  <a:pt x="7162911" y="148154"/>
                  <a:pt x="7160829" y="151973"/>
                </a:cubicBezTo>
                <a:cubicBezTo>
                  <a:pt x="7158053" y="157124"/>
                  <a:pt x="7154872" y="160900"/>
                  <a:pt x="7151286" y="163302"/>
                </a:cubicBezTo>
                <a:cubicBezTo>
                  <a:pt x="7147701" y="165704"/>
                  <a:pt x="7143421" y="166905"/>
                  <a:pt x="7138448" y="166905"/>
                </a:cubicBezTo>
                <a:cubicBezTo>
                  <a:pt x="7135440" y="166905"/>
                  <a:pt x="7132086" y="166269"/>
                  <a:pt x="7128385" y="164996"/>
                </a:cubicBezTo>
                <a:close/>
                <a:moveTo>
                  <a:pt x="7261560" y="83366"/>
                </a:moveTo>
                <a:cubicBezTo>
                  <a:pt x="7261560" y="66305"/>
                  <a:pt x="7266302" y="53669"/>
                  <a:pt x="7275787" y="45456"/>
                </a:cubicBezTo>
                <a:cubicBezTo>
                  <a:pt x="7283710" y="38632"/>
                  <a:pt x="7293368" y="35220"/>
                  <a:pt x="7304761" y="35220"/>
                </a:cubicBezTo>
                <a:cubicBezTo>
                  <a:pt x="7317426" y="35220"/>
                  <a:pt x="7327778" y="39370"/>
                  <a:pt x="7335817" y="47669"/>
                </a:cubicBezTo>
                <a:cubicBezTo>
                  <a:pt x="7343856" y="55967"/>
                  <a:pt x="7347875" y="67433"/>
                  <a:pt x="7347875" y="82064"/>
                </a:cubicBezTo>
                <a:cubicBezTo>
                  <a:pt x="7347875" y="93920"/>
                  <a:pt x="7346097" y="103246"/>
                  <a:pt x="7342540" y="110041"/>
                </a:cubicBezTo>
                <a:cubicBezTo>
                  <a:pt x="7338984" y="116836"/>
                  <a:pt x="7333807" y="122114"/>
                  <a:pt x="7327012" y="125873"/>
                </a:cubicBezTo>
                <a:cubicBezTo>
                  <a:pt x="7320217" y="129632"/>
                  <a:pt x="7312800" y="131511"/>
                  <a:pt x="7304761" y="131511"/>
                </a:cubicBezTo>
                <a:cubicBezTo>
                  <a:pt x="7291864" y="131511"/>
                  <a:pt x="7281440" y="127376"/>
                  <a:pt x="7273488" y="119106"/>
                </a:cubicBezTo>
                <a:cubicBezTo>
                  <a:pt x="7265536" y="110836"/>
                  <a:pt x="7261560" y="98923"/>
                  <a:pt x="7261560" y="83366"/>
                </a:cubicBezTo>
                <a:moveTo>
                  <a:pt x="7277609" y="83322"/>
                </a:moveTo>
                <a:cubicBezTo>
                  <a:pt x="7277609" y="95077"/>
                  <a:pt x="7280182" y="103878"/>
                  <a:pt x="7285329" y="109726"/>
                </a:cubicBezTo>
                <a:cubicBezTo>
                  <a:pt x="7290476" y="115575"/>
                  <a:pt x="7296954" y="118499"/>
                  <a:pt x="7304761" y="118499"/>
                </a:cubicBezTo>
                <a:cubicBezTo>
                  <a:pt x="7312511" y="118499"/>
                  <a:pt x="7318959" y="115560"/>
                  <a:pt x="7324106" y="109683"/>
                </a:cubicBezTo>
                <a:cubicBezTo>
                  <a:pt x="7329253" y="103806"/>
                  <a:pt x="7331827" y="94846"/>
                  <a:pt x="7331827" y="82805"/>
                </a:cubicBezTo>
                <a:cubicBezTo>
                  <a:pt x="7331827" y="71453"/>
                  <a:pt x="7329239" y="62853"/>
                  <a:pt x="7324063" y="57005"/>
                </a:cubicBezTo>
                <a:cubicBezTo>
                  <a:pt x="7318887" y="51157"/>
                  <a:pt x="7312453" y="48232"/>
                  <a:pt x="7304761" y="48232"/>
                </a:cubicBezTo>
                <a:cubicBezTo>
                  <a:pt x="7296954" y="48232"/>
                  <a:pt x="7290476" y="51142"/>
                  <a:pt x="7285329" y="56961"/>
                </a:cubicBezTo>
                <a:cubicBezTo>
                  <a:pt x="7280182" y="62781"/>
                  <a:pt x="7277609" y="71568"/>
                  <a:pt x="7277609" y="83322"/>
                </a:cubicBezTo>
                <a:close/>
                <a:moveTo>
                  <a:pt x="7369883" y="129429"/>
                </a:moveTo>
                <a:lnTo>
                  <a:pt x="7369883" y="49447"/>
                </a:lnTo>
                <a:lnTo>
                  <a:pt x="7356090" y="49447"/>
                </a:lnTo>
                <a:lnTo>
                  <a:pt x="7356090" y="37302"/>
                </a:lnTo>
                <a:lnTo>
                  <a:pt x="7369883" y="37302"/>
                </a:lnTo>
                <a:lnTo>
                  <a:pt x="7369883" y="27521"/>
                </a:lnTo>
                <a:cubicBezTo>
                  <a:pt x="7369883" y="21347"/>
                  <a:pt x="7370432" y="16761"/>
                  <a:pt x="7371531" y="13761"/>
                </a:cubicBezTo>
                <a:cubicBezTo>
                  <a:pt x="7373035" y="9723"/>
                  <a:pt x="7375681" y="6449"/>
                  <a:pt x="7379469" y="3939"/>
                </a:cubicBezTo>
                <a:cubicBezTo>
                  <a:pt x="7383257" y="1429"/>
                  <a:pt x="7388563" y="173"/>
                  <a:pt x="7395387" y="173"/>
                </a:cubicBezTo>
                <a:cubicBezTo>
                  <a:pt x="7399782" y="173"/>
                  <a:pt x="7404640" y="694"/>
                  <a:pt x="7409961" y="1735"/>
                </a:cubicBezTo>
                <a:lnTo>
                  <a:pt x="7407619" y="15355"/>
                </a:lnTo>
                <a:cubicBezTo>
                  <a:pt x="7404380" y="14776"/>
                  <a:pt x="7401315" y="14487"/>
                  <a:pt x="7398423" y="14487"/>
                </a:cubicBezTo>
                <a:cubicBezTo>
                  <a:pt x="7393681" y="14487"/>
                  <a:pt x="7390327" y="15496"/>
                  <a:pt x="7388360" y="17512"/>
                </a:cubicBezTo>
                <a:cubicBezTo>
                  <a:pt x="7386394" y="19529"/>
                  <a:pt x="7385411" y="23303"/>
                  <a:pt x="7385411" y="28833"/>
                </a:cubicBezTo>
                <a:lnTo>
                  <a:pt x="7385411" y="37302"/>
                </a:lnTo>
                <a:lnTo>
                  <a:pt x="7403368" y="37302"/>
                </a:lnTo>
                <a:lnTo>
                  <a:pt x="7403368" y="49447"/>
                </a:lnTo>
                <a:lnTo>
                  <a:pt x="7385411" y="49447"/>
                </a:lnTo>
                <a:lnTo>
                  <a:pt x="7385411" y="129429"/>
                </a:lnTo>
                <a:lnTo>
                  <a:pt x="7369883" y="129429"/>
                </a:lnTo>
                <a:close/>
                <a:moveTo>
                  <a:pt x="7498816" y="115636"/>
                </a:moveTo>
                <a:lnTo>
                  <a:pt x="7501071" y="129429"/>
                </a:lnTo>
                <a:cubicBezTo>
                  <a:pt x="7496676" y="130239"/>
                  <a:pt x="7492743" y="130644"/>
                  <a:pt x="7489273" y="130644"/>
                </a:cubicBezTo>
                <a:cubicBezTo>
                  <a:pt x="7483606" y="130644"/>
                  <a:pt x="7479211" y="129747"/>
                  <a:pt x="7476088" y="127955"/>
                </a:cubicBezTo>
                <a:cubicBezTo>
                  <a:pt x="7472965" y="126162"/>
                  <a:pt x="7470767" y="123805"/>
                  <a:pt x="7469495" y="120885"/>
                </a:cubicBezTo>
                <a:cubicBezTo>
                  <a:pt x="7468222" y="117964"/>
                  <a:pt x="7467586" y="111819"/>
                  <a:pt x="7467586" y="102450"/>
                </a:cubicBezTo>
                <a:lnTo>
                  <a:pt x="7467586" y="49447"/>
                </a:lnTo>
                <a:lnTo>
                  <a:pt x="7456135" y="49447"/>
                </a:lnTo>
                <a:lnTo>
                  <a:pt x="7456135" y="37302"/>
                </a:lnTo>
                <a:lnTo>
                  <a:pt x="7467586" y="37302"/>
                </a:lnTo>
                <a:lnTo>
                  <a:pt x="7467586" y="14425"/>
                </a:lnTo>
                <a:lnTo>
                  <a:pt x="7483114" y="5031"/>
                </a:lnTo>
                <a:lnTo>
                  <a:pt x="7483114" y="37302"/>
                </a:lnTo>
                <a:lnTo>
                  <a:pt x="7498816" y="37302"/>
                </a:lnTo>
                <a:lnTo>
                  <a:pt x="7498816" y="49447"/>
                </a:lnTo>
                <a:lnTo>
                  <a:pt x="7483114" y="49447"/>
                </a:lnTo>
                <a:lnTo>
                  <a:pt x="7483114" y="103318"/>
                </a:lnTo>
                <a:cubicBezTo>
                  <a:pt x="7483114" y="107771"/>
                  <a:pt x="7483389" y="110634"/>
                  <a:pt x="7483938" y="111906"/>
                </a:cubicBezTo>
                <a:cubicBezTo>
                  <a:pt x="7484488" y="113178"/>
                  <a:pt x="7485384" y="114190"/>
                  <a:pt x="7486628" y="114942"/>
                </a:cubicBezTo>
                <a:cubicBezTo>
                  <a:pt x="7487871" y="115694"/>
                  <a:pt x="7489649" y="116070"/>
                  <a:pt x="7491963" y="116070"/>
                </a:cubicBezTo>
                <a:cubicBezTo>
                  <a:pt x="7493698" y="116070"/>
                  <a:pt x="7495982" y="115925"/>
                  <a:pt x="7498816" y="115636"/>
                </a:cubicBezTo>
                <a:close/>
                <a:moveTo>
                  <a:pt x="7514061" y="129429"/>
                </a:moveTo>
                <a:lnTo>
                  <a:pt x="7514061" y="2255"/>
                </a:lnTo>
                <a:lnTo>
                  <a:pt x="7529676" y="2255"/>
                </a:lnTo>
                <a:lnTo>
                  <a:pt x="7529676" y="47885"/>
                </a:lnTo>
                <a:cubicBezTo>
                  <a:pt x="7536963" y="39442"/>
                  <a:pt x="7546158" y="35220"/>
                  <a:pt x="7557262" y="35220"/>
                </a:cubicBezTo>
                <a:cubicBezTo>
                  <a:pt x="7564086" y="35220"/>
                  <a:pt x="7570014" y="36565"/>
                  <a:pt x="7575045" y="39254"/>
                </a:cubicBezTo>
                <a:cubicBezTo>
                  <a:pt x="7580077" y="41943"/>
                  <a:pt x="7583677" y="45659"/>
                  <a:pt x="7585846" y="50401"/>
                </a:cubicBezTo>
                <a:cubicBezTo>
                  <a:pt x="7588014" y="55143"/>
                  <a:pt x="7589099" y="62025"/>
                  <a:pt x="7589099" y="71047"/>
                </a:cubicBezTo>
                <a:lnTo>
                  <a:pt x="7589099" y="129429"/>
                </a:lnTo>
                <a:lnTo>
                  <a:pt x="7573484" y="129429"/>
                </a:lnTo>
                <a:lnTo>
                  <a:pt x="7573484" y="71047"/>
                </a:lnTo>
                <a:cubicBezTo>
                  <a:pt x="7573484" y="63240"/>
                  <a:pt x="7571792" y="57558"/>
                  <a:pt x="7568409" y="54001"/>
                </a:cubicBezTo>
                <a:cubicBezTo>
                  <a:pt x="7565026" y="50444"/>
                  <a:pt x="7560240" y="48666"/>
                  <a:pt x="7554052" y="48666"/>
                </a:cubicBezTo>
                <a:cubicBezTo>
                  <a:pt x="7549425" y="48666"/>
                  <a:pt x="7545074" y="49866"/>
                  <a:pt x="7540996" y="52266"/>
                </a:cubicBezTo>
                <a:cubicBezTo>
                  <a:pt x="7536919" y="54666"/>
                  <a:pt x="7534013" y="57919"/>
                  <a:pt x="7532278" y="62025"/>
                </a:cubicBezTo>
                <a:cubicBezTo>
                  <a:pt x="7530543" y="66132"/>
                  <a:pt x="7529676" y="71799"/>
                  <a:pt x="7529676" y="79028"/>
                </a:cubicBezTo>
                <a:lnTo>
                  <a:pt x="7529676" y="129429"/>
                </a:lnTo>
                <a:lnTo>
                  <a:pt x="7514061" y="129429"/>
                </a:lnTo>
                <a:close/>
                <a:moveTo>
                  <a:pt x="7675908" y="99761"/>
                </a:moveTo>
                <a:lnTo>
                  <a:pt x="7692043" y="101756"/>
                </a:lnTo>
                <a:cubicBezTo>
                  <a:pt x="7689498" y="111183"/>
                  <a:pt x="7684785" y="118499"/>
                  <a:pt x="7677903" y="123704"/>
                </a:cubicBezTo>
                <a:cubicBezTo>
                  <a:pt x="7671021" y="128909"/>
                  <a:pt x="7662230" y="131511"/>
                  <a:pt x="7651531" y="131511"/>
                </a:cubicBezTo>
                <a:cubicBezTo>
                  <a:pt x="7638056" y="131511"/>
                  <a:pt x="7627372" y="127362"/>
                  <a:pt x="7619477" y="119063"/>
                </a:cubicBezTo>
                <a:cubicBezTo>
                  <a:pt x="7611583" y="110764"/>
                  <a:pt x="7607636" y="99125"/>
                  <a:pt x="7607636" y="84146"/>
                </a:cubicBezTo>
                <a:cubicBezTo>
                  <a:pt x="7607636" y="68647"/>
                  <a:pt x="7611627" y="56618"/>
                  <a:pt x="7619608" y="48059"/>
                </a:cubicBezTo>
                <a:cubicBezTo>
                  <a:pt x="7627589" y="39500"/>
                  <a:pt x="7637941" y="35220"/>
                  <a:pt x="7650664" y="35220"/>
                </a:cubicBezTo>
                <a:cubicBezTo>
                  <a:pt x="7662982" y="35220"/>
                  <a:pt x="7673045" y="39407"/>
                  <a:pt x="7680852" y="47780"/>
                </a:cubicBezTo>
                <a:cubicBezTo>
                  <a:pt x="7688660" y="56151"/>
                  <a:pt x="7692563" y="67929"/>
                  <a:pt x="7692563" y="83114"/>
                </a:cubicBezTo>
                <a:cubicBezTo>
                  <a:pt x="7692563" y="84037"/>
                  <a:pt x="7692535" y="85422"/>
                  <a:pt x="7692477" y="87269"/>
                </a:cubicBezTo>
                <a:lnTo>
                  <a:pt x="7623772" y="87269"/>
                </a:lnTo>
                <a:cubicBezTo>
                  <a:pt x="7624350" y="97361"/>
                  <a:pt x="7627213" y="105089"/>
                  <a:pt x="7632360" y="110453"/>
                </a:cubicBezTo>
                <a:cubicBezTo>
                  <a:pt x="7637507" y="115817"/>
                  <a:pt x="7643926" y="118499"/>
                  <a:pt x="7651618" y="118499"/>
                </a:cubicBezTo>
                <a:cubicBezTo>
                  <a:pt x="7657343" y="118499"/>
                  <a:pt x="7662230" y="117010"/>
                  <a:pt x="7666279" y="114031"/>
                </a:cubicBezTo>
                <a:cubicBezTo>
                  <a:pt x="7670327" y="111051"/>
                  <a:pt x="7673537" y="106294"/>
                  <a:pt x="7675908" y="99761"/>
                </a:cubicBezTo>
                <a:moveTo>
                  <a:pt x="7624639" y="74257"/>
                </a:moveTo>
                <a:lnTo>
                  <a:pt x="7676081" y="74257"/>
                </a:lnTo>
                <a:cubicBezTo>
                  <a:pt x="7675387" y="66634"/>
                  <a:pt x="7673421" y="60917"/>
                  <a:pt x="7670182" y="57105"/>
                </a:cubicBezTo>
                <a:cubicBezTo>
                  <a:pt x="7665209" y="51190"/>
                  <a:pt x="7658760" y="48232"/>
                  <a:pt x="7650837" y="48232"/>
                </a:cubicBezTo>
                <a:cubicBezTo>
                  <a:pt x="7643666" y="48232"/>
                  <a:pt x="7637637" y="50594"/>
                  <a:pt x="7632750" y="55316"/>
                </a:cubicBezTo>
                <a:cubicBezTo>
                  <a:pt x="7627863" y="60037"/>
                  <a:pt x="7625160" y="66350"/>
                  <a:pt x="7624639" y="74257"/>
                </a:cubicBezTo>
                <a:close/>
                <a:moveTo>
                  <a:pt x="7820752" y="129429"/>
                </a:moveTo>
                <a:lnTo>
                  <a:pt x="7820752" y="117805"/>
                </a:lnTo>
                <a:cubicBezTo>
                  <a:pt x="7814911" y="126943"/>
                  <a:pt x="7806322" y="131511"/>
                  <a:pt x="7794987" y="131511"/>
                </a:cubicBezTo>
                <a:cubicBezTo>
                  <a:pt x="7787643" y="131511"/>
                  <a:pt x="7780891" y="129487"/>
                  <a:pt x="7774731" y="125439"/>
                </a:cubicBezTo>
                <a:cubicBezTo>
                  <a:pt x="7768572" y="121391"/>
                  <a:pt x="7763801" y="115737"/>
                  <a:pt x="7760418" y="108479"/>
                </a:cubicBezTo>
                <a:cubicBezTo>
                  <a:pt x="7757035" y="101221"/>
                  <a:pt x="7755343" y="92879"/>
                  <a:pt x="7755343" y="83452"/>
                </a:cubicBezTo>
                <a:cubicBezTo>
                  <a:pt x="7755343" y="74257"/>
                  <a:pt x="7756876" y="65915"/>
                  <a:pt x="7759941" y="58425"/>
                </a:cubicBezTo>
                <a:cubicBezTo>
                  <a:pt x="7763006" y="50936"/>
                  <a:pt x="7767604" y="45196"/>
                  <a:pt x="7773734" y="41206"/>
                </a:cubicBezTo>
                <a:cubicBezTo>
                  <a:pt x="7779864" y="37215"/>
                  <a:pt x="7786717" y="35220"/>
                  <a:pt x="7794293" y="35220"/>
                </a:cubicBezTo>
                <a:cubicBezTo>
                  <a:pt x="7799845" y="35220"/>
                  <a:pt x="7804790" y="36391"/>
                  <a:pt x="7809127" y="38733"/>
                </a:cubicBezTo>
                <a:cubicBezTo>
                  <a:pt x="7813465" y="41076"/>
                  <a:pt x="7816993" y="44126"/>
                  <a:pt x="7819711" y="47885"/>
                </a:cubicBezTo>
                <a:lnTo>
                  <a:pt x="7819711" y="2255"/>
                </a:lnTo>
                <a:lnTo>
                  <a:pt x="7835239" y="2255"/>
                </a:lnTo>
                <a:lnTo>
                  <a:pt x="7835239" y="129429"/>
                </a:lnTo>
                <a:lnTo>
                  <a:pt x="7820752" y="129429"/>
                </a:lnTo>
                <a:moveTo>
                  <a:pt x="7771392" y="83409"/>
                </a:moveTo>
                <a:cubicBezTo>
                  <a:pt x="7771392" y="95164"/>
                  <a:pt x="7773878" y="103950"/>
                  <a:pt x="7778852" y="109770"/>
                </a:cubicBezTo>
                <a:cubicBezTo>
                  <a:pt x="7783826" y="115589"/>
                  <a:pt x="7789696" y="118499"/>
                  <a:pt x="7796462" y="118499"/>
                </a:cubicBezTo>
                <a:cubicBezTo>
                  <a:pt x="7803286" y="118499"/>
                  <a:pt x="7809084" y="115719"/>
                  <a:pt x="7813855" y="110160"/>
                </a:cubicBezTo>
                <a:cubicBezTo>
                  <a:pt x="7818626" y="104599"/>
                  <a:pt x="7821012" y="96114"/>
                  <a:pt x="7821012" y="84705"/>
                </a:cubicBezTo>
                <a:cubicBezTo>
                  <a:pt x="7821012" y="72144"/>
                  <a:pt x="7818583" y="62925"/>
                  <a:pt x="7813725" y="57048"/>
                </a:cubicBezTo>
                <a:cubicBezTo>
                  <a:pt x="7808867" y="51171"/>
                  <a:pt x="7802881" y="48232"/>
                  <a:pt x="7795768" y="48232"/>
                </a:cubicBezTo>
                <a:cubicBezTo>
                  <a:pt x="7788828" y="48232"/>
                  <a:pt x="7783030" y="51056"/>
                  <a:pt x="7778375" y="56704"/>
                </a:cubicBezTo>
                <a:cubicBezTo>
                  <a:pt x="7773719" y="62350"/>
                  <a:pt x="7771392" y="71252"/>
                  <a:pt x="7771392" y="83409"/>
                </a:cubicBezTo>
                <a:close/>
                <a:moveTo>
                  <a:pt x="7922828" y="99761"/>
                </a:moveTo>
                <a:lnTo>
                  <a:pt x="7938963" y="101756"/>
                </a:lnTo>
                <a:cubicBezTo>
                  <a:pt x="7936419" y="111183"/>
                  <a:pt x="7931705" y="118499"/>
                  <a:pt x="7924823" y="123704"/>
                </a:cubicBezTo>
                <a:cubicBezTo>
                  <a:pt x="7917941" y="128909"/>
                  <a:pt x="7909151" y="131511"/>
                  <a:pt x="7898451" y="131511"/>
                </a:cubicBezTo>
                <a:cubicBezTo>
                  <a:pt x="7884976" y="131511"/>
                  <a:pt x="7874292" y="127362"/>
                  <a:pt x="7866398" y="119063"/>
                </a:cubicBezTo>
                <a:cubicBezTo>
                  <a:pt x="7858504" y="110764"/>
                  <a:pt x="7854557" y="99125"/>
                  <a:pt x="7854557" y="84146"/>
                </a:cubicBezTo>
                <a:cubicBezTo>
                  <a:pt x="7854557" y="68647"/>
                  <a:pt x="7858547" y="56618"/>
                  <a:pt x="7866528" y="48059"/>
                </a:cubicBezTo>
                <a:cubicBezTo>
                  <a:pt x="7874509" y="39500"/>
                  <a:pt x="7884861" y="35220"/>
                  <a:pt x="7897584" y="35220"/>
                </a:cubicBezTo>
                <a:cubicBezTo>
                  <a:pt x="7909902" y="35220"/>
                  <a:pt x="7919965" y="39407"/>
                  <a:pt x="7927773" y="47780"/>
                </a:cubicBezTo>
                <a:cubicBezTo>
                  <a:pt x="7935580" y="56151"/>
                  <a:pt x="7939484" y="67929"/>
                  <a:pt x="7939484" y="83114"/>
                </a:cubicBezTo>
                <a:cubicBezTo>
                  <a:pt x="7939484" y="84037"/>
                  <a:pt x="7939455" y="85422"/>
                  <a:pt x="7939397" y="87269"/>
                </a:cubicBezTo>
                <a:lnTo>
                  <a:pt x="7870692" y="87269"/>
                </a:lnTo>
                <a:cubicBezTo>
                  <a:pt x="7871270" y="97361"/>
                  <a:pt x="7874133" y="105089"/>
                  <a:pt x="7879280" y="110453"/>
                </a:cubicBezTo>
                <a:cubicBezTo>
                  <a:pt x="7884427" y="115817"/>
                  <a:pt x="7890847" y="118499"/>
                  <a:pt x="7898538" y="118499"/>
                </a:cubicBezTo>
                <a:cubicBezTo>
                  <a:pt x="7904264" y="118499"/>
                  <a:pt x="7909151" y="117010"/>
                  <a:pt x="7913199" y="114031"/>
                </a:cubicBezTo>
                <a:cubicBezTo>
                  <a:pt x="7917247" y="111051"/>
                  <a:pt x="7920457" y="106294"/>
                  <a:pt x="7922828" y="99761"/>
                </a:cubicBezTo>
                <a:moveTo>
                  <a:pt x="7871559" y="74257"/>
                </a:moveTo>
                <a:lnTo>
                  <a:pt x="7923001" y="74257"/>
                </a:lnTo>
                <a:cubicBezTo>
                  <a:pt x="7922307" y="66634"/>
                  <a:pt x="7920341" y="60917"/>
                  <a:pt x="7917103" y="57105"/>
                </a:cubicBezTo>
                <a:cubicBezTo>
                  <a:pt x="7912129" y="51190"/>
                  <a:pt x="7905681" y="48232"/>
                  <a:pt x="7897758" y="48232"/>
                </a:cubicBezTo>
                <a:cubicBezTo>
                  <a:pt x="7890586" y="48232"/>
                  <a:pt x="7884557" y="50594"/>
                  <a:pt x="7879670" y="55316"/>
                </a:cubicBezTo>
                <a:cubicBezTo>
                  <a:pt x="7874784" y="60037"/>
                  <a:pt x="7872080" y="66350"/>
                  <a:pt x="7871559" y="74257"/>
                </a:cubicBezTo>
                <a:close/>
                <a:moveTo>
                  <a:pt x="7958333" y="129429"/>
                </a:moveTo>
                <a:lnTo>
                  <a:pt x="7958333" y="37302"/>
                </a:lnTo>
                <a:lnTo>
                  <a:pt x="7972386" y="37302"/>
                </a:lnTo>
                <a:lnTo>
                  <a:pt x="7972386" y="50314"/>
                </a:lnTo>
                <a:cubicBezTo>
                  <a:pt x="7979153" y="40251"/>
                  <a:pt x="7988926" y="35220"/>
                  <a:pt x="8001707" y="35220"/>
                </a:cubicBezTo>
                <a:cubicBezTo>
                  <a:pt x="8007259" y="35220"/>
                  <a:pt x="8012363" y="36218"/>
                  <a:pt x="8017019" y="38213"/>
                </a:cubicBezTo>
                <a:cubicBezTo>
                  <a:pt x="8021674" y="40208"/>
                  <a:pt x="8025159" y="42825"/>
                  <a:pt x="8027472" y="46064"/>
                </a:cubicBezTo>
                <a:cubicBezTo>
                  <a:pt x="8029785" y="49302"/>
                  <a:pt x="8031404" y="53148"/>
                  <a:pt x="8032330" y="57601"/>
                </a:cubicBezTo>
                <a:cubicBezTo>
                  <a:pt x="8032908" y="60493"/>
                  <a:pt x="8033197" y="65553"/>
                  <a:pt x="8033197" y="72782"/>
                </a:cubicBezTo>
                <a:lnTo>
                  <a:pt x="8033197" y="129429"/>
                </a:lnTo>
                <a:lnTo>
                  <a:pt x="8017582" y="129429"/>
                </a:lnTo>
                <a:lnTo>
                  <a:pt x="8017582" y="73330"/>
                </a:lnTo>
                <a:cubicBezTo>
                  <a:pt x="8017582" y="66961"/>
                  <a:pt x="8016975" y="62199"/>
                  <a:pt x="8015761" y="59043"/>
                </a:cubicBezTo>
                <a:cubicBezTo>
                  <a:pt x="8014546" y="55888"/>
                  <a:pt x="8012392" y="53370"/>
                  <a:pt x="8009298" y="51488"/>
                </a:cubicBezTo>
                <a:cubicBezTo>
                  <a:pt x="8006204" y="49607"/>
                  <a:pt x="8002575" y="48666"/>
                  <a:pt x="7998411" y="48666"/>
                </a:cubicBezTo>
                <a:cubicBezTo>
                  <a:pt x="7991760" y="48666"/>
                  <a:pt x="7986020" y="50780"/>
                  <a:pt x="7981191" y="55007"/>
                </a:cubicBezTo>
                <a:cubicBezTo>
                  <a:pt x="7976362" y="59232"/>
                  <a:pt x="7973948" y="67250"/>
                  <a:pt x="7973948" y="79061"/>
                </a:cubicBezTo>
                <a:lnTo>
                  <a:pt x="7973948" y="129429"/>
                </a:lnTo>
                <a:lnTo>
                  <a:pt x="7958333" y="129429"/>
                </a:lnTo>
                <a:close/>
                <a:moveTo>
                  <a:pt x="8117357" y="118054"/>
                </a:moveTo>
                <a:cubicBezTo>
                  <a:pt x="8111574" y="122974"/>
                  <a:pt x="8106007" y="126446"/>
                  <a:pt x="8100658" y="128472"/>
                </a:cubicBezTo>
                <a:cubicBezTo>
                  <a:pt x="8095308" y="130498"/>
                  <a:pt x="8089568" y="131511"/>
                  <a:pt x="8083438" y="131511"/>
                </a:cubicBezTo>
                <a:cubicBezTo>
                  <a:pt x="8073317" y="131511"/>
                  <a:pt x="8065539" y="129037"/>
                  <a:pt x="8060103" y="124089"/>
                </a:cubicBezTo>
                <a:cubicBezTo>
                  <a:pt x="8054666" y="119141"/>
                  <a:pt x="8051948" y="112818"/>
                  <a:pt x="8051948" y="105121"/>
                </a:cubicBezTo>
                <a:cubicBezTo>
                  <a:pt x="8051948" y="100608"/>
                  <a:pt x="8052975" y="96486"/>
                  <a:pt x="8055028" y="92754"/>
                </a:cubicBezTo>
                <a:cubicBezTo>
                  <a:pt x="8057081" y="89020"/>
                  <a:pt x="8059770" y="86024"/>
                  <a:pt x="8063095" y="83767"/>
                </a:cubicBezTo>
                <a:cubicBezTo>
                  <a:pt x="8066421" y="81510"/>
                  <a:pt x="8070165" y="79803"/>
                  <a:pt x="8074329" y="78646"/>
                </a:cubicBezTo>
                <a:cubicBezTo>
                  <a:pt x="8077395" y="77835"/>
                  <a:pt x="8082021" y="77053"/>
                  <a:pt x="8088209" y="76301"/>
                </a:cubicBezTo>
                <a:cubicBezTo>
                  <a:pt x="8100817" y="74808"/>
                  <a:pt x="8110099" y="73028"/>
                  <a:pt x="8116056" y="70961"/>
                </a:cubicBezTo>
                <a:cubicBezTo>
                  <a:pt x="8116113" y="68830"/>
                  <a:pt x="8116142" y="67476"/>
                  <a:pt x="8116142" y="66900"/>
                </a:cubicBezTo>
                <a:cubicBezTo>
                  <a:pt x="8116142" y="60562"/>
                  <a:pt x="8114668" y="56097"/>
                  <a:pt x="8111718" y="53505"/>
                </a:cubicBezTo>
                <a:cubicBezTo>
                  <a:pt x="8107728" y="49990"/>
                  <a:pt x="8101800" y="48232"/>
                  <a:pt x="8093935" y="48232"/>
                </a:cubicBezTo>
                <a:cubicBezTo>
                  <a:pt x="8086590" y="48232"/>
                  <a:pt x="8081168" y="49519"/>
                  <a:pt x="8077669" y="52093"/>
                </a:cubicBezTo>
                <a:cubicBezTo>
                  <a:pt x="8074170" y="54666"/>
                  <a:pt x="8071582" y="59221"/>
                  <a:pt x="8069905" y="65756"/>
                </a:cubicBezTo>
                <a:lnTo>
                  <a:pt x="8054637" y="63674"/>
                </a:lnTo>
                <a:cubicBezTo>
                  <a:pt x="8056025" y="57119"/>
                  <a:pt x="8058310" y="51825"/>
                  <a:pt x="8061491" y="47793"/>
                </a:cubicBezTo>
                <a:cubicBezTo>
                  <a:pt x="8064671" y="43761"/>
                  <a:pt x="8069269" y="40658"/>
                  <a:pt x="8075284" y="38484"/>
                </a:cubicBezTo>
                <a:cubicBezTo>
                  <a:pt x="8081298" y="36308"/>
                  <a:pt x="8088267" y="35220"/>
                  <a:pt x="8096190" y="35220"/>
                </a:cubicBezTo>
                <a:cubicBezTo>
                  <a:pt x="8104055" y="35220"/>
                  <a:pt x="8110446" y="36145"/>
                  <a:pt x="8115362" y="37996"/>
                </a:cubicBezTo>
                <a:cubicBezTo>
                  <a:pt x="8120277" y="39847"/>
                  <a:pt x="8123892" y="42174"/>
                  <a:pt x="8126205" y="44979"/>
                </a:cubicBezTo>
                <a:cubicBezTo>
                  <a:pt x="8128519" y="47784"/>
                  <a:pt x="8130138" y="51326"/>
                  <a:pt x="8131063" y="55606"/>
                </a:cubicBezTo>
                <a:cubicBezTo>
                  <a:pt x="8131584" y="58266"/>
                  <a:pt x="8131844" y="63066"/>
                  <a:pt x="8131844" y="70006"/>
                </a:cubicBezTo>
                <a:lnTo>
                  <a:pt x="8131844" y="90826"/>
                </a:lnTo>
                <a:cubicBezTo>
                  <a:pt x="8131844" y="105342"/>
                  <a:pt x="8132176" y="114523"/>
                  <a:pt x="8132842" y="118369"/>
                </a:cubicBezTo>
                <a:cubicBezTo>
                  <a:pt x="8133507" y="122215"/>
                  <a:pt x="8134822" y="125902"/>
                  <a:pt x="8136789" y="129429"/>
                </a:cubicBezTo>
                <a:lnTo>
                  <a:pt x="8120480" y="129429"/>
                </a:lnTo>
                <a:cubicBezTo>
                  <a:pt x="8118861" y="126187"/>
                  <a:pt x="8117820" y="122395"/>
                  <a:pt x="8117357" y="118054"/>
                </a:cubicBezTo>
                <a:moveTo>
                  <a:pt x="8116056" y="83105"/>
                </a:moveTo>
                <a:cubicBezTo>
                  <a:pt x="8110388" y="85439"/>
                  <a:pt x="8101887" y="87421"/>
                  <a:pt x="8090551" y="89053"/>
                </a:cubicBezTo>
                <a:cubicBezTo>
                  <a:pt x="8084132" y="89982"/>
                  <a:pt x="8079592" y="91028"/>
                  <a:pt x="8076932" y="92190"/>
                </a:cubicBezTo>
                <a:cubicBezTo>
                  <a:pt x="8074272" y="93350"/>
                  <a:pt x="8072219" y="95049"/>
                  <a:pt x="8070773" y="97286"/>
                </a:cubicBezTo>
                <a:cubicBezTo>
                  <a:pt x="8069327" y="99522"/>
                  <a:pt x="8068604" y="102004"/>
                  <a:pt x="8068604" y="104733"/>
                </a:cubicBezTo>
                <a:cubicBezTo>
                  <a:pt x="8068604" y="108913"/>
                  <a:pt x="8070180" y="112398"/>
                  <a:pt x="8073332" y="115186"/>
                </a:cubicBezTo>
                <a:cubicBezTo>
                  <a:pt x="8076484" y="117973"/>
                  <a:pt x="8081096" y="119366"/>
                  <a:pt x="8087168" y="119366"/>
                </a:cubicBezTo>
                <a:cubicBezTo>
                  <a:pt x="8093183" y="119366"/>
                  <a:pt x="8098532" y="118044"/>
                  <a:pt x="8103217" y="115400"/>
                </a:cubicBezTo>
                <a:cubicBezTo>
                  <a:pt x="8107901" y="112756"/>
                  <a:pt x="8111342" y="109139"/>
                  <a:pt x="8113540" y="104549"/>
                </a:cubicBezTo>
                <a:cubicBezTo>
                  <a:pt x="8115217" y="101003"/>
                  <a:pt x="8116056" y="95773"/>
                  <a:pt x="8116056" y="88858"/>
                </a:cubicBezTo>
                <a:lnTo>
                  <a:pt x="8116056" y="83105"/>
                </a:lnTo>
                <a:close/>
                <a:moveTo>
                  <a:pt x="8155846" y="129429"/>
                </a:moveTo>
                <a:lnTo>
                  <a:pt x="8155846" y="37302"/>
                </a:lnTo>
                <a:lnTo>
                  <a:pt x="8169900" y="37302"/>
                </a:lnTo>
                <a:lnTo>
                  <a:pt x="8169900" y="51182"/>
                </a:lnTo>
                <a:cubicBezTo>
                  <a:pt x="8173485" y="44683"/>
                  <a:pt x="8176796" y="40398"/>
                  <a:pt x="8179833" y="38327"/>
                </a:cubicBezTo>
                <a:cubicBezTo>
                  <a:pt x="8182869" y="36256"/>
                  <a:pt x="8186209" y="35220"/>
                  <a:pt x="8189852" y="35220"/>
                </a:cubicBezTo>
                <a:cubicBezTo>
                  <a:pt x="8195115" y="35220"/>
                  <a:pt x="8200464" y="36890"/>
                  <a:pt x="8205901" y="40230"/>
                </a:cubicBezTo>
                <a:lnTo>
                  <a:pt x="8200522" y="54652"/>
                </a:lnTo>
                <a:cubicBezTo>
                  <a:pt x="8196705" y="52396"/>
                  <a:pt x="8192888" y="51269"/>
                  <a:pt x="8189071" y="51269"/>
                </a:cubicBezTo>
                <a:cubicBezTo>
                  <a:pt x="8185659" y="51269"/>
                  <a:pt x="8182594" y="52297"/>
                  <a:pt x="8179876" y="54354"/>
                </a:cubicBezTo>
                <a:cubicBezTo>
                  <a:pt x="8177158" y="56408"/>
                  <a:pt x="8175220" y="59259"/>
                  <a:pt x="8174064" y="62906"/>
                </a:cubicBezTo>
                <a:cubicBezTo>
                  <a:pt x="8172329" y="68464"/>
                  <a:pt x="8171461" y="74543"/>
                  <a:pt x="8171461" y="81143"/>
                </a:cubicBezTo>
                <a:lnTo>
                  <a:pt x="8171461" y="129429"/>
                </a:lnTo>
                <a:lnTo>
                  <a:pt x="8155846" y="129429"/>
                </a:lnTo>
                <a:close/>
                <a:moveTo>
                  <a:pt x="8215269" y="20299"/>
                </a:moveTo>
                <a:lnTo>
                  <a:pt x="8215269" y="2255"/>
                </a:lnTo>
                <a:lnTo>
                  <a:pt x="8230883" y="2255"/>
                </a:lnTo>
                <a:lnTo>
                  <a:pt x="8230883" y="20299"/>
                </a:lnTo>
                <a:lnTo>
                  <a:pt x="8215269" y="20299"/>
                </a:lnTo>
                <a:moveTo>
                  <a:pt x="8215269" y="129429"/>
                </a:moveTo>
                <a:lnTo>
                  <a:pt x="8215269" y="37302"/>
                </a:lnTo>
                <a:lnTo>
                  <a:pt x="8230883" y="37302"/>
                </a:lnTo>
                <a:lnTo>
                  <a:pt x="8230883" y="129429"/>
                </a:lnTo>
                <a:lnTo>
                  <a:pt x="8215269" y="129429"/>
                </a:lnTo>
                <a:close/>
                <a:moveTo>
                  <a:pt x="8314999" y="129429"/>
                </a:moveTo>
                <a:lnTo>
                  <a:pt x="8314999" y="115896"/>
                </a:lnTo>
                <a:cubicBezTo>
                  <a:pt x="8307828" y="126306"/>
                  <a:pt x="8298083" y="131511"/>
                  <a:pt x="8285765" y="131511"/>
                </a:cubicBezTo>
                <a:cubicBezTo>
                  <a:pt x="8280329" y="131511"/>
                  <a:pt x="8275254" y="130470"/>
                  <a:pt x="8270541" y="128388"/>
                </a:cubicBezTo>
                <a:cubicBezTo>
                  <a:pt x="8265827" y="126306"/>
                  <a:pt x="8262328" y="123689"/>
                  <a:pt x="8260044" y="120538"/>
                </a:cubicBezTo>
                <a:cubicBezTo>
                  <a:pt x="8257760" y="117386"/>
                  <a:pt x="8256155" y="113525"/>
                  <a:pt x="8255230" y="108957"/>
                </a:cubicBezTo>
                <a:cubicBezTo>
                  <a:pt x="8254593" y="105891"/>
                  <a:pt x="8254275" y="101034"/>
                  <a:pt x="8254275" y="94383"/>
                </a:cubicBezTo>
                <a:lnTo>
                  <a:pt x="8254275" y="37302"/>
                </a:lnTo>
                <a:lnTo>
                  <a:pt x="8269890" y="37302"/>
                </a:lnTo>
                <a:lnTo>
                  <a:pt x="8269890" y="88397"/>
                </a:lnTo>
                <a:cubicBezTo>
                  <a:pt x="8269890" y="96551"/>
                  <a:pt x="8270208" y="102046"/>
                  <a:pt x="8270844" y="104879"/>
                </a:cubicBezTo>
                <a:cubicBezTo>
                  <a:pt x="8271827" y="108986"/>
                  <a:pt x="8273909" y="112210"/>
                  <a:pt x="8277090" y="114552"/>
                </a:cubicBezTo>
                <a:cubicBezTo>
                  <a:pt x="8280271" y="116894"/>
                  <a:pt x="8284204" y="118065"/>
                  <a:pt x="8288888" y="118065"/>
                </a:cubicBezTo>
                <a:cubicBezTo>
                  <a:pt x="8293573" y="118065"/>
                  <a:pt x="8297968" y="116865"/>
                  <a:pt x="8302074" y="114465"/>
                </a:cubicBezTo>
                <a:cubicBezTo>
                  <a:pt x="8306180" y="112065"/>
                  <a:pt x="8309086" y="108798"/>
                  <a:pt x="8310792" y="104663"/>
                </a:cubicBezTo>
                <a:cubicBezTo>
                  <a:pt x="8312498" y="100527"/>
                  <a:pt x="8313351" y="94527"/>
                  <a:pt x="8313351" y="86662"/>
                </a:cubicBezTo>
                <a:lnTo>
                  <a:pt x="8313351" y="37302"/>
                </a:lnTo>
                <a:lnTo>
                  <a:pt x="8328966" y="37302"/>
                </a:lnTo>
                <a:lnTo>
                  <a:pt x="8328966" y="129429"/>
                </a:lnTo>
                <a:lnTo>
                  <a:pt x="8314999" y="129429"/>
                </a:lnTo>
                <a:close/>
                <a:moveTo>
                  <a:pt x="8347020" y="101843"/>
                </a:moveTo>
                <a:lnTo>
                  <a:pt x="8362461" y="99414"/>
                </a:lnTo>
                <a:cubicBezTo>
                  <a:pt x="8363329" y="105575"/>
                  <a:pt x="8365743" y="110297"/>
                  <a:pt x="8369705" y="113579"/>
                </a:cubicBezTo>
                <a:cubicBezTo>
                  <a:pt x="8373666" y="116859"/>
                  <a:pt x="8379204" y="118499"/>
                  <a:pt x="8386317" y="118499"/>
                </a:cubicBezTo>
                <a:cubicBezTo>
                  <a:pt x="8393488" y="118499"/>
                  <a:pt x="8398809" y="117050"/>
                  <a:pt x="8402279" y="114153"/>
                </a:cubicBezTo>
                <a:cubicBezTo>
                  <a:pt x="8405749" y="111255"/>
                  <a:pt x="8407484" y="107855"/>
                  <a:pt x="8407484" y="103955"/>
                </a:cubicBezTo>
                <a:cubicBezTo>
                  <a:pt x="8407484" y="100454"/>
                  <a:pt x="8405951" y="97700"/>
                  <a:pt x="8402886" y="95692"/>
                </a:cubicBezTo>
                <a:cubicBezTo>
                  <a:pt x="8400746" y="94315"/>
                  <a:pt x="8395426" y="92565"/>
                  <a:pt x="8386924" y="90441"/>
                </a:cubicBezTo>
                <a:cubicBezTo>
                  <a:pt x="8375473" y="87548"/>
                  <a:pt x="8367536" y="85045"/>
                  <a:pt x="8363112" y="82932"/>
                </a:cubicBezTo>
                <a:cubicBezTo>
                  <a:pt x="8358688" y="80819"/>
                  <a:pt x="8355333" y="77896"/>
                  <a:pt x="8353049" y="74162"/>
                </a:cubicBezTo>
                <a:cubicBezTo>
                  <a:pt x="8350764" y="70428"/>
                  <a:pt x="8349622" y="66304"/>
                  <a:pt x="8349622" y="61790"/>
                </a:cubicBezTo>
                <a:cubicBezTo>
                  <a:pt x="8349622" y="57680"/>
                  <a:pt x="8350562" y="53874"/>
                  <a:pt x="8352442" y="50371"/>
                </a:cubicBezTo>
                <a:cubicBezTo>
                  <a:pt x="8354321" y="46869"/>
                  <a:pt x="8356880" y="43960"/>
                  <a:pt x="8360119" y="41645"/>
                </a:cubicBezTo>
                <a:cubicBezTo>
                  <a:pt x="8362548" y="39850"/>
                  <a:pt x="8365859" y="38331"/>
                  <a:pt x="8370052" y="37088"/>
                </a:cubicBezTo>
                <a:cubicBezTo>
                  <a:pt x="8374245" y="35843"/>
                  <a:pt x="8378741" y="35220"/>
                  <a:pt x="8383541" y="35220"/>
                </a:cubicBezTo>
                <a:cubicBezTo>
                  <a:pt x="8390770" y="35220"/>
                  <a:pt x="8397117" y="36268"/>
                  <a:pt x="8402582" y="38365"/>
                </a:cubicBezTo>
                <a:cubicBezTo>
                  <a:pt x="8408048" y="40459"/>
                  <a:pt x="8412081" y="43298"/>
                  <a:pt x="8414684" y="46880"/>
                </a:cubicBezTo>
                <a:cubicBezTo>
                  <a:pt x="8417286" y="50460"/>
                  <a:pt x="8419079" y="55248"/>
                  <a:pt x="8420062" y="61245"/>
                </a:cubicBezTo>
                <a:lnTo>
                  <a:pt x="8404795" y="63327"/>
                </a:lnTo>
                <a:cubicBezTo>
                  <a:pt x="8404101" y="58584"/>
                  <a:pt x="8402091" y="54883"/>
                  <a:pt x="8398766" y="52223"/>
                </a:cubicBezTo>
                <a:cubicBezTo>
                  <a:pt x="8395440" y="49563"/>
                  <a:pt x="8390741" y="48232"/>
                  <a:pt x="8384669" y="48232"/>
                </a:cubicBezTo>
                <a:cubicBezTo>
                  <a:pt x="8377498" y="48232"/>
                  <a:pt x="8372379" y="49413"/>
                  <a:pt x="8369314" y="51773"/>
                </a:cubicBezTo>
                <a:cubicBezTo>
                  <a:pt x="8366249" y="54131"/>
                  <a:pt x="8364717" y="56894"/>
                  <a:pt x="8364717" y="60060"/>
                </a:cubicBezTo>
                <a:cubicBezTo>
                  <a:pt x="8364717" y="62073"/>
                  <a:pt x="8365353" y="63886"/>
                  <a:pt x="8366625" y="65498"/>
                </a:cubicBezTo>
                <a:cubicBezTo>
                  <a:pt x="8367897" y="67166"/>
                  <a:pt x="8369893" y="68547"/>
                  <a:pt x="8372611" y="69640"/>
                </a:cubicBezTo>
                <a:cubicBezTo>
                  <a:pt x="8374172" y="70217"/>
                  <a:pt x="8378770" y="71541"/>
                  <a:pt x="8386404" y="73612"/>
                </a:cubicBezTo>
                <a:cubicBezTo>
                  <a:pt x="8397450" y="76559"/>
                  <a:pt x="8405156" y="78972"/>
                  <a:pt x="8409522" y="80850"/>
                </a:cubicBezTo>
                <a:cubicBezTo>
                  <a:pt x="8413889" y="82728"/>
                  <a:pt x="8417315" y="85458"/>
                  <a:pt x="8419802" y="89042"/>
                </a:cubicBezTo>
                <a:cubicBezTo>
                  <a:pt x="8422289" y="92624"/>
                  <a:pt x="8423532" y="97073"/>
                  <a:pt x="8423532" y="102388"/>
                </a:cubicBezTo>
                <a:cubicBezTo>
                  <a:pt x="8423532" y="107589"/>
                  <a:pt x="8422014" y="112487"/>
                  <a:pt x="8418978" y="117081"/>
                </a:cubicBezTo>
                <a:cubicBezTo>
                  <a:pt x="8415942" y="121673"/>
                  <a:pt x="8411561" y="125227"/>
                  <a:pt x="8405836" y="127740"/>
                </a:cubicBezTo>
                <a:cubicBezTo>
                  <a:pt x="8400110" y="130254"/>
                  <a:pt x="8393633" y="131511"/>
                  <a:pt x="8386404" y="131511"/>
                </a:cubicBezTo>
                <a:cubicBezTo>
                  <a:pt x="8374432" y="131511"/>
                  <a:pt x="8365309" y="129017"/>
                  <a:pt x="8359035" y="124029"/>
                </a:cubicBezTo>
                <a:cubicBezTo>
                  <a:pt x="8352760" y="119041"/>
                  <a:pt x="8348755" y="111646"/>
                  <a:pt x="8347020" y="101843"/>
                </a:cubicBezTo>
                <a:close/>
                <a:moveTo>
                  <a:pt x="8485305" y="101843"/>
                </a:moveTo>
                <a:lnTo>
                  <a:pt x="8500746" y="99414"/>
                </a:lnTo>
                <a:cubicBezTo>
                  <a:pt x="8501613" y="105575"/>
                  <a:pt x="8504028" y="110297"/>
                  <a:pt x="8507989" y="113579"/>
                </a:cubicBezTo>
                <a:cubicBezTo>
                  <a:pt x="8511951" y="116859"/>
                  <a:pt x="8517488" y="118499"/>
                  <a:pt x="8524602" y="118499"/>
                </a:cubicBezTo>
                <a:cubicBezTo>
                  <a:pt x="8531773" y="118499"/>
                  <a:pt x="8537094" y="117050"/>
                  <a:pt x="8540564" y="114153"/>
                </a:cubicBezTo>
                <a:cubicBezTo>
                  <a:pt x="8544034" y="111255"/>
                  <a:pt x="8545769" y="107855"/>
                  <a:pt x="8545769" y="103955"/>
                </a:cubicBezTo>
                <a:cubicBezTo>
                  <a:pt x="8545769" y="100454"/>
                  <a:pt x="8544236" y="97700"/>
                  <a:pt x="8541171" y="95692"/>
                </a:cubicBezTo>
                <a:cubicBezTo>
                  <a:pt x="8539031" y="94315"/>
                  <a:pt x="8533710" y="92565"/>
                  <a:pt x="8525209" y="90441"/>
                </a:cubicBezTo>
                <a:cubicBezTo>
                  <a:pt x="8513758" y="87548"/>
                  <a:pt x="8505821" y="85045"/>
                  <a:pt x="8501396" y="82932"/>
                </a:cubicBezTo>
                <a:cubicBezTo>
                  <a:pt x="8496972" y="80819"/>
                  <a:pt x="8493618" y="77896"/>
                  <a:pt x="8491334" y="74162"/>
                </a:cubicBezTo>
                <a:cubicBezTo>
                  <a:pt x="8489049" y="70428"/>
                  <a:pt x="8487907" y="66304"/>
                  <a:pt x="8487907" y="61790"/>
                </a:cubicBezTo>
                <a:cubicBezTo>
                  <a:pt x="8487907" y="57680"/>
                  <a:pt x="8488847" y="53874"/>
                  <a:pt x="8490726" y="50371"/>
                </a:cubicBezTo>
                <a:cubicBezTo>
                  <a:pt x="8492606" y="46869"/>
                  <a:pt x="8495165" y="43960"/>
                  <a:pt x="8498404" y="41645"/>
                </a:cubicBezTo>
                <a:cubicBezTo>
                  <a:pt x="8500833" y="39850"/>
                  <a:pt x="8504143" y="38331"/>
                  <a:pt x="8508336" y="37088"/>
                </a:cubicBezTo>
                <a:cubicBezTo>
                  <a:pt x="8512529" y="35843"/>
                  <a:pt x="8517026" y="35220"/>
                  <a:pt x="8521826" y="35220"/>
                </a:cubicBezTo>
                <a:cubicBezTo>
                  <a:pt x="8529055" y="35220"/>
                  <a:pt x="8535402" y="36268"/>
                  <a:pt x="8540867" y="38365"/>
                </a:cubicBezTo>
                <a:cubicBezTo>
                  <a:pt x="8546332" y="40459"/>
                  <a:pt x="8550366" y="43298"/>
                  <a:pt x="8552969" y="46880"/>
                </a:cubicBezTo>
                <a:cubicBezTo>
                  <a:pt x="8555571" y="50460"/>
                  <a:pt x="8557364" y="55248"/>
                  <a:pt x="8558347" y="61245"/>
                </a:cubicBezTo>
                <a:lnTo>
                  <a:pt x="8543079" y="63327"/>
                </a:lnTo>
                <a:cubicBezTo>
                  <a:pt x="8542385" y="58584"/>
                  <a:pt x="8540376" y="54883"/>
                  <a:pt x="8537050" y="52223"/>
                </a:cubicBezTo>
                <a:cubicBezTo>
                  <a:pt x="8533725" y="49563"/>
                  <a:pt x="8529026" y="48232"/>
                  <a:pt x="8522954" y="48232"/>
                </a:cubicBezTo>
                <a:cubicBezTo>
                  <a:pt x="8515782" y="48232"/>
                  <a:pt x="8510664" y="49413"/>
                  <a:pt x="8507599" y="51773"/>
                </a:cubicBezTo>
                <a:cubicBezTo>
                  <a:pt x="8504534" y="54131"/>
                  <a:pt x="8503001" y="56894"/>
                  <a:pt x="8503001" y="60060"/>
                </a:cubicBezTo>
                <a:cubicBezTo>
                  <a:pt x="8503001" y="62073"/>
                  <a:pt x="8503637" y="63886"/>
                  <a:pt x="8504910" y="65498"/>
                </a:cubicBezTo>
                <a:cubicBezTo>
                  <a:pt x="8506182" y="67166"/>
                  <a:pt x="8508177" y="68547"/>
                  <a:pt x="8510895" y="69640"/>
                </a:cubicBezTo>
                <a:cubicBezTo>
                  <a:pt x="8512457" y="70217"/>
                  <a:pt x="8517055" y="71541"/>
                  <a:pt x="8524689" y="73612"/>
                </a:cubicBezTo>
                <a:cubicBezTo>
                  <a:pt x="8535735" y="76559"/>
                  <a:pt x="8543441" y="78972"/>
                  <a:pt x="8547807" y="80850"/>
                </a:cubicBezTo>
                <a:cubicBezTo>
                  <a:pt x="8552173" y="82728"/>
                  <a:pt x="8555600" y="85458"/>
                  <a:pt x="8558087" y="89042"/>
                </a:cubicBezTo>
                <a:cubicBezTo>
                  <a:pt x="8560574" y="92624"/>
                  <a:pt x="8561817" y="97073"/>
                  <a:pt x="8561817" y="102388"/>
                </a:cubicBezTo>
                <a:cubicBezTo>
                  <a:pt x="8561817" y="107589"/>
                  <a:pt x="8560299" y="112487"/>
                  <a:pt x="8557263" y="117081"/>
                </a:cubicBezTo>
                <a:cubicBezTo>
                  <a:pt x="8554227" y="121673"/>
                  <a:pt x="8549846" y="125227"/>
                  <a:pt x="8544120" y="127740"/>
                </a:cubicBezTo>
                <a:cubicBezTo>
                  <a:pt x="8538395" y="130254"/>
                  <a:pt x="8531918" y="131511"/>
                  <a:pt x="8524689" y="131511"/>
                </a:cubicBezTo>
                <a:cubicBezTo>
                  <a:pt x="8512717" y="131511"/>
                  <a:pt x="8503594" y="129017"/>
                  <a:pt x="8497319" y="124029"/>
                </a:cubicBezTo>
                <a:cubicBezTo>
                  <a:pt x="8491044" y="119041"/>
                  <a:pt x="8487040" y="111646"/>
                  <a:pt x="8485305" y="101843"/>
                </a:cubicBezTo>
                <a:close/>
                <a:moveTo>
                  <a:pt x="8580468" y="20299"/>
                </a:moveTo>
                <a:lnTo>
                  <a:pt x="8580468" y="2255"/>
                </a:lnTo>
                <a:lnTo>
                  <a:pt x="8596083" y="2255"/>
                </a:lnTo>
                <a:lnTo>
                  <a:pt x="8596083" y="20299"/>
                </a:lnTo>
                <a:lnTo>
                  <a:pt x="8580468" y="20299"/>
                </a:lnTo>
                <a:moveTo>
                  <a:pt x="8580468" y="129429"/>
                </a:moveTo>
                <a:lnTo>
                  <a:pt x="8580468" y="37302"/>
                </a:lnTo>
                <a:lnTo>
                  <a:pt x="8596083" y="37302"/>
                </a:lnTo>
                <a:lnTo>
                  <a:pt x="8596083" y="129429"/>
                </a:lnTo>
                <a:lnTo>
                  <a:pt x="8580468" y="129429"/>
                </a:lnTo>
                <a:close/>
                <a:moveTo>
                  <a:pt x="8619297" y="129429"/>
                </a:moveTo>
                <a:lnTo>
                  <a:pt x="8619297" y="2255"/>
                </a:lnTo>
                <a:lnTo>
                  <a:pt x="8634911" y="2255"/>
                </a:lnTo>
                <a:lnTo>
                  <a:pt x="8634911" y="129429"/>
                </a:lnTo>
                <a:lnTo>
                  <a:pt x="8619297" y="129429"/>
                </a:lnTo>
                <a:close/>
                <a:moveTo>
                  <a:pt x="8684845" y="129429"/>
                </a:moveTo>
                <a:lnTo>
                  <a:pt x="8649799" y="37302"/>
                </a:lnTo>
                <a:lnTo>
                  <a:pt x="8666281" y="37302"/>
                </a:lnTo>
                <a:lnTo>
                  <a:pt x="8686060" y="92474"/>
                </a:lnTo>
                <a:cubicBezTo>
                  <a:pt x="8688199" y="98431"/>
                  <a:pt x="8690166" y="104619"/>
                  <a:pt x="8691959" y="111039"/>
                </a:cubicBezTo>
                <a:cubicBezTo>
                  <a:pt x="8693347" y="106181"/>
                  <a:pt x="8695284" y="100340"/>
                  <a:pt x="8697771" y="93515"/>
                </a:cubicBezTo>
                <a:lnTo>
                  <a:pt x="8718244" y="37302"/>
                </a:lnTo>
                <a:lnTo>
                  <a:pt x="8734292" y="37302"/>
                </a:lnTo>
                <a:lnTo>
                  <a:pt x="8699419" y="129429"/>
                </a:lnTo>
                <a:lnTo>
                  <a:pt x="8684845" y="129429"/>
                </a:lnTo>
                <a:close/>
                <a:moveTo>
                  <a:pt x="8811150" y="99761"/>
                </a:moveTo>
                <a:lnTo>
                  <a:pt x="8827286" y="101756"/>
                </a:lnTo>
                <a:cubicBezTo>
                  <a:pt x="8824741" y="111183"/>
                  <a:pt x="8820028" y="118499"/>
                  <a:pt x="8813146" y="123704"/>
                </a:cubicBezTo>
                <a:cubicBezTo>
                  <a:pt x="8806264" y="128909"/>
                  <a:pt x="8797473" y="131511"/>
                  <a:pt x="8786774" y="131511"/>
                </a:cubicBezTo>
                <a:cubicBezTo>
                  <a:pt x="8773299" y="131511"/>
                  <a:pt x="8762614" y="127362"/>
                  <a:pt x="8754720" y="119063"/>
                </a:cubicBezTo>
                <a:cubicBezTo>
                  <a:pt x="8746826" y="110764"/>
                  <a:pt x="8742879" y="99125"/>
                  <a:pt x="8742879" y="84146"/>
                </a:cubicBezTo>
                <a:cubicBezTo>
                  <a:pt x="8742879" y="68647"/>
                  <a:pt x="8746869" y="56618"/>
                  <a:pt x="8754850" y="48059"/>
                </a:cubicBezTo>
                <a:cubicBezTo>
                  <a:pt x="8762831" y="39500"/>
                  <a:pt x="8773183" y="35220"/>
                  <a:pt x="8785906" y="35220"/>
                </a:cubicBezTo>
                <a:cubicBezTo>
                  <a:pt x="8798225" y="35220"/>
                  <a:pt x="8808288" y="39407"/>
                  <a:pt x="8816095" y="47780"/>
                </a:cubicBezTo>
                <a:cubicBezTo>
                  <a:pt x="8823902" y="56151"/>
                  <a:pt x="8827806" y="67929"/>
                  <a:pt x="8827806" y="83114"/>
                </a:cubicBezTo>
                <a:cubicBezTo>
                  <a:pt x="8827806" y="84037"/>
                  <a:pt x="8827777" y="85422"/>
                  <a:pt x="8827719" y="87269"/>
                </a:cubicBezTo>
                <a:lnTo>
                  <a:pt x="8759014" y="87269"/>
                </a:lnTo>
                <a:cubicBezTo>
                  <a:pt x="8759593" y="97361"/>
                  <a:pt x="8762455" y="105089"/>
                  <a:pt x="8767602" y="110453"/>
                </a:cubicBezTo>
                <a:cubicBezTo>
                  <a:pt x="8772750" y="115817"/>
                  <a:pt x="8779169" y="118499"/>
                  <a:pt x="8786861" y="118499"/>
                </a:cubicBezTo>
                <a:cubicBezTo>
                  <a:pt x="8792586" y="118499"/>
                  <a:pt x="8797473" y="117010"/>
                  <a:pt x="8801521" y="114031"/>
                </a:cubicBezTo>
                <a:cubicBezTo>
                  <a:pt x="8805570" y="111051"/>
                  <a:pt x="8808779" y="106294"/>
                  <a:pt x="8811150" y="99761"/>
                </a:cubicBezTo>
                <a:moveTo>
                  <a:pt x="8759882" y="74257"/>
                </a:moveTo>
                <a:lnTo>
                  <a:pt x="8811324" y="74257"/>
                </a:lnTo>
                <a:cubicBezTo>
                  <a:pt x="8810630" y="66634"/>
                  <a:pt x="8808664" y="60917"/>
                  <a:pt x="8805425" y="57105"/>
                </a:cubicBezTo>
                <a:cubicBezTo>
                  <a:pt x="8800451" y="51190"/>
                  <a:pt x="8794003" y="48232"/>
                  <a:pt x="8786080" y="48232"/>
                </a:cubicBezTo>
                <a:cubicBezTo>
                  <a:pt x="8778909" y="48232"/>
                  <a:pt x="8772880" y="50594"/>
                  <a:pt x="8767993" y="55316"/>
                </a:cubicBezTo>
                <a:cubicBezTo>
                  <a:pt x="8763106" y="60037"/>
                  <a:pt x="8760402" y="66350"/>
                  <a:pt x="8759882" y="74257"/>
                </a:cubicBezTo>
                <a:close/>
                <a:moveTo>
                  <a:pt x="8846471" y="129429"/>
                </a:moveTo>
                <a:lnTo>
                  <a:pt x="8846471" y="37302"/>
                </a:lnTo>
                <a:lnTo>
                  <a:pt x="8860524" y="37302"/>
                </a:lnTo>
                <a:lnTo>
                  <a:pt x="8860524" y="51182"/>
                </a:lnTo>
                <a:cubicBezTo>
                  <a:pt x="8864110" y="44683"/>
                  <a:pt x="8867421" y="40398"/>
                  <a:pt x="8870457" y="38327"/>
                </a:cubicBezTo>
                <a:cubicBezTo>
                  <a:pt x="8873493" y="36256"/>
                  <a:pt x="8876833" y="35220"/>
                  <a:pt x="8880476" y="35220"/>
                </a:cubicBezTo>
                <a:cubicBezTo>
                  <a:pt x="8885739" y="35220"/>
                  <a:pt x="8891089" y="36890"/>
                  <a:pt x="8896525" y="40230"/>
                </a:cubicBezTo>
                <a:lnTo>
                  <a:pt x="8891146" y="54652"/>
                </a:lnTo>
                <a:cubicBezTo>
                  <a:pt x="8887329" y="52396"/>
                  <a:pt x="8883513" y="51269"/>
                  <a:pt x="8879696" y="51269"/>
                </a:cubicBezTo>
                <a:cubicBezTo>
                  <a:pt x="8876283" y="51269"/>
                  <a:pt x="8873218" y="52297"/>
                  <a:pt x="8870500" y="54354"/>
                </a:cubicBezTo>
                <a:cubicBezTo>
                  <a:pt x="8867782" y="56408"/>
                  <a:pt x="8865845" y="59259"/>
                  <a:pt x="8864688" y="62906"/>
                </a:cubicBezTo>
                <a:cubicBezTo>
                  <a:pt x="8862953" y="68464"/>
                  <a:pt x="8862086" y="74543"/>
                  <a:pt x="8862086" y="81143"/>
                </a:cubicBezTo>
                <a:lnTo>
                  <a:pt x="8862086" y="129429"/>
                </a:lnTo>
                <a:lnTo>
                  <a:pt x="8846471" y="129429"/>
                </a:lnTo>
                <a:close/>
                <a:moveTo>
                  <a:pt x="8910230" y="129429"/>
                </a:moveTo>
                <a:lnTo>
                  <a:pt x="8910230" y="111559"/>
                </a:lnTo>
                <a:lnTo>
                  <a:pt x="8928014" y="111559"/>
                </a:lnTo>
                <a:lnTo>
                  <a:pt x="8928014" y="129429"/>
                </a:lnTo>
                <a:lnTo>
                  <a:pt x="8910230" y="1294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9ED22D-EB16-4159-929D-B8F56966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32" y="312659"/>
            <a:ext cx="483648" cy="10"/>
          </a:xfrm>
          <a:custGeom xmlns:a="http://schemas.openxmlformats.org/drawingml/2006/main">
            <a:pathLst>
              <a:path w="483648" h="1" fill="none">
                <a:moveTo>
                  <a:pt x="0" y="0"/>
                </a:moveTo>
                <a:lnTo>
                  <a:pt x="4836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531" cap="flat">
            <a:solidFill>
              <a:srgbClr val="000000"/>
            </a:solidFill>
            <a:miter/>
          </a:ln>
        </p:spPr>
      </p:sp>
      <p:sp>
        <p:nvSpPr>
          <p:cNvPr id="6" name="Text Label:">
            <a:extLst xmlns:a="http://schemas.openxmlformats.org/drawingml/2006/main">
              <a:ext uri="{FF2B5EF4-FFF2-40B4-BE49-F238E27FC236}">
                <a16:creationId xmlns:a16="http://schemas.microsoft.com/office/drawing/2014/main" id="{BAE2718A-A985-4DCC-84BD-C9765BD1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009" y="426286"/>
            <a:ext cx="492068" cy="129256"/>
          </a:xfrm>
          <a:custGeom xmlns:a="http://schemas.openxmlformats.org/drawingml/2006/main">
            <a:pathLst>
              <a:path w="492068" h="129256">
                <a:moveTo>
                  <a:pt x="0" y="127174"/>
                </a:moveTo>
                <a:lnTo>
                  <a:pt x="0" y="1041"/>
                </a:lnTo>
                <a:lnTo>
                  <a:pt x="25678" y="1041"/>
                </a:lnTo>
                <a:lnTo>
                  <a:pt x="25678" y="105660"/>
                </a:lnTo>
                <a:lnTo>
                  <a:pt x="89525" y="105660"/>
                </a:lnTo>
                <a:lnTo>
                  <a:pt x="89525" y="127174"/>
                </a:lnTo>
                <a:lnTo>
                  <a:pt x="0" y="127174"/>
                </a:lnTo>
                <a:close/>
                <a:moveTo>
                  <a:pt x="125723" y="63500"/>
                </a:moveTo>
                <a:lnTo>
                  <a:pt x="103602" y="59510"/>
                </a:lnTo>
                <a:cubicBezTo>
                  <a:pt x="106089" y="50486"/>
                  <a:pt x="110369" y="43806"/>
                  <a:pt x="116441" y="39471"/>
                </a:cubicBezTo>
                <a:cubicBezTo>
                  <a:pt x="122514" y="35133"/>
                  <a:pt x="131536" y="32965"/>
                  <a:pt x="143507" y="32965"/>
                </a:cubicBezTo>
                <a:cubicBezTo>
                  <a:pt x="154379" y="32965"/>
                  <a:pt x="162476" y="34251"/>
                  <a:pt x="167797" y="36825"/>
                </a:cubicBezTo>
                <a:cubicBezTo>
                  <a:pt x="173117" y="39398"/>
                  <a:pt x="176862" y="42666"/>
                  <a:pt x="179031" y="46628"/>
                </a:cubicBezTo>
                <a:cubicBezTo>
                  <a:pt x="181199" y="50589"/>
                  <a:pt x="182284" y="57861"/>
                  <a:pt x="182284" y="68445"/>
                </a:cubicBezTo>
                <a:lnTo>
                  <a:pt x="182023" y="96898"/>
                </a:lnTo>
                <a:cubicBezTo>
                  <a:pt x="182023" y="104995"/>
                  <a:pt x="182414" y="110966"/>
                  <a:pt x="183195" y="114812"/>
                </a:cubicBezTo>
                <a:cubicBezTo>
                  <a:pt x="183975" y="118658"/>
                  <a:pt x="185436" y="122779"/>
                  <a:pt x="187575" y="127174"/>
                </a:cubicBezTo>
                <a:lnTo>
                  <a:pt x="163459" y="127174"/>
                </a:lnTo>
                <a:cubicBezTo>
                  <a:pt x="162823" y="125555"/>
                  <a:pt x="162042" y="123154"/>
                  <a:pt x="161117" y="119974"/>
                </a:cubicBezTo>
                <a:cubicBezTo>
                  <a:pt x="160712" y="118528"/>
                  <a:pt x="160423" y="117574"/>
                  <a:pt x="160250" y="117111"/>
                </a:cubicBezTo>
                <a:cubicBezTo>
                  <a:pt x="156086" y="121159"/>
                  <a:pt x="151632" y="124195"/>
                  <a:pt x="146890" y="126220"/>
                </a:cubicBezTo>
                <a:cubicBezTo>
                  <a:pt x="142148" y="128244"/>
                  <a:pt x="137088" y="129256"/>
                  <a:pt x="131709" y="129256"/>
                </a:cubicBezTo>
                <a:cubicBezTo>
                  <a:pt x="122225" y="129256"/>
                  <a:pt x="114750" y="126693"/>
                  <a:pt x="109285" y="121568"/>
                </a:cubicBezTo>
                <a:cubicBezTo>
                  <a:pt x="103819" y="116442"/>
                  <a:pt x="101087" y="109963"/>
                  <a:pt x="101087" y="102131"/>
                </a:cubicBezTo>
                <a:cubicBezTo>
                  <a:pt x="101087" y="96947"/>
                  <a:pt x="102330" y="92326"/>
                  <a:pt x="104817" y="88267"/>
                </a:cubicBezTo>
                <a:cubicBezTo>
                  <a:pt x="107304" y="84206"/>
                  <a:pt x="110788" y="81096"/>
                  <a:pt x="115270" y="78936"/>
                </a:cubicBezTo>
                <a:cubicBezTo>
                  <a:pt x="119752" y="76776"/>
                  <a:pt x="126215" y="74890"/>
                  <a:pt x="134659" y="73278"/>
                </a:cubicBezTo>
                <a:cubicBezTo>
                  <a:pt x="146052" y="71148"/>
                  <a:pt x="153946" y="69161"/>
                  <a:pt x="158341" y="67317"/>
                </a:cubicBezTo>
                <a:lnTo>
                  <a:pt x="158341" y="64861"/>
                </a:lnTo>
                <a:cubicBezTo>
                  <a:pt x="158341" y="60124"/>
                  <a:pt x="157184" y="56747"/>
                  <a:pt x="154871" y="54730"/>
                </a:cubicBezTo>
                <a:cubicBezTo>
                  <a:pt x="152558" y="52712"/>
                  <a:pt x="148191" y="51702"/>
                  <a:pt x="141772" y="51702"/>
                </a:cubicBezTo>
                <a:cubicBezTo>
                  <a:pt x="137435" y="51702"/>
                  <a:pt x="134051" y="52575"/>
                  <a:pt x="131622" y="54321"/>
                </a:cubicBezTo>
                <a:cubicBezTo>
                  <a:pt x="129193" y="56065"/>
                  <a:pt x="127227" y="59125"/>
                  <a:pt x="125723" y="63500"/>
                </a:cubicBezTo>
                <a:moveTo>
                  <a:pt x="158341" y="83279"/>
                </a:moveTo>
                <a:cubicBezTo>
                  <a:pt x="155218" y="84307"/>
                  <a:pt x="150273" y="85536"/>
                  <a:pt x="143507" y="86966"/>
                </a:cubicBezTo>
                <a:cubicBezTo>
                  <a:pt x="136741" y="88393"/>
                  <a:pt x="132316" y="89793"/>
                  <a:pt x="130234" y="91165"/>
                </a:cubicBezTo>
                <a:cubicBezTo>
                  <a:pt x="127054" y="93393"/>
                  <a:pt x="125463" y="96222"/>
                  <a:pt x="125463" y="99650"/>
                </a:cubicBezTo>
                <a:cubicBezTo>
                  <a:pt x="125463" y="103022"/>
                  <a:pt x="126736" y="105938"/>
                  <a:pt x="129280" y="108395"/>
                </a:cubicBezTo>
                <a:cubicBezTo>
                  <a:pt x="131825" y="110852"/>
                  <a:pt x="135063" y="112080"/>
                  <a:pt x="138996" y="112080"/>
                </a:cubicBezTo>
                <a:cubicBezTo>
                  <a:pt x="143391" y="112080"/>
                  <a:pt x="147584" y="110651"/>
                  <a:pt x="151575" y="107794"/>
                </a:cubicBezTo>
                <a:cubicBezTo>
                  <a:pt x="154524" y="105623"/>
                  <a:pt x="156461" y="102965"/>
                  <a:pt x="157387" y="99821"/>
                </a:cubicBezTo>
                <a:cubicBezTo>
                  <a:pt x="158023" y="97764"/>
                  <a:pt x="158341" y="93851"/>
                  <a:pt x="158341" y="88080"/>
                </a:cubicBezTo>
                <a:lnTo>
                  <a:pt x="158341" y="83279"/>
                </a:lnTo>
                <a:close/>
                <a:moveTo>
                  <a:pt x="205402" y="127174"/>
                </a:moveTo>
                <a:lnTo>
                  <a:pt x="205402" y="0"/>
                </a:lnTo>
                <a:lnTo>
                  <a:pt x="229779" y="0"/>
                </a:lnTo>
                <a:lnTo>
                  <a:pt x="229779" y="45803"/>
                </a:lnTo>
                <a:cubicBezTo>
                  <a:pt x="237297" y="37244"/>
                  <a:pt x="246203" y="32965"/>
                  <a:pt x="256497" y="32965"/>
                </a:cubicBezTo>
                <a:cubicBezTo>
                  <a:pt x="267717" y="32965"/>
                  <a:pt x="276999" y="37027"/>
                  <a:pt x="284344" y="45153"/>
                </a:cubicBezTo>
                <a:cubicBezTo>
                  <a:pt x="291688" y="53278"/>
                  <a:pt x="295361" y="64946"/>
                  <a:pt x="295361" y="80156"/>
                </a:cubicBezTo>
                <a:cubicBezTo>
                  <a:pt x="295361" y="95886"/>
                  <a:pt x="291616" y="108002"/>
                  <a:pt x="284127" y="116504"/>
                </a:cubicBezTo>
                <a:cubicBezTo>
                  <a:pt x="276637" y="125005"/>
                  <a:pt x="267543" y="129256"/>
                  <a:pt x="256844" y="129256"/>
                </a:cubicBezTo>
                <a:cubicBezTo>
                  <a:pt x="251581" y="129256"/>
                  <a:pt x="246391" y="127940"/>
                  <a:pt x="241273" y="125309"/>
                </a:cubicBezTo>
                <a:cubicBezTo>
                  <a:pt x="236155" y="122677"/>
                  <a:pt x="231745" y="118788"/>
                  <a:pt x="228044" y="113641"/>
                </a:cubicBezTo>
                <a:lnTo>
                  <a:pt x="228044" y="127174"/>
                </a:lnTo>
                <a:lnTo>
                  <a:pt x="205402" y="127174"/>
                </a:lnTo>
                <a:moveTo>
                  <a:pt x="229605" y="79161"/>
                </a:moveTo>
                <a:cubicBezTo>
                  <a:pt x="229605" y="88689"/>
                  <a:pt x="231109" y="95734"/>
                  <a:pt x="234116" y="100295"/>
                </a:cubicBezTo>
                <a:cubicBezTo>
                  <a:pt x="238338" y="106763"/>
                  <a:pt x="243948" y="109998"/>
                  <a:pt x="250945" y="109998"/>
                </a:cubicBezTo>
                <a:cubicBezTo>
                  <a:pt x="256324" y="109998"/>
                  <a:pt x="260907" y="107702"/>
                  <a:pt x="264695" y="103112"/>
                </a:cubicBezTo>
                <a:cubicBezTo>
                  <a:pt x="268483" y="98521"/>
                  <a:pt x="270377" y="91289"/>
                  <a:pt x="270377" y="81414"/>
                </a:cubicBezTo>
                <a:cubicBezTo>
                  <a:pt x="270377" y="70903"/>
                  <a:pt x="268469" y="63323"/>
                  <a:pt x="264652" y="58675"/>
                </a:cubicBezTo>
                <a:cubicBezTo>
                  <a:pt x="260835" y="54026"/>
                  <a:pt x="255948" y="51702"/>
                  <a:pt x="249991" y="51702"/>
                </a:cubicBezTo>
                <a:cubicBezTo>
                  <a:pt x="244150" y="51702"/>
                  <a:pt x="239292" y="53970"/>
                  <a:pt x="235417" y="58504"/>
                </a:cubicBezTo>
                <a:cubicBezTo>
                  <a:pt x="231542" y="63037"/>
                  <a:pt x="229605" y="69922"/>
                  <a:pt x="229605" y="79161"/>
                </a:cubicBezTo>
                <a:close/>
                <a:moveTo>
                  <a:pt x="368167" y="97853"/>
                </a:moveTo>
                <a:lnTo>
                  <a:pt x="392457" y="102017"/>
                </a:lnTo>
                <a:cubicBezTo>
                  <a:pt x="389334" y="110894"/>
                  <a:pt x="384404" y="117653"/>
                  <a:pt x="377666" y="122294"/>
                </a:cubicBezTo>
                <a:cubicBezTo>
                  <a:pt x="370929" y="126935"/>
                  <a:pt x="362500" y="129256"/>
                  <a:pt x="352379" y="129256"/>
                </a:cubicBezTo>
                <a:cubicBezTo>
                  <a:pt x="336359" y="129256"/>
                  <a:pt x="324504" y="124022"/>
                  <a:pt x="316812" y="113554"/>
                </a:cubicBezTo>
                <a:cubicBezTo>
                  <a:pt x="310740" y="105169"/>
                  <a:pt x="307703" y="94585"/>
                  <a:pt x="307703" y="81804"/>
                </a:cubicBezTo>
                <a:cubicBezTo>
                  <a:pt x="307703" y="66536"/>
                  <a:pt x="311694" y="54580"/>
                  <a:pt x="319675" y="45934"/>
                </a:cubicBezTo>
                <a:cubicBezTo>
                  <a:pt x="327656" y="37288"/>
                  <a:pt x="337747" y="32965"/>
                  <a:pt x="349950" y="32965"/>
                </a:cubicBezTo>
                <a:cubicBezTo>
                  <a:pt x="363656" y="32965"/>
                  <a:pt x="374471" y="37490"/>
                  <a:pt x="382394" y="46541"/>
                </a:cubicBezTo>
                <a:cubicBezTo>
                  <a:pt x="390317" y="55592"/>
                  <a:pt x="394105" y="69457"/>
                  <a:pt x="393758" y="88137"/>
                </a:cubicBezTo>
                <a:lnTo>
                  <a:pt x="332687" y="88137"/>
                </a:lnTo>
                <a:cubicBezTo>
                  <a:pt x="332861" y="95366"/>
                  <a:pt x="334827" y="100990"/>
                  <a:pt x="338586" y="105010"/>
                </a:cubicBezTo>
                <a:cubicBezTo>
                  <a:pt x="342345" y="109029"/>
                  <a:pt x="347030" y="111039"/>
                  <a:pt x="352639" y="111039"/>
                </a:cubicBezTo>
                <a:cubicBezTo>
                  <a:pt x="356456" y="111039"/>
                  <a:pt x="359666" y="109998"/>
                  <a:pt x="362268" y="107916"/>
                </a:cubicBezTo>
                <a:cubicBezTo>
                  <a:pt x="364871" y="105834"/>
                  <a:pt x="366837" y="102479"/>
                  <a:pt x="368167" y="97853"/>
                </a:cubicBezTo>
                <a:moveTo>
                  <a:pt x="369555" y="73216"/>
                </a:moveTo>
                <a:cubicBezTo>
                  <a:pt x="369382" y="66189"/>
                  <a:pt x="367560" y="60847"/>
                  <a:pt x="364090" y="57189"/>
                </a:cubicBezTo>
                <a:cubicBezTo>
                  <a:pt x="360620" y="53531"/>
                  <a:pt x="356398" y="51702"/>
                  <a:pt x="351425" y="51702"/>
                </a:cubicBezTo>
                <a:cubicBezTo>
                  <a:pt x="346104" y="51702"/>
                  <a:pt x="341709" y="53632"/>
                  <a:pt x="338239" y="57490"/>
                </a:cubicBezTo>
                <a:cubicBezTo>
                  <a:pt x="334769" y="61350"/>
                  <a:pt x="333063" y="66592"/>
                  <a:pt x="333121" y="73216"/>
                </a:cubicBezTo>
                <a:lnTo>
                  <a:pt x="369555" y="73216"/>
                </a:lnTo>
                <a:close/>
                <a:moveTo>
                  <a:pt x="413597" y="127174"/>
                </a:moveTo>
                <a:lnTo>
                  <a:pt x="413597" y="0"/>
                </a:lnTo>
                <a:lnTo>
                  <a:pt x="437973" y="0"/>
                </a:lnTo>
                <a:lnTo>
                  <a:pt x="437973" y="127174"/>
                </a:lnTo>
                <a:lnTo>
                  <a:pt x="413597" y="127174"/>
                </a:lnTo>
                <a:close/>
                <a:moveTo>
                  <a:pt x="467692" y="59510"/>
                </a:moveTo>
                <a:lnTo>
                  <a:pt x="467692" y="35047"/>
                </a:lnTo>
                <a:lnTo>
                  <a:pt x="492068" y="35047"/>
                </a:lnTo>
                <a:lnTo>
                  <a:pt x="492068" y="59510"/>
                </a:lnTo>
                <a:lnTo>
                  <a:pt x="467692" y="59510"/>
                </a:lnTo>
                <a:moveTo>
                  <a:pt x="467692" y="127174"/>
                </a:moveTo>
                <a:lnTo>
                  <a:pt x="467692" y="102711"/>
                </a:lnTo>
                <a:lnTo>
                  <a:pt x="492068" y="102711"/>
                </a:lnTo>
                <a:lnTo>
                  <a:pt x="492068" y="127174"/>
                </a:lnTo>
                <a:lnTo>
                  <a:pt x="467692" y="1271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Text SUPPORTS">
            <a:extLst xmlns:a="http://schemas.openxmlformats.org/drawingml/2006/main">
              <a:ext uri="{FF2B5EF4-FFF2-40B4-BE49-F238E27FC236}">
                <a16:creationId xmlns:a16="http://schemas.microsoft.com/office/drawing/2014/main" id="{21F2C141-9E6C-4CF1-BDDC-9DB6DB90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60" y="429632"/>
            <a:ext cx="917884" cy="125682"/>
          </a:xfrm>
          <a:custGeom xmlns:a="http://schemas.openxmlformats.org/drawingml/2006/main">
            <a:pathLst>
              <a:path w="917884" h="125682">
                <a:moveTo>
                  <a:pt x="0" y="84561"/>
                </a:moveTo>
                <a:lnTo>
                  <a:pt x="15171" y="83235"/>
                </a:lnTo>
                <a:cubicBezTo>
                  <a:pt x="15890" y="89315"/>
                  <a:pt x="17562" y="94303"/>
                  <a:pt x="20187" y="98199"/>
                </a:cubicBezTo>
                <a:cubicBezTo>
                  <a:pt x="22812" y="102096"/>
                  <a:pt x="26888" y="105246"/>
                  <a:pt x="32415" y="107650"/>
                </a:cubicBezTo>
                <a:cubicBezTo>
                  <a:pt x="37942" y="110054"/>
                  <a:pt x="44160" y="111256"/>
                  <a:pt x="51069" y="111256"/>
                </a:cubicBezTo>
                <a:cubicBezTo>
                  <a:pt x="57203" y="111256"/>
                  <a:pt x="62620" y="110344"/>
                  <a:pt x="67318" y="108521"/>
                </a:cubicBezTo>
                <a:cubicBezTo>
                  <a:pt x="72015" y="106697"/>
                  <a:pt x="75511" y="104196"/>
                  <a:pt x="77805" y="101018"/>
                </a:cubicBezTo>
                <a:cubicBezTo>
                  <a:pt x="80099" y="97840"/>
                  <a:pt x="81245" y="94372"/>
                  <a:pt x="81245" y="90613"/>
                </a:cubicBezTo>
                <a:cubicBezTo>
                  <a:pt x="81245" y="86800"/>
                  <a:pt x="80140" y="83470"/>
                  <a:pt x="77929" y="80624"/>
                </a:cubicBezTo>
                <a:cubicBezTo>
                  <a:pt x="75718" y="77777"/>
                  <a:pt x="72071" y="75387"/>
                  <a:pt x="66986" y="73452"/>
                </a:cubicBezTo>
                <a:cubicBezTo>
                  <a:pt x="63725" y="72181"/>
                  <a:pt x="56513" y="70205"/>
                  <a:pt x="45348" y="67525"/>
                </a:cubicBezTo>
                <a:cubicBezTo>
                  <a:pt x="34184" y="64844"/>
                  <a:pt x="26363" y="62316"/>
                  <a:pt x="21887" y="59939"/>
                </a:cubicBezTo>
                <a:cubicBezTo>
                  <a:pt x="16083" y="56899"/>
                  <a:pt x="11758" y="53127"/>
                  <a:pt x="8912" y="48623"/>
                </a:cubicBezTo>
                <a:cubicBezTo>
                  <a:pt x="6066" y="44118"/>
                  <a:pt x="4643" y="39075"/>
                  <a:pt x="4643" y="33493"/>
                </a:cubicBezTo>
                <a:cubicBezTo>
                  <a:pt x="4643" y="27358"/>
                  <a:pt x="6384" y="21624"/>
                  <a:pt x="9866" y="16291"/>
                </a:cubicBezTo>
                <a:cubicBezTo>
                  <a:pt x="13347" y="10957"/>
                  <a:pt x="18432" y="6909"/>
                  <a:pt x="25120" y="4145"/>
                </a:cubicBezTo>
                <a:cubicBezTo>
                  <a:pt x="31807" y="1382"/>
                  <a:pt x="39241" y="0"/>
                  <a:pt x="47421" y="0"/>
                </a:cubicBezTo>
                <a:cubicBezTo>
                  <a:pt x="56430" y="0"/>
                  <a:pt x="64375" y="1451"/>
                  <a:pt x="71255" y="4352"/>
                </a:cubicBezTo>
                <a:cubicBezTo>
                  <a:pt x="78136" y="7254"/>
                  <a:pt x="83428" y="11524"/>
                  <a:pt x="87132" y="17161"/>
                </a:cubicBezTo>
                <a:cubicBezTo>
                  <a:pt x="90835" y="22798"/>
                  <a:pt x="92824" y="29182"/>
                  <a:pt x="93101" y="36312"/>
                </a:cubicBezTo>
                <a:lnTo>
                  <a:pt x="77681" y="37472"/>
                </a:lnTo>
                <a:cubicBezTo>
                  <a:pt x="76851" y="29762"/>
                  <a:pt x="74047" y="23938"/>
                  <a:pt x="69266" y="20000"/>
                </a:cubicBezTo>
                <a:cubicBezTo>
                  <a:pt x="64485" y="16063"/>
                  <a:pt x="57424" y="14094"/>
                  <a:pt x="48084" y="14094"/>
                </a:cubicBezTo>
                <a:cubicBezTo>
                  <a:pt x="38357" y="14094"/>
                  <a:pt x="31268" y="15878"/>
                  <a:pt x="26819" y="19446"/>
                </a:cubicBezTo>
                <a:cubicBezTo>
                  <a:pt x="22370" y="23013"/>
                  <a:pt x="20146" y="27312"/>
                  <a:pt x="20146" y="32345"/>
                </a:cubicBezTo>
                <a:cubicBezTo>
                  <a:pt x="20146" y="36715"/>
                  <a:pt x="21721" y="40310"/>
                  <a:pt x="24871" y="43131"/>
                </a:cubicBezTo>
                <a:cubicBezTo>
                  <a:pt x="27966" y="45953"/>
                  <a:pt x="36049" y="48843"/>
                  <a:pt x="49120" y="51802"/>
                </a:cubicBezTo>
                <a:cubicBezTo>
                  <a:pt x="62191" y="54760"/>
                  <a:pt x="71159" y="57346"/>
                  <a:pt x="76022" y="59558"/>
                </a:cubicBezTo>
                <a:cubicBezTo>
                  <a:pt x="83097" y="62821"/>
                  <a:pt x="88320" y="66956"/>
                  <a:pt x="91691" y="71963"/>
                </a:cubicBezTo>
                <a:cubicBezTo>
                  <a:pt x="95063" y="76968"/>
                  <a:pt x="96748" y="82734"/>
                  <a:pt x="96748" y="89261"/>
                </a:cubicBezTo>
                <a:cubicBezTo>
                  <a:pt x="96748" y="95731"/>
                  <a:pt x="94897" y="101829"/>
                  <a:pt x="91194" y="107554"/>
                </a:cubicBezTo>
                <a:cubicBezTo>
                  <a:pt x="87491" y="113278"/>
                  <a:pt x="82171" y="117731"/>
                  <a:pt x="75235" y="120912"/>
                </a:cubicBezTo>
                <a:cubicBezTo>
                  <a:pt x="68299" y="124092"/>
                  <a:pt x="60492" y="125682"/>
                  <a:pt x="51815" y="125682"/>
                </a:cubicBezTo>
                <a:cubicBezTo>
                  <a:pt x="40816" y="125682"/>
                  <a:pt x="31600" y="124079"/>
                  <a:pt x="24166" y="120873"/>
                </a:cubicBezTo>
                <a:cubicBezTo>
                  <a:pt x="16733" y="117668"/>
                  <a:pt x="10902" y="112845"/>
                  <a:pt x="6674" y="106407"/>
                </a:cubicBezTo>
                <a:cubicBezTo>
                  <a:pt x="2446" y="99968"/>
                  <a:pt x="221" y="92686"/>
                  <a:pt x="0" y="84561"/>
                </a:cubicBezTo>
                <a:close/>
                <a:moveTo>
                  <a:pt x="198493" y="2155"/>
                </a:moveTo>
                <a:lnTo>
                  <a:pt x="214576" y="2155"/>
                </a:lnTo>
                <a:lnTo>
                  <a:pt x="214576" y="72328"/>
                </a:lnTo>
                <a:cubicBezTo>
                  <a:pt x="214576" y="84534"/>
                  <a:pt x="213194" y="94227"/>
                  <a:pt x="210431" y="101406"/>
                </a:cubicBezTo>
                <a:cubicBezTo>
                  <a:pt x="207667" y="108586"/>
                  <a:pt x="202679" y="114427"/>
                  <a:pt x="195467" y="118930"/>
                </a:cubicBezTo>
                <a:cubicBezTo>
                  <a:pt x="188254" y="123431"/>
                  <a:pt x="178789" y="125682"/>
                  <a:pt x="167072" y="125682"/>
                </a:cubicBezTo>
                <a:cubicBezTo>
                  <a:pt x="155687" y="125682"/>
                  <a:pt x="146374" y="123721"/>
                  <a:pt x="139134" y="119801"/>
                </a:cubicBezTo>
                <a:cubicBezTo>
                  <a:pt x="131894" y="115878"/>
                  <a:pt x="126726" y="110203"/>
                  <a:pt x="123631" y="102774"/>
                </a:cubicBezTo>
                <a:cubicBezTo>
                  <a:pt x="120536" y="95346"/>
                  <a:pt x="118988" y="85197"/>
                  <a:pt x="118988" y="72328"/>
                </a:cubicBezTo>
                <a:lnTo>
                  <a:pt x="118988" y="2155"/>
                </a:lnTo>
                <a:lnTo>
                  <a:pt x="135072" y="2155"/>
                </a:lnTo>
                <a:lnTo>
                  <a:pt x="135072" y="72237"/>
                </a:lnTo>
                <a:cubicBezTo>
                  <a:pt x="135072" y="82787"/>
                  <a:pt x="136053" y="90561"/>
                  <a:pt x="138015" y="95559"/>
                </a:cubicBezTo>
                <a:cubicBezTo>
                  <a:pt x="139977" y="100556"/>
                  <a:pt x="143348" y="104407"/>
                  <a:pt x="148129" y="107114"/>
                </a:cubicBezTo>
                <a:cubicBezTo>
                  <a:pt x="152910" y="109820"/>
                  <a:pt x="158754" y="111173"/>
                  <a:pt x="165663" y="111173"/>
                </a:cubicBezTo>
                <a:cubicBezTo>
                  <a:pt x="177490" y="111173"/>
                  <a:pt x="185919" y="108496"/>
                  <a:pt x="190948" y="103140"/>
                </a:cubicBezTo>
                <a:cubicBezTo>
                  <a:pt x="195978" y="97782"/>
                  <a:pt x="198493" y="87481"/>
                  <a:pt x="198493" y="72237"/>
                </a:cubicBezTo>
                <a:lnTo>
                  <a:pt x="198493" y="2155"/>
                </a:lnTo>
                <a:close/>
                <a:moveTo>
                  <a:pt x="241505" y="123692"/>
                </a:moveTo>
                <a:lnTo>
                  <a:pt x="241505" y="2155"/>
                </a:lnTo>
                <a:lnTo>
                  <a:pt x="287350" y="2155"/>
                </a:lnTo>
                <a:cubicBezTo>
                  <a:pt x="295419" y="2155"/>
                  <a:pt x="301582" y="2541"/>
                  <a:pt x="305838" y="3314"/>
                </a:cubicBezTo>
                <a:cubicBezTo>
                  <a:pt x="311807" y="4308"/>
                  <a:pt x="316809" y="6200"/>
                  <a:pt x="320843" y="8987"/>
                </a:cubicBezTo>
                <a:cubicBezTo>
                  <a:pt x="324878" y="11775"/>
                  <a:pt x="328125" y="15681"/>
                  <a:pt x="330584" y="20705"/>
                </a:cubicBezTo>
                <a:cubicBezTo>
                  <a:pt x="333044" y="25728"/>
                  <a:pt x="334273" y="31248"/>
                  <a:pt x="334273" y="37265"/>
                </a:cubicBezTo>
                <a:cubicBezTo>
                  <a:pt x="334273" y="47590"/>
                  <a:pt x="330985" y="56327"/>
                  <a:pt x="324408" y="63476"/>
                </a:cubicBezTo>
                <a:cubicBezTo>
                  <a:pt x="317831" y="70624"/>
                  <a:pt x="305948" y="74199"/>
                  <a:pt x="288760" y="74199"/>
                </a:cubicBezTo>
                <a:lnTo>
                  <a:pt x="257588" y="74199"/>
                </a:lnTo>
                <a:lnTo>
                  <a:pt x="257588" y="123692"/>
                </a:lnTo>
                <a:lnTo>
                  <a:pt x="241505" y="123692"/>
                </a:lnTo>
                <a:moveTo>
                  <a:pt x="257588" y="59856"/>
                </a:moveTo>
                <a:lnTo>
                  <a:pt x="289008" y="59856"/>
                </a:lnTo>
                <a:cubicBezTo>
                  <a:pt x="299399" y="59856"/>
                  <a:pt x="306777" y="57926"/>
                  <a:pt x="311143" y="54066"/>
                </a:cubicBezTo>
                <a:cubicBezTo>
                  <a:pt x="315510" y="50204"/>
                  <a:pt x="317693" y="44770"/>
                  <a:pt x="317693" y="37763"/>
                </a:cubicBezTo>
                <a:cubicBezTo>
                  <a:pt x="317693" y="32688"/>
                  <a:pt x="316408" y="28344"/>
                  <a:pt x="313838" y="24731"/>
                </a:cubicBezTo>
                <a:cubicBezTo>
                  <a:pt x="311268" y="21118"/>
                  <a:pt x="307883" y="18732"/>
                  <a:pt x="303682" y="17573"/>
                </a:cubicBezTo>
                <a:cubicBezTo>
                  <a:pt x="300974" y="16856"/>
                  <a:pt x="295972" y="16498"/>
                  <a:pt x="288677" y="16498"/>
                </a:cubicBezTo>
                <a:lnTo>
                  <a:pt x="257588" y="16498"/>
                </a:lnTo>
                <a:lnTo>
                  <a:pt x="257588" y="59856"/>
                </a:lnTo>
                <a:close/>
                <a:moveTo>
                  <a:pt x="354773" y="123692"/>
                </a:moveTo>
                <a:lnTo>
                  <a:pt x="354773" y="2155"/>
                </a:lnTo>
                <a:lnTo>
                  <a:pt x="400618" y="2155"/>
                </a:lnTo>
                <a:cubicBezTo>
                  <a:pt x="408688" y="2155"/>
                  <a:pt x="414850" y="2541"/>
                  <a:pt x="419106" y="3314"/>
                </a:cubicBezTo>
                <a:cubicBezTo>
                  <a:pt x="425075" y="4308"/>
                  <a:pt x="430077" y="6200"/>
                  <a:pt x="434111" y="8987"/>
                </a:cubicBezTo>
                <a:cubicBezTo>
                  <a:pt x="438146" y="11775"/>
                  <a:pt x="441393" y="15681"/>
                  <a:pt x="443852" y="20705"/>
                </a:cubicBezTo>
                <a:cubicBezTo>
                  <a:pt x="446312" y="25728"/>
                  <a:pt x="447542" y="31248"/>
                  <a:pt x="447542" y="37265"/>
                </a:cubicBezTo>
                <a:cubicBezTo>
                  <a:pt x="447542" y="47590"/>
                  <a:pt x="444253" y="56327"/>
                  <a:pt x="437676" y="63476"/>
                </a:cubicBezTo>
                <a:cubicBezTo>
                  <a:pt x="431099" y="70624"/>
                  <a:pt x="419216" y="74199"/>
                  <a:pt x="402028" y="74199"/>
                </a:cubicBezTo>
                <a:lnTo>
                  <a:pt x="370856" y="74199"/>
                </a:lnTo>
                <a:lnTo>
                  <a:pt x="370856" y="123692"/>
                </a:lnTo>
                <a:lnTo>
                  <a:pt x="354773" y="123692"/>
                </a:lnTo>
                <a:moveTo>
                  <a:pt x="370856" y="59856"/>
                </a:moveTo>
                <a:lnTo>
                  <a:pt x="402276" y="59856"/>
                </a:lnTo>
                <a:cubicBezTo>
                  <a:pt x="412667" y="59856"/>
                  <a:pt x="420045" y="57926"/>
                  <a:pt x="424412" y="54066"/>
                </a:cubicBezTo>
                <a:cubicBezTo>
                  <a:pt x="428778" y="50204"/>
                  <a:pt x="430961" y="44770"/>
                  <a:pt x="430961" y="37763"/>
                </a:cubicBezTo>
                <a:cubicBezTo>
                  <a:pt x="430961" y="32688"/>
                  <a:pt x="429676" y="28344"/>
                  <a:pt x="427106" y="24731"/>
                </a:cubicBezTo>
                <a:cubicBezTo>
                  <a:pt x="424536" y="21118"/>
                  <a:pt x="421151" y="18732"/>
                  <a:pt x="416950" y="17573"/>
                </a:cubicBezTo>
                <a:cubicBezTo>
                  <a:pt x="414242" y="16856"/>
                  <a:pt x="409240" y="16498"/>
                  <a:pt x="401945" y="16498"/>
                </a:cubicBezTo>
                <a:lnTo>
                  <a:pt x="370856" y="16498"/>
                </a:lnTo>
                <a:lnTo>
                  <a:pt x="370856" y="59856"/>
                </a:lnTo>
                <a:close/>
                <a:moveTo>
                  <a:pt x="463149" y="64457"/>
                </a:moveTo>
                <a:cubicBezTo>
                  <a:pt x="463149" y="44296"/>
                  <a:pt x="468566" y="28514"/>
                  <a:pt x="479398" y="17109"/>
                </a:cubicBezTo>
                <a:cubicBezTo>
                  <a:pt x="490231" y="5703"/>
                  <a:pt x="504214" y="0"/>
                  <a:pt x="521348" y="0"/>
                </a:cubicBezTo>
                <a:cubicBezTo>
                  <a:pt x="532567" y="0"/>
                  <a:pt x="542681" y="2679"/>
                  <a:pt x="551690" y="8036"/>
                </a:cubicBezTo>
                <a:cubicBezTo>
                  <a:pt x="560699" y="13394"/>
                  <a:pt x="567566" y="20865"/>
                  <a:pt x="572292" y="30449"/>
                </a:cubicBezTo>
                <a:cubicBezTo>
                  <a:pt x="577017" y="40031"/>
                  <a:pt x="579380" y="50898"/>
                  <a:pt x="579380" y="63048"/>
                </a:cubicBezTo>
                <a:cubicBezTo>
                  <a:pt x="579380" y="75364"/>
                  <a:pt x="576893" y="86384"/>
                  <a:pt x="571919" y="96106"/>
                </a:cubicBezTo>
                <a:cubicBezTo>
                  <a:pt x="566944" y="105826"/>
                  <a:pt x="559898" y="113186"/>
                  <a:pt x="550778" y="118184"/>
                </a:cubicBezTo>
                <a:cubicBezTo>
                  <a:pt x="541659" y="123182"/>
                  <a:pt x="531821" y="125682"/>
                  <a:pt x="521265" y="125682"/>
                </a:cubicBezTo>
                <a:cubicBezTo>
                  <a:pt x="509824" y="125682"/>
                  <a:pt x="499599" y="122920"/>
                  <a:pt x="490590" y="117396"/>
                </a:cubicBezTo>
                <a:cubicBezTo>
                  <a:pt x="481582" y="111873"/>
                  <a:pt x="474756" y="104334"/>
                  <a:pt x="470113" y="94779"/>
                </a:cubicBezTo>
                <a:cubicBezTo>
                  <a:pt x="465471" y="85225"/>
                  <a:pt x="463149" y="75117"/>
                  <a:pt x="463149" y="64457"/>
                </a:cubicBezTo>
                <a:moveTo>
                  <a:pt x="479730" y="64667"/>
                </a:moveTo>
                <a:cubicBezTo>
                  <a:pt x="479730" y="79339"/>
                  <a:pt x="483668" y="90897"/>
                  <a:pt x="491544" y="99339"/>
                </a:cubicBezTo>
                <a:cubicBezTo>
                  <a:pt x="499420" y="107781"/>
                  <a:pt x="509299" y="112003"/>
                  <a:pt x="521182" y="112003"/>
                </a:cubicBezTo>
                <a:cubicBezTo>
                  <a:pt x="533286" y="112003"/>
                  <a:pt x="543248" y="107740"/>
                  <a:pt x="551068" y="99215"/>
                </a:cubicBezTo>
                <a:cubicBezTo>
                  <a:pt x="558889" y="90688"/>
                  <a:pt x="562799" y="78591"/>
                  <a:pt x="562799" y="62924"/>
                </a:cubicBezTo>
                <a:cubicBezTo>
                  <a:pt x="562799" y="53013"/>
                  <a:pt x="561127" y="44363"/>
                  <a:pt x="557784" y="36972"/>
                </a:cubicBezTo>
                <a:cubicBezTo>
                  <a:pt x="554440" y="29582"/>
                  <a:pt x="549549" y="23852"/>
                  <a:pt x="543110" y="19783"/>
                </a:cubicBezTo>
                <a:cubicBezTo>
                  <a:pt x="536671" y="15714"/>
                  <a:pt x="529444" y="13679"/>
                  <a:pt x="521430" y="13679"/>
                </a:cubicBezTo>
                <a:cubicBezTo>
                  <a:pt x="510045" y="13679"/>
                  <a:pt x="500249" y="17596"/>
                  <a:pt x="492041" y="25431"/>
                </a:cubicBezTo>
                <a:cubicBezTo>
                  <a:pt x="483834" y="33263"/>
                  <a:pt x="479730" y="46342"/>
                  <a:pt x="479730" y="64667"/>
                </a:cubicBezTo>
                <a:close/>
                <a:moveTo>
                  <a:pt x="600213" y="123692"/>
                </a:moveTo>
                <a:lnTo>
                  <a:pt x="600213" y="2155"/>
                </a:lnTo>
                <a:lnTo>
                  <a:pt x="654101" y="2155"/>
                </a:lnTo>
                <a:cubicBezTo>
                  <a:pt x="664933" y="2155"/>
                  <a:pt x="673168" y="3246"/>
                  <a:pt x="678806" y="5428"/>
                </a:cubicBezTo>
                <a:cubicBezTo>
                  <a:pt x="684443" y="7607"/>
                  <a:pt x="688948" y="11457"/>
                  <a:pt x="692319" y="16977"/>
                </a:cubicBezTo>
                <a:cubicBezTo>
                  <a:pt x="695690" y="22497"/>
                  <a:pt x="697376" y="28596"/>
                  <a:pt x="697376" y="35275"/>
                </a:cubicBezTo>
                <a:cubicBezTo>
                  <a:pt x="697376" y="43887"/>
                  <a:pt x="694585" y="51146"/>
                  <a:pt x="689003" y="57053"/>
                </a:cubicBezTo>
                <a:cubicBezTo>
                  <a:pt x="683421" y="62958"/>
                  <a:pt x="674799" y="66711"/>
                  <a:pt x="663137" y="68312"/>
                </a:cubicBezTo>
                <a:cubicBezTo>
                  <a:pt x="667393" y="70361"/>
                  <a:pt x="670626" y="72382"/>
                  <a:pt x="672837" y="74375"/>
                </a:cubicBezTo>
                <a:cubicBezTo>
                  <a:pt x="677535" y="78691"/>
                  <a:pt x="681984" y="84087"/>
                  <a:pt x="686184" y="90564"/>
                </a:cubicBezTo>
                <a:lnTo>
                  <a:pt x="707325" y="123692"/>
                </a:lnTo>
                <a:lnTo>
                  <a:pt x="687096" y="123692"/>
                </a:lnTo>
                <a:lnTo>
                  <a:pt x="671013" y="98368"/>
                </a:lnTo>
                <a:cubicBezTo>
                  <a:pt x="666315" y="91062"/>
                  <a:pt x="662446" y="85472"/>
                  <a:pt x="659406" y="81598"/>
                </a:cubicBezTo>
                <a:cubicBezTo>
                  <a:pt x="656367" y="77722"/>
                  <a:pt x="653645" y="75009"/>
                  <a:pt x="651240" y="73460"/>
                </a:cubicBezTo>
                <a:cubicBezTo>
                  <a:pt x="648836" y="71909"/>
                  <a:pt x="646391" y="70829"/>
                  <a:pt x="643903" y="70219"/>
                </a:cubicBezTo>
                <a:cubicBezTo>
                  <a:pt x="642080" y="69832"/>
                  <a:pt x="639095" y="69639"/>
                  <a:pt x="634950" y="69639"/>
                </a:cubicBezTo>
                <a:lnTo>
                  <a:pt x="616297" y="69639"/>
                </a:lnTo>
                <a:lnTo>
                  <a:pt x="616297" y="123692"/>
                </a:lnTo>
                <a:lnTo>
                  <a:pt x="600213" y="123692"/>
                </a:lnTo>
                <a:moveTo>
                  <a:pt x="616297" y="55711"/>
                </a:moveTo>
                <a:lnTo>
                  <a:pt x="650867" y="55711"/>
                </a:lnTo>
                <a:cubicBezTo>
                  <a:pt x="658218" y="55711"/>
                  <a:pt x="663966" y="54953"/>
                  <a:pt x="668111" y="53436"/>
                </a:cubicBezTo>
                <a:cubicBezTo>
                  <a:pt x="672256" y="51920"/>
                  <a:pt x="675407" y="49493"/>
                  <a:pt x="677562" y="46156"/>
                </a:cubicBezTo>
                <a:cubicBezTo>
                  <a:pt x="679718" y="42820"/>
                  <a:pt x="680795" y="39193"/>
                  <a:pt x="680795" y="35275"/>
                </a:cubicBezTo>
                <a:cubicBezTo>
                  <a:pt x="680795" y="29540"/>
                  <a:pt x="678709" y="24824"/>
                  <a:pt x="674536" y="21130"/>
                </a:cubicBezTo>
                <a:cubicBezTo>
                  <a:pt x="670363" y="17434"/>
                  <a:pt x="663773" y="15586"/>
                  <a:pt x="654764" y="15586"/>
                </a:cubicBezTo>
                <a:lnTo>
                  <a:pt x="616297" y="15586"/>
                </a:lnTo>
                <a:lnTo>
                  <a:pt x="616297" y="55711"/>
                </a:lnTo>
                <a:close/>
                <a:moveTo>
                  <a:pt x="753759" y="123692"/>
                </a:moveTo>
                <a:lnTo>
                  <a:pt x="753759" y="16498"/>
                </a:lnTo>
                <a:lnTo>
                  <a:pt x="713716" y="16498"/>
                </a:lnTo>
                <a:lnTo>
                  <a:pt x="713716" y="2155"/>
                </a:lnTo>
                <a:lnTo>
                  <a:pt x="810050" y="2155"/>
                </a:lnTo>
                <a:lnTo>
                  <a:pt x="810050" y="16498"/>
                </a:lnTo>
                <a:lnTo>
                  <a:pt x="769842" y="16498"/>
                </a:lnTo>
                <a:lnTo>
                  <a:pt x="769842" y="123692"/>
                </a:lnTo>
                <a:lnTo>
                  <a:pt x="753759" y="123692"/>
                </a:lnTo>
                <a:close/>
                <a:moveTo>
                  <a:pt x="821135" y="84561"/>
                </a:moveTo>
                <a:lnTo>
                  <a:pt x="836307" y="83235"/>
                </a:lnTo>
                <a:cubicBezTo>
                  <a:pt x="837025" y="89315"/>
                  <a:pt x="838697" y="94303"/>
                  <a:pt x="841322" y="98199"/>
                </a:cubicBezTo>
                <a:cubicBezTo>
                  <a:pt x="843947" y="102096"/>
                  <a:pt x="848024" y="105246"/>
                  <a:pt x="853550" y="107650"/>
                </a:cubicBezTo>
                <a:cubicBezTo>
                  <a:pt x="859077" y="110054"/>
                  <a:pt x="865295" y="111256"/>
                  <a:pt x="872204" y="111256"/>
                </a:cubicBezTo>
                <a:cubicBezTo>
                  <a:pt x="878339" y="111256"/>
                  <a:pt x="883755" y="110344"/>
                  <a:pt x="888453" y="108521"/>
                </a:cubicBezTo>
                <a:cubicBezTo>
                  <a:pt x="893151" y="106697"/>
                  <a:pt x="896646" y="104196"/>
                  <a:pt x="898940" y="101018"/>
                </a:cubicBezTo>
                <a:cubicBezTo>
                  <a:pt x="901234" y="97840"/>
                  <a:pt x="902381" y="94372"/>
                  <a:pt x="902381" y="90613"/>
                </a:cubicBezTo>
                <a:cubicBezTo>
                  <a:pt x="902381" y="86800"/>
                  <a:pt x="901275" y="83470"/>
                  <a:pt x="899064" y="80624"/>
                </a:cubicBezTo>
                <a:cubicBezTo>
                  <a:pt x="896854" y="77777"/>
                  <a:pt x="893206" y="75387"/>
                  <a:pt x="888121" y="73452"/>
                </a:cubicBezTo>
                <a:cubicBezTo>
                  <a:pt x="884860" y="72181"/>
                  <a:pt x="877648" y="70205"/>
                  <a:pt x="866483" y="67525"/>
                </a:cubicBezTo>
                <a:cubicBezTo>
                  <a:pt x="855319" y="64844"/>
                  <a:pt x="847499" y="62316"/>
                  <a:pt x="843022" y="59939"/>
                </a:cubicBezTo>
                <a:cubicBezTo>
                  <a:pt x="837218" y="56899"/>
                  <a:pt x="832894" y="53127"/>
                  <a:pt x="830047" y="48623"/>
                </a:cubicBezTo>
                <a:cubicBezTo>
                  <a:pt x="827201" y="44118"/>
                  <a:pt x="825778" y="39075"/>
                  <a:pt x="825778" y="33493"/>
                </a:cubicBezTo>
                <a:cubicBezTo>
                  <a:pt x="825778" y="27358"/>
                  <a:pt x="827519" y="21624"/>
                  <a:pt x="831001" y="16291"/>
                </a:cubicBezTo>
                <a:cubicBezTo>
                  <a:pt x="834483" y="10957"/>
                  <a:pt x="839567" y="6909"/>
                  <a:pt x="846255" y="4145"/>
                </a:cubicBezTo>
                <a:cubicBezTo>
                  <a:pt x="852943" y="1382"/>
                  <a:pt x="860376" y="0"/>
                  <a:pt x="868556" y="0"/>
                </a:cubicBezTo>
                <a:cubicBezTo>
                  <a:pt x="877565" y="0"/>
                  <a:pt x="885510" y="1451"/>
                  <a:pt x="892391" y="4352"/>
                </a:cubicBezTo>
                <a:cubicBezTo>
                  <a:pt x="899272" y="7254"/>
                  <a:pt x="904564" y="11524"/>
                  <a:pt x="908267" y="17161"/>
                </a:cubicBezTo>
                <a:cubicBezTo>
                  <a:pt x="911970" y="22798"/>
                  <a:pt x="913959" y="29182"/>
                  <a:pt x="914236" y="36312"/>
                </a:cubicBezTo>
                <a:lnTo>
                  <a:pt x="898816" y="37472"/>
                </a:lnTo>
                <a:cubicBezTo>
                  <a:pt x="897987" y="29762"/>
                  <a:pt x="895182" y="23938"/>
                  <a:pt x="890401" y="20000"/>
                </a:cubicBezTo>
                <a:cubicBezTo>
                  <a:pt x="885620" y="16063"/>
                  <a:pt x="878560" y="14094"/>
                  <a:pt x="869219" y="14094"/>
                </a:cubicBezTo>
                <a:cubicBezTo>
                  <a:pt x="859492" y="14094"/>
                  <a:pt x="852404" y="15878"/>
                  <a:pt x="847954" y="19446"/>
                </a:cubicBezTo>
                <a:cubicBezTo>
                  <a:pt x="843505" y="23013"/>
                  <a:pt x="841281" y="27312"/>
                  <a:pt x="841281" y="32345"/>
                </a:cubicBezTo>
                <a:cubicBezTo>
                  <a:pt x="841281" y="36715"/>
                  <a:pt x="842856" y="40310"/>
                  <a:pt x="846006" y="43131"/>
                </a:cubicBezTo>
                <a:cubicBezTo>
                  <a:pt x="849101" y="45953"/>
                  <a:pt x="857184" y="48843"/>
                  <a:pt x="870256" y="51802"/>
                </a:cubicBezTo>
                <a:cubicBezTo>
                  <a:pt x="883327" y="54760"/>
                  <a:pt x="892294" y="57346"/>
                  <a:pt x="897158" y="59558"/>
                </a:cubicBezTo>
                <a:cubicBezTo>
                  <a:pt x="904232" y="62821"/>
                  <a:pt x="909455" y="66956"/>
                  <a:pt x="912826" y="71963"/>
                </a:cubicBezTo>
                <a:cubicBezTo>
                  <a:pt x="916198" y="76968"/>
                  <a:pt x="917884" y="82734"/>
                  <a:pt x="917884" y="89261"/>
                </a:cubicBezTo>
                <a:cubicBezTo>
                  <a:pt x="917884" y="95731"/>
                  <a:pt x="916032" y="101829"/>
                  <a:pt x="912329" y="107554"/>
                </a:cubicBezTo>
                <a:cubicBezTo>
                  <a:pt x="908626" y="113278"/>
                  <a:pt x="903306" y="117731"/>
                  <a:pt x="896370" y="120912"/>
                </a:cubicBezTo>
                <a:cubicBezTo>
                  <a:pt x="889434" y="124092"/>
                  <a:pt x="881627" y="125682"/>
                  <a:pt x="872950" y="125682"/>
                </a:cubicBezTo>
                <a:cubicBezTo>
                  <a:pt x="861951" y="125682"/>
                  <a:pt x="852735" y="124079"/>
                  <a:pt x="845302" y="120873"/>
                </a:cubicBezTo>
                <a:cubicBezTo>
                  <a:pt x="837868" y="117668"/>
                  <a:pt x="832037" y="112845"/>
                  <a:pt x="827809" y="106407"/>
                </a:cubicBezTo>
                <a:cubicBezTo>
                  <a:pt x="823581" y="99968"/>
                  <a:pt x="821356" y="92686"/>
                  <a:pt x="821135" y="845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940425-EBB6-4190-B193-1284361E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32" y="572087"/>
            <a:ext cx="463959" cy="10"/>
          </a:xfrm>
          <a:custGeom xmlns:a="http://schemas.openxmlformats.org/drawingml/2006/main">
            <a:pathLst>
              <a:path w="463959" h="1" fill="none">
                <a:moveTo>
                  <a:pt x="0" y="0"/>
                </a:moveTo>
                <a:lnTo>
                  <a:pt x="4639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531" cap="flat">
            <a:solidFill>
              <a:srgbClr val="000000"/>
            </a:solidFill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4B91FE-2055-455D-8613-32870FC5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957" y="703422"/>
            <a:ext cx="10" cy="371769"/>
          </a:xfrm>
          <a:custGeom xmlns:a="http://schemas.openxmlformats.org/drawingml/2006/main">
            <a:pathLst>
              <a:path w="1" h="371769" fill="none">
                <a:moveTo>
                  <a:pt x="0" y="0"/>
                </a:moveTo>
                <a:lnTo>
                  <a:pt x="0" y="371769"/>
                </a:lnTo>
              </a:path>
            </a:pathLst>
          </a:custGeom>
          <a:noFill xmlns:a="http://schemas.openxmlformats.org/drawingml/2006/main"/>
          <a:ln xmlns:a="http://schemas.openxmlformats.org/drawingml/2006/main" w="23163" cap="rnd">
            <a:solidFill>
              <a:srgbClr val="000000"/>
            </a:solidFill>
            <a:round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5C561C-8A00-46D8-A82E-6354B264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777" y="1051790"/>
            <a:ext cx="96359" cy="96359"/>
          </a:xfrm>
          <a:custGeom xmlns:a="http://schemas.openxmlformats.org/drawingml/2006/main">
            <a:pathLst>
              <a:path w="96359" h="96359">
                <a:moveTo>
                  <a:pt x="48179" y="96359"/>
                </a:moveTo>
                <a:lnTo>
                  <a:pt x="0" y="0"/>
                </a:lnTo>
                <a:cubicBezTo>
                  <a:pt x="30344" y="15056"/>
                  <a:pt x="66015" y="15056"/>
                  <a:pt x="96359" y="0"/>
                </a:cubicBezTo>
                <a:lnTo>
                  <a:pt x="48179" y="963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62C113-91FF-4BF9-9ED0-43F575E0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710" y="2374184"/>
            <a:ext cx="1894749" cy="6486"/>
          </a:xfrm>
          <a:custGeom xmlns:a="http://schemas.openxmlformats.org/drawingml/2006/main">
            <a:pathLst>
              <a:path w="1894749" h="6486" fill="none">
                <a:moveTo>
                  <a:pt x="1894749" y="0"/>
                </a:moveTo>
                <a:lnTo>
                  <a:pt x="0" y="6486"/>
                </a:lnTo>
              </a:path>
            </a:pathLst>
          </a:custGeom>
          <a:noFill xmlns:a="http://schemas.openxmlformats.org/drawingml/2006/main"/>
          <a:ln xmlns:a="http://schemas.openxmlformats.org/drawingml/2006/main" w="23163" cap="rnd">
            <a:solidFill>
              <a:srgbClr val="000000"/>
            </a:solidFill>
            <a:round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077C26-0BCB-49D5-AFE5-8935E821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746" y="2332483"/>
            <a:ext cx="96591" cy="96359"/>
          </a:xfrm>
          <a:custGeom xmlns:a="http://schemas.openxmlformats.org/drawingml/2006/main">
            <a:pathLst>
              <a:path w="96591" h="96359">
                <a:moveTo>
                  <a:pt x="0" y="48411"/>
                </a:moveTo>
                <a:lnTo>
                  <a:pt x="96127" y="0"/>
                </a:lnTo>
                <a:cubicBezTo>
                  <a:pt x="81071" y="30344"/>
                  <a:pt x="81303" y="66015"/>
                  <a:pt x="96591" y="96359"/>
                </a:cubicBezTo>
                <a:lnTo>
                  <a:pt x="0" y="484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ImplicitReasoning">
            <a:extLst xmlns:a="http://schemas.openxmlformats.org/drawingml/2006/main">
              <a:ext uri="{FF2B5EF4-FFF2-40B4-BE49-F238E27FC236}">
                <a16:creationId xmlns:a16="http://schemas.microsoft.com/office/drawing/2014/main" id="{893BC6E0-9C91-435A-9870-5B67DB04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167" y="812352"/>
            <a:ext cx="1357208" cy="159247"/>
          </a:xfrm>
          <a:custGeom xmlns:a="http://schemas.openxmlformats.org/drawingml/2006/main">
            <a:pathLst>
              <a:path w="1357208" h="159247">
                <a:moveTo>
                  <a:pt x="15563" y="123778"/>
                </a:moveTo>
                <a:cubicBezTo>
                  <a:pt x="15563" y="124261"/>
                  <a:pt x="15442" y="124683"/>
                  <a:pt x="15201" y="125045"/>
                </a:cubicBezTo>
                <a:cubicBezTo>
                  <a:pt x="14960" y="125407"/>
                  <a:pt x="14537" y="125694"/>
                  <a:pt x="13934" y="125905"/>
                </a:cubicBezTo>
                <a:cubicBezTo>
                  <a:pt x="13331" y="126116"/>
                  <a:pt x="12532" y="126297"/>
                  <a:pt x="11536" y="126448"/>
                </a:cubicBezTo>
                <a:cubicBezTo>
                  <a:pt x="10541" y="126598"/>
                  <a:pt x="9289" y="126674"/>
                  <a:pt x="7781" y="126674"/>
                </a:cubicBezTo>
                <a:cubicBezTo>
                  <a:pt x="6334" y="126674"/>
                  <a:pt x="5097" y="126598"/>
                  <a:pt x="4072" y="126448"/>
                </a:cubicBezTo>
                <a:cubicBezTo>
                  <a:pt x="3046" y="126297"/>
                  <a:pt x="2232" y="126116"/>
                  <a:pt x="1629" y="125905"/>
                </a:cubicBezTo>
                <a:cubicBezTo>
                  <a:pt x="1025" y="125694"/>
                  <a:pt x="603" y="125407"/>
                  <a:pt x="362" y="125045"/>
                </a:cubicBezTo>
                <a:cubicBezTo>
                  <a:pt x="121" y="124683"/>
                  <a:pt x="0" y="124261"/>
                  <a:pt x="0" y="123778"/>
                </a:cubicBezTo>
                <a:lnTo>
                  <a:pt x="0" y="11401"/>
                </a:lnTo>
                <a:cubicBezTo>
                  <a:pt x="0" y="10918"/>
                  <a:pt x="136" y="10496"/>
                  <a:pt x="407" y="10134"/>
                </a:cubicBezTo>
                <a:cubicBezTo>
                  <a:pt x="679" y="9772"/>
                  <a:pt x="1131" y="9485"/>
                  <a:pt x="1764" y="9274"/>
                </a:cubicBezTo>
                <a:cubicBezTo>
                  <a:pt x="2398" y="9063"/>
                  <a:pt x="3212" y="8882"/>
                  <a:pt x="4207" y="8731"/>
                </a:cubicBezTo>
                <a:cubicBezTo>
                  <a:pt x="5203" y="8581"/>
                  <a:pt x="6394" y="8505"/>
                  <a:pt x="7781" y="8505"/>
                </a:cubicBezTo>
                <a:cubicBezTo>
                  <a:pt x="9289" y="8505"/>
                  <a:pt x="10541" y="8581"/>
                  <a:pt x="11536" y="8731"/>
                </a:cubicBezTo>
                <a:cubicBezTo>
                  <a:pt x="12532" y="8882"/>
                  <a:pt x="13331" y="9063"/>
                  <a:pt x="13934" y="9274"/>
                </a:cubicBezTo>
                <a:cubicBezTo>
                  <a:pt x="14537" y="9485"/>
                  <a:pt x="14960" y="9772"/>
                  <a:pt x="15201" y="10134"/>
                </a:cubicBezTo>
                <a:cubicBezTo>
                  <a:pt x="15442" y="10496"/>
                  <a:pt x="15563" y="10918"/>
                  <a:pt x="15563" y="11401"/>
                </a:cubicBezTo>
                <a:lnTo>
                  <a:pt x="15563" y="123778"/>
                </a:lnTo>
                <a:close/>
                <a:moveTo>
                  <a:pt x="165863" y="123869"/>
                </a:moveTo>
                <a:cubicBezTo>
                  <a:pt x="165863" y="124351"/>
                  <a:pt x="165742" y="124759"/>
                  <a:pt x="165501" y="125090"/>
                </a:cubicBezTo>
                <a:cubicBezTo>
                  <a:pt x="165260" y="125422"/>
                  <a:pt x="164868" y="125709"/>
                  <a:pt x="164325" y="125950"/>
                </a:cubicBezTo>
                <a:cubicBezTo>
                  <a:pt x="163782" y="126191"/>
                  <a:pt x="163028" y="126372"/>
                  <a:pt x="162063" y="126493"/>
                </a:cubicBezTo>
                <a:cubicBezTo>
                  <a:pt x="161098" y="126613"/>
                  <a:pt x="159891" y="126674"/>
                  <a:pt x="158444" y="126674"/>
                </a:cubicBezTo>
                <a:cubicBezTo>
                  <a:pt x="156936" y="126674"/>
                  <a:pt x="155699" y="126613"/>
                  <a:pt x="154734" y="126493"/>
                </a:cubicBezTo>
                <a:cubicBezTo>
                  <a:pt x="153769" y="126372"/>
                  <a:pt x="153000" y="126191"/>
                  <a:pt x="152427" y="125950"/>
                </a:cubicBezTo>
                <a:cubicBezTo>
                  <a:pt x="151854" y="125709"/>
                  <a:pt x="151446" y="125422"/>
                  <a:pt x="151205" y="125090"/>
                </a:cubicBezTo>
                <a:cubicBezTo>
                  <a:pt x="150964" y="124759"/>
                  <a:pt x="150843" y="124351"/>
                  <a:pt x="150843" y="123869"/>
                </a:cubicBezTo>
                <a:lnTo>
                  <a:pt x="150843" y="74376"/>
                </a:lnTo>
                <a:cubicBezTo>
                  <a:pt x="150843" y="70937"/>
                  <a:pt x="150542" y="67801"/>
                  <a:pt x="149938" y="64966"/>
                </a:cubicBezTo>
                <a:cubicBezTo>
                  <a:pt x="149335" y="62130"/>
                  <a:pt x="148370" y="59687"/>
                  <a:pt x="147043" y="57637"/>
                </a:cubicBezTo>
                <a:cubicBezTo>
                  <a:pt x="145716" y="55586"/>
                  <a:pt x="144027" y="54017"/>
                  <a:pt x="141976" y="52932"/>
                </a:cubicBezTo>
                <a:cubicBezTo>
                  <a:pt x="139925" y="51846"/>
                  <a:pt x="137512" y="51303"/>
                  <a:pt x="134738" y="51303"/>
                </a:cubicBezTo>
                <a:cubicBezTo>
                  <a:pt x="131299" y="51303"/>
                  <a:pt x="127846" y="52630"/>
                  <a:pt x="124377" y="55284"/>
                </a:cubicBezTo>
                <a:cubicBezTo>
                  <a:pt x="120909" y="57938"/>
                  <a:pt x="117094" y="61829"/>
                  <a:pt x="112932" y="66956"/>
                </a:cubicBezTo>
                <a:lnTo>
                  <a:pt x="112932" y="123869"/>
                </a:lnTo>
                <a:cubicBezTo>
                  <a:pt x="112932" y="124351"/>
                  <a:pt x="112811" y="124759"/>
                  <a:pt x="112570" y="125090"/>
                </a:cubicBezTo>
                <a:cubicBezTo>
                  <a:pt x="112328" y="125422"/>
                  <a:pt x="111921" y="125709"/>
                  <a:pt x="111348" y="125950"/>
                </a:cubicBezTo>
                <a:cubicBezTo>
                  <a:pt x="110775" y="126191"/>
                  <a:pt x="110006" y="126372"/>
                  <a:pt x="109041" y="126493"/>
                </a:cubicBezTo>
                <a:cubicBezTo>
                  <a:pt x="108076" y="126613"/>
                  <a:pt x="106869" y="126674"/>
                  <a:pt x="105422" y="126674"/>
                </a:cubicBezTo>
                <a:cubicBezTo>
                  <a:pt x="104034" y="126674"/>
                  <a:pt x="102843" y="126613"/>
                  <a:pt x="101848" y="126493"/>
                </a:cubicBezTo>
                <a:cubicBezTo>
                  <a:pt x="100852" y="126372"/>
                  <a:pt x="100068" y="126191"/>
                  <a:pt x="99495" y="125950"/>
                </a:cubicBezTo>
                <a:cubicBezTo>
                  <a:pt x="98922" y="125709"/>
                  <a:pt x="98530" y="125422"/>
                  <a:pt x="98319" y="125090"/>
                </a:cubicBezTo>
                <a:cubicBezTo>
                  <a:pt x="98108" y="124759"/>
                  <a:pt x="98002" y="124351"/>
                  <a:pt x="98002" y="123869"/>
                </a:cubicBezTo>
                <a:lnTo>
                  <a:pt x="98002" y="74376"/>
                </a:lnTo>
                <a:cubicBezTo>
                  <a:pt x="98002" y="70937"/>
                  <a:pt x="97670" y="67801"/>
                  <a:pt x="97007" y="64966"/>
                </a:cubicBezTo>
                <a:cubicBezTo>
                  <a:pt x="96343" y="62130"/>
                  <a:pt x="95348" y="59687"/>
                  <a:pt x="94021" y="57637"/>
                </a:cubicBezTo>
                <a:cubicBezTo>
                  <a:pt x="92694" y="55586"/>
                  <a:pt x="91020" y="54017"/>
                  <a:pt x="88999" y="52932"/>
                </a:cubicBezTo>
                <a:cubicBezTo>
                  <a:pt x="86979" y="51846"/>
                  <a:pt x="84581" y="51303"/>
                  <a:pt x="81806" y="51303"/>
                </a:cubicBezTo>
                <a:cubicBezTo>
                  <a:pt x="78368" y="51303"/>
                  <a:pt x="74899" y="52630"/>
                  <a:pt x="71401" y="55284"/>
                </a:cubicBezTo>
                <a:cubicBezTo>
                  <a:pt x="67902" y="57938"/>
                  <a:pt x="64102" y="61829"/>
                  <a:pt x="60000" y="66956"/>
                </a:cubicBezTo>
                <a:lnTo>
                  <a:pt x="60000" y="123869"/>
                </a:lnTo>
                <a:cubicBezTo>
                  <a:pt x="60000" y="124351"/>
                  <a:pt x="59879" y="124759"/>
                  <a:pt x="59638" y="125090"/>
                </a:cubicBezTo>
                <a:cubicBezTo>
                  <a:pt x="59397" y="125422"/>
                  <a:pt x="59005" y="125709"/>
                  <a:pt x="58462" y="125950"/>
                </a:cubicBezTo>
                <a:cubicBezTo>
                  <a:pt x="57919" y="126191"/>
                  <a:pt x="57165" y="126372"/>
                  <a:pt x="56200" y="126493"/>
                </a:cubicBezTo>
                <a:cubicBezTo>
                  <a:pt x="55235" y="126613"/>
                  <a:pt x="53998" y="126674"/>
                  <a:pt x="52490" y="126674"/>
                </a:cubicBezTo>
                <a:cubicBezTo>
                  <a:pt x="51042" y="126674"/>
                  <a:pt x="49836" y="126613"/>
                  <a:pt x="48871" y="126493"/>
                </a:cubicBezTo>
                <a:cubicBezTo>
                  <a:pt x="47906" y="126372"/>
                  <a:pt x="47137" y="126191"/>
                  <a:pt x="46564" y="125950"/>
                </a:cubicBezTo>
                <a:cubicBezTo>
                  <a:pt x="45991" y="125709"/>
                  <a:pt x="45598" y="125422"/>
                  <a:pt x="45387" y="125090"/>
                </a:cubicBezTo>
                <a:cubicBezTo>
                  <a:pt x="45176" y="124759"/>
                  <a:pt x="45071" y="124351"/>
                  <a:pt x="45071" y="123869"/>
                </a:cubicBezTo>
                <a:lnTo>
                  <a:pt x="45071" y="42436"/>
                </a:lnTo>
                <a:cubicBezTo>
                  <a:pt x="45071" y="41953"/>
                  <a:pt x="45161" y="41546"/>
                  <a:pt x="45342" y="41214"/>
                </a:cubicBezTo>
                <a:cubicBezTo>
                  <a:pt x="45523" y="40882"/>
                  <a:pt x="45885" y="40581"/>
                  <a:pt x="46428" y="40309"/>
                </a:cubicBezTo>
                <a:cubicBezTo>
                  <a:pt x="46971" y="40038"/>
                  <a:pt x="47664" y="39857"/>
                  <a:pt x="48509" y="39767"/>
                </a:cubicBezTo>
                <a:cubicBezTo>
                  <a:pt x="49353" y="39676"/>
                  <a:pt x="50469" y="39631"/>
                  <a:pt x="51857" y="39631"/>
                </a:cubicBezTo>
                <a:cubicBezTo>
                  <a:pt x="53184" y="39631"/>
                  <a:pt x="54285" y="39676"/>
                  <a:pt x="55159" y="39767"/>
                </a:cubicBezTo>
                <a:cubicBezTo>
                  <a:pt x="56034" y="39857"/>
                  <a:pt x="56713" y="40038"/>
                  <a:pt x="57195" y="40309"/>
                </a:cubicBezTo>
                <a:cubicBezTo>
                  <a:pt x="57678" y="40581"/>
                  <a:pt x="58025" y="40882"/>
                  <a:pt x="58236" y="41214"/>
                </a:cubicBezTo>
                <a:cubicBezTo>
                  <a:pt x="58447" y="41546"/>
                  <a:pt x="58552" y="41953"/>
                  <a:pt x="58552" y="42436"/>
                </a:cubicBezTo>
                <a:lnTo>
                  <a:pt x="58552" y="53203"/>
                </a:lnTo>
                <a:cubicBezTo>
                  <a:pt x="63137" y="48076"/>
                  <a:pt x="67585" y="44321"/>
                  <a:pt x="71898" y="41938"/>
                </a:cubicBezTo>
                <a:cubicBezTo>
                  <a:pt x="76211" y="39555"/>
                  <a:pt x="80569" y="38364"/>
                  <a:pt x="84973" y="38364"/>
                </a:cubicBezTo>
                <a:cubicBezTo>
                  <a:pt x="88351" y="38364"/>
                  <a:pt x="91382" y="38756"/>
                  <a:pt x="94066" y="39540"/>
                </a:cubicBezTo>
                <a:cubicBezTo>
                  <a:pt x="96751" y="40324"/>
                  <a:pt x="99118" y="41425"/>
                  <a:pt x="101169" y="42843"/>
                </a:cubicBezTo>
                <a:cubicBezTo>
                  <a:pt x="103220" y="44260"/>
                  <a:pt x="104969" y="45949"/>
                  <a:pt x="106417" y="47910"/>
                </a:cubicBezTo>
                <a:cubicBezTo>
                  <a:pt x="107865" y="49870"/>
                  <a:pt x="109071" y="52057"/>
                  <a:pt x="110036" y="54470"/>
                </a:cubicBezTo>
                <a:cubicBezTo>
                  <a:pt x="112751" y="51514"/>
                  <a:pt x="115329" y="49011"/>
                  <a:pt x="117772" y="46960"/>
                </a:cubicBezTo>
                <a:cubicBezTo>
                  <a:pt x="120215" y="44909"/>
                  <a:pt x="122568" y="43250"/>
                  <a:pt x="124830" y="41983"/>
                </a:cubicBezTo>
                <a:cubicBezTo>
                  <a:pt x="127092" y="40717"/>
                  <a:pt x="129294" y="39797"/>
                  <a:pt x="131435" y="39224"/>
                </a:cubicBezTo>
                <a:cubicBezTo>
                  <a:pt x="133576" y="38651"/>
                  <a:pt x="135733" y="38364"/>
                  <a:pt x="137904" y="38364"/>
                </a:cubicBezTo>
                <a:cubicBezTo>
                  <a:pt x="143152" y="38364"/>
                  <a:pt x="147556" y="39284"/>
                  <a:pt x="151115" y="41124"/>
                </a:cubicBezTo>
                <a:cubicBezTo>
                  <a:pt x="154674" y="42964"/>
                  <a:pt x="157554" y="45422"/>
                  <a:pt x="159756" y="48498"/>
                </a:cubicBezTo>
                <a:cubicBezTo>
                  <a:pt x="161957" y="51574"/>
                  <a:pt x="163526" y="55178"/>
                  <a:pt x="164461" y="59310"/>
                </a:cubicBezTo>
                <a:cubicBezTo>
                  <a:pt x="165396" y="63442"/>
                  <a:pt x="165863" y="67801"/>
                  <a:pt x="165863" y="72385"/>
                </a:cubicBezTo>
                <a:lnTo>
                  <a:pt x="165863" y="123869"/>
                </a:lnTo>
                <a:close/>
                <a:moveTo>
                  <a:pt x="268002" y="81931"/>
                </a:moveTo>
                <a:cubicBezTo>
                  <a:pt x="268002" y="89054"/>
                  <a:pt x="267233" y="95454"/>
                  <a:pt x="265695" y="101130"/>
                </a:cubicBezTo>
                <a:cubicBezTo>
                  <a:pt x="264157" y="106806"/>
                  <a:pt x="261894" y="111622"/>
                  <a:pt x="258909" y="115578"/>
                </a:cubicBezTo>
                <a:cubicBezTo>
                  <a:pt x="255923" y="119533"/>
                  <a:pt x="252228" y="122582"/>
                  <a:pt x="247825" y="124726"/>
                </a:cubicBezTo>
                <a:cubicBezTo>
                  <a:pt x="243421" y="126869"/>
                  <a:pt x="238384" y="127940"/>
                  <a:pt x="232714" y="127940"/>
                </a:cubicBezTo>
                <a:cubicBezTo>
                  <a:pt x="230301" y="127940"/>
                  <a:pt x="228070" y="127699"/>
                  <a:pt x="226019" y="127217"/>
                </a:cubicBezTo>
                <a:cubicBezTo>
                  <a:pt x="223968" y="126734"/>
                  <a:pt x="221962" y="125980"/>
                  <a:pt x="220002" y="124955"/>
                </a:cubicBezTo>
                <a:cubicBezTo>
                  <a:pt x="218041" y="123927"/>
                  <a:pt x="216096" y="122628"/>
                  <a:pt x="214166" y="121058"/>
                </a:cubicBezTo>
                <a:cubicBezTo>
                  <a:pt x="212235" y="119488"/>
                  <a:pt x="210184" y="117646"/>
                  <a:pt x="208013" y="115533"/>
                </a:cubicBezTo>
                <a:lnTo>
                  <a:pt x="208013" y="156176"/>
                </a:lnTo>
                <a:cubicBezTo>
                  <a:pt x="208013" y="156657"/>
                  <a:pt x="207892" y="157078"/>
                  <a:pt x="207651" y="157440"/>
                </a:cubicBezTo>
                <a:cubicBezTo>
                  <a:pt x="207410" y="157802"/>
                  <a:pt x="207018" y="158103"/>
                  <a:pt x="206475" y="158342"/>
                </a:cubicBezTo>
                <a:cubicBezTo>
                  <a:pt x="205932" y="158583"/>
                  <a:pt x="205178" y="158764"/>
                  <a:pt x="204213" y="158885"/>
                </a:cubicBezTo>
                <a:cubicBezTo>
                  <a:pt x="203248" y="159006"/>
                  <a:pt x="202011" y="159066"/>
                  <a:pt x="200503" y="159066"/>
                </a:cubicBezTo>
                <a:cubicBezTo>
                  <a:pt x="199055" y="159066"/>
                  <a:pt x="197849" y="159006"/>
                  <a:pt x="196884" y="158885"/>
                </a:cubicBezTo>
                <a:cubicBezTo>
                  <a:pt x="195919" y="158764"/>
                  <a:pt x="195149" y="158583"/>
                  <a:pt x="194576" y="158342"/>
                </a:cubicBezTo>
                <a:cubicBezTo>
                  <a:pt x="194003" y="158101"/>
                  <a:pt x="193611" y="157799"/>
                  <a:pt x="193400" y="157437"/>
                </a:cubicBezTo>
                <a:cubicBezTo>
                  <a:pt x="193189" y="157075"/>
                  <a:pt x="193083" y="156653"/>
                  <a:pt x="193083" y="156171"/>
                </a:cubicBezTo>
                <a:lnTo>
                  <a:pt x="193083" y="42436"/>
                </a:lnTo>
                <a:cubicBezTo>
                  <a:pt x="193083" y="41893"/>
                  <a:pt x="193174" y="41455"/>
                  <a:pt x="193355" y="41124"/>
                </a:cubicBezTo>
                <a:cubicBezTo>
                  <a:pt x="193536" y="40792"/>
                  <a:pt x="193898" y="40505"/>
                  <a:pt x="194441" y="40264"/>
                </a:cubicBezTo>
                <a:cubicBezTo>
                  <a:pt x="194984" y="40023"/>
                  <a:pt x="195677" y="39857"/>
                  <a:pt x="196522" y="39767"/>
                </a:cubicBezTo>
                <a:cubicBezTo>
                  <a:pt x="197366" y="39676"/>
                  <a:pt x="198392" y="39631"/>
                  <a:pt x="199598" y="39631"/>
                </a:cubicBezTo>
                <a:cubicBezTo>
                  <a:pt x="200865" y="39631"/>
                  <a:pt x="201905" y="39676"/>
                  <a:pt x="202720" y="39767"/>
                </a:cubicBezTo>
                <a:cubicBezTo>
                  <a:pt x="203534" y="39857"/>
                  <a:pt x="204213" y="40023"/>
                  <a:pt x="204756" y="40264"/>
                </a:cubicBezTo>
                <a:cubicBezTo>
                  <a:pt x="205298" y="40505"/>
                  <a:pt x="205675" y="40793"/>
                  <a:pt x="205887" y="41127"/>
                </a:cubicBezTo>
                <a:cubicBezTo>
                  <a:pt x="206098" y="41458"/>
                  <a:pt x="206203" y="41896"/>
                  <a:pt x="206203" y="42439"/>
                </a:cubicBezTo>
                <a:lnTo>
                  <a:pt x="206203" y="53398"/>
                </a:lnTo>
                <a:cubicBezTo>
                  <a:pt x="208676" y="50863"/>
                  <a:pt x="211059" y="48659"/>
                  <a:pt x="213351" y="46787"/>
                </a:cubicBezTo>
                <a:cubicBezTo>
                  <a:pt x="215643" y="44915"/>
                  <a:pt x="217951" y="43361"/>
                  <a:pt x="220273" y="42125"/>
                </a:cubicBezTo>
                <a:cubicBezTo>
                  <a:pt x="222595" y="40886"/>
                  <a:pt x="224978" y="39950"/>
                  <a:pt x="227421" y="39317"/>
                </a:cubicBezTo>
                <a:cubicBezTo>
                  <a:pt x="229864" y="38682"/>
                  <a:pt x="232443" y="38364"/>
                  <a:pt x="235157" y="38364"/>
                </a:cubicBezTo>
                <a:cubicBezTo>
                  <a:pt x="241069" y="38364"/>
                  <a:pt x="246105" y="39511"/>
                  <a:pt x="250268" y="41805"/>
                </a:cubicBezTo>
                <a:cubicBezTo>
                  <a:pt x="254430" y="44099"/>
                  <a:pt x="257823" y="47240"/>
                  <a:pt x="260447" y="51227"/>
                </a:cubicBezTo>
                <a:cubicBezTo>
                  <a:pt x="263071" y="55211"/>
                  <a:pt x="264986" y="59846"/>
                  <a:pt x="266192" y="65130"/>
                </a:cubicBezTo>
                <a:cubicBezTo>
                  <a:pt x="267399" y="70411"/>
                  <a:pt x="268002" y="76012"/>
                  <a:pt x="268002" y="81931"/>
                </a:cubicBezTo>
                <a:moveTo>
                  <a:pt x="252258" y="83650"/>
                </a:moveTo>
                <a:cubicBezTo>
                  <a:pt x="252258" y="79482"/>
                  <a:pt x="251942" y="75450"/>
                  <a:pt x="251308" y="71554"/>
                </a:cubicBezTo>
                <a:cubicBezTo>
                  <a:pt x="250675" y="67657"/>
                  <a:pt x="249589" y="64199"/>
                  <a:pt x="248051" y="61179"/>
                </a:cubicBezTo>
                <a:cubicBezTo>
                  <a:pt x="246513" y="58160"/>
                  <a:pt x="244447" y="55744"/>
                  <a:pt x="241853" y="53932"/>
                </a:cubicBezTo>
                <a:cubicBezTo>
                  <a:pt x="239259" y="52119"/>
                  <a:pt x="236032" y="51212"/>
                  <a:pt x="232171" y="51212"/>
                </a:cubicBezTo>
                <a:cubicBezTo>
                  <a:pt x="230241" y="51212"/>
                  <a:pt x="228341" y="51500"/>
                  <a:pt x="226471" y="52075"/>
                </a:cubicBezTo>
                <a:cubicBezTo>
                  <a:pt x="224601" y="52648"/>
                  <a:pt x="222701" y="53554"/>
                  <a:pt x="220771" y="54792"/>
                </a:cubicBezTo>
                <a:cubicBezTo>
                  <a:pt x="218840" y="56031"/>
                  <a:pt x="216820" y="57662"/>
                  <a:pt x="214709" y="59687"/>
                </a:cubicBezTo>
                <a:cubicBezTo>
                  <a:pt x="212597" y="61711"/>
                  <a:pt x="210365" y="64204"/>
                  <a:pt x="208013" y="67165"/>
                </a:cubicBezTo>
                <a:lnTo>
                  <a:pt x="208013" y="99592"/>
                </a:lnTo>
                <a:cubicBezTo>
                  <a:pt x="212115" y="104608"/>
                  <a:pt x="216005" y="108446"/>
                  <a:pt x="219685" y="111105"/>
                </a:cubicBezTo>
                <a:cubicBezTo>
                  <a:pt x="223365" y="113763"/>
                  <a:pt x="227225" y="115092"/>
                  <a:pt x="231267" y="115092"/>
                </a:cubicBezTo>
                <a:cubicBezTo>
                  <a:pt x="235006" y="115092"/>
                  <a:pt x="238219" y="114186"/>
                  <a:pt x="240903" y="112375"/>
                </a:cubicBezTo>
                <a:cubicBezTo>
                  <a:pt x="243587" y="110561"/>
                  <a:pt x="245759" y="108145"/>
                  <a:pt x="247417" y="105125"/>
                </a:cubicBezTo>
                <a:cubicBezTo>
                  <a:pt x="249076" y="102105"/>
                  <a:pt x="250298" y="98723"/>
                  <a:pt x="251082" y="94977"/>
                </a:cubicBezTo>
                <a:cubicBezTo>
                  <a:pt x="251866" y="91231"/>
                  <a:pt x="252258" y="87456"/>
                  <a:pt x="252258" y="83650"/>
                </a:cubicBezTo>
                <a:close/>
                <a:moveTo>
                  <a:pt x="305298" y="123866"/>
                </a:moveTo>
                <a:cubicBezTo>
                  <a:pt x="305298" y="124349"/>
                  <a:pt x="305178" y="124757"/>
                  <a:pt x="304936" y="125090"/>
                </a:cubicBezTo>
                <a:cubicBezTo>
                  <a:pt x="304695" y="125422"/>
                  <a:pt x="304303" y="125709"/>
                  <a:pt x="303760" y="125950"/>
                </a:cubicBezTo>
                <a:cubicBezTo>
                  <a:pt x="303217" y="126191"/>
                  <a:pt x="302463" y="126372"/>
                  <a:pt x="301498" y="126493"/>
                </a:cubicBezTo>
                <a:cubicBezTo>
                  <a:pt x="300533" y="126613"/>
                  <a:pt x="299296" y="126674"/>
                  <a:pt x="297788" y="126674"/>
                </a:cubicBezTo>
                <a:cubicBezTo>
                  <a:pt x="296341" y="126674"/>
                  <a:pt x="295134" y="126613"/>
                  <a:pt x="294169" y="126493"/>
                </a:cubicBezTo>
                <a:cubicBezTo>
                  <a:pt x="293204" y="126372"/>
                  <a:pt x="292435" y="126191"/>
                  <a:pt x="291862" y="125950"/>
                </a:cubicBezTo>
                <a:cubicBezTo>
                  <a:pt x="291289" y="125709"/>
                  <a:pt x="290897" y="125422"/>
                  <a:pt x="290685" y="125090"/>
                </a:cubicBezTo>
                <a:cubicBezTo>
                  <a:pt x="290474" y="124757"/>
                  <a:pt x="290369" y="124349"/>
                  <a:pt x="290369" y="123866"/>
                </a:cubicBezTo>
                <a:lnTo>
                  <a:pt x="290369" y="2898"/>
                </a:lnTo>
                <a:cubicBezTo>
                  <a:pt x="290369" y="2416"/>
                  <a:pt x="290474" y="1993"/>
                  <a:pt x="290685" y="1631"/>
                </a:cubicBezTo>
                <a:cubicBezTo>
                  <a:pt x="290897" y="1268"/>
                  <a:pt x="291289" y="965"/>
                  <a:pt x="291862" y="724"/>
                </a:cubicBezTo>
                <a:cubicBezTo>
                  <a:pt x="292435" y="483"/>
                  <a:pt x="293204" y="302"/>
                  <a:pt x="294169" y="181"/>
                </a:cubicBezTo>
                <a:cubicBezTo>
                  <a:pt x="295134" y="60"/>
                  <a:pt x="296341" y="0"/>
                  <a:pt x="297788" y="0"/>
                </a:cubicBezTo>
                <a:cubicBezTo>
                  <a:pt x="299296" y="0"/>
                  <a:pt x="300533" y="60"/>
                  <a:pt x="301498" y="181"/>
                </a:cubicBezTo>
                <a:cubicBezTo>
                  <a:pt x="302463" y="302"/>
                  <a:pt x="303217" y="483"/>
                  <a:pt x="303760" y="724"/>
                </a:cubicBezTo>
                <a:cubicBezTo>
                  <a:pt x="304303" y="965"/>
                  <a:pt x="304695" y="1268"/>
                  <a:pt x="304936" y="1631"/>
                </a:cubicBezTo>
                <a:cubicBezTo>
                  <a:pt x="305178" y="1993"/>
                  <a:pt x="305298" y="2416"/>
                  <a:pt x="305298" y="2898"/>
                </a:cubicBezTo>
                <a:lnTo>
                  <a:pt x="305298" y="123866"/>
                </a:lnTo>
                <a:close/>
                <a:moveTo>
                  <a:pt x="347733" y="123869"/>
                </a:moveTo>
                <a:cubicBezTo>
                  <a:pt x="347733" y="124351"/>
                  <a:pt x="347613" y="124759"/>
                  <a:pt x="347372" y="125090"/>
                </a:cubicBezTo>
                <a:cubicBezTo>
                  <a:pt x="347130" y="125422"/>
                  <a:pt x="346738" y="125709"/>
                  <a:pt x="346195" y="125950"/>
                </a:cubicBezTo>
                <a:cubicBezTo>
                  <a:pt x="345652" y="126191"/>
                  <a:pt x="344898" y="126372"/>
                  <a:pt x="343933" y="126493"/>
                </a:cubicBezTo>
                <a:cubicBezTo>
                  <a:pt x="342968" y="126613"/>
                  <a:pt x="341732" y="126674"/>
                  <a:pt x="340224" y="126674"/>
                </a:cubicBezTo>
                <a:cubicBezTo>
                  <a:pt x="338776" y="126674"/>
                  <a:pt x="337569" y="126613"/>
                  <a:pt x="336604" y="126493"/>
                </a:cubicBezTo>
                <a:cubicBezTo>
                  <a:pt x="335639" y="126372"/>
                  <a:pt x="334870" y="126191"/>
                  <a:pt x="334297" y="125950"/>
                </a:cubicBezTo>
                <a:cubicBezTo>
                  <a:pt x="333724" y="125709"/>
                  <a:pt x="333332" y="125422"/>
                  <a:pt x="333121" y="125090"/>
                </a:cubicBezTo>
                <a:cubicBezTo>
                  <a:pt x="332910" y="124759"/>
                  <a:pt x="332804" y="124351"/>
                  <a:pt x="332804" y="123869"/>
                </a:cubicBezTo>
                <a:lnTo>
                  <a:pt x="332804" y="42436"/>
                </a:lnTo>
                <a:cubicBezTo>
                  <a:pt x="332804" y="42013"/>
                  <a:pt x="332910" y="41621"/>
                  <a:pt x="333121" y="41259"/>
                </a:cubicBezTo>
                <a:cubicBezTo>
                  <a:pt x="333332" y="40898"/>
                  <a:pt x="333724" y="40596"/>
                  <a:pt x="334297" y="40355"/>
                </a:cubicBezTo>
                <a:cubicBezTo>
                  <a:pt x="334870" y="40113"/>
                  <a:pt x="335639" y="39932"/>
                  <a:pt x="336604" y="39812"/>
                </a:cubicBezTo>
                <a:cubicBezTo>
                  <a:pt x="337569" y="39691"/>
                  <a:pt x="338776" y="39631"/>
                  <a:pt x="340224" y="39631"/>
                </a:cubicBezTo>
                <a:cubicBezTo>
                  <a:pt x="341732" y="39631"/>
                  <a:pt x="342968" y="39691"/>
                  <a:pt x="343933" y="39812"/>
                </a:cubicBezTo>
                <a:cubicBezTo>
                  <a:pt x="344898" y="39932"/>
                  <a:pt x="345652" y="40113"/>
                  <a:pt x="346195" y="40355"/>
                </a:cubicBezTo>
                <a:cubicBezTo>
                  <a:pt x="346738" y="40596"/>
                  <a:pt x="347130" y="40898"/>
                  <a:pt x="347372" y="41259"/>
                </a:cubicBezTo>
                <a:cubicBezTo>
                  <a:pt x="347613" y="41621"/>
                  <a:pt x="347733" y="42013"/>
                  <a:pt x="347733" y="42436"/>
                </a:cubicBezTo>
                <a:lnTo>
                  <a:pt x="347733" y="123869"/>
                </a:lnTo>
                <a:moveTo>
                  <a:pt x="349453" y="14839"/>
                </a:moveTo>
                <a:cubicBezTo>
                  <a:pt x="349453" y="18338"/>
                  <a:pt x="348789" y="20720"/>
                  <a:pt x="347462" y="21987"/>
                </a:cubicBezTo>
                <a:cubicBezTo>
                  <a:pt x="346135" y="23254"/>
                  <a:pt x="343692" y="23887"/>
                  <a:pt x="340133" y="23887"/>
                </a:cubicBezTo>
                <a:cubicBezTo>
                  <a:pt x="336634" y="23887"/>
                  <a:pt x="334237" y="23269"/>
                  <a:pt x="332940" y="22032"/>
                </a:cubicBezTo>
                <a:cubicBezTo>
                  <a:pt x="331643" y="20796"/>
                  <a:pt x="330994" y="18458"/>
                  <a:pt x="330994" y="15020"/>
                </a:cubicBezTo>
                <a:cubicBezTo>
                  <a:pt x="330994" y="11521"/>
                  <a:pt x="331658" y="9139"/>
                  <a:pt x="332985" y="7872"/>
                </a:cubicBezTo>
                <a:cubicBezTo>
                  <a:pt x="334312" y="6605"/>
                  <a:pt x="336755" y="5972"/>
                  <a:pt x="340314" y="5972"/>
                </a:cubicBezTo>
                <a:cubicBezTo>
                  <a:pt x="343813" y="5972"/>
                  <a:pt x="346210" y="6590"/>
                  <a:pt x="347507" y="7827"/>
                </a:cubicBezTo>
                <a:cubicBezTo>
                  <a:pt x="348804" y="9063"/>
                  <a:pt x="349453" y="11401"/>
                  <a:pt x="349453" y="14839"/>
                </a:cubicBezTo>
                <a:close/>
                <a:moveTo>
                  <a:pt x="433919" y="111563"/>
                </a:moveTo>
                <a:cubicBezTo>
                  <a:pt x="433919" y="112589"/>
                  <a:pt x="433889" y="113479"/>
                  <a:pt x="433829" y="114233"/>
                </a:cubicBezTo>
                <a:cubicBezTo>
                  <a:pt x="433769" y="114987"/>
                  <a:pt x="433663" y="115620"/>
                  <a:pt x="433512" y="116133"/>
                </a:cubicBezTo>
                <a:cubicBezTo>
                  <a:pt x="433361" y="116645"/>
                  <a:pt x="433180" y="117098"/>
                  <a:pt x="432969" y="117490"/>
                </a:cubicBezTo>
                <a:cubicBezTo>
                  <a:pt x="432758" y="117882"/>
                  <a:pt x="432276" y="118455"/>
                  <a:pt x="431522" y="119209"/>
                </a:cubicBezTo>
                <a:cubicBezTo>
                  <a:pt x="430768" y="119963"/>
                  <a:pt x="429486" y="120898"/>
                  <a:pt x="427676" y="122014"/>
                </a:cubicBezTo>
                <a:cubicBezTo>
                  <a:pt x="425867" y="123130"/>
                  <a:pt x="423831" y="124125"/>
                  <a:pt x="421569" y="125000"/>
                </a:cubicBezTo>
                <a:cubicBezTo>
                  <a:pt x="419307" y="125874"/>
                  <a:pt x="416849" y="126583"/>
                  <a:pt x="414194" y="127126"/>
                </a:cubicBezTo>
                <a:cubicBezTo>
                  <a:pt x="411540" y="127669"/>
                  <a:pt x="408796" y="127940"/>
                  <a:pt x="405961" y="127940"/>
                </a:cubicBezTo>
                <a:cubicBezTo>
                  <a:pt x="400110" y="127940"/>
                  <a:pt x="394922" y="126973"/>
                  <a:pt x="390398" y="125039"/>
                </a:cubicBezTo>
                <a:cubicBezTo>
                  <a:pt x="385874" y="123105"/>
                  <a:pt x="382089" y="120280"/>
                  <a:pt x="379042" y="116562"/>
                </a:cubicBezTo>
                <a:cubicBezTo>
                  <a:pt x="375996" y="112845"/>
                  <a:pt x="373674" y="108282"/>
                  <a:pt x="372075" y="102872"/>
                </a:cubicBezTo>
                <a:cubicBezTo>
                  <a:pt x="370477" y="97461"/>
                  <a:pt x="369678" y="91221"/>
                  <a:pt x="369678" y="84150"/>
                </a:cubicBezTo>
                <a:cubicBezTo>
                  <a:pt x="369678" y="76111"/>
                  <a:pt x="370658" y="69205"/>
                  <a:pt x="372618" y="63433"/>
                </a:cubicBezTo>
                <a:cubicBezTo>
                  <a:pt x="374579" y="57661"/>
                  <a:pt x="377263" y="52932"/>
                  <a:pt x="380671" y="49244"/>
                </a:cubicBezTo>
                <a:cubicBezTo>
                  <a:pt x="384079" y="45557"/>
                  <a:pt x="388091" y="42822"/>
                  <a:pt x="392705" y="41039"/>
                </a:cubicBezTo>
                <a:cubicBezTo>
                  <a:pt x="397320" y="39256"/>
                  <a:pt x="402311" y="38364"/>
                  <a:pt x="407680" y="38364"/>
                </a:cubicBezTo>
                <a:cubicBezTo>
                  <a:pt x="410274" y="38364"/>
                  <a:pt x="412792" y="38605"/>
                  <a:pt x="415235" y="39088"/>
                </a:cubicBezTo>
                <a:cubicBezTo>
                  <a:pt x="417678" y="39570"/>
                  <a:pt x="419925" y="40204"/>
                  <a:pt x="421976" y="40988"/>
                </a:cubicBezTo>
                <a:cubicBezTo>
                  <a:pt x="424027" y="41772"/>
                  <a:pt x="425851" y="42677"/>
                  <a:pt x="427450" y="43702"/>
                </a:cubicBezTo>
                <a:cubicBezTo>
                  <a:pt x="429048" y="44728"/>
                  <a:pt x="430210" y="45603"/>
                  <a:pt x="430933" y="46326"/>
                </a:cubicBezTo>
                <a:cubicBezTo>
                  <a:pt x="431657" y="47050"/>
                  <a:pt x="432155" y="47623"/>
                  <a:pt x="432426" y="48046"/>
                </a:cubicBezTo>
                <a:cubicBezTo>
                  <a:pt x="432698" y="48468"/>
                  <a:pt x="432924" y="48965"/>
                  <a:pt x="433105" y="49538"/>
                </a:cubicBezTo>
                <a:cubicBezTo>
                  <a:pt x="433286" y="50112"/>
                  <a:pt x="433407" y="50760"/>
                  <a:pt x="433467" y="51484"/>
                </a:cubicBezTo>
                <a:cubicBezTo>
                  <a:pt x="433527" y="52208"/>
                  <a:pt x="433557" y="53112"/>
                  <a:pt x="433557" y="54198"/>
                </a:cubicBezTo>
                <a:cubicBezTo>
                  <a:pt x="433557" y="56551"/>
                  <a:pt x="433286" y="58195"/>
                  <a:pt x="432743" y="59129"/>
                </a:cubicBezTo>
                <a:cubicBezTo>
                  <a:pt x="432200" y="60064"/>
                  <a:pt x="431537" y="60532"/>
                  <a:pt x="430753" y="60532"/>
                </a:cubicBezTo>
                <a:cubicBezTo>
                  <a:pt x="429848" y="60532"/>
                  <a:pt x="428807" y="60034"/>
                  <a:pt x="427631" y="59039"/>
                </a:cubicBezTo>
                <a:cubicBezTo>
                  <a:pt x="426455" y="58044"/>
                  <a:pt x="424962" y="56943"/>
                  <a:pt x="423152" y="55736"/>
                </a:cubicBezTo>
                <a:cubicBezTo>
                  <a:pt x="421342" y="54530"/>
                  <a:pt x="419156" y="53429"/>
                  <a:pt x="416592" y="52434"/>
                </a:cubicBezTo>
                <a:cubicBezTo>
                  <a:pt x="414029" y="51439"/>
                  <a:pt x="410997" y="50941"/>
                  <a:pt x="407499" y="50941"/>
                </a:cubicBezTo>
                <a:cubicBezTo>
                  <a:pt x="400321" y="50941"/>
                  <a:pt x="394816" y="53709"/>
                  <a:pt x="390986" y="59245"/>
                </a:cubicBezTo>
                <a:cubicBezTo>
                  <a:pt x="387156" y="64780"/>
                  <a:pt x="385240" y="72809"/>
                  <a:pt x="385240" y="83333"/>
                </a:cubicBezTo>
                <a:cubicBezTo>
                  <a:pt x="385240" y="88596"/>
                  <a:pt x="385738" y="93209"/>
                  <a:pt x="386733" y="97171"/>
                </a:cubicBezTo>
                <a:cubicBezTo>
                  <a:pt x="387729" y="101134"/>
                  <a:pt x="389191" y="104446"/>
                  <a:pt x="391122" y="107107"/>
                </a:cubicBezTo>
                <a:cubicBezTo>
                  <a:pt x="393052" y="109769"/>
                  <a:pt x="395420" y="111750"/>
                  <a:pt x="398225" y="113051"/>
                </a:cubicBezTo>
                <a:cubicBezTo>
                  <a:pt x="401029" y="114351"/>
                  <a:pt x="404242" y="115002"/>
                  <a:pt x="407861" y="115002"/>
                </a:cubicBezTo>
                <a:cubicBezTo>
                  <a:pt x="411299" y="115002"/>
                  <a:pt x="414315" y="114459"/>
                  <a:pt x="416909" y="113373"/>
                </a:cubicBezTo>
                <a:cubicBezTo>
                  <a:pt x="419503" y="112287"/>
                  <a:pt x="421750" y="111096"/>
                  <a:pt x="423650" y="109799"/>
                </a:cubicBezTo>
                <a:cubicBezTo>
                  <a:pt x="425550" y="108502"/>
                  <a:pt x="427148" y="107326"/>
                  <a:pt x="428445" y="106270"/>
                </a:cubicBezTo>
                <a:cubicBezTo>
                  <a:pt x="429742" y="105215"/>
                  <a:pt x="430753" y="104687"/>
                  <a:pt x="431476" y="104687"/>
                </a:cubicBezTo>
                <a:cubicBezTo>
                  <a:pt x="431899" y="104687"/>
                  <a:pt x="432261" y="104807"/>
                  <a:pt x="432562" y="105049"/>
                </a:cubicBezTo>
                <a:cubicBezTo>
                  <a:pt x="432864" y="105290"/>
                  <a:pt x="433120" y="105697"/>
                  <a:pt x="433331" y="106270"/>
                </a:cubicBezTo>
                <a:cubicBezTo>
                  <a:pt x="433542" y="106843"/>
                  <a:pt x="433693" y="107567"/>
                  <a:pt x="433784" y="108442"/>
                </a:cubicBezTo>
                <a:cubicBezTo>
                  <a:pt x="433874" y="109316"/>
                  <a:pt x="433919" y="110357"/>
                  <a:pt x="433919" y="111563"/>
                </a:cubicBezTo>
                <a:close/>
                <a:moveTo>
                  <a:pt x="468506" y="123869"/>
                </a:moveTo>
                <a:cubicBezTo>
                  <a:pt x="468506" y="124351"/>
                  <a:pt x="468386" y="124759"/>
                  <a:pt x="468144" y="125090"/>
                </a:cubicBezTo>
                <a:cubicBezTo>
                  <a:pt x="467903" y="125422"/>
                  <a:pt x="467511" y="125709"/>
                  <a:pt x="466968" y="125950"/>
                </a:cubicBezTo>
                <a:cubicBezTo>
                  <a:pt x="466425" y="126191"/>
                  <a:pt x="465671" y="126372"/>
                  <a:pt x="464706" y="126493"/>
                </a:cubicBezTo>
                <a:cubicBezTo>
                  <a:pt x="463741" y="126613"/>
                  <a:pt x="462504" y="126674"/>
                  <a:pt x="460996" y="126674"/>
                </a:cubicBezTo>
                <a:cubicBezTo>
                  <a:pt x="459549" y="126674"/>
                  <a:pt x="458342" y="126613"/>
                  <a:pt x="457377" y="126493"/>
                </a:cubicBezTo>
                <a:cubicBezTo>
                  <a:pt x="456412" y="126372"/>
                  <a:pt x="455643" y="126191"/>
                  <a:pt x="455070" y="125950"/>
                </a:cubicBezTo>
                <a:cubicBezTo>
                  <a:pt x="454497" y="125709"/>
                  <a:pt x="454105" y="125422"/>
                  <a:pt x="453894" y="125090"/>
                </a:cubicBezTo>
                <a:cubicBezTo>
                  <a:pt x="453682" y="124759"/>
                  <a:pt x="453577" y="124351"/>
                  <a:pt x="453577" y="123869"/>
                </a:cubicBezTo>
                <a:lnTo>
                  <a:pt x="453577" y="42436"/>
                </a:lnTo>
                <a:cubicBezTo>
                  <a:pt x="453577" y="42013"/>
                  <a:pt x="453682" y="41621"/>
                  <a:pt x="453894" y="41259"/>
                </a:cubicBezTo>
                <a:cubicBezTo>
                  <a:pt x="454105" y="40898"/>
                  <a:pt x="454497" y="40596"/>
                  <a:pt x="455070" y="40355"/>
                </a:cubicBezTo>
                <a:cubicBezTo>
                  <a:pt x="455643" y="40113"/>
                  <a:pt x="456412" y="39932"/>
                  <a:pt x="457377" y="39812"/>
                </a:cubicBezTo>
                <a:cubicBezTo>
                  <a:pt x="458342" y="39691"/>
                  <a:pt x="459549" y="39631"/>
                  <a:pt x="460996" y="39631"/>
                </a:cubicBezTo>
                <a:cubicBezTo>
                  <a:pt x="462504" y="39631"/>
                  <a:pt x="463741" y="39691"/>
                  <a:pt x="464706" y="39812"/>
                </a:cubicBezTo>
                <a:cubicBezTo>
                  <a:pt x="465671" y="39932"/>
                  <a:pt x="466425" y="40113"/>
                  <a:pt x="466968" y="40355"/>
                </a:cubicBezTo>
                <a:cubicBezTo>
                  <a:pt x="467511" y="40596"/>
                  <a:pt x="467903" y="40898"/>
                  <a:pt x="468144" y="41259"/>
                </a:cubicBezTo>
                <a:cubicBezTo>
                  <a:pt x="468386" y="41621"/>
                  <a:pt x="468506" y="42013"/>
                  <a:pt x="468506" y="42436"/>
                </a:cubicBezTo>
                <a:lnTo>
                  <a:pt x="468506" y="123869"/>
                </a:lnTo>
                <a:moveTo>
                  <a:pt x="470225" y="14839"/>
                </a:moveTo>
                <a:cubicBezTo>
                  <a:pt x="470225" y="18338"/>
                  <a:pt x="469562" y="20720"/>
                  <a:pt x="468235" y="21987"/>
                </a:cubicBezTo>
                <a:cubicBezTo>
                  <a:pt x="466908" y="23254"/>
                  <a:pt x="464465" y="23887"/>
                  <a:pt x="460906" y="23887"/>
                </a:cubicBezTo>
                <a:cubicBezTo>
                  <a:pt x="457407" y="23887"/>
                  <a:pt x="455009" y="23269"/>
                  <a:pt x="453713" y="22032"/>
                </a:cubicBezTo>
                <a:cubicBezTo>
                  <a:pt x="452416" y="20796"/>
                  <a:pt x="451767" y="18458"/>
                  <a:pt x="451767" y="15020"/>
                </a:cubicBezTo>
                <a:cubicBezTo>
                  <a:pt x="451767" y="11521"/>
                  <a:pt x="452431" y="9139"/>
                  <a:pt x="453758" y="7872"/>
                </a:cubicBezTo>
                <a:cubicBezTo>
                  <a:pt x="455085" y="6605"/>
                  <a:pt x="457528" y="5972"/>
                  <a:pt x="461087" y="5972"/>
                </a:cubicBezTo>
                <a:cubicBezTo>
                  <a:pt x="464585" y="5972"/>
                  <a:pt x="466983" y="6590"/>
                  <a:pt x="468280" y="7827"/>
                </a:cubicBezTo>
                <a:cubicBezTo>
                  <a:pt x="469577" y="9063"/>
                  <a:pt x="470225" y="11401"/>
                  <a:pt x="470225" y="14839"/>
                </a:cubicBezTo>
                <a:close/>
                <a:moveTo>
                  <a:pt x="538635" y="117988"/>
                </a:moveTo>
                <a:cubicBezTo>
                  <a:pt x="538635" y="119737"/>
                  <a:pt x="538515" y="121124"/>
                  <a:pt x="538273" y="122150"/>
                </a:cubicBezTo>
                <a:cubicBezTo>
                  <a:pt x="538032" y="123175"/>
                  <a:pt x="537670" y="123929"/>
                  <a:pt x="537187" y="124412"/>
                </a:cubicBezTo>
                <a:cubicBezTo>
                  <a:pt x="536705" y="124894"/>
                  <a:pt x="535981" y="125347"/>
                  <a:pt x="535016" y="125769"/>
                </a:cubicBezTo>
                <a:cubicBezTo>
                  <a:pt x="534051" y="126191"/>
                  <a:pt x="532950" y="126538"/>
                  <a:pt x="531713" y="126809"/>
                </a:cubicBezTo>
                <a:cubicBezTo>
                  <a:pt x="530477" y="127081"/>
                  <a:pt x="529165" y="127307"/>
                  <a:pt x="527777" y="127488"/>
                </a:cubicBezTo>
                <a:cubicBezTo>
                  <a:pt x="526390" y="127669"/>
                  <a:pt x="525003" y="127760"/>
                  <a:pt x="523615" y="127760"/>
                </a:cubicBezTo>
                <a:cubicBezTo>
                  <a:pt x="519393" y="127760"/>
                  <a:pt x="515774" y="127201"/>
                  <a:pt x="512758" y="126083"/>
                </a:cubicBezTo>
                <a:cubicBezTo>
                  <a:pt x="509741" y="124963"/>
                  <a:pt x="507268" y="123269"/>
                  <a:pt x="505338" y="121002"/>
                </a:cubicBezTo>
                <a:cubicBezTo>
                  <a:pt x="503408" y="118734"/>
                  <a:pt x="502005" y="115862"/>
                  <a:pt x="501131" y="112386"/>
                </a:cubicBezTo>
                <a:cubicBezTo>
                  <a:pt x="500256" y="108910"/>
                  <a:pt x="499819" y="104814"/>
                  <a:pt x="499819" y="100098"/>
                </a:cubicBezTo>
                <a:lnTo>
                  <a:pt x="499819" y="52389"/>
                </a:lnTo>
                <a:lnTo>
                  <a:pt x="488418" y="52389"/>
                </a:lnTo>
                <a:cubicBezTo>
                  <a:pt x="487513" y="52389"/>
                  <a:pt x="486789" y="51906"/>
                  <a:pt x="486247" y="50941"/>
                </a:cubicBezTo>
                <a:cubicBezTo>
                  <a:pt x="485704" y="49976"/>
                  <a:pt x="485432" y="48407"/>
                  <a:pt x="485432" y="46236"/>
                </a:cubicBezTo>
                <a:cubicBezTo>
                  <a:pt x="485432" y="45090"/>
                  <a:pt x="485508" y="44125"/>
                  <a:pt x="485658" y="43341"/>
                </a:cubicBezTo>
                <a:cubicBezTo>
                  <a:pt x="485809" y="42556"/>
                  <a:pt x="486005" y="41908"/>
                  <a:pt x="486247" y="41395"/>
                </a:cubicBezTo>
                <a:cubicBezTo>
                  <a:pt x="486488" y="40882"/>
                  <a:pt x="486805" y="40521"/>
                  <a:pt x="487197" y="40309"/>
                </a:cubicBezTo>
                <a:cubicBezTo>
                  <a:pt x="487589" y="40098"/>
                  <a:pt x="488026" y="39993"/>
                  <a:pt x="488509" y="39993"/>
                </a:cubicBezTo>
                <a:lnTo>
                  <a:pt x="499819" y="39993"/>
                </a:lnTo>
                <a:lnTo>
                  <a:pt x="499819" y="20630"/>
                </a:lnTo>
                <a:cubicBezTo>
                  <a:pt x="499819" y="20207"/>
                  <a:pt x="499924" y="19815"/>
                  <a:pt x="500135" y="19453"/>
                </a:cubicBezTo>
                <a:cubicBezTo>
                  <a:pt x="500347" y="19092"/>
                  <a:pt x="500739" y="18775"/>
                  <a:pt x="501312" y="18503"/>
                </a:cubicBezTo>
                <a:cubicBezTo>
                  <a:pt x="501885" y="18232"/>
                  <a:pt x="502654" y="18036"/>
                  <a:pt x="503619" y="17915"/>
                </a:cubicBezTo>
                <a:cubicBezTo>
                  <a:pt x="504584" y="17795"/>
                  <a:pt x="505790" y="17734"/>
                  <a:pt x="507238" y="17734"/>
                </a:cubicBezTo>
                <a:cubicBezTo>
                  <a:pt x="508746" y="17734"/>
                  <a:pt x="509983" y="17795"/>
                  <a:pt x="510948" y="17915"/>
                </a:cubicBezTo>
                <a:cubicBezTo>
                  <a:pt x="511913" y="18036"/>
                  <a:pt x="512667" y="18232"/>
                  <a:pt x="513210" y="18503"/>
                </a:cubicBezTo>
                <a:cubicBezTo>
                  <a:pt x="513753" y="18775"/>
                  <a:pt x="514145" y="19092"/>
                  <a:pt x="514386" y="19453"/>
                </a:cubicBezTo>
                <a:cubicBezTo>
                  <a:pt x="514627" y="19815"/>
                  <a:pt x="514748" y="20207"/>
                  <a:pt x="514748" y="20630"/>
                </a:cubicBezTo>
                <a:lnTo>
                  <a:pt x="514748" y="39993"/>
                </a:lnTo>
                <a:lnTo>
                  <a:pt x="535649" y="39993"/>
                </a:lnTo>
                <a:cubicBezTo>
                  <a:pt x="536132" y="39993"/>
                  <a:pt x="536554" y="40098"/>
                  <a:pt x="536916" y="40309"/>
                </a:cubicBezTo>
                <a:cubicBezTo>
                  <a:pt x="537278" y="40521"/>
                  <a:pt x="537595" y="40882"/>
                  <a:pt x="537866" y="41395"/>
                </a:cubicBezTo>
                <a:cubicBezTo>
                  <a:pt x="538138" y="41908"/>
                  <a:pt x="538334" y="42556"/>
                  <a:pt x="538454" y="43341"/>
                </a:cubicBezTo>
                <a:cubicBezTo>
                  <a:pt x="538575" y="44125"/>
                  <a:pt x="538635" y="45090"/>
                  <a:pt x="538635" y="46236"/>
                </a:cubicBezTo>
                <a:cubicBezTo>
                  <a:pt x="538635" y="48407"/>
                  <a:pt x="538364" y="49976"/>
                  <a:pt x="537821" y="50941"/>
                </a:cubicBezTo>
                <a:cubicBezTo>
                  <a:pt x="537278" y="51906"/>
                  <a:pt x="536554" y="52389"/>
                  <a:pt x="535649" y="52389"/>
                </a:cubicBezTo>
                <a:lnTo>
                  <a:pt x="514748" y="52389"/>
                </a:lnTo>
                <a:lnTo>
                  <a:pt x="514748" y="97943"/>
                </a:lnTo>
                <a:cubicBezTo>
                  <a:pt x="514748" y="103568"/>
                  <a:pt x="515578" y="107818"/>
                  <a:pt x="517236" y="110692"/>
                </a:cubicBezTo>
                <a:cubicBezTo>
                  <a:pt x="518895" y="113565"/>
                  <a:pt x="521866" y="115002"/>
                  <a:pt x="526149" y="115002"/>
                </a:cubicBezTo>
                <a:cubicBezTo>
                  <a:pt x="527536" y="115002"/>
                  <a:pt x="528773" y="114866"/>
                  <a:pt x="529858" y="114594"/>
                </a:cubicBezTo>
                <a:cubicBezTo>
                  <a:pt x="530944" y="114323"/>
                  <a:pt x="531909" y="114037"/>
                  <a:pt x="532754" y="113735"/>
                </a:cubicBezTo>
                <a:cubicBezTo>
                  <a:pt x="533598" y="113433"/>
                  <a:pt x="534322" y="113147"/>
                  <a:pt x="534925" y="112875"/>
                </a:cubicBezTo>
                <a:cubicBezTo>
                  <a:pt x="535529" y="112604"/>
                  <a:pt x="536072" y="112468"/>
                  <a:pt x="536554" y="112468"/>
                </a:cubicBezTo>
                <a:cubicBezTo>
                  <a:pt x="536856" y="112468"/>
                  <a:pt x="537142" y="112544"/>
                  <a:pt x="537414" y="112694"/>
                </a:cubicBezTo>
                <a:cubicBezTo>
                  <a:pt x="537685" y="112845"/>
                  <a:pt x="537896" y="113132"/>
                  <a:pt x="538047" y="113554"/>
                </a:cubicBezTo>
                <a:cubicBezTo>
                  <a:pt x="538198" y="113976"/>
                  <a:pt x="538334" y="114549"/>
                  <a:pt x="538454" y="115273"/>
                </a:cubicBezTo>
                <a:cubicBezTo>
                  <a:pt x="538575" y="115997"/>
                  <a:pt x="538635" y="116902"/>
                  <a:pt x="538635" y="117988"/>
                </a:cubicBezTo>
                <a:close/>
                <a:moveTo>
                  <a:pt x="680051" y="123778"/>
                </a:moveTo>
                <a:cubicBezTo>
                  <a:pt x="680051" y="124261"/>
                  <a:pt x="679960" y="124683"/>
                  <a:pt x="679779" y="125045"/>
                </a:cubicBezTo>
                <a:cubicBezTo>
                  <a:pt x="679598" y="125407"/>
                  <a:pt x="679206" y="125709"/>
                  <a:pt x="678603" y="125950"/>
                </a:cubicBezTo>
                <a:cubicBezTo>
                  <a:pt x="678000" y="126191"/>
                  <a:pt x="677155" y="126372"/>
                  <a:pt x="676070" y="126493"/>
                </a:cubicBezTo>
                <a:cubicBezTo>
                  <a:pt x="674984" y="126613"/>
                  <a:pt x="673536" y="126674"/>
                  <a:pt x="671727" y="126674"/>
                </a:cubicBezTo>
                <a:cubicBezTo>
                  <a:pt x="670158" y="126674"/>
                  <a:pt x="668876" y="126613"/>
                  <a:pt x="667881" y="126493"/>
                </a:cubicBezTo>
                <a:cubicBezTo>
                  <a:pt x="666886" y="126372"/>
                  <a:pt x="666087" y="126176"/>
                  <a:pt x="665483" y="125905"/>
                </a:cubicBezTo>
                <a:cubicBezTo>
                  <a:pt x="664880" y="125633"/>
                  <a:pt x="664413" y="125256"/>
                  <a:pt x="664081" y="124774"/>
                </a:cubicBezTo>
                <a:cubicBezTo>
                  <a:pt x="663749" y="124291"/>
                  <a:pt x="663463" y="123688"/>
                  <a:pt x="663221" y="122964"/>
                </a:cubicBezTo>
                <a:lnTo>
                  <a:pt x="652454" y="95367"/>
                </a:lnTo>
                <a:cubicBezTo>
                  <a:pt x="651187" y="92231"/>
                  <a:pt x="649875" y="89350"/>
                  <a:pt x="648518" y="86726"/>
                </a:cubicBezTo>
                <a:cubicBezTo>
                  <a:pt x="647161" y="84102"/>
                  <a:pt x="645547" y="81840"/>
                  <a:pt x="643677" y="79940"/>
                </a:cubicBezTo>
                <a:cubicBezTo>
                  <a:pt x="641807" y="78040"/>
                  <a:pt x="639606" y="76562"/>
                  <a:pt x="637072" y="75507"/>
                </a:cubicBezTo>
                <a:cubicBezTo>
                  <a:pt x="634539" y="74451"/>
                  <a:pt x="631493" y="73923"/>
                  <a:pt x="627934" y="73923"/>
                </a:cubicBezTo>
                <a:lnTo>
                  <a:pt x="617528" y="73923"/>
                </a:lnTo>
                <a:lnTo>
                  <a:pt x="617528" y="123778"/>
                </a:lnTo>
                <a:cubicBezTo>
                  <a:pt x="617528" y="124261"/>
                  <a:pt x="617393" y="124683"/>
                  <a:pt x="617121" y="125045"/>
                </a:cubicBezTo>
                <a:cubicBezTo>
                  <a:pt x="616850" y="125407"/>
                  <a:pt x="616427" y="125694"/>
                  <a:pt x="615854" y="125905"/>
                </a:cubicBezTo>
                <a:cubicBezTo>
                  <a:pt x="615281" y="126116"/>
                  <a:pt x="614497" y="126297"/>
                  <a:pt x="613502" y="126448"/>
                </a:cubicBezTo>
                <a:cubicBezTo>
                  <a:pt x="612507" y="126598"/>
                  <a:pt x="611255" y="126674"/>
                  <a:pt x="609747" y="126674"/>
                </a:cubicBezTo>
                <a:cubicBezTo>
                  <a:pt x="608239" y="126674"/>
                  <a:pt x="606987" y="126598"/>
                  <a:pt x="605992" y="126448"/>
                </a:cubicBezTo>
                <a:cubicBezTo>
                  <a:pt x="604997" y="126297"/>
                  <a:pt x="604197" y="126116"/>
                  <a:pt x="603594" y="125905"/>
                </a:cubicBezTo>
                <a:cubicBezTo>
                  <a:pt x="602991" y="125694"/>
                  <a:pt x="602569" y="125407"/>
                  <a:pt x="602327" y="125045"/>
                </a:cubicBezTo>
                <a:cubicBezTo>
                  <a:pt x="602086" y="124683"/>
                  <a:pt x="601965" y="124261"/>
                  <a:pt x="601965" y="123778"/>
                </a:cubicBezTo>
                <a:lnTo>
                  <a:pt x="601965" y="15382"/>
                </a:lnTo>
                <a:cubicBezTo>
                  <a:pt x="601965" y="13029"/>
                  <a:pt x="602584" y="11386"/>
                  <a:pt x="603820" y="10451"/>
                </a:cubicBezTo>
                <a:cubicBezTo>
                  <a:pt x="605057" y="9516"/>
                  <a:pt x="606369" y="9048"/>
                  <a:pt x="607756" y="9048"/>
                </a:cubicBezTo>
                <a:lnTo>
                  <a:pt x="632639" y="9048"/>
                </a:lnTo>
                <a:cubicBezTo>
                  <a:pt x="635594" y="9048"/>
                  <a:pt x="638052" y="9124"/>
                  <a:pt x="640013" y="9274"/>
                </a:cubicBezTo>
                <a:cubicBezTo>
                  <a:pt x="641973" y="9425"/>
                  <a:pt x="643738" y="9591"/>
                  <a:pt x="645306" y="9772"/>
                </a:cubicBezTo>
                <a:cubicBezTo>
                  <a:pt x="649830" y="10556"/>
                  <a:pt x="653826" y="11793"/>
                  <a:pt x="657295" y="13482"/>
                </a:cubicBezTo>
                <a:cubicBezTo>
                  <a:pt x="660763" y="15171"/>
                  <a:pt x="663674" y="17312"/>
                  <a:pt x="666026" y="19906"/>
                </a:cubicBezTo>
                <a:cubicBezTo>
                  <a:pt x="668379" y="22500"/>
                  <a:pt x="670143" y="25470"/>
                  <a:pt x="671319" y="28818"/>
                </a:cubicBezTo>
                <a:cubicBezTo>
                  <a:pt x="672496" y="32166"/>
                  <a:pt x="673084" y="35861"/>
                  <a:pt x="673084" y="39902"/>
                </a:cubicBezTo>
                <a:cubicBezTo>
                  <a:pt x="673084" y="43823"/>
                  <a:pt x="672556" y="47337"/>
                  <a:pt x="671500" y="50443"/>
                </a:cubicBezTo>
                <a:cubicBezTo>
                  <a:pt x="670445" y="53550"/>
                  <a:pt x="668922" y="56294"/>
                  <a:pt x="666931" y="58677"/>
                </a:cubicBezTo>
                <a:cubicBezTo>
                  <a:pt x="664940" y="61060"/>
                  <a:pt x="662558" y="63126"/>
                  <a:pt x="659783" y="64875"/>
                </a:cubicBezTo>
                <a:cubicBezTo>
                  <a:pt x="657008" y="66624"/>
                  <a:pt x="653902" y="68102"/>
                  <a:pt x="650463" y="69309"/>
                </a:cubicBezTo>
                <a:cubicBezTo>
                  <a:pt x="652394" y="70153"/>
                  <a:pt x="654143" y="71224"/>
                  <a:pt x="655711" y="72521"/>
                </a:cubicBezTo>
                <a:cubicBezTo>
                  <a:pt x="657280" y="73818"/>
                  <a:pt x="658742" y="75371"/>
                  <a:pt x="660100" y="77180"/>
                </a:cubicBezTo>
                <a:cubicBezTo>
                  <a:pt x="661457" y="78990"/>
                  <a:pt x="662739" y="81071"/>
                  <a:pt x="663945" y="83424"/>
                </a:cubicBezTo>
                <a:cubicBezTo>
                  <a:pt x="665152" y="85776"/>
                  <a:pt x="666358" y="88430"/>
                  <a:pt x="667564" y="91386"/>
                </a:cubicBezTo>
                <a:lnTo>
                  <a:pt x="678060" y="117173"/>
                </a:lnTo>
                <a:cubicBezTo>
                  <a:pt x="678905" y="119345"/>
                  <a:pt x="679448" y="120868"/>
                  <a:pt x="679689" y="121743"/>
                </a:cubicBezTo>
                <a:cubicBezTo>
                  <a:pt x="679930" y="122617"/>
                  <a:pt x="680051" y="123296"/>
                  <a:pt x="680051" y="123778"/>
                </a:cubicBezTo>
                <a:moveTo>
                  <a:pt x="656616" y="41531"/>
                </a:moveTo>
                <a:cubicBezTo>
                  <a:pt x="656616" y="36947"/>
                  <a:pt x="655591" y="33071"/>
                  <a:pt x="653540" y="29904"/>
                </a:cubicBezTo>
                <a:cubicBezTo>
                  <a:pt x="651489" y="26737"/>
                  <a:pt x="648051" y="24460"/>
                  <a:pt x="643225" y="23073"/>
                </a:cubicBezTo>
                <a:cubicBezTo>
                  <a:pt x="641717" y="22650"/>
                  <a:pt x="640013" y="22349"/>
                  <a:pt x="638113" y="22168"/>
                </a:cubicBezTo>
                <a:cubicBezTo>
                  <a:pt x="636213" y="21987"/>
                  <a:pt x="633724" y="21896"/>
                  <a:pt x="630648" y="21896"/>
                </a:cubicBezTo>
                <a:lnTo>
                  <a:pt x="617528" y="21896"/>
                </a:lnTo>
                <a:lnTo>
                  <a:pt x="617528" y="61346"/>
                </a:lnTo>
                <a:lnTo>
                  <a:pt x="632729" y="61346"/>
                </a:lnTo>
                <a:cubicBezTo>
                  <a:pt x="636831" y="61346"/>
                  <a:pt x="640375" y="60849"/>
                  <a:pt x="643361" y="59853"/>
                </a:cubicBezTo>
                <a:cubicBezTo>
                  <a:pt x="646347" y="58858"/>
                  <a:pt x="648835" y="57471"/>
                  <a:pt x="650825" y="55691"/>
                </a:cubicBezTo>
                <a:cubicBezTo>
                  <a:pt x="652816" y="53912"/>
                  <a:pt x="654279" y="51816"/>
                  <a:pt x="655214" y="49403"/>
                </a:cubicBezTo>
                <a:cubicBezTo>
                  <a:pt x="656149" y="46990"/>
                  <a:pt x="656616" y="44366"/>
                  <a:pt x="656616" y="41531"/>
                </a:cubicBezTo>
                <a:close/>
                <a:moveTo>
                  <a:pt x="770310" y="79623"/>
                </a:moveTo>
                <a:cubicBezTo>
                  <a:pt x="770310" y="81976"/>
                  <a:pt x="769722" y="83650"/>
                  <a:pt x="768546" y="84645"/>
                </a:cubicBezTo>
                <a:cubicBezTo>
                  <a:pt x="767370" y="85640"/>
                  <a:pt x="766027" y="86138"/>
                  <a:pt x="764519" y="86138"/>
                </a:cubicBezTo>
                <a:lnTo>
                  <a:pt x="711136" y="86138"/>
                </a:lnTo>
                <a:cubicBezTo>
                  <a:pt x="711136" y="90675"/>
                  <a:pt x="711588" y="94759"/>
                  <a:pt x="712493" y="98390"/>
                </a:cubicBezTo>
                <a:cubicBezTo>
                  <a:pt x="713398" y="102020"/>
                  <a:pt x="714906" y="105136"/>
                  <a:pt x="717017" y="107738"/>
                </a:cubicBezTo>
                <a:cubicBezTo>
                  <a:pt x="719128" y="110339"/>
                  <a:pt x="721873" y="112336"/>
                  <a:pt x="725251" y="113729"/>
                </a:cubicBezTo>
                <a:cubicBezTo>
                  <a:pt x="728629" y="115120"/>
                  <a:pt x="732761" y="115816"/>
                  <a:pt x="737647" y="115816"/>
                </a:cubicBezTo>
                <a:cubicBezTo>
                  <a:pt x="741507" y="115816"/>
                  <a:pt x="744945" y="115499"/>
                  <a:pt x="747961" y="114866"/>
                </a:cubicBezTo>
                <a:cubicBezTo>
                  <a:pt x="750977" y="114233"/>
                  <a:pt x="753586" y="113524"/>
                  <a:pt x="755788" y="112740"/>
                </a:cubicBezTo>
                <a:cubicBezTo>
                  <a:pt x="757990" y="111955"/>
                  <a:pt x="759799" y="111247"/>
                  <a:pt x="761217" y="110613"/>
                </a:cubicBezTo>
                <a:cubicBezTo>
                  <a:pt x="762634" y="109980"/>
                  <a:pt x="763705" y="109663"/>
                  <a:pt x="764429" y="109663"/>
                </a:cubicBezTo>
                <a:cubicBezTo>
                  <a:pt x="764851" y="109663"/>
                  <a:pt x="765228" y="109769"/>
                  <a:pt x="765560" y="109980"/>
                </a:cubicBezTo>
                <a:cubicBezTo>
                  <a:pt x="765892" y="110191"/>
                  <a:pt x="766148" y="110508"/>
                  <a:pt x="766329" y="110930"/>
                </a:cubicBezTo>
                <a:cubicBezTo>
                  <a:pt x="766510" y="111352"/>
                  <a:pt x="766646" y="111940"/>
                  <a:pt x="766736" y="112694"/>
                </a:cubicBezTo>
                <a:cubicBezTo>
                  <a:pt x="766827" y="113448"/>
                  <a:pt x="766872" y="114368"/>
                  <a:pt x="766872" y="115454"/>
                </a:cubicBezTo>
                <a:cubicBezTo>
                  <a:pt x="766872" y="116238"/>
                  <a:pt x="766842" y="116917"/>
                  <a:pt x="766781" y="117490"/>
                </a:cubicBezTo>
                <a:cubicBezTo>
                  <a:pt x="766721" y="118063"/>
                  <a:pt x="766646" y="118576"/>
                  <a:pt x="766555" y="119028"/>
                </a:cubicBezTo>
                <a:cubicBezTo>
                  <a:pt x="766465" y="119480"/>
                  <a:pt x="766314" y="119888"/>
                  <a:pt x="766103" y="120250"/>
                </a:cubicBezTo>
                <a:cubicBezTo>
                  <a:pt x="765892" y="120611"/>
                  <a:pt x="765620" y="120958"/>
                  <a:pt x="765289" y="121290"/>
                </a:cubicBezTo>
                <a:cubicBezTo>
                  <a:pt x="764957" y="121622"/>
                  <a:pt x="763977" y="122165"/>
                  <a:pt x="762348" y="122919"/>
                </a:cubicBezTo>
                <a:cubicBezTo>
                  <a:pt x="760719" y="123673"/>
                  <a:pt x="758608" y="124412"/>
                  <a:pt x="756014" y="125136"/>
                </a:cubicBezTo>
                <a:cubicBezTo>
                  <a:pt x="753420" y="125859"/>
                  <a:pt x="750419" y="126508"/>
                  <a:pt x="747011" y="127081"/>
                </a:cubicBezTo>
                <a:cubicBezTo>
                  <a:pt x="743603" y="127654"/>
                  <a:pt x="739969" y="127940"/>
                  <a:pt x="736108" y="127940"/>
                </a:cubicBezTo>
                <a:cubicBezTo>
                  <a:pt x="729413" y="127940"/>
                  <a:pt x="723547" y="127005"/>
                  <a:pt x="718510" y="125133"/>
                </a:cubicBezTo>
                <a:cubicBezTo>
                  <a:pt x="713473" y="123261"/>
                  <a:pt x="709235" y="120483"/>
                  <a:pt x="705797" y="116800"/>
                </a:cubicBezTo>
                <a:cubicBezTo>
                  <a:pt x="702359" y="113117"/>
                  <a:pt x="699765" y="108497"/>
                  <a:pt x="698016" y="102942"/>
                </a:cubicBezTo>
                <a:cubicBezTo>
                  <a:pt x="696266" y="97387"/>
                  <a:pt x="695392" y="90926"/>
                  <a:pt x="695392" y="83559"/>
                </a:cubicBezTo>
                <a:cubicBezTo>
                  <a:pt x="695392" y="76555"/>
                  <a:pt x="696297" y="70260"/>
                  <a:pt x="698106" y="64674"/>
                </a:cubicBezTo>
                <a:cubicBezTo>
                  <a:pt x="699916" y="59089"/>
                  <a:pt x="702525" y="54349"/>
                  <a:pt x="705933" y="50455"/>
                </a:cubicBezTo>
                <a:cubicBezTo>
                  <a:pt x="709341" y="46560"/>
                  <a:pt x="713458" y="43571"/>
                  <a:pt x="718284" y="41488"/>
                </a:cubicBezTo>
                <a:cubicBezTo>
                  <a:pt x="723109" y="39406"/>
                  <a:pt x="728508" y="38364"/>
                  <a:pt x="734480" y="38364"/>
                </a:cubicBezTo>
                <a:cubicBezTo>
                  <a:pt x="740874" y="38364"/>
                  <a:pt x="746318" y="39389"/>
                  <a:pt x="750812" y="41440"/>
                </a:cubicBezTo>
                <a:cubicBezTo>
                  <a:pt x="755305" y="43491"/>
                  <a:pt x="759000" y="46251"/>
                  <a:pt x="761895" y="49719"/>
                </a:cubicBezTo>
                <a:cubicBezTo>
                  <a:pt x="764791" y="53188"/>
                  <a:pt x="766917" y="57260"/>
                  <a:pt x="768274" y="61934"/>
                </a:cubicBezTo>
                <a:cubicBezTo>
                  <a:pt x="769632" y="66609"/>
                  <a:pt x="770310" y="71601"/>
                  <a:pt x="770310" y="76909"/>
                </a:cubicBezTo>
                <a:lnTo>
                  <a:pt x="770310" y="79623"/>
                </a:lnTo>
                <a:moveTo>
                  <a:pt x="755290" y="75190"/>
                </a:moveTo>
                <a:cubicBezTo>
                  <a:pt x="755471" y="67348"/>
                  <a:pt x="753737" y="61195"/>
                  <a:pt x="750088" y="56732"/>
                </a:cubicBezTo>
                <a:cubicBezTo>
                  <a:pt x="746438" y="52268"/>
                  <a:pt x="741024" y="50036"/>
                  <a:pt x="733846" y="50036"/>
                </a:cubicBezTo>
                <a:cubicBezTo>
                  <a:pt x="730167" y="50036"/>
                  <a:pt x="726940" y="50730"/>
                  <a:pt x="724165" y="52117"/>
                </a:cubicBezTo>
                <a:cubicBezTo>
                  <a:pt x="721390" y="53505"/>
                  <a:pt x="719068" y="55344"/>
                  <a:pt x="717198" y="57637"/>
                </a:cubicBezTo>
                <a:cubicBezTo>
                  <a:pt x="715328" y="59929"/>
                  <a:pt x="713880" y="62598"/>
                  <a:pt x="712855" y="65644"/>
                </a:cubicBezTo>
                <a:cubicBezTo>
                  <a:pt x="711829" y="68690"/>
                  <a:pt x="711256" y="71872"/>
                  <a:pt x="711136" y="75190"/>
                </a:cubicBezTo>
                <a:lnTo>
                  <a:pt x="755290" y="75190"/>
                </a:lnTo>
                <a:close/>
                <a:moveTo>
                  <a:pt x="854264" y="123959"/>
                </a:moveTo>
                <a:cubicBezTo>
                  <a:pt x="854264" y="124683"/>
                  <a:pt x="854023" y="125226"/>
                  <a:pt x="853540" y="125588"/>
                </a:cubicBezTo>
                <a:cubicBezTo>
                  <a:pt x="853058" y="125950"/>
                  <a:pt x="852394" y="126221"/>
                  <a:pt x="851550" y="126402"/>
                </a:cubicBezTo>
                <a:cubicBezTo>
                  <a:pt x="850705" y="126583"/>
                  <a:pt x="849469" y="126674"/>
                  <a:pt x="847840" y="126674"/>
                </a:cubicBezTo>
                <a:cubicBezTo>
                  <a:pt x="846272" y="126674"/>
                  <a:pt x="845020" y="126583"/>
                  <a:pt x="844085" y="126402"/>
                </a:cubicBezTo>
                <a:cubicBezTo>
                  <a:pt x="843150" y="126221"/>
                  <a:pt x="842471" y="125950"/>
                  <a:pt x="842049" y="125588"/>
                </a:cubicBezTo>
                <a:cubicBezTo>
                  <a:pt x="841627" y="125226"/>
                  <a:pt x="841416" y="124683"/>
                  <a:pt x="841416" y="123959"/>
                </a:cubicBezTo>
                <a:lnTo>
                  <a:pt x="841416" y="115816"/>
                </a:lnTo>
                <a:cubicBezTo>
                  <a:pt x="837857" y="119616"/>
                  <a:pt x="833891" y="122587"/>
                  <a:pt x="829517" y="124728"/>
                </a:cubicBezTo>
                <a:cubicBezTo>
                  <a:pt x="825144" y="126870"/>
                  <a:pt x="820515" y="127940"/>
                  <a:pt x="815629" y="127940"/>
                </a:cubicBezTo>
                <a:cubicBezTo>
                  <a:pt x="811346" y="127940"/>
                  <a:pt x="807470" y="127381"/>
                  <a:pt x="804002" y="126261"/>
                </a:cubicBezTo>
                <a:cubicBezTo>
                  <a:pt x="800533" y="125141"/>
                  <a:pt x="797578" y="123522"/>
                  <a:pt x="795135" y="121403"/>
                </a:cubicBezTo>
                <a:cubicBezTo>
                  <a:pt x="792692" y="119284"/>
                  <a:pt x="790792" y="116682"/>
                  <a:pt x="789434" y="113596"/>
                </a:cubicBezTo>
                <a:cubicBezTo>
                  <a:pt x="788077" y="110509"/>
                  <a:pt x="787398" y="106997"/>
                  <a:pt x="787398" y="103061"/>
                </a:cubicBezTo>
                <a:cubicBezTo>
                  <a:pt x="787398" y="98461"/>
                  <a:pt x="788333" y="94467"/>
                  <a:pt x="790203" y="91078"/>
                </a:cubicBezTo>
                <a:cubicBezTo>
                  <a:pt x="792073" y="87687"/>
                  <a:pt x="794758" y="84871"/>
                  <a:pt x="798256" y="82632"/>
                </a:cubicBezTo>
                <a:cubicBezTo>
                  <a:pt x="801755" y="80393"/>
                  <a:pt x="806038" y="78713"/>
                  <a:pt x="811105" y="77593"/>
                </a:cubicBezTo>
                <a:cubicBezTo>
                  <a:pt x="816172" y="76474"/>
                  <a:pt x="821872" y="75914"/>
                  <a:pt x="828206" y="75914"/>
                </a:cubicBezTo>
                <a:lnTo>
                  <a:pt x="839425" y="75914"/>
                </a:lnTo>
                <a:lnTo>
                  <a:pt x="839425" y="69603"/>
                </a:lnTo>
                <a:cubicBezTo>
                  <a:pt x="839425" y="66477"/>
                  <a:pt x="839093" y="63713"/>
                  <a:pt x="838430" y="61310"/>
                </a:cubicBezTo>
                <a:cubicBezTo>
                  <a:pt x="837766" y="58904"/>
                  <a:pt x="836696" y="56905"/>
                  <a:pt x="835218" y="55312"/>
                </a:cubicBezTo>
                <a:cubicBezTo>
                  <a:pt x="833740" y="53719"/>
                  <a:pt x="831825" y="52518"/>
                  <a:pt x="829472" y="51707"/>
                </a:cubicBezTo>
                <a:cubicBezTo>
                  <a:pt x="827120" y="50895"/>
                  <a:pt x="824224" y="50489"/>
                  <a:pt x="820786" y="50489"/>
                </a:cubicBezTo>
                <a:cubicBezTo>
                  <a:pt x="817106" y="50489"/>
                  <a:pt x="813804" y="50921"/>
                  <a:pt x="810878" y="51786"/>
                </a:cubicBezTo>
                <a:cubicBezTo>
                  <a:pt x="807953" y="52652"/>
                  <a:pt x="805389" y="53606"/>
                  <a:pt x="803187" y="54651"/>
                </a:cubicBezTo>
                <a:cubicBezTo>
                  <a:pt x="800986" y="55695"/>
                  <a:pt x="799146" y="56650"/>
                  <a:pt x="797668" y="57515"/>
                </a:cubicBezTo>
                <a:cubicBezTo>
                  <a:pt x="796190" y="58380"/>
                  <a:pt x="795089" y="58813"/>
                  <a:pt x="794366" y="58813"/>
                </a:cubicBezTo>
                <a:cubicBezTo>
                  <a:pt x="793883" y="58813"/>
                  <a:pt x="793461" y="58692"/>
                  <a:pt x="793099" y="58451"/>
                </a:cubicBezTo>
                <a:cubicBezTo>
                  <a:pt x="792737" y="58210"/>
                  <a:pt x="792420" y="57848"/>
                  <a:pt x="792149" y="57365"/>
                </a:cubicBezTo>
                <a:cubicBezTo>
                  <a:pt x="791877" y="56883"/>
                  <a:pt x="791681" y="56264"/>
                  <a:pt x="791561" y="55510"/>
                </a:cubicBezTo>
                <a:cubicBezTo>
                  <a:pt x="791440" y="54756"/>
                  <a:pt x="791380" y="53927"/>
                  <a:pt x="791380" y="53022"/>
                </a:cubicBezTo>
                <a:cubicBezTo>
                  <a:pt x="791380" y="51514"/>
                  <a:pt x="791485" y="50323"/>
                  <a:pt x="791696" y="49448"/>
                </a:cubicBezTo>
                <a:cubicBezTo>
                  <a:pt x="791907" y="48573"/>
                  <a:pt x="792420" y="47744"/>
                  <a:pt x="793235" y="46960"/>
                </a:cubicBezTo>
                <a:cubicBezTo>
                  <a:pt x="794049" y="46176"/>
                  <a:pt x="795451" y="45262"/>
                  <a:pt x="797442" y="44220"/>
                </a:cubicBezTo>
                <a:cubicBezTo>
                  <a:pt x="799432" y="43176"/>
                  <a:pt x="801725" y="42222"/>
                  <a:pt x="804318" y="41358"/>
                </a:cubicBezTo>
                <a:cubicBezTo>
                  <a:pt x="806912" y="40495"/>
                  <a:pt x="809747" y="39781"/>
                  <a:pt x="812824" y="39215"/>
                </a:cubicBezTo>
                <a:cubicBezTo>
                  <a:pt x="815900" y="38648"/>
                  <a:pt x="819007" y="38364"/>
                  <a:pt x="822143" y="38364"/>
                </a:cubicBezTo>
                <a:cubicBezTo>
                  <a:pt x="827994" y="38364"/>
                  <a:pt x="832971" y="39028"/>
                  <a:pt x="837073" y="40355"/>
                </a:cubicBezTo>
                <a:cubicBezTo>
                  <a:pt x="841174" y="41682"/>
                  <a:pt x="844492" y="43627"/>
                  <a:pt x="847026" y="46191"/>
                </a:cubicBezTo>
                <a:cubicBezTo>
                  <a:pt x="849559" y="48754"/>
                  <a:pt x="851399" y="51936"/>
                  <a:pt x="852545" y="55736"/>
                </a:cubicBezTo>
                <a:cubicBezTo>
                  <a:pt x="853691" y="59537"/>
                  <a:pt x="854264" y="63970"/>
                  <a:pt x="854264" y="69037"/>
                </a:cubicBezTo>
                <a:lnTo>
                  <a:pt x="854264" y="123959"/>
                </a:lnTo>
                <a:moveTo>
                  <a:pt x="839425" y="86681"/>
                </a:moveTo>
                <a:lnTo>
                  <a:pt x="826667" y="86681"/>
                </a:lnTo>
                <a:cubicBezTo>
                  <a:pt x="822566" y="86681"/>
                  <a:pt x="819007" y="87031"/>
                  <a:pt x="815991" y="87730"/>
                </a:cubicBezTo>
                <a:cubicBezTo>
                  <a:pt x="812975" y="88428"/>
                  <a:pt x="810471" y="89459"/>
                  <a:pt x="808481" y="90823"/>
                </a:cubicBezTo>
                <a:cubicBezTo>
                  <a:pt x="806490" y="92188"/>
                  <a:pt x="805027" y="93827"/>
                  <a:pt x="804092" y="95740"/>
                </a:cubicBezTo>
                <a:cubicBezTo>
                  <a:pt x="803157" y="97652"/>
                  <a:pt x="802690" y="99852"/>
                  <a:pt x="802690" y="102340"/>
                </a:cubicBezTo>
                <a:cubicBezTo>
                  <a:pt x="802690" y="106589"/>
                  <a:pt x="804032" y="109972"/>
                  <a:pt x="806716" y="112491"/>
                </a:cubicBezTo>
                <a:cubicBezTo>
                  <a:pt x="809400" y="115009"/>
                  <a:pt x="813155" y="116268"/>
                  <a:pt x="817981" y="116268"/>
                </a:cubicBezTo>
                <a:cubicBezTo>
                  <a:pt x="821902" y="116268"/>
                  <a:pt x="825536" y="115267"/>
                  <a:pt x="828884" y="113266"/>
                </a:cubicBezTo>
                <a:cubicBezTo>
                  <a:pt x="832232" y="111262"/>
                  <a:pt x="835746" y="108197"/>
                  <a:pt x="839425" y="104070"/>
                </a:cubicBezTo>
                <a:lnTo>
                  <a:pt x="839425" y="86681"/>
                </a:lnTo>
                <a:close/>
                <a:moveTo>
                  <a:pt x="932801" y="101766"/>
                </a:moveTo>
                <a:cubicBezTo>
                  <a:pt x="932801" y="105932"/>
                  <a:pt x="932032" y="109645"/>
                  <a:pt x="930494" y="112906"/>
                </a:cubicBezTo>
                <a:cubicBezTo>
                  <a:pt x="928956" y="116166"/>
                  <a:pt x="926769" y="118913"/>
                  <a:pt x="923934" y="121149"/>
                </a:cubicBezTo>
                <a:cubicBezTo>
                  <a:pt x="921099" y="123382"/>
                  <a:pt x="917721" y="125072"/>
                  <a:pt x="913800" y="126219"/>
                </a:cubicBezTo>
                <a:cubicBezTo>
                  <a:pt x="909879" y="127366"/>
                  <a:pt x="905566" y="127940"/>
                  <a:pt x="900861" y="127940"/>
                </a:cubicBezTo>
                <a:cubicBezTo>
                  <a:pt x="897966" y="127940"/>
                  <a:pt x="895206" y="127714"/>
                  <a:pt x="892582" y="127262"/>
                </a:cubicBezTo>
                <a:cubicBezTo>
                  <a:pt x="889958" y="126809"/>
                  <a:pt x="887606" y="126236"/>
                  <a:pt x="885525" y="125543"/>
                </a:cubicBezTo>
                <a:cubicBezTo>
                  <a:pt x="883444" y="124849"/>
                  <a:pt x="881679" y="124125"/>
                  <a:pt x="880232" y="123371"/>
                </a:cubicBezTo>
                <a:cubicBezTo>
                  <a:pt x="878784" y="122617"/>
                  <a:pt x="877728" y="121939"/>
                  <a:pt x="877065" y="121335"/>
                </a:cubicBezTo>
                <a:cubicBezTo>
                  <a:pt x="876401" y="120732"/>
                  <a:pt x="875919" y="119888"/>
                  <a:pt x="875617" y="118802"/>
                </a:cubicBezTo>
                <a:cubicBezTo>
                  <a:pt x="875315" y="117716"/>
                  <a:pt x="875165" y="116238"/>
                  <a:pt x="875165" y="114368"/>
                </a:cubicBezTo>
                <a:cubicBezTo>
                  <a:pt x="875165" y="113222"/>
                  <a:pt x="875225" y="112257"/>
                  <a:pt x="875346" y="111473"/>
                </a:cubicBezTo>
                <a:cubicBezTo>
                  <a:pt x="875466" y="110689"/>
                  <a:pt x="875617" y="110055"/>
                  <a:pt x="875798" y="109573"/>
                </a:cubicBezTo>
                <a:cubicBezTo>
                  <a:pt x="875979" y="109090"/>
                  <a:pt x="876235" y="108743"/>
                  <a:pt x="876567" y="108532"/>
                </a:cubicBezTo>
                <a:cubicBezTo>
                  <a:pt x="876899" y="108321"/>
                  <a:pt x="877276" y="108216"/>
                  <a:pt x="877698" y="108216"/>
                </a:cubicBezTo>
                <a:cubicBezTo>
                  <a:pt x="878362" y="108216"/>
                  <a:pt x="879342" y="108623"/>
                  <a:pt x="880639" y="109437"/>
                </a:cubicBezTo>
                <a:cubicBezTo>
                  <a:pt x="881936" y="110251"/>
                  <a:pt x="883534" y="111141"/>
                  <a:pt x="885434" y="112106"/>
                </a:cubicBezTo>
                <a:cubicBezTo>
                  <a:pt x="887334" y="113071"/>
                  <a:pt x="889581" y="113961"/>
                  <a:pt x="892175" y="114775"/>
                </a:cubicBezTo>
                <a:cubicBezTo>
                  <a:pt x="894769" y="115590"/>
                  <a:pt x="897755" y="115997"/>
                  <a:pt x="901133" y="115997"/>
                </a:cubicBezTo>
                <a:cubicBezTo>
                  <a:pt x="903666" y="115997"/>
                  <a:pt x="905958" y="115726"/>
                  <a:pt x="908009" y="115183"/>
                </a:cubicBezTo>
                <a:cubicBezTo>
                  <a:pt x="910060" y="114638"/>
                  <a:pt x="911840" y="113837"/>
                  <a:pt x="913348" y="112779"/>
                </a:cubicBezTo>
                <a:cubicBezTo>
                  <a:pt x="914856" y="111722"/>
                  <a:pt x="916017" y="110377"/>
                  <a:pt x="916831" y="108744"/>
                </a:cubicBezTo>
                <a:cubicBezTo>
                  <a:pt x="917646" y="107112"/>
                  <a:pt x="918053" y="105178"/>
                  <a:pt x="918053" y="102942"/>
                </a:cubicBezTo>
                <a:cubicBezTo>
                  <a:pt x="918053" y="100648"/>
                  <a:pt x="917465" y="98716"/>
                  <a:pt x="916288" y="97146"/>
                </a:cubicBezTo>
                <a:cubicBezTo>
                  <a:pt x="915112" y="95576"/>
                  <a:pt x="913559" y="94187"/>
                  <a:pt x="911629" y="92981"/>
                </a:cubicBezTo>
                <a:cubicBezTo>
                  <a:pt x="909698" y="91772"/>
                  <a:pt x="907527" y="90701"/>
                  <a:pt x="905114" y="89766"/>
                </a:cubicBezTo>
                <a:cubicBezTo>
                  <a:pt x="902701" y="88829"/>
                  <a:pt x="900213" y="87848"/>
                  <a:pt x="897649" y="86822"/>
                </a:cubicBezTo>
                <a:cubicBezTo>
                  <a:pt x="895086" y="85795"/>
                  <a:pt x="892582" y="84632"/>
                  <a:pt x="890139" y="83333"/>
                </a:cubicBezTo>
                <a:cubicBezTo>
                  <a:pt x="887696" y="82034"/>
                  <a:pt x="885510" y="80449"/>
                  <a:pt x="883579" y="78577"/>
                </a:cubicBezTo>
                <a:cubicBezTo>
                  <a:pt x="881649" y="76705"/>
                  <a:pt x="880096" y="74472"/>
                  <a:pt x="878920" y="71876"/>
                </a:cubicBezTo>
                <a:cubicBezTo>
                  <a:pt x="877743" y="69280"/>
                  <a:pt x="877155" y="66171"/>
                  <a:pt x="877155" y="62548"/>
                </a:cubicBezTo>
                <a:cubicBezTo>
                  <a:pt x="877155" y="59347"/>
                  <a:pt x="877773" y="56283"/>
                  <a:pt x="879010" y="53356"/>
                </a:cubicBezTo>
                <a:cubicBezTo>
                  <a:pt x="880247" y="50426"/>
                  <a:pt x="882102" y="47860"/>
                  <a:pt x="884575" y="45656"/>
                </a:cubicBezTo>
                <a:cubicBezTo>
                  <a:pt x="887048" y="43451"/>
                  <a:pt x="890139" y="41685"/>
                  <a:pt x="893849" y="40357"/>
                </a:cubicBezTo>
                <a:cubicBezTo>
                  <a:pt x="897559" y="39029"/>
                  <a:pt x="901887" y="38364"/>
                  <a:pt x="906833" y="38364"/>
                </a:cubicBezTo>
                <a:cubicBezTo>
                  <a:pt x="909005" y="38364"/>
                  <a:pt x="911176" y="38548"/>
                  <a:pt x="913348" y="38915"/>
                </a:cubicBezTo>
                <a:cubicBezTo>
                  <a:pt x="915519" y="39283"/>
                  <a:pt x="917480" y="39742"/>
                  <a:pt x="919229" y="40292"/>
                </a:cubicBezTo>
                <a:cubicBezTo>
                  <a:pt x="920978" y="40843"/>
                  <a:pt x="922471" y="41439"/>
                  <a:pt x="923708" y="42082"/>
                </a:cubicBezTo>
                <a:cubicBezTo>
                  <a:pt x="924944" y="42725"/>
                  <a:pt x="925879" y="43292"/>
                  <a:pt x="926513" y="43782"/>
                </a:cubicBezTo>
                <a:cubicBezTo>
                  <a:pt x="927146" y="44272"/>
                  <a:pt x="927568" y="44698"/>
                  <a:pt x="927779" y="45060"/>
                </a:cubicBezTo>
                <a:cubicBezTo>
                  <a:pt x="927991" y="45422"/>
                  <a:pt x="928141" y="45829"/>
                  <a:pt x="928232" y="46281"/>
                </a:cubicBezTo>
                <a:cubicBezTo>
                  <a:pt x="928322" y="46734"/>
                  <a:pt x="928413" y="47292"/>
                  <a:pt x="928503" y="47955"/>
                </a:cubicBezTo>
                <a:cubicBezTo>
                  <a:pt x="928594" y="48619"/>
                  <a:pt x="928639" y="49433"/>
                  <a:pt x="928639" y="50398"/>
                </a:cubicBezTo>
                <a:cubicBezTo>
                  <a:pt x="928639" y="51424"/>
                  <a:pt x="928594" y="52313"/>
                  <a:pt x="928503" y="53067"/>
                </a:cubicBezTo>
                <a:cubicBezTo>
                  <a:pt x="928413" y="53821"/>
                  <a:pt x="928262" y="54440"/>
                  <a:pt x="928051" y="54922"/>
                </a:cubicBezTo>
                <a:cubicBezTo>
                  <a:pt x="927840" y="55405"/>
                  <a:pt x="927583" y="55752"/>
                  <a:pt x="927282" y="55963"/>
                </a:cubicBezTo>
                <a:cubicBezTo>
                  <a:pt x="926980" y="56174"/>
                  <a:pt x="926648" y="56279"/>
                  <a:pt x="926287" y="56279"/>
                </a:cubicBezTo>
                <a:cubicBezTo>
                  <a:pt x="925744" y="56279"/>
                  <a:pt x="924959" y="55943"/>
                  <a:pt x="923934" y="55270"/>
                </a:cubicBezTo>
                <a:cubicBezTo>
                  <a:pt x="922909" y="54597"/>
                  <a:pt x="921581" y="53878"/>
                  <a:pt x="919953" y="53112"/>
                </a:cubicBezTo>
                <a:cubicBezTo>
                  <a:pt x="918324" y="52347"/>
                  <a:pt x="916409" y="51628"/>
                  <a:pt x="914207" y="50955"/>
                </a:cubicBezTo>
                <a:cubicBezTo>
                  <a:pt x="912006" y="50282"/>
                  <a:pt x="909487" y="49946"/>
                  <a:pt x="906652" y="49946"/>
                </a:cubicBezTo>
                <a:cubicBezTo>
                  <a:pt x="904119" y="49946"/>
                  <a:pt x="901887" y="50233"/>
                  <a:pt x="899956" y="50808"/>
                </a:cubicBezTo>
                <a:cubicBezTo>
                  <a:pt x="898026" y="51381"/>
                  <a:pt x="896443" y="52196"/>
                  <a:pt x="895206" y="53254"/>
                </a:cubicBezTo>
                <a:cubicBezTo>
                  <a:pt x="893970" y="54311"/>
                  <a:pt x="893035" y="55566"/>
                  <a:pt x="892401" y="57017"/>
                </a:cubicBezTo>
                <a:cubicBezTo>
                  <a:pt x="891768" y="58467"/>
                  <a:pt x="891451" y="60038"/>
                  <a:pt x="891451" y="61731"/>
                </a:cubicBezTo>
                <a:cubicBezTo>
                  <a:pt x="891451" y="64085"/>
                  <a:pt x="892054" y="66063"/>
                  <a:pt x="893261" y="67663"/>
                </a:cubicBezTo>
                <a:cubicBezTo>
                  <a:pt x="894467" y="69263"/>
                  <a:pt x="896036" y="70668"/>
                  <a:pt x="897966" y="71876"/>
                </a:cubicBezTo>
                <a:cubicBezTo>
                  <a:pt x="899896" y="73082"/>
                  <a:pt x="902098" y="74169"/>
                  <a:pt x="904571" y="75136"/>
                </a:cubicBezTo>
                <a:cubicBezTo>
                  <a:pt x="907044" y="76101"/>
                  <a:pt x="909563" y="77098"/>
                  <a:pt x="912126" y="78125"/>
                </a:cubicBezTo>
                <a:cubicBezTo>
                  <a:pt x="914690" y="79150"/>
                  <a:pt x="917223" y="80297"/>
                  <a:pt x="919727" y="81566"/>
                </a:cubicBezTo>
                <a:cubicBezTo>
                  <a:pt x="922230" y="82835"/>
                  <a:pt x="924447" y="84375"/>
                  <a:pt x="926377" y="86186"/>
                </a:cubicBezTo>
                <a:cubicBezTo>
                  <a:pt x="928307" y="87998"/>
                  <a:pt x="929861" y="90172"/>
                  <a:pt x="931037" y="92709"/>
                </a:cubicBezTo>
                <a:cubicBezTo>
                  <a:pt x="932213" y="95245"/>
                  <a:pt x="932801" y="98264"/>
                  <a:pt x="932801" y="101766"/>
                </a:cubicBezTo>
                <a:close/>
                <a:moveTo>
                  <a:pt x="1029867" y="82293"/>
                </a:moveTo>
                <a:cubicBezTo>
                  <a:pt x="1029867" y="88934"/>
                  <a:pt x="1028992" y="95047"/>
                  <a:pt x="1027243" y="100632"/>
                </a:cubicBezTo>
                <a:cubicBezTo>
                  <a:pt x="1025493" y="106217"/>
                  <a:pt x="1022884" y="111034"/>
                  <a:pt x="1019416" y="115081"/>
                </a:cubicBezTo>
                <a:cubicBezTo>
                  <a:pt x="1015948" y="119126"/>
                  <a:pt x="1011604" y="122281"/>
                  <a:pt x="1006387" y="124545"/>
                </a:cubicBezTo>
                <a:cubicBezTo>
                  <a:pt x="1001169" y="126809"/>
                  <a:pt x="995122" y="127940"/>
                  <a:pt x="988245" y="127940"/>
                </a:cubicBezTo>
                <a:cubicBezTo>
                  <a:pt x="981550" y="127940"/>
                  <a:pt x="975714" y="126944"/>
                  <a:pt x="970737" y="124952"/>
                </a:cubicBezTo>
                <a:cubicBezTo>
                  <a:pt x="965761" y="122959"/>
                  <a:pt x="961614" y="120061"/>
                  <a:pt x="958296" y="116257"/>
                </a:cubicBezTo>
                <a:cubicBezTo>
                  <a:pt x="954978" y="112453"/>
                  <a:pt x="952505" y="107834"/>
                  <a:pt x="950876" y="102399"/>
                </a:cubicBezTo>
                <a:cubicBezTo>
                  <a:pt x="949248" y="96965"/>
                  <a:pt x="948433" y="90805"/>
                  <a:pt x="948433" y="83921"/>
                </a:cubicBezTo>
                <a:cubicBezTo>
                  <a:pt x="948433" y="77280"/>
                  <a:pt x="949293" y="71167"/>
                  <a:pt x="951012" y="65582"/>
                </a:cubicBezTo>
                <a:cubicBezTo>
                  <a:pt x="952731" y="59997"/>
                  <a:pt x="955325" y="55181"/>
                  <a:pt x="958794" y="51136"/>
                </a:cubicBezTo>
                <a:cubicBezTo>
                  <a:pt x="962262" y="47089"/>
                  <a:pt x="966590" y="43948"/>
                  <a:pt x="971778" y="41715"/>
                </a:cubicBezTo>
                <a:cubicBezTo>
                  <a:pt x="976965" y="39481"/>
                  <a:pt x="983027" y="38364"/>
                  <a:pt x="989964" y="38364"/>
                </a:cubicBezTo>
                <a:cubicBezTo>
                  <a:pt x="996660" y="38364"/>
                  <a:pt x="1002496" y="39360"/>
                  <a:pt x="1007472" y="41353"/>
                </a:cubicBezTo>
                <a:cubicBezTo>
                  <a:pt x="1012449" y="43345"/>
                  <a:pt x="1016596" y="46243"/>
                  <a:pt x="1019914" y="50047"/>
                </a:cubicBezTo>
                <a:cubicBezTo>
                  <a:pt x="1023231" y="53851"/>
                  <a:pt x="1025719" y="58471"/>
                  <a:pt x="1027378" y="63905"/>
                </a:cubicBezTo>
                <a:cubicBezTo>
                  <a:pt x="1029037" y="69340"/>
                  <a:pt x="1029867" y="75469"/>
                  <a:pt x="1029867" y="82293"/>
                </a:cubicBezTo>
                <a:moveTo>
                  <a:pt x="1014123" y="83288"/>
                </a:moveTo>
                <a:cubicBezTo>
                  <a:pt x="1014123" y="78879"/>
                  <a:pt x="1013716" y="74711"/>
                  <a:pt x="1012901" y="70785"/>
                </a:cubicBezTo>
                <a:cubicBezTo>
                  <a:pt x="1012087" y="66858"/>
                  <a:pt x="1010745" y="63415"/>
                  <a:pt x="1008875" y="60456"/>
                </a:cubicBezTo>
                <a:cubicBezTo>
                  <a:pt x="1007005" y="57496"/>
                  <a:pt x="1004471" y="55156"/>
                  <a:pt x="1001274" y="53435"/>
                </a:cubicBezTo>
                <a:cubicBezTo>
                  <a:pt x="998077" y="51712"/>
                  <a:pt x="994096" y="50850"/>
                  <a:pt x="989331" y="50850"/>
                </a:cubicBezTo>
                <a:cubicBezTo>
                  <a:pt x="984928" y="50850"/>
                  <a:pt x="981142" y="51636"/>
                  <a:pt x="977976" y="53206"/>
                </a:cubicBezTo>
                <a:cubicBezTo>
                  <a:pt x="974809" y="54776"/>
                  <a:pt x="972200" y="56997"/>
                  <a:pt x="970149" y="59867"/>
                </a:cubicBezTo>
                <a:cubicBezTo>
                  <a:pt x="968098" y="62736"/>
                  <a:pt x="966575" y="66134"/>
                  <a:pt x="965580" y="70061"/>
                </a:cubicBezTo>
                <a:cubicBezTo>
                  <a:pt x="964584" y="73985"/>
                  <a:pt x="964087" y="78274"/>
                  <a:pt x="964087" y="82926"/>
                </a:cubicBezTo>
                <a:cubicBezTo>
                  <a:pt x="964087" y="87395"/>
                  <a:pt x="964494" y="91593"/>
                  <a:pt x="965308" y="95520"/>
                </a:cubicBezTo>
                <a:cubicBezTo>
                  <a:pt x="966123" y="99446"/>
                  <a:pt x="967480" y="102874"/>
                  <a:pt x="969380" y="105804"/>
                </a:cubicBezTo>
                <a:cubicBezTo>
                  <a:pt x="971280" y="108733"/>
                  <a:pt x="973828" y="111059"/>
                  <a:pt x="977026" y="112782"/>
                </a:cubicBezTo>
                <a:cubicBezTo>
                  <a:pt x="980223" y="114503"/>
                  <a:pt x="984204" y="115364"/>
                  <a:pt x="988969" y="115364"/>
                </a:cubicBezTo>
                <a:cubicBezTo>
                  <a:pt x="993312" y="115364"/>
                  <a:pt x="997082" y="114578"/>
                  <a:pt x="1000279" y="113008"/>
                </a:cubicBezTo>
                <a:cubicBezTo>
                  <a:pt x="1003476" y="111438"/>
                  <a:pt x="1006100" y="109233"/>
                  <a:pt x="1008151" y="106395"/>
                </a:cubicBezTo>
                <a:cubicBezTo>
                  <a:pt x="1010202" y="103554"/>
                  <a:pt x="1011710" y="100171"/>
                  <a:pt x="1012675" y="96247"/>
                </a:cubicBezTo>
                <a:cubicBezTo>
                  <a:pt x="1013640" y="92320"/>
                  <a:pt x="1014123" y="88001"/>
                  <a:pt x="1014123" y="83288"/>
                </a:cubicBezTo>
                <a:close/>
                <a:moveTo>
                  <a:pt x="1122098" y="123869"/>
                </a:moveTo>
                <a:cubicBezTo>
                  <a:pt x="1122098" y="124351"/>
                  <a:pt x="1121977" y="124759"/>
                  <a:pt x="1121736" y="125090"/>
                </a:cubicBezTo>
                <a:cubicBezTo>
                  <a:pt x="1121495" y="125422"/>
                  <a:pt x="1121103" y="125709"/>
                  <a:pt x="1120560" y="125950"/>
                </a:cubicBezTo>
                <a:cubicBezTo>
                  <a:pt x="1120017" y="126191"/>
                  <a:pt x="1119263" y="126372"/>
                  <a:pt x="1118298" y="126493"/>
                </a:cubicBezTo>
                <a:cubicBezTo>
                  <a:pt x="1117332" y="126613"/>
                  <a:pt x="1116126" y="126674"/>
                  <a:pt x="1114678" y="126674"/>
                </a:cubicBezTo>
                <a:cubicBezTo>
                  <a:pt x="1113170" y="126674"/>
                  <a:pt x="1111934" y="126613"/>
                  <a:pt x="1110969" y="126493"/>
                </a:cubicBezTo>
                <a:cubicBezTo>
                  <a:pt x="1110003" y="126372"/>
                  <a:pt x="1109249" y="126191"/>
                  <a:pt x="1108707" y="125950"/>
                </a:cubicBezTo>
                <a:cubicBezTo>
                  <a:pt x="1108164" y="125709"/>
                  <a:pt x="1107772" y="125422"/>
                  <a:pt x="1107530" y="125090"/>
                </a:cubicBezTo>
                <a:cubicBezTo>
                  <a:pt x="1107289" y="124759"/>
                  <a:pt x="1107168" y="124351"/>
                  <a:pt x="1107168" y="123869"/>
                </a:cubicBezTo>
                <a:lnTo>
                  <a:pt x="1107168" y="76185"/>
                </a:lnTo>
                <a:cubicBezTo>
                  <a:pt x="1107168" y="71541"/>
                  <a:pt x="1106806" y="67801"/>
                  <a:pt x="1106083" y="64966"/>
                </a:cubicBezTo>
                <a:cubicBezTo>
                  <a:pt x="1105359" y="62130"/>
                  <a:pt x="1104303" y="59687"/>
                  <a:pt x="1102916" y="57637"/>
                </a:cubicBezTo>
                <a:cubicBezTo>
                  <a:pt x="1101528" y="55586"/>
                  <a:pt x="1099734" y="54017"/>
                  <a:pt x="1097532" y="52932"/>
                </a:cubicBezTo>
                <a:cubicBezTo>
                  <a:pt x="1095330" y="51846"/>
                  <a:pt x="1092782" y="51303"/>
                  <a:pt x="1089886" y="51303"/>
                </a:cubicBezTo>
                <a:cubicBezTo>
                  <a:pt x="1086147" y="51303"/>
                  <a:pt x="1082407" y="52630"/>
                  <a:pt x="1078667" y="55284"/>
                </a:cubicBezTo>
                <a:cubicBezTo>
                  <a:pt x="1074927" y="57938"/>
                  <a:pt x="1071006" y="61829"/>
                  <a:pt x="1066904" y="66956"/>
                </a:cubicBezTo>
                <a:lnTo>
                  <a:pt x="1066904" y="123869"/>
                </a:lnTo>
                <a:cubicBezTo>
                  <a:pt x="1066904" y="124351"/>
                  <a:pt x="1066784" y="124759"/>
                  <a:pt x="1066542" y="125090"/>
                </a:cubicBezTo>
                <a:cubicBezTo>
                  <a:pt x="1066301" y="125422"/>
                  <a:pt x="1065909" y="125709"/>
                  <a:pt x="1065366" y="125950"/>
                </a:cubicBezTo>
                <a:cubicBezTo>
                  <a:pt x="1064823" y="126191"/>
                  <a:pt x="1064069" y="126372"/>
                  <a:pt x="1063104" y="126493"/>
                </a:cubicBezTo>
                <a:cubicBezTo>
                  <a:pt x="1062139" y="126613"/>
                  <a:pt x="1060902" y="126674"/>
                  <a:pt x="1059394" y="126674"/>
                </a:cubicBezTo>
                <a:cubicBezTo>
                  <a:pt x="1057947" y="126674"/>
                  <a:pt x="1056740" y="126613"/>
                  <a:pt x="1055775" y="126493"/>
                </a:cubicBezTo>
                <a:cubicBezTo>
                  <a:pt x="1054810" y="126372"/>
                  <a:pt x="1054041" y="126191"/>
                  <a:pt x="1053468" y="125950"/>
                </a:cubicBezTo>
                <a:cubicBezTo>
                  <a:pt x="1052895" y="125709"/>
                  <a:pt x="1052503" y="125422"/>
                  <a:pt x="1052292" y="125090"/>
                </a:cubicBezTo>
                <a:cubicBezTo>
                  <a:pt x="1052080" y="124759"/>
                  <a:pt x="1051975" y="124351"/>
                  <a:pt x="1051975" y="123869"/>
                </a:cubicBezTo>
                <a:lnTo>
                  <a:pt x="1051975" y="42436"/>
                </a:lnTo>
                <a:cubicBezTo>
                  <a:pt x="1051975" y="41953"/>
                  <a:pt x="1052065" y="41546"/>
                  <a:pt x="1052246" y="41214"/>
                </a:cubicBezTo>
                <a:cubicBezTo>
                  <a:pt x="1052427" y="40882"/>
                  <a:pt x="1052789" y="40581"/>
                  <a:pt x="1053332" y="40309"/>
                </a:cubicBezTo>
                <a:cubicBezTo>
                  <a:pt x="1053875" y="40038"/>
                  <a:pt x="1054569" y="39857"/>
                  <a:pt x="1055413" y="39767"/>
                </a:cubicBezTo>
                <a:cubicBezTo>
                  <a:pt x="1056258" y="39676"/>
                  <a:pt x="1057374" y="39631"/>
                  <a:pt x="1058761" y="39631"/>
                </a:cubicBezTo>
                <a:cubicBezTo>
                  <a:pt x="1060088" y="39631"/>
                  <a:pt x="1061189" y="39676"/>
                  <a:pt x="1062063" y="39767"/>
                </a:cubicBezTo>
                <a:cubicBezTo>
                  <a:pt x="1062938" y="39857"/>
                  <a:pt x="1063617" y="40038"/>
                  <a:pt x="1064099" y="40309"/>
                </a:cubicBezTo>
                <a:cubicBezTo>
                  <a:pt x="1064582" y="40581"/>
                  <a:pt x="1064929" y="40882"/>
                  <a:pt x="1065140" y="41214"/>
                </a:cubicBezTo>
                <a:cubicBezTo>
                  <a:pt x="1065351" y="41546"/>
                  <a:pt x="1065457" y="41953"/>
                  <a:pt x="1065457" y="42436"/>
                </a:cubicBezTo>
                <a:lnTo>
                  <a:pt x="1065457" y="53203"/>
                </a:lnTo>
                <a:cubicBezTo>
                  <a:pt x="1070041" y="48076"/>
                  <a:pt x="1074610" y="44321"/>
                  <a:pt x="1079164" y="41938"/>
                </a:cubicBezTo>
                <a:cubicBezTo>
                  <a:pt x="1083719" y="39555"/>
                  <a:pt x="1088318" y="38364"/>
                  <a:pt x="1092963" y="38364"/>
                </a:cubicBezTo>
                <a:cubicBezTo>
                  <a:pt x="1098392" y="38364"/>
                  <a:pt x="1102961" y="39284"/>
                  <a:pt x="1106671" y="41124"/>
                </a:cubicBezTo>
                <a:cubicBezTo>
                  <a:pt x="1110380" y="42964"/>
                  <a:pt x="1113381" y="45422"/>
                  <a:pt x="1115674" y="48498"/>
                </a:cubicBezTo>
                <a:cubicBezTo>
                  <a:pt x="1117966" y="51574"/>
                  <a:pt x="1119610" y="55178"/>
                  <a:pt x="1120605" y="59310"/>
                </a:cubicBezTo>
                <a:cubicBezTo>
                  <a:pt x="1121600" y="63442"/>
                  <a:pt x="1122098" y="68404"/>
                  <a:pt x="1122098" y="74195"/>
                </a:cubicBezTo>
                <a:lnTo>
                  <a:pt x="1122098" y="123869"/>
                </a:lnTo>
                <a:close/>
                <a:moveTo>
                  <a:pt x="1164190" y="123869"/>
                </a:moveTo>
                <a:cubicBezTo>
                  <a:pt x="1164190" y="124351"/>
                  <a:pt x="1164069" y="124759"/>
                  <a:pt x="1163828" y="125090"/>
                </a:cubicBezTo>
                <a:cubicBezTo>
                  <a:pt x="1163587" y="125422"/>
                  <a:pt x="1163195" y="125709"/>
                  <a:pt x="1162652" y="125950"/>
                </a:cubicBezTo>
                <a:cubicBezTo>
                  <a:pt x="1162109" y="126191"/>
                  <a:pt x="1161355" y="126372"/>
                  <a:pt x="1160390" y="126493"/>
                </a:cubicBezTo>
                <a:cubicBezTo>
                  <a:pt x="1159424" y="126613"/>
                  <a:pt x="1158188" y="126674"/>
                  <a:pt x="1156680" y="126674"/>
                </a:cubicBezTo>
                <a:cubicBezTo>
                  <a:pt x="1155232" y="126674"/>
                  <a:pt x="1154026" y="126613"/>
                  <a:pt x="1153061" y="126493"/>
                </a:cubicBezTo>
                <a:cubicBezTo>
                  <a:pt x="1152096" y="126372"/>
                  <a:pt x="1151326" y="126191"/>
                  <a:pt x="1150753" y="125950"/>
                </a:cubicBezTo>
                <a:cubicBezTo>
                  <a:pt x="1150180" y="125709"/>
                  <a:pt x="1149788" y="125422"/>
                  <a:pt x="1149577" y="125090"/>
                </a:cubicBezTo>
                <a:cubicBezTo>
                  <a:pt x="1149366" y="124759"/>
                  <a:pt x="1149260" y="124351"/>
                  <a:pt x="1149260" y="123869"/>
                </a:cubicBezTo>
                <a:lnTo>
                  <a:pt x="1149260" y="42436"/>
                </a:lnTo>
                <a:cubicBezTo>
                  <a:pt x="1149260" y="42013"/>
                  <a:pt x="1149366" y="41621"/>
                  <a:pt x="1149577" y="41259"/>
                </a:cubicBezTo>
                <a:cubicBezTo>
                  <a:pt x="1149788" y="40898"/>
                  <a:pt x="1150180" y="40596"/>
                  <a:pt x="1150753" y="40355"/>
                </a:cubicBezTo>
                <a:cubicBezTo>
                  <a:pt x="1151326" y="40113"/>
                  <a:pt x="1152096" y="39932"/>
                  <a:pt x="1153061" y="39812"/>
                </a:cubicBezTo>
                <a:cubicBezTo>
                  <a:pt x="1154026" y="39691"/>
                  <a:pt x="1155232" y="39631"/>
                  <a:pt x="1156680" y="39631"/>
                </a:cubicBezTo>
                <a:cubicBezTo>
                  <a:pt x="1158188" y="39631"/>
                  <a:pt x="1159424" y="39691"/>
                  <a:pt x="1160390" y="39812"/>
                </a:cubicBezTo>
                <a:cubicBezTo>
                  <a:pt x="1161355" y="39932"/>
                  <a:pt x="1162109" y="40113"/>
                  <a:pt x="1162652" y="40355"/>
                </a:cubicBezTo>
                <a:cubicBezTo>
                  <a:pt x="1163195" y="40596"/>
                  <a:pt x="1163587" y="40898"/>
                  <a:pt x="1163828" y="41259"/>
                </a:cubicBezTo>
                <a:cubicBezTo>
                  <a:pt x="1164069" y="41621"/>
                  <a:pt x="1164190" y="42013"/>
                  <a:pt x="1164190" y="42436"/>
                </a:cubicBezTo>
                <a:lnTo>
                  <a:pt x="1164190" y="123869"/>
                </a:lnTo>
                <a:moveTo>
                  <a:pt x="1165909" y="14839"/>
                </a:moveTo>
                <a:cubicBezTo>
                  <a:pt x="1165909" y="18338"/>
                  <a:pt x="1165245" y="20720"/>
                  <a:pt x="1163918" y="21987"/>
                </a:cubicBezTo>
                <a:cubicBezTo>
                  <a:pt x="1162591" y="23254"/>
                  <a:pt x="1160148" y="23887"/>
                  <a:pt x="1156589" y="23887"/>
                </a:cubicBezTo>
                <a:cubicBezTo>
                  <a:pt x="1153091" y="23887"/>
                  <a:pt x="1150693" y="23269"/>
                  <a:pt x="1149396" y="22032"/>
                </a:cubicBezTo>
                <a:cubicBezTo>
                  <a:pt x="1148099" y="20796"/>
                  <a:pt x="1147451" y="18458"/>
                  <a:pt x="1147451" y="15020"/>
                </a:cubicBezTo>
                <a:cubicBezTo>
                  <a:pt x="1147451" y="11521"/>
                  <a:pt x="1148114" y="9139"/>
                  <a:pt x="1149441" y="7872"/>
                </a:cubicBezTo>
                <a:cubicBezTo>
                  <a:pt x="1150768" y="6605"/>
                  <a:pt x="1153211" y="5972"/>
                  <a:pt x="1156770" y="5972"/>
                </a:cubicBezTo>
                <a:cubicBezTo>
                  <a:pt x="1160269" y="5972"/>
                  <a:pt x="1162667" y="6590"/>
                  <a:pt x="1163964" y="7827"/>
                </a:cubicBezTo>
                <a:cubicBezTo>
                  <a:pt x="1165261" y="9063"/>
                  <a:pt x="1165909" y="11401"/>
                  <a:pt x="1165909" y="14839"/>
                </a:cubicBezTo>
                <a:close/>
                <a:moveTo>
                  <a:pt x="1262004" y="123869"/>
                </a:moveTo>
                <a:cubicBezTo>
                  <a:pt x="1262004" y="124351"/>
                  <a:pt x="1261883" y="124759"/>
                  <a:pt x="1261642" y="125090"/>
                </a:cubicBezTo>
                <a:cubicBezTo>
                  <a:pt x="1261400" y="125422"/>
                  <a:pt x="1261008" y="125709"/>
                  <a:pt x="1260465" y="125950"/>
                </a:cubicBezTo>
                <a:cubicBezTo>
                  <a:pt x="1259923" y="126191"/>
                  <a:pt x="1259168" y="126372"/>
                  <a:pt x="1258203" y="126493"/>
                </a:cubicBezTo>
                <a:cubicBezTo>
                  <a:pt x="1257238" y="126613"/>
                  <a:pt x="1256032" y="126674"/>
                  <a:pt x="1254584" y="126674"/>
                </a:cubicBezTo>
                <a:cubicBezTo>
                  <a:pt x="1253076" y="126674"/>
                  <a:pt x="1251840" y="126613"/>
                  <a:pt x="1250874" y="126493"/>
                </a:cubicBezTo>
                <a:cubicBezTo>
                  <a:pt x="1249909" y="126372"/>
                  <a:pt x="1249155" y="126191"/>
                  <a:pt x="1248612" y="125950"/>
                </a:cubicBezTo>
                <a:cubicBezTo>
                  <a:pt x="1248069" y="125709"/>
                  <a:pt x="1247677" y="125422"/>
                  <a:pt x="1247436" y="125090"/>
                </a:cubicBezTo>
                <a:cubicBezTo>
                  <a:pt x="1247195" y="124759"/>
                  <a:pt x="1247074" y="124351"/>
                  <a:pt x="1247074" y="123869"/>
                </a:cubicBezTo>
                <a:lnTo>
                  <a:pt x="1247074" y="76185"/>
                </a:lnTo>
                <a:cubicBezTo>
                  <a:pt x="1247074" y="71541"/>
                  <a:pt x="1246712" y="67801"/>
                  <a:pt x="1245988" y="64966"/>
                </a:cubicBezTo>
                <a:cubicBezTo>
                  <a:pt x="1245265" y="62130"/>
                  <a:pt x="1244209" y="59687"/>
                  <a:pt x="1242822" y="57637"/>
                </a:cubicBezTo>
                <a:cubicBezTo>
                  <a:pt x="1241434" y="55586"/>
                  <a:pt x="1239640" y="54017"/>
                  <a:pt x="1237438" y="52932"/>
                </a:cubicBezTo>
                <a:cubicBezTo>
                  <a:pt x="1235236" y="51846"/>
                  <a:pt x="1232688" y="51303"/>
                  <a:pt x="1229792" y="51303"/>
                </a:cubicBezTo>
                <a:cubicBezTo>
                  <a:pt x="1226052" y="51303"/>
                  <a:pt x="1222312" y="52630"/>
                  <a:pt x="1218573" y="55284"/>
                </a:cubicBezTo>
                <a:cubicBezTo>
                  <a:pt x="1214833" y="57938"/>
                  <a:pt x="1210912" y="61829"/>
                  <a:pt x="1206810" y="66956"/>
                </a:cubicBezTo>
                <a:lnTo>
                  <a:pt x="1206810" y="123869"/>
                </a:lnTo>
                <a:cubicBezTo>
                  <a:pt x="1206810" y="124351"/>
                  <a:pt x="1206689" y="124759"/>
                  <a:pt x="1206448" y="125090"/>
                </a:cubicBezTo>
                <a:cubicBezTo>
                  <a:pt x="1206207" y="125422"/>
                  <a:pt x="1205815" y="125709"/>
                  <a:pt x="1205272" y="125950"/>
                </a:cubicBezTo>
                <a:cubicBezTo>
                  <a:pt x="1204729" y="126191"/>
                  <a:pt x="1203975" y="126372"/>
                  <a:pt x="1203010" y="126493"/>
                </a:cubicBezTo>
                <a:cubicBezTo>
                  <a:pt x="1202045" y="126613"/>
                  <a:pt x="1200808" y="126674"/>
                  <a:pt x="1199300" y="126674"/>
                </a:cubicBezTo>
                <a:cubicBezTo>
                  <a:pt x="1197852" y="126674"/>
                  <a:pt x="1196646" y="126613"/>
                  <a:pt x="1195681" y="126493"/>
                </a:cubicBezTo>
                <a:cubicBezTo>
                  <a:pt x="1194716" y="126372"/>
                  <a:pt x="1193947" y="126191"/>
                  <a:pt x="1193374" y="125950"/>
                </a:cubicBezTo>
                <a:cubicBezTo>
                  <a:pt x="1192801" y="125709"/>
                  <a:pt x="1192408" y="125422"/>
                  <a:pt x="1192197" y="125090"/>
                </a:cubicBezTo>
                <a:cubicBezTo>
                  <a:pt x="1191986" y="124759"/>
                  <a:pt x="1191881" y="124351"/>
                  <a:pt x="1191881" y="123869"/>
                </a:cubicBezTo>
                <a:lnTo>
                  <a:pt x="1191881" y="42436"/>
                </a:lnTo>
                <a:cubicBezTo>
                  <a:pt x="1191881" y="41953"/>
                  <a:pt x="1191971" y="41546"/>
                  <a:pt x="1192152" y="41214"/>
                </a:cubicBezTo>
                <a:cubicBezTo>
                  <a:pt x="1192333" y="40882"/>
                  <a:pt x="1192695" y="40581"/>
                  <a:pt x="1193238" y="40309"/>
                </a:cubicBezTo>
                <a:cubicBezTo>
                  <a:pt x="1193781" y="40038"/>
                  <a:pt x="1194474" y="39857"/>
                  <a:pt x="1195319" y="39767"/>
                </a:cubicBezTo>
                <a:cubicBezTo>
                  <a:pt x="1196163" y="39676"/>
                  <a:pt x="1197279" y="39631"/>
                  <a:pt x="1198667" y="39631"/>
                </a:cubicBezTo>
                <a:cubicBezTo>
                  <a:pt x="1199994" y="39631"/>
                  <a:pt x="1201095" y="39676"/>
                  <a:pt x="1201969" y="39767"/>
                </a:cubicBezTo>
                <a:cubicBezTo>
                  <a:pt x="1202844" y="39857"/>
                  <a:pt x="1203523" y="40038"/>
                  <a:pt x="1204005" y="40309"/>
                </a:cubicBezTo>
                <a:cubicBezTo>
                  <a:pt x="1204488" y="40581"/>
                  <a:pt x="1204835" y="40882"/>
                  <a:pt x="1205046" y="41214"/>
                </a:cubicBezTo>
                <a:cubicBezTo>
                  <a:pt x="1205257" y="41546"/>
                  <a:pt x="1205362" y="41953"/>
                  <a:pt x="1205362" y="42436"/>
                </a:cubicBezTo>
                <a:lnTo>
                  <a:pt x="1205362" y="53203"/>
                </a:lnTo>
                <a:cubicBezTo>
                  <a:pt x="1209947" y="48076"/>
                  <a:pt x="1214516" y="44321"/>
                  <a:pt x="1219070" y="41938"/>
                </a:cubicBezTo>
                <a:cubicBezTo>
                  <a:pt x="1223624" y="39555"/>
                  <a:pt x="1228224" y="38364"/>
                  <a:pt x="1232869" y="38364"/>
                </a:cubicBezTo>
                <a:cubicBezTo>
                  <a:pt x="1238297" y="38364"/>
                  <a:pt x="1242867" y="39284"/>
                  <a:pt x="1246577" y="41124"/>
                </a:cubicBezTo>
                <a:cubicBezTo>
                  <a:pt x="1250286" y="42964"/>
                  <a:pt x="1253287" y="45422"/>
                  <a:pt x="1255579" y="48498"/>
                </a:cubicBezTo>
                <a:cubicBezTo>
                  <a:pt x="1257872" y="51574"/>
                  <a:pt x="1259515" y="55178"/>
                  <a:pt x="1260511" y="59310"/>
                </a:cubicBezTo>
                <a:cubicBezTo>
                  <a:pt x="1261506" y="63442"/>
                  <a:pt x="1262004" y="68404"/>
                  <a:pt x="1262004" y="74195"/>
                </a:cubicBezTo>
                <a:lnTo>
                  <a:pt x="1262004" y="123869"/>
                </a:lnTo>
                <a:close/>
                <a:moveTo>
                  <a:pt x="1357208" y="46055"/>
                </a:moveTo>
                <a:cubicBezTo>
                  <a:pt x="1357208" y="48166"/>
                  <a:pt x="1356921" y="49689"/>
                  <a:pt x="1356348" y="50624"/>
                </a:cubicBezTo>
                <a:cubicBezTo>
                  <a:pt x="1355775" y="51559"/>
                  <a:pt x="1355036" y="52027"/>
                  <a:pt x="1354131" y="52027"/>
                </a:cubicBezTo>
                <a:lnTo>
                  <a:pt x="1342459" y="52027"/>
                </a:lnTo>
                <a:cubicBezTo>
                  <a:pt x="1344571" y="54204"/>
                  <a:pt x="1346048" y="56609"/>
                  <a:pt x="1346893" y="59243"/>
                </a:cubicBezTo>
                <a:cubicBezTo>
                  <a:pt x="1347737" y="61874"/>
                  <a:pt x="1348160" y="64611"/>
                  <a:pt x="1348160" y="67454"/>
                </a:cubicBezTo>
                <a:cubicBezTo>
                  <a:pt x="1348160" y="72151"/>
                  <a:pt x="1347406" y="76307"/>
                  <a:pt x="1345898" y="79920"/>
                </a:cubicBezTo>
                <a:cubicBezTo>
                  <a:pt x="1344390" y="83534"/>
                  <a:pt x="1342233" y="86591"/>
                  <a:pt x="1339428" y="89090"/>
                </a:cubicBezTo>
                <a:cubicBezTo>
                  <a:pt x="1336623" y="91590"/>
                  <a:pt x="1333291" y="93502"/>
                  <a:pt x="1329430" y="94827"/>
                </a:cubicBezTo>
                <a:cubicBezTo>
                  <a:pt x="1325570" y="96152"/>
                  <a:pt x="1321287" y="96815"/>
                  <a:pt x="1316582" y="96815"/>
                </a:cubicBezTo>
                <a:cubicBezTo>
                  <a:pt x="1313264" y="96815"/>
                  <a:pt x="1310112" y="96379"/>
                  <a:pt x="1307126" y="95506"/>
                </a:cubicBezTo>
                <a:cubicBezTo>
                  <a:pt x="1304141" y="94633"/>
                  <a:pt x="1301833" y="93534"/>
                  <a:pt x="1300205" y="92209"/>
                </a:cubicBezTo>
                <a:cubicBezTo>
                  <a:pt x="1299119" y="93295"/>
                  <a:pt x="1298229" y="94531"/>
                  <a:pt x="1297535" y="95919"/>
                </a:cubicBezTo>
                <a:cubicBezTo>
                  <a:pt x="1296842" y="97304"/>
                  <a:pt x="1296495" y="98901"/>
                  <a:pt x="1296495" y="100708"/>
                </a:cubicBezTo>
                <a:cubicBezTo>
                  <a:pt x="1296495" y="102820"/>
                  <a:pt x="1297475" y="104569"/>
                  <a:pt x="1299436" y="105956"/>
                </a:cubicBezTo>
                <a:cubicBezTo>
                  <a:pt x="1301396" y="107342"/>
                  <a:pt x="1304005" y="108095"/>
                  <a:pt x="1307262" y="108216"/>
                </a:cubicBezTo>
                <a:lnTo>
                  <a:pt x="1328525" y="109123"/>
                </a:lnTo>
                <a:cubicBezTo>
                  <a:pt x="1332567" y="109244"/>
                  <a:pt x="1336276" y="109804"/>
                  <a:pt x="1339654" y="110803"/>
                </a:cubicBezTo>
                <a:cubicBezTo>
                  <a:pt x="1343032" y="111802"/>
                  <a:pt x="1345958" y="113225"/>
                  <a:pt x="1348431" y="115072"/>
                </a:cubicBezTo>
                <a:cubicBezTo>
                  <a:pt x="1350904" y="116918"/>
                  <a:pt x="1352835" y="119187"/>
                  <a:pt x="1354222" y="121881"/>
                </a:cubicBezTo>
                <a:cubicBezTo>
                  <a:pt x="1355609" y="124575"/>
                  <a:pt x="1356303" y="127708"/>
                  <a:pt x="1356303" y="131280"/>
                </a:cubicBezTo>
                <a:cubicBezTo>
                  <a:pt x="1356303" y="135033"/>
                  <a:pt x="1355519" y="138604"/>
                  <a:pt x="1353950" y="141993"/>
                </a:cubicBezTo>
                <a:cubicBezTo>
                  <a:pt x="1352382" y="145385"/>
                  <a:pt x="1349984" y="148366"/>
                  <a:pt x="1346757" y="150937"/>
                </a:cubicBezTo>
                <a:cubicBezTo>
                  <a:pt x="1343530" y="153510"/>
                  <a:pt x="1339413" y="155538"/>
                  <a:pt x="1334407" y="157022"/>
                </a:cubicBezTo>
                <a:cubicBezTo>
                  <a:pt x="1329400" y="158505"/>
                  <a:pt x="1323488" y="159247"/>
                  <a:pt x="1316672" y="159247"/>
                </a:cubicBezTo>
                <a:cubicBezTo>
                  <a:pt x="1310097" y="159247"/>
                  <a:pt x="1304502" y="158688"/>
                  <a:pt x="1299888" y="157570"/>
                </a:cubicBezTo>
                <a:cubicBezTo>
                  <a:pt x="1295273" y="156454"/>
                  <a:pt x="1291488" y="154930"/>
                  <a:pt x="1288533" y="152998"/>
                </a:cubicBezTo>
                <a:cubicBezTo>
                  <a:pt x="1285577" y="151068"/>
                  <a:pt x="1283435" y="148760"/>
                  <a:pt x="1282108" y="146073"/>
                </a:cubicBezTo>
                <a:cubicBezTo>
                  <a:pt x="1280781" y="143387"/>
                  <a:pt x="1280118" y="140474"/>
                  <a:pt x="1280118" y="137334"/>
                </a:cubicBezTo>
                <a:cubicBezTo>
                  <a:pt x="1280118" y="135343"/>
                  <a:pt x="1280359" y="133412"/>
                  <a:pt x="1280842" y="131540"/>
                </a:cubicBezTo>
                <a:cubicBezTo>
                  <a:pt x="1281324" y="129668"/>
                  <a:pt x="1282063" y="127887"/>
                  <a:pt x="1283058" y="126196"/>
                </a:cubicBezTo>
                <a:cubicBezTo>
                  <a:pt x="1284054" y="124507"/>
                  <a:pt x="1285290" y="122893"/>
                  <a:pt x="1286768" y="121355"/>
                </a:cubicBezTo>
                <a:cubicBezTo>
                  <a:pt x="1288246" y="119815"/>
                  <a:pt x="1289950" y="118290"/>
                  <a:pt x="1291880" y="116780"/>
                </a:cubicBezTo>
                <a:cubicBezTo>
                  <a:pt x="1288925" y="115267"/>
                  <a:pt x="1286738" y="113359"/>
                  <a:pt x="1285320" y="111057"/>
                </a:cubicBezTo>
                <a:cubicBezTo>
                  <a:pt x="1283903" y="108754"/>
                  <a:pt x="1283194" y="106269"/>
                  <a:pt x="1283194" y="103604"/>
                </a:cubicBezTo>
                <a:cubicBezTo>
                  <a:pt x="1283194" y="99909"/>
                  <a:pt x="1283948" y="96608"/>
                  <a:pt x="1285456" y="93699"/>
                </a:cubicBezTo>
                <a:cubicBezTo>
                  <a:pt x="1286964" y="90790"/>
                  <a:pt x="1288834" y="88185"/>
                  <a:pt x="1291066" y="85884"/>
                </a:cubicBezTo>
                <a:cubicBezTo>
                  <a:pt x="1289196" y="83656"/>
                  <a:pt x="1287718" y="81141"/>
                  <a:pt x="1286632" y="78340"/>
                </a:cubicBezTo>
                <a:cubicBezTo>
                  <a:pt x="1285547" y="75539"/>
                  <a:pt x="1285004" y="72151"/>
                  <a:pt x="1285004" y="68178"/>
                </a:cubicBezTo>
                <a:cubicBezTo>
                  <a:pt x="1285004" y="63540"/>
                  <a:pt x="1285788" y="59385"/>
                  <a:pt x="1287356" y="55711"/>
                </a:cubicBezTo>
                <a:cubicBezTo>
                  <a:pt x="1288925" y="52037"/>
                  <a:pt x="1291096" y="48935"/>
                  <a:pt x="1293871" y="46406"/>
                </a:cubicBezTo>
                <a:cubicBezTo>
                  <a:pt x="1296646" y="43876"/>
                  <a:pt x="1299978" y="41933"/>
                  <a:pt x="1303869" y="40578"/>
                </a:cubicBezTo>
                <a:cubicBezTo>
                  <a:pt x="1307760" y="39223"/>
                  <a:pt x="1311997" y="38545"/>
                  <a:pt x="1316582" y="38545"/>
                </a:cubicBezTo>
                <a:cubicBezTo>
                  <a:pt x="1319055" y="38545"/>
                  <a:pt x="1321362" y="38673"/>
                  <a:pt x="1323504" y="38930"/>
                </a:cubicBezTo>
                <a:cubicBezTo>
                  <a:pt x="1325645" y="39184"/>
                  <a:pt x="1327651" y="39538"/>
                  <a:pt x="1329521" y="39993"/>
                </a:cubicBezTo>
                <a:lnTo>
                  <a:pt x="1354131" y="39993"/>
                </a:lnTo>
                <a:cubicBezTo>
                  <a:pt x="1355157" y="39993"/>
                  <a:pt x="1355926" y="40490"/>
                  <a:pt x="1356439" y="41486"/>
                </a:cubicBezTo>
                <a:cubicBezTo>
                  <a:pt x="1356951" y="42481"/>
                  <a:pt x="1357208" y="44004"/>
                  <a:pt x="1357208" y="46055"/>
                </a:cubicBezTo>
                <a:moveTo>
                  <a:pt x="1333864" y="67544"/>
                </a:moveTo>
                <a:cubicBezTo>
                  <a:pt x="1333864" y="62010"/>
                  <a:pt x="1332341" y="57693"/>
                  <a:pt x="1329294" y="54594"/>
                </a:cubicBezTo>
                <a:cubicBezTo>
                  <a:pt x="1326248" y="51495"/>
                  <a:pt x="1321920" y="49946"/>
                  <a:pt x="1316310" y="49946"/>
                </a:cubicBezTo>
                <a:cubicBezTo>
                  <a:pt x="1313415" y="49946"/>
                  <a:pt x="1310896" y="50427"/>
                  <a:pt x="1308755" y="51391"/>
                </a:cubicBezTo>
                <a:cubicBezTo>
                  <a:pt x="1306614" y="52352"/>
                  <a:pt x="1304834" y="53675"/>
                  <a:pt x="1303417" y="55360"/>
                </a:cubicBezTo>
                <a:cubicBezTo>
                  <a:pt x="1301999" y="57046"/>
                  <a:pt x="1300944" y="58986"/>
                  <a:pt x="1300250" y="61182"/>
                </a:cubicBezTo>
                <a:cubicBezTo>
                  <a:pt x="1299556" y="63378"/>
                  <a:pt x="1299209" y="65680"/>
                  <a:pt x="1299209" y="68087"/>
                </a:cubicBezTo>
                <a:cubicBezTo>
                  <a:pt x="1299209" y="73441"/>
                  <a:pt x="1300732" y="77652"/>
                  <a:pt x="1303779" y="80721"/>
                </a:cubicBezTo>
                <a:cubicBezTo>
                  <a:pt x="1306825" y="83789"/>
                  <a:pt x="1311093" y="85324"/>
                  <a:pt x="1316582" y="85324"/>
                </a:cubicBezTo>
                <a:cubicBezTo>
                  <a:pt x="1319537" y="85324"/>
                  <a:pt x="1322101" y="84858"/>
                  <a:pt x="1324273" y="83927"/>
                </a:cubicBezTo>
                <a:cubicBezTo>
                  <a:pt x="1326444" y="82994"/>
                  <a:pt x="1328239" y="81700"/>
                  <a:pt x="1329656" y="80045"/>
                </a:cubicBezTo>
                <a:cubicBezTo>
                  <a:pt x="1331074" y="78390"/>
                  <a:pt x="1332129" y="76479"/>
                  <a:pt x="1332823" y="74313"/>
                </a:cubicBezTo>
                <a:cubicBezTo>
                  <a:pt x="1333517" y="72147"/>
                  <a:pt x="1333864" y="69891"/>
                  <a:pt x="1333864" y="67544"/>
                </a:cubicBezTo>
                <a:moveTo>
                  <a:pt x="1341374" y="132091"/>
                </a:moveTo>
                <a:cubicBezTo>
                  <a:pt x="1341374" y="128568"/>
                  <a:pt x="1339941" y="125851"/>
                  <a:pt x="1337076" y="123940"/>
                </a:cubicBezTo>
                <a:cubicBezTo>
                  <a:pt x="1334210" y="122026"/>
                  <a:pt x="1330335" y="121009"/>
                  <a:pt x="1325449" y="120889"/>
                </a:cubicBezTo>
                <a:lnTo>
                  <a:pt x="1304367" y="120159"/>
                </a:lnTo>
                <a:cubicBezTo>
                  <a:pt x="1302436" y="121677"/>
                  <a:pt x="1300853" y="123119"/>
                  <a:pt x="1299616" y="124485"/>
                </a:cubicBezTo>
                <a:cubicBezTo>
                  <a:pt x="1298380" y="125852"/>
                  <a:pt x="1297400" y="127157"/>
                  <a:pt x="1296676" y="128401"/>
                </a:cubicBezTo>
                <a:cubicBezTo>
                  <a:pt x="1295952" y="129645"/>
                  <a:pt x="1295454" y="130875"/>
                  <a:pt x="1295183" y="132088"/>
                </a:cubicBezTo>
                <a:cubicBezTo>
                  <a:pt x="1294911" y="133304"/>
                  <a:pt x="1294776" y="134549"/>
                  <a:pt x="1294776" y="135824"/>
                </a:cubicBezTo>
                <a:cubicBezTo>
                  <a:pt x="1294776" y="139771"/>
                  <a:pt x="1296766" y="142761"/>
                  <a:pt x="1300748" y="144795"/>
                </a:cubicBezTo>
                <a:cubicBezTo>
                  <a:pt x="1304729" y="146829"/>
                  <a:pt x="1310278" y="147846"/>
                  <a:pt x="1317396" y="147846"/>
                </a:cubicBezTo>
                <a:cubicBezTo>
                  <a:pt x="1321920" y="147846"/>
                  <a:pt x="1325705" y="147406"/>
                  <a:pt x="1328751" y="146526"/>
                </a:cubicBezTo>
                <a:cubicBezTo>
                  <a:pt x="1331798" y="145646"/>
                  <a:pt x="1334256" y="144477"/>
                  <a:pt x="1336126" y="143020"/>
                </a:cubicBezTo>
                <a:cubicBezTo>
                  <a:pt x="1337996" y="141563"/>
                  <a:pt x="1339338" y="139892"/>
                  <a:pt x="1340152" y="138009"/>
                </a:cubicBezTo>
                <a:cubicBezTo>
                  <a:pt x="1340966" y="136128"/>
                  <a:pt x="1341374" y="134155"/>
                  <a:pt x="1341374" y="13209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2F9938-BB48-468C-982A-9836CBEA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4194" y="1641532"/>
            <a:ext cx="3474" cy="278190"/>
          </a:xfrm>
          <a:custGeom xmlns:a="http://schemas.openxmlformats.org/drawingml/2006/main">
            <a:pathLst>
              <a:path w="3474" h="278190" fill="none">
                <a:moveTo>
                  <a:pt x="0" y="278190"/>
                </a:moveTo>
                <a:lnTo>
                  <a:pt x="347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163" cap="rnd">
            <a:solidFill>
              <a:srgbClr val="000000"/>
            </a:solidFill>
            <a:round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794320-E146-41C3-A5ED-E3C048F9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258" y="1568561"/>
            <a:ext cx="96359" cy="96822"/>
          </a:xfrm>
          <a:custGeom xmlns:a="http://schemas.openxmlformats.org/drawingml/2006/main">
            <a:pathLst>
              <a:path w="96359" h="96822">
                <a:moveTo>
                  <a:pt x="49338" y="0"/>
                </a:moveTo>
                <a:lnTo>
                  <a:pt x="96359" y="96822"/>
                </a:lnTo>
                <a:cubicBezTo>
                  <a:pt x="66247" y="81303"/>
                  <a:pt x="30575" y="80840"/>
                  <a:pt x="0" y="95664"/>
                </a:cubicBezTo>
                <a:lnTo>
                  <a:pt x="4933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CF8BA9-D1F5-4652-88FA-05DF9C54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3472" y="1752020"/>
            <a:ext cx="1040954" cy="2548"/>
          </a:xfrm>
          <a:custGeom xmlns:a="http://schemas.openxmlformats.org/drawingml/2006/main">
            <a:pathLst>
              <a:path w="1040954" h="2548" fill="none">
                <a:moveTo>
                  <a:pt x="0" y="2548"/>
                </a:moveTo>
                <a:lnTo>
                  <a:pt x="10409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163" cap="rnd">
            <a:solidFill>
              <a:srgbClr val="000000"/>
            </a:solidFill>
            <a:round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6AB8EA-6937-4FD2-AFA7-235BD870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391" y="2464983"/>
            <a:ext cx="1390" cy="126471"/>
          </a:xfrm>
          <a:custGeom xmlns:a="http://schemas.openxmlformats.org/drawingml/2006/main">
            <a:pathLst>
              <a:path w="1390" h="126471" fill="none">
                <a:moveTo>
                  <a:pt x="0" y="0"/>
                </a:moveTo>
                <a:lnTo>
                  <a:pt x="1390" y="126471"/>
                </a:lnTo>
              </a:path>
            </a:pathLst>
          </a:custGeom>
          <a:noFill xmlns:a="http://schemas.openxmlformats.org/drawingml/2006/main"/>
          <a:ln xmlns:a="http://schemas.openxmlformats.org/drawingml/2006/main" w="23163" cap="rnd">
            <a:solidFill>
              <a:srgbClr val="000000"/>
            </a:solidFill>
            <a:round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E5669C-7EC8-449E-8D3B-AC0C8E1E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411" y="3179105"/>
            <a:ext cx="10" cy="139442"/>
          </a:xfrm>
          <a:custGeom xmlns:a="http://schemas.openxmlformats.org/drawingml/2006/main">
            <a:pathLst>
              <a:path w="1" h="139442" fill="none">
                <a:moveTo>
                  <a:pt x="0" y="0"/>
                </a:moveTo>
                <a:lnTo>
                  <a:pt x="0" y="139442"/>
                </a:lnTo>
              </a:path>
            </a:pathLst>
          </a:custGeom>
          <a:noFill xmlns:a="http://schemas.openxmlformats.org/drawingml/2006/main"/>
          <a:ln xmlns:a="http://schemas.openxmlformats.org/drawingml/2006/main" w="23163" cap="rnd">
            <a:solidFill>
              <a:srgbClr val="000000"/>
            </a:solidFill>
            <a:round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0AB408-ED90-4A2A-92D2-18491B2F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757" y="2464983"/>
            <a:ext cx="10" cy="109330"/>
          </a:xfrm>
          <a:custGeom xmlns:a="http://schemas.openxmlformats.org/drawingml/2006/main">
            <a:pathLst>
              <a:path w="1" h="109330" fill="none">
                <a:moveTo>
                  <a:pt x="0" y="0"/>
                </a:moveTo>
                <a:lnTo>
                  <a:pt x="0" y="109330"/>
                </a:lnTo>
              </a:path>
            </a:pathLst>
          </a:custGeom>
          <a:noFill xmlns:a="http://schemas.openxmlformats.org/drawingml/2006/main"/>
          <a:ln xmlns:a="http://schemas.openxmlformats.org/drawingml/2006/main" w="23163" cap="rnd">
            <a:solidFill>
              <a:srgbClr val="000000"/>
            </a:solidFill>
            <a:round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9BC5AA-CF49-4B82-974E-E606A668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288" y="2297050"/>
            <a:ext cx="463" cy="167933"/>
          </a:xfrm>
          <a:custGeom xmlns:a="http://schemas.openxmlformats.org/drawingml/2006/main">
            <a:pathLst>
              <a:path w="463" h="167933" fill="none">
                <a:moveTo>
                  <a:pt x="0" y="167933"/>
                </a:moveTo>
                <a:lnTo>
                  <a:pt x="4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163" cap="rnd">
            <a:solidFill>
              <a:srgbClr val="000000"/>
            </a:solidFill>
            <a:round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F89A7D-CFC1-48ED-BA3D-36DFA433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572" y="2224079"/>
            <a:ext cx="96359" cy="96359"/>
          </a:xfrm>
          <a:custGeom xmlns:a="http://schemas.openxmlformats.org/drawingml/2006/main">
            <a:pathLst>
              <a:path w="96359" h="96359">
                <a:moveTo>
                  <a:pt x="48411" y="0"/>
                </a:moveTo>
                <a:lnTo>
                  <a:pt x="96359" y="96359"/>
                </a:lnTo>
                <a:cubicBezTo>
                  <a:pt x="66015" y="81071"/>
                  <a:pt x="30344" y="81071"/>
                  <a:pt x="0" y="96127"/>
                </a:cubicBezTo>
                <a:lnTo>
                  <a:pt x="4841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8BEA75-268D-4EFB-8821-B52C361F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5297" y="2825866"/>
            <a:ext cx="180441" cy="10"/>
          </a:xfrm>
          <a:custGeom xmlns:a="http://schemas.openxmlformats.org/drawingml/2006/main">
            <a:pathLst>
              <a:path w="180441" h="1" fill="none">
                <a:moveTo>
                  <a:pt x="18044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163" cap="rnd">
            <a:solidFill>
              <a:srgbClr val="000000"/>
            </a:solidFill>
            <a:round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16BE5A-5611-4EE3-B1B9-DA711B65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2333" y="2777679"/>
            <a:ext cx="96359" cy="96359"/>
          </a:xfrm>
          <a:custGeom xmlns:a="http://schemas.openxmlformats.org/drawingml/2006/main">
            <a:pathLst>
              <a:path w="96359" h="96359">
                <a:moveTo>
                  <a:pt x="0" y="48179"/>
                </a:moveTo>
                <a:lnTo>
                  <a:pt x="96359" y="0"/>
                </a:lnTo>
                <a:cubicBezTo>
                  <a:pt x="81071" y="30344"/>
                  <a:pt x="81071" y="66015"/>
                  <a:pt x="96359" y="96359"/>
                </a:cubicBezTo>
                <a:lnTo>
                  <a:pt x="0" y="481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0E1A4C-839E-4126-ACF9-300BFA49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3525" y="3179105"/>
            <a:ext cx="10" cy="139442"/>
          </a:xfrm>
          <a:custGeom xmlns:a="http://schemas.openxmlformats.org/drawingml/2006/main">
            <a:pathLst>
              <a:path w="1" h="139442" fill="none">
                <a:moveTo>
                  <a:pt x="0" y="0"/>
                </a:moveTo>
                <a:lnTo>
                  <a:pt x="0" y="139442"/>
                </a:lnTo>
              </a:path>
            </a:pathLst>
          </a:custGeom>
          <a:noFill xmlns:a="http://schemas.openxmlformats.org/drawingml/2006/main"/>
          <a:ln xmlns:a="http://schemas.openxmlformats.org/drawingml/2006/main" w="23163" cap="rnd">
            <a:solidFill>
              <a:srgbClr val="000000"/>
            </a:solidFill>
            <a:round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F2FD2E-BBC3-469C-B8BE-BA06430B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7816" y="874823"/>
            <a:ext cx="5941128" cy="3094834"/>
          </a:xfrm>
          <a:custGeom xmlns:a="http://schemas.openxmlformats.org/drawingml/2006/main">
            <a:pathLst>
              <a:path w="5941128" h="3094834">
                <a:moveTo>
                  <a:pt x="151487" y="0"/>
                </a:moveTo>
                <a:lnTo>
                  <a:pt x="151487" y="15519"/>
                </a:lnTo>
                <a:lnTo>
                  <a:pt x="274947" y="15519"/>
                </a:lnTo>
                <a:lnTo>
                  <a:pt x="274947" y="0"/>
                </a:lnTo>
                <a:lnTo>
                  <a:pt x="151487" y="0"/>
                </a:lnTo>
                <a:close/>
                <a:moveTo>
                  <a:pt x="92190" y="20152"/>
                </a:moveTo>
                <a:lnTo>
                  <a:pt x="88020" y="5328"/>
                </a:lnTo>
                <a:lnTo>
                  <a:pt x="87094" y="5559"/>
                </a:lnTo>
                <a:lnTo>
                  <a:pt x="81303" y="7412"/>
                </a:lnTo>
                <a:lnTo>
                  <a:pt x="75744" y="9729"/>
                </a:lnTo>
                <a:lnTo>
                  <a:pt x="70184" y="12276"/>
                </a:lnTo>
                <a:lnTo>
                  <a:pt x="64857" y="14824"/>
                </a:lnTo>
                <a:lnTo>
                  <a:pt x="59761" y="17836"/>
                </a:lnTo>
                <a:lnTo>
                  <a:pt x="54665" y="21079"/>
                </a:lnTo>
                <a:lnTo>
                  <a:pt x="49801" y="24553"/>
                </a:lnTo>
                <a:lnTo>
                  <a:pt x="45168" y="28259"/>
                </a:lnTo>
                <a:lnTo>
                  <a:pt x="40536" y="32197"/>
                </a:lnTo>
                <a:lnTo>
                  <a:pt x="36366" y="36366"/>
                </a:lnTo>
                <a:lnTo>
                  <a:pt x="32197" y="40536"/>
                </a:lnTo>
                <a:lnTo>
                  <a:pt x="28259" y="44937"/>
                </a:lnTo>
                <a:lnTo>
                  <a:pt x="24553" y="49801"/>
                </a:lnTo>
                <a:lnTo>
                  <a:pt x="21079" y="54665"/>
                </a:lnTo>
                <a:lnTo>
                  <a:pt x="17836" y="59529"/>
                </a:lnTo>
                <a:lnTo>
                  <a:pt x="15056" y="64857"/>
                </a:lnTo>
                <a:lnTo>
                  <a:pt x="12276" y="70184"/>
                </a:lnTo>
                <a:lnTo>
                  <a:pt x="9729" y="75744"/>
                </a:lnTo>
                <a:lnTo>
                  <a:pt x="7412" y="81303"/>
                </a:lnTo>
                <a:lnTo>
                  <a:pt x="5559" y="87094"/>
                </a:lnTo>
                <a:lnTo>
                  <a:pt x="3938" y="92884"/>
                </a:lnTo>
                <a:lnTo>
                  <a:pt x="2780" y="97749"/>
                </a:lnTo>
                <a:lnTo>
                  <a:pt x="17836" y="100992"/>
                </a:lnTo>
                <a:lnTo>
                  <a:pt x="18994" y="96591"/>
                </a:lnTo>
                <a:lnTo>
                  <a:pt x="18762" y="97054"/>
                </a:lnTo>
                <a:lnTo>
                  <a:pt x="20384" y="91495"/>
                </a:lnTo>
                <a:lnTo>
                  <a:pt x="20152" y="91726"/>
                </a:lnTo>
                <a:lnTo>
                  <a:pt x="22005" y="86399"/>
                </a:lnTo>
                <a:lnTo>
                  <a:pt x="22005" y="86862"/>
                </a:lnTo>
                <a:lnTo>
                  <a:pt x="24090" y="81534"/>
                </a:lnTo>
                <a:lnTo>
                  <a:pt x="23858" y="81766"/>
                </a:lnTo>
                <a:lnTo>
                  <a:pt x="26069" y="76902"/>
                </a:lnTo>
                <a:lnTo>
                  <a:pt x="28722" y="72038"/>
                </a:lnTo>
                <a:lnTo>
                  <a:pt x="28491" y="72269"/>
                </a:lnTo>
                <a:lnTo>
                  <a:pt x="31270" y="67405"/>
                </a:lnTo>
                <a:lnTo>
                  <a:pt x="31039" y="67868"/>
                </a:lnTo>
                <a:lnTo>
                  <a:pt x="34050" y="63004"/>
                </a:lnTo>
                <a:lnTo>
                  <a:pt x="33818" y="63467"/>
                </a:lnTo>
                <a:lnTo>
                  <a:pt x="37061" y="58835"/>
                </a:lnTo>
                <a:lnTo>
                  <a:pt x="36829" y="59066"/>
                </a:lnTo>
                <a:lnTo>
                  <a:pt x="40304" y="54665"/>
                </a:lnTo>
                <a:lnTo>
                  <a:pt x="40072" y="55128"/>
                </a:lnTo>
                <a:lnTo>
                  <a:pt x="43778" y="50727"/>
                </a:lnTo>
                <a:lnTo>
                  <a:pt x="43547" y="51191"/>
                </a:lnTo>
                <a:lnTo>
                  <a:pt x="47144" y="47144"/>
                </a:lnTo>
                <a:lnTo>
                  <a:pt x="51191" y="43547"/>
                </a:lnTo>
                <a:lnTo>
                  <a:pt x="50727" y="43778"/>
                </a:lnTo>
                <a:lnTo>
                  <a:pt x="55128" y="40072"/>
                </a:lnTo>
                <a:lnTo>
                  <a:pt x="54897" y="40304"/>
                </a:lnTo>
                <a:lnTo>
                  <a:pt x="59066" y="36829"/>
                </a:lnTo>
                <a:lnTo>
                  <a:pt x="58835" y="37061"/>
                </a:lnTo>
                <a:lnTo>
                  <a:pt x="63467" y="33818"/>
                </a:lnTo>
                <a:lnTo>
                  <a:pt x="63004" y="34050"/>
                </a:lnTo>
                <a:lnTo>
                  <a:pt x="67868" y="31039"/>
                </a:lnTo>
                <a:lnTo>
                  <a:pt x="67405" y="31270"/>
                </a:lnTo>
                <a:lnTo>
                  <a:pt x="72269" y="28491"/>
                </a:lnTo>
                <a:lnTo>
                  <a:pt x="72038" y="28491"/>
                </a:lnTo>
                <a:lnTo>
                  <a:pt x="76670" y="26174"/>
                </a:lnTo>
                <a:lnTo>
                  <a:pt x="81766" y="23858"/>
                </a:lnTo>
                <a:lnTo>
                  <a:pt x="81534" y="24090"/>
                </a:lnTo>
                <a:lnTo>
                  <a:pt x="86862" y="22005"/>
                </a:lnTo>
                <a:lnTo>
                  <a:pt x="86399" y="22005"/>
                </a:lnTo>
                <a:lnTo>
                  <a:pt x="91726" y="20152"/>
                </a:lnTo>
                <a:lnTo>
                  <a:pt x="91495" y="20384"/>
                </a:lnTo>
                <a:lnTo>
                  <a:pt x="92190" y="20152"/>
                </a:lnTo>
                <a:close/>
                <a:moveTo>
                  <a:pt x="15519" y="284444"/>
                </a:moveTo>
                <a:lnTo>
                  <a:pt x="15519" y="160984"/>
                </a:lnTo>
                <a:lnTo>
                  <a:pt x="0" y="160984"/>
                </a:lnTo>
                <a:lnTo>
                  <a:pt x="0" y="284444"/>
                </a:lnTo>
                <a:lnTo>
                  <a:pt x="15519" y="284444"/>
                </a:lnTo>
                <a:close/>
                <a:moveTo>
                  <a:pt x="15519" y="469750"/>
                </a:moveTo>
                <a:lnTo>
                  <a:pt x="15519" y="346290"/>
                </a:lnTo>
                <a:lnTo>
                  <a:pt x="0" y="346290"/>
                </a:lnTo>
                <a:lnTo>
                  <a:pt x="0" y="469750"/>
                </a:lnTo>
                <a:lnTo>
                  <a:pt x="15519" y="469750"/>
                </a:lnTo>
                <a:close/>
                <a:moveTo>
                  <a:pt x="0" y="655055"/>
                </a:moveTo>
                <a:lnTo>
                  <a:pt x="15519" y="655055"/>
                </a:lnTo>
                <a:lnTo>
                  <a:pt x="15519" y="531595"/>
                </a:lnTo>
                <a:lnTo>
                  <a:pt x="0" y="531595"/>
                </a:lnTo>
                <a:lnTo>
                  <a:pt x="0" y="655055"/>
                </a:lnTo>
                <a:close/>
                <a:moveTo>
                  <a:pt x="15519" y="840361"/>
                </a:moveTo>
                <a:lnTo>
                  <a:pt x="15519" y="716901"/>
                </a:lnTo>
                <a:lnTo>
                  <a:pt x="0" y="716901"/>
                </a:lnTo>
                <a:lnTo>
                  <a:pt x="0" y="840361"/>
                </a:lnTo>
                <a:lnTo>
                  <a:pt x="15519" y="840361"/>
                </a:lnTo>
                <a:close/>
                <a:moveTo>
                  <a:pt x="15519" y="1025666"/>
                </a:moveTo>
                <a:lnTo>
                  <a:pt x="15519" y="902206"/>
                </a:lnTo>
                <a:lnTo>
                  <a:pt x="0" y="902206"/>
                </a:lnTo>
                <a:lnTo>
                  <a:pt x="0" y="1025666"/>
                </a:lnTo>
                <a:lnTo>
                  <a:pt x="15519" y="1025666"/>
                </a:lnTo>
                <a:close/>
                <a:moveTo>
                  <a:pt x="0" y="1210972"/>
                </a:moveTo>
                <a:lnTo>
                  <a:pt x="15519" y="1210972"/>
                </a:lnTo>
                <a:lnTo>
                  <a:pt x="15519" y="1087512"/>
                </a:lnTo>
                <a:lnTo>
                  <a:pt x="0" y="1087512"/>
                </a:lnTo>
                <a:lnTo>
                  <a:pt x="0" y="1210972"/>
                </a:lnTo>
                <a:close/>
                <a:moveTo>
                  <a:pt x="15519" y="1396277"/>
                </a:moveTo>
                <a:lnTo>
                  <a:pt x="15519" y="1272818"/>
                </a:lnTo>
                <a:lnTo>
                  <a:pt x="0" y="1272818"/>
                </a:lnTo>
                <a:lnTo>
                  <a:pt x="0" y="1396277"/>
                </a:lnTo>
                <a:lnTo>
                  <a:pt x="15519" y="1396277"/>
                </a:lnTo>
                <a:close/>
                <a:moveTo>
                  <a:pt x="15519" y="1581583"/>
                </a:moveTo>
                <a:lnTo>
                  <a:pt x="15519" y="1458123"/>
                </a:lnTo>
                <a:lnTo>
                  <a:pt x="0" y="1458123"/>
                </a:lnTo>
                <a:lnTo>
                  <a:pt x="0" y="1581583"/>
                </a:lnTo>
                <a:lnTo>
                  <a:pt x="15519" y="1581583"/>
                </a:lnTo>
                <a:close/>
                <a:moveTo>
                  <a:pt x="0" y="1766889"/>
                </a:moveTo>
                <a:lnTo>
                  <a:pt x="15519" y="1766889"/>
                </a:lnTo>
                <a:lnTo>
                  <a:pt x="15519" y="1643429"/>
                </a:lnTo>
                <a:lnTo>
                  <a:pt x="0" y="1643429"/>
                </a:lnTo>
                <a:lnTo>
                  <a:pt x="0" y="1766889"/>
                </a:lnTo>
                <a:close/>
                <a:moveTo>
                  <a:pt x="15519" y="1952194"/>
                </a:moveTo>
                <a:lnTo>
                  <a:pt x="15519" y="1828734"/>
                </a:lnTo>
                <a:lnTo>
                  <a:pt x="0" y="1828734"/>
                </a:lnTo>
                <a:lnTo>
                  <a:pt x="0" y="1952194"/>
                </a:lnTo>
                <a:lnTo>
                  <a:pt x="15519" y="1952194"/>
                </a:lnTo>
                <a:close/>
                <a:moveTo>
                  <a:pt x="15519" y="2137500"/>
                </a:moveTo>
                <a:lnTo>
                  <a:pt x="15519" y="2014040"/>
                </a:lnTo>
                <a:lnTo>
                  <a:pt x="0" y="2014040"/>
                </a:lnTo>
                <a:lnTo>
                  <a:pt x="0" y="2137500"/>
                </a:lnTo>
                <a:lnTo>
                  <a:pt x="15519" y="2137500"/>
                </a:lnTo>
                <a:close/>
                <a:moveTo>
                  <a:pt x="0" y="2322805"/>
                </a:moveTo>
                <a:lnTo>
                  <a:pt x="15519" y="2322805"/>
                </a:lnTo>
                <a:lnTo>
                  <a:pt x="15519" y="2199345"/>
                </a:lnTo>
                <a:lnTo>
                  <a:pt x="0" y="2199345"/>
                </a:lnTo>
                <a:lnTo>
                  <a:pt x="0" y="2322805"/>
                </a:lnTo>
                <a:close/>
                <a:moveTo>
                  <a:pt x="15519" y="2508111"/>
                </a:moveTo>
                <a:lnTo>
                  <a:pt x="15519" y="2384651"/>
                </a:lnTo>
                <a:lnTo>
                  <a:pt x="0" y="2384651"/>
                </a:lnTo>
                <a:lnTo>
                  <a:pt x="0" y="2508111"/>
                </a:lnTo>
                <a:lnTo>
                  <a:pt x="15519" y="2508111"/>
                </a:lnTo>
                <a:close/>
                <a:moveTo>
                  <a:pt x="15519" y="2693416"/>
                </a:moveTo>
                <a:lnTo>
                  <a:pt x="15519" y="2569956"/>
                </a:lnTo>
                <a:lnTo>
                  <a:pt x="0" y="2569956"/>
                </a:lnTo>
                <a:lnTo>
                  <a:pt x="0" y="2693416"/>
                </a:lnTo>
                <a:lnTo>
                  <a:pt x="15519" y="2693416"/>
                </a:lnTo>
                <a:close/>
                <a:moveTo>
                  <a:pt x="0" y="2878722"/>
                </a:moveTo>
                <a:lnTo>
                  <a:pt x="15519" y="2878722"/>
                </a:lnTo>
                <a:lnTo>
                  <a:pt x="15519" y="2755262"/>
                </a:lnTo>
                <a:lnTo>
                  <a:pt x="0" y="2755262"/>
                </a:lnTo>
                <a:lnTo>
                  <a:pt x="0" y="2878722"/>
                </a:lnTo>
                <a:close/>
                <a:moveTo>
                  <a:pt x="2548" y="2995928"/>
                </a:moveTo>
                <a:lnTo>
                  <a:pt x="3938" y="3001950"/>
                </a:lnTo>
                <a:lnTo>
                  <a:pt x="5559" y="3007741"/>
                </a:lnTo>
                <a:lnTo>
                  <a:pt x="7412" y="3013532"/>
                </a:lnTo>
                <a:lnTo>
                  <a:pt x="9729" y="3019091"/>
                </a:lnTo>
                <a:lnTo>
                  <a:pt x="12276" y="3024650"/>
                </a:lnTo>
                <a:lnTo>
                  <a:pt x="15056" y="3029978"/>
                </a:lnTo>
                <a:lnTo>
                  <a:pt x="17836" y="3035305"/>
                </a:lnTo>
                <a:lnTo>
                  <a:pt x="21079" y="3040169"/>
                </a:lnTo>
                <a:lnTo>
                  <a:pt x="24553" y="3045034"/>
                </a:lnTo>
                <a:lnTo>
                  <a:pt x="28259" y="3049898"/>
                </a:lnTo>
                <a:lnTo>
                  <a:pt x="32197" y="3054299"/>
                </a:lnTo>
                <a:lnTo>
                  <a:pt x="36366" y="3058468"/>
                </a:lnTo>
                <a:lnTo>
                  <a:pt x="37756" y="3060090"/>
                </a:lnTo>
                <a:lnTo>
                  <a:pt x="48411" y="3048740"/>
                </a:lnTo>
                <a:lnTo>
                  <a:pt x="47121" y="3047664"/>
                </a:lnTo>
                <a:lnTo>
                  <a:pt x="43547" y="3043644"/>
                </a:lnTo>
                <a:lnTo>
                  <a:pt x="43778" y="3044107"/>
                </a:lnTo>
                <a:lnTo>
                  <a:pt x="40072" y="3039706"/>
                </a:lnTo>
                <a:lnTo>
                  <a:pt x="40304" y="3040169"/>
                </a:lnTo>
                <a:lnTo>
                  <a:pt x="36829" y="3035768"/>
                </a:lnTo>
                <a:lnTo>
                  <a:pt x="37061" y="3036000"/>
                </a:lnTo>
                <a:lnTo>
                  <a:pt x="33818" y="3031367"/>
                </a:lnTo>
                <a:lnTo>
                  <a:pt x="34050" y="3031831"/>
                </a:lnTo>
                <a:lnTo>
                  <a:pt x="31039" y="3026966"/>
                </a:lnTo>
                <a:lnTo>
                  <a:pt x="31270" y="3027430"/>
                </a:lnTo>
                <a:lnTo>
                  <a:pt x="28491" y="3022565"/>
                </a:lnTo>
                <a:lnTo>
                  <a:pt x="28722" y="3022797"/>
                </a:lnTo>
                <a:lnTo>
                  <a:pt x="26069" y="3017933"/>
                </a:lnTo>
                <a:lnTo>
                  <a:pt x="23858" y="3013068"/>
                </a:lnTo>
                <a:lnTo>
                  <a:pt x="24090" y="3013300"/>
                </a:lnTo>
                <a:lnTo>
                  <a:pt x="22005" y="3007973"/>
                </a:lnTo>
                <a:lnTo>
                  <a:pt x="22005" y="3008436"/>
                </a:lnTo>
                <a:lnTo>
                  <a:pt x="20152" y="3003108"/>
                </a:lnTo>
                <a:lnTo>
                  <a:pt x="20384" y="3003340"/>
                </a:lnTo>
                <a:lnTo>
                  <a:pt x="18762" y="2997781"/>
                </a:lnTo>
                <a:lnTo>
                  <a:pt x="18994" y="2998244"/>
                </a:lnTo>
                <a:lnTo>
                  <a:pt x="17604" y="2992685"/>
                </a:lnTo>
                <a:lnTo>
                  <a:pt x="17604" y="2992916"/>
                </a:lnTo>
                <a:lnTo>
                  <a:pt x="16678" y="2987357"/>
                </a:lnTo>
                <a:lnTo>
                  <a:pt x="16678" y="2987589"/>
                </a:lnTo>
                <a:lnTo>
                  <a:pt x="15983" y="2981798"/>
                </a:lnTo>
                <a:lnTo>
                  <a:pt x="15983" y="2982261"/>
                </a:lnTo>
                <a:lnTo>
                  <a:pt x="15519" y="2976471"/>
                </a:lnTo>
                <a:lnTo>
                  <a:pt x="15519" y="2970911"/>
                </a:lnTo>
                <a:lnTo>
                  <a:pt x="15519" y="2970680"/>
                </a:lnTo>
                <a:lnTo>
                  <a:pt x="15519" y="2940568"/>
                </a:lnTo>
                <a:lnTo>
                  <a:pt x="0" y="2940568"/>
                </a:lnTo>
                <a:lnTo>
                  <a:pt x="0" y="2971143"/>
                </a:lnTo>
                <a:lnTo>
                  <a:pt x="232" y="2977397"/>
                </a:lnTo>
                <a:lnTo>
                  <a:pt x="695" y="2983651"/>
                </a:lnTo>
                <a:lnTo>
                  <a:pt x="1390" y="2989905"/>
                </a:lnTo>
                <a:lnTo>
                  <a:pt x="2548" y="2995928"/>
                </a:lnTo>
                <a:close/>
                <a:moveTo>
                  <a:pt x="101918" y="3077230"/>
                </a:moveTo>
                <a:lnTo>
                  <a:pt x="102150" y="3077230"/>
                </a:lnTo>
                <a:lnTo>
                  <a:pt x="98212" y="3076304"/>
                </a:lnTo>
                <a:lnTo>
                  <a:pt x="94737" y="3091360"/>
                </a:lnTo>
                <a:lnTo>
                  <a:pt x="98907" y="3092287"/>
                </a:lnTo>
                <a:lnTo>
                  <a:pt x="104929" y="3093445"/>
                </a:lnTo>
                <a:lnTo>
                  <a:pt x="111183" y="3094140"/>
                </a:lnTo>
                <a:lnTo>
                  <a:pt x="117437" y="3094603"/>
                </a:lnTo>
                <a:lnTo>
                  <a:pt x="117831" y="3089407"/>
                </a:lnTo>
                <a:lnTo>
                  <a:pt x="117669" y="3094834"/>
                </a:lnTo>
                <a:lnTo>
                  <a:pt x="123923" y="3094834"/>
                </a:lnTo>
                <a:lnTo>
                  <a:pt x="241360" y="3094834"/>
                </a:lnTo>
                <a:lnTo>
                  <a:pt x="241360" y="3079547"/>
                </a:lnTo>
                <a:lnTo>
                  <a:pt x="124155" y="3079547"/>
                </a:lnTo>
                <a:lnTo>
                  <a:pt x="118594" y="3079333"/>
                </a:lnTo>
                <a:lnTo>
                  <a:pt x="118596" y="3079315"/>
                </a:lnTo>
                <a:lnTo>
                  <a:pt x="112573" y="3078852"/>
                </a:lnTo>
                <a:lnTo>
                  <a:pt x="113036" y="3078852"/>
                </a:lnTo>
                <a:lnTo>
                  <a:pt x="107246" y="3078157"/>
                </a:lnTo>
                <a:lnTo>
                  <a:pt x="107477" y="3078157"/>
                </a:lnTo>
                <a:lnTo>
                  <a:pt x="101918" y="3077230"/>
                </a:lnTo>
                <a:close/>
                <a:moveTo>
                  <a:pt x="426666" y="3094834"/>
                </a:moveTo>
                <a:lnTo>
                  <a:pt x="426666" y="3079547"/>
                </a:lnTo>
                <a:lnTo>
                  <a:pt x="303206" y="3079547"/>
                </a:lnTo>
                <a:lnTo>
                  <a:pt x="303206" y="3094834"/>
                </a:lnTo>
                <a:lnTo>
                  <a:pt x="426666" y="3094834"/>
                </a:lnTo>
                <a:close/>
                <a:moveTo>
                  <a:pt x="336793" y="15519"/>
                </a:moveTo>
                <a:lnTo>
                  <a:pt x="460253" y="15519"/>
                </a:lnTo>
                <a:lnTo>
                  <a:pt x="460253" y="0"/>
                </a:lnTo>
                <a:lnTo>
                  <a:pt x="336793" y="0"/>
                </a:lnTo>
                <a:lnTo>
                  <a:pt x="336793" y="15519"/>
                </a:lnTo>
                <a:close/>
                <a:moveTo>
                  <a:pt x="2560228" y="15519"/>
                </a:moveTo>
                <a:lnTo>
                  <a:pt x="2683919" y="15519"/>
                </a:lnTo>
                <a:lnTo>
                  <a:pt x="2683919" y="0"/>
                </a:lnTo>
                <a:lnTo>
                  <a:pt x="2560228" y="0"/>
                </a:lnTo>
                <a:lnTo>
                  <a:pt x="2560228" y="15519"/>
                </a:lnTo>
                <a:close/>
                <a:moveTo>
                  <a:pt x="522098" y="0"/>
                </a:moveTo>
                <a:lnTo>
                  <a:pt x="522098" y="15519"/>
                </a:lnTo>
                <a:lnTo>
                  <a:pt x="645558" y="15519"/>
                </a:lnTo>
                <a:lnTo>
                  <a:pt x="645558" y="0"/>
                </a:lnTo>
                <a:lnTo>
                  <a:pt x="522098" y="0"/>
                </a:lnTo>
                <a:close/>
                <a:moveTo>
                  <a:pt x="2374922" y="15519"/>
                </a:moveTo>
                <a:lnTo>
                  <a:pt x="2498614" y="15519"/>
                </a:lnTo>
                <a:lnTo>
                  <a:pt x="2498614" y="0"/>
                </a:lnTo>
                <a:lnTo>
                  <a:pt x="2374922" y="0"/>
                </a:lnTo>
                <a:lnTo>
                  <a:pt x="2374922" y="15519"/>
                </a:lnTo>
                <a:close/>
                <a:moveTo>
                  <a:pt x="707404" y="15519"/>
                </a:moveTo>
                <a:lnTo>
                  <a:pt x="830864" y="15519"/>
                </a:lnTo>
                <a:lnTo>
                  <a:pt x="830864" y="0"/>
                </a:lnTo>
                <a:lnTo>
                  <a:pt x="707404" y="0"/>
                </a:lnTo>
                <a:lnTo>
                  <a:pt x="707404" y="15519"/>
                </a:lnTo>
                <a:close/>
                <a:moveTo>
                  <a:pt x="2189617" y="0"/>
                </a:moveTo>
                <a:lnTo>
                  <a:pt x="2189617" y="15519"/>
                </a:lnTo>
                <a:lnTo>
                  <a:pt x="2313308" y="15519"/>
                </a:lnTo>
                <a:lnTo>
                  <a:pt x="2313308" y="0"/>
                </a:lnTo>
                <a:lnTo>
                  <a:pt x="2189617" y="0"/>
                </a:lnTo>
                <a:close/>
                <a:moveTo>
                  <a:pt x="892478" y="15519"/>
                </a:moveTo>
                <a:lnTo>
                  <a:pt x="1016169" y="15519"/>
                </a:lnTo>
                <a:lnTo>
                  <a:pt x="1016169" y="0"/>
                </a:lnTo>
                <a:lnTo>
                  <a:pt x="892478" y="0"/>
                </a:lnTo>
                <a:lnTo>
                  <a:pt x="892478" y="15519"/>
                </a:lnTo>
                <a:close/>
                <a:moveTo>
                  <a:pt x="2004311" y="15519"/>
                </a:moveTo>
                <a:lnTo>
                  <a:pt x="2128003" y="15519"/>
                </a:lnTo>
                <a:lnTo>
                  <a:pt x="2128003" y="0"/>
                </a:lnTo>
                <a:lnTo>
                  <a:pt x="2004311" y="0"/>
                </a:lnTo>
                <a:lnTo>
                  <a:pt x="2004311" y="15519"/>
                </a:lnTo>
                <a:close/>
                <a:moveTo>
                  <a:pt x="1077783" y="15519"/>
                </a:moveTo>
                <a:lnTo>
                  <a:pt x="1201475" y="15519"/>
                </a:lnTo>
                <a:lnTo>
                  <a:pt x="1201475" y="0"/>
                </a:lnTo>
                <a:lnTo>
                  <a:pt x="1077783" y="0"/>
                </a:lnTo>
                <a:lnTo>
                  <a:pt x="1077783" y="15519"/>
                </a:lnTo>
                <a:close/>
                <a:moveTo>
                  <a:pt x="1819006" y="15519"/>
                </a:moveTo>
                <a:lnTo>
                  <a:pt x="1942697" y="15519"/>
                </a:lnTo>
                <a:lnTo>
                  <a:pt x="1942697" y="0"/>
                </a:lnTo>
                <a:lnTo>
                  <a:pt x="1819006" y="0"/>
                </a:lnTo>
                <a:lnTo>
                  <a:pt x="1819006" y="15519"/>
                </a:lnTo>
                <a:close/>
                <a:moveTo>
                  <a:pt x="1263089" y="15519"/>
                </a:moveTo>
                <a:lnTo>
                  <a:pt x="1386780" y="15519"/>
                </a:lnTo>
                <a:lnTo>
                  <a:pt x="1386780" y="0"/>
                </a:lnTo>
                <a:lnTo>
                  <a:pt x="1263089" y="0"/>
                </a:lnTo>
                <a:lnTo>
                  <a:pt x="1263089" y="15519"/>
                </a:lnTo>
                <a:close/>
                <a:moveTo>
                  <a:pt x="1633700" y="15519"/>
                </a:moveTo>
                <a:lnTo>
                  <a:pt x="1757392" y="15519"/>
                </a:lnTo>
                <a:lnTo>
                  <a:pt x="1757392" y="0"/>
                </a:lnTo>
                <a:lnTo>
                  <a:pt x="1633700" y="0"/>
                </a:lnTo>
                <a:lnTo>
                  <a:pt x="1633700" y="15519"/>
                </a:lnTo>
                <a:close/>
                <a:moveTo>
                  <a:pt x="1448395" y="0"/>
                </a:moveTo>
                <a:lnTo>
                  <a:pt x="1448395" y="15519"/>
                </a:lnTo>
                <a:lnTo>
                  <a:pt x="1572086" y="15519"/>
                </a:lnTo>
                <a:lnTo>
                  <a:pt x="1572086" y="0"/>
                </a:lnTo>
                <a:lnTo>
                  <a:pt x="1448395" y="0"/>
                </a:lnTo>
                <a:close/>
                <a:moveTo>
                  <a:pt x="1723805" y="3079547"/>
                </a:moveTo>
                <a:lnTo>
                  <a:pt x="1600345" y="3079547"/>
                </a:lnTo>
                <a:lnTo>
                  <a:pt x="1600345" y="3094834"/>
                </a:lnTo>
                <a:lnTo>
                  <a:pt x="1723805" y="3094834"/>
                </a:lnTo>
                <a:lnTo>
                  <a:pt x="1723805" y="3079547"/>
                </a:lnTo>
                <a:close/>
                <a:moveTo>
                  <a:pt x="1538499" y="3079547"/>
                </a:moveTo>
                <a:lnTo>
                  <a:pt x="1415040" y="3079547"/>
                </a:lnTo>
                <a:lnTo>
                  <a:pt x="1415040" y="3094834"/>
                </a:lnTo>
                <a:lnTo>
                  <a:pt x="1538499" y="3094834"/>
                </a:lnTo>
                <a:lnTo>
                  <a:pt x="1538499" y="3079547"/>
                </a:lnTo>
                <a:close/>
                <a:moveTo>
                  <a:pt x="1909111" y="3094834"/>
                </a:moveTo>
                <a:lnTo>
                  <a:pt x="1909111" y="3079547"/>
                </a:lnTo>
                <a:lnTo>
                  <a:pt x="1785651" y="3079547"/>
                </a:lnTo>
                <a:lnTo>
                  <a:pt x="1785651" y="3094834"/>
                </a:lnTo>
                <a:lnTo>
                  <a:pt x="1909111" y="3094834"/>
                </a:lnTo>
                <a:close/>
                <a:moveTo>
                  <a:pt x="1353194" y="3079547"/>
                </a:moveTo>
                <a:lnTo>
                  <a:pt x="1229734" y="3079547"/>
                </a:lnTo>
                <a:lnTo>
                  <a:pt x="1229734" y="3094834"/>
                </a:lnTo>
                <a:lnTo>
                  <a:pt x="1353194" y="3094834"/>
                </a:lnTo>
                <a:lnTo>
                  <a:pt x="1353194" y="3079547"/>
                </a:lnTo>
                <a:close/>
                <a:moveTo>
                  <a:pt x="2094416" y="3079547"/>
                </a:moveTo>
                <a:lnTo>
                  <a:pt x="1970956" y="3079547"/>
                </a:lnTo>
                <a:lnTo>
                  <a:pt x="1970956" y="3094834"/>
                </a:lnTo>
                <a:lnTo>
                  <a:pt x="2094416" y="3094834"/>
                </a:lnTo>
                <a:lnTo>
                  <a:pt x="2094416" y="3079547"/>
                </a:lnTo>
                <a:close/>
                <a:moveTo>
                  <a:pt x="1167888" y="3094834"/>
                </a:moveTo>
                <a:lnTo>
                  <a:pt x="1167888" y="3079547"/>
                </a:lnTo>
                <a:lnTo>
                  <a:pt x="1044428" y="3079547"/>
                </a:lnTo>
                <a:lnTo>
                  <a:pt x="1044428" y="3094834"/>
                </a:lnTo>
                <a:lnTo>
                  <a:pt x="1167888" y="3094834"/>
                </a:lnTo>
                <a:close/>
                <a:moveTo>
                  <a:pt x="2279722" y="3079547"/>
                </a:moveTo>
                <a:lnTo>
                  <a:pt x="2156262" y="3079547"/>
                </a:lnTo>
                <a:lnTo>
                  <a:pt x="2156262" y="3094834"/>
                </a:lnTo>
                <a:lnTo>
                  <a:pt x="2279722" y="3094834"/>
                </a:lnTo>
                <a:lnTo>
                  <a:pt x="2279722" y="3079547"/>
                </a:lnTo>
                <a:close/>
                <a:moveTo>
                  <a:pt x="982583" y="3079547"/>
                </a:moveTo>
                <a:lnTo>
                  <a:pt x="859123" y="3079547"/>
                </a:lnTo>
                <a:lnTo>
                  <a:pt x="859123" y="3094834"/>
                </a:lnTo>
                <a:lnTo>
                  <a:pt x="982583" y="3094834"/>
                </a:lnTo>
                <a:lnTo>
                  <a:pt x="982583" y="3079547"/>
                </a:lnTo>
                <a:close/>
                <a:moveTo>
                  <a:pt x="2465027" y="3079547"/>
                </a:moveTo>
                <a:lnTo>
                  <a:pt x="2341567" y="3079547"/>
                </a:lnTo>
                <a:lnTo>
                  <a:pt x="2341567" y="3094834"/>
                </a:lnTo>
                <a:lnTo>
                  <a:pt x="2465027" y="3094834"/>
                </a:lnTo>
                <a:lnTo>
                  <a:pt x="2465027" y="3079547"/>
                </a:lnTo>
                <a:close/>
                <a:moveTo>
                  <a:pt x="797277" y="3079547"/>
                </a:moveTo>
                <a:lnTo>
                  <a:pt x="673817" y="3079547"/>
                </a:lnTo>
                <a:lnTo>
                  <a:pt x="673817" y="3094834"/>
                </a:lnTo>
                <a:lnTo>
                  <a:pt x="797277" y="3094834"/>
                </a:lnTo>
                <a:lnTo>
                  <a:pt x="797277" y="3079547"/>
                </a:lnTo>
                <a:close/>
                <a:moveTo>
                  <a:pt x="2650333" y="3079547"/>
                </a:moveTo>
                <a:lnTo>
                  <a:pt x="2526873" y="3079547"/>
                </a:lnTo>
                <a:lnTo>
                  <a:pt x="2526873" y="3094834"/>
                </a:lnTo>
                <a:lnTo>
                  <a:pt x="2650333" y="3094834"/>
                </a:lnTo>
                <a:lnTo>
                  <a:pt x="2650333" y="3079547"/>
                </a:lnTo>
                <a:close/>
                <a:moveTo>
                  <a:pt x="611972" y="3079547"/>
                </a:moveTo>
                <a:lnTo>
                  <a:pt x="488512" y="3079547"/>
                </a:lnTo>
                <a:lnTo>
                  <a:pt x="488512" y="3094834"/>
                </a:lnTo>
                <a:lnTo>
                  <a:pt x="611972" y="3094834"/>
                </a:lnTo>
                <a:lnTo>
                  <a:pt x="611972" y="3079547"/>
                </a:lnTo>
                <a:close/>
                <a:moveTo>
                  <a:pt x="2835638" y="3094834"/>
                </a:moveTo>
                <a:lnTo>
                  <a:pt x="2835638" y="3079547"/>
                </a:lnTo>
                <a:lnTo>
                  <a:pt x="2712179" y="3079547"/>
                </a:lnTo>
                <a:lnTo>
                  <a:pt x="2712179" y="3094834"/>
                </a:lnTo>
                <a:lnTo>
                  <a:pt x="2835638" y="3094834"/>
                </a:lnTo>
                <a:close/>
                <a:moveTo>
                  <a:pt x="2745534" y="15519"/>
                </a:moveTo>
                <a:lnTo>
                  <a:pt x="2869225" y="15519"/>
                </a:lnTo>
                <a:lnTo>
                  <a:pt x="2869225" y="0"/>
                </a:lnTo>
                <a:lnTo>
                  <a:pt x="2745534" y="0"/>
                </a:lnTo>
                <a:lnTo>
                  <a:pt x="2745534" y="15519"/>
                </a:lnTo>
                <a:close/>
                <a:moveTo>
                  <a:pt x="4969200" y="15519"/>
                </a:moveTo>
                <a:lnTo>
                  <a:pt x="5092892" y="15519"/>
                </a:lnTo>
                <a:lnTo>
                  <a:pt x="5092892" y="0"/>
                </a:lnTo>
                <a:lnTo>
                  <a:pt x="4969200" y="0"/>
                </a:lnTo>
                <a:lnTo>
                  <a:pt x="4969200" y="15519"/>
                </a:lnTo>
                <a:close/>
                <a:moveTo>
                  <a:pt x="2930839" y="0"/>
                </a:moveTo>
                <a:lnTo>
                  <a:pt x="2930839" y="15519"/>
                </a:lnTo>
                <a:lnTo>
                  <a:pt x="3054531" y="15519"/>
                </a:lnTo>
                <a:lnTo>
                  <a:pt x="3054531" y="0"/>
                </a:lnTo>
                <a:lnTo>
                  <a:pt x="2930839" y="0"/>
                </a:lnTo>
                <a:close/>
                <a:moveTo>
                  <a:pt x="4783895" y="15519"/>
                </a:moveTo>
                <a:lnTo>
                  <a:pt x="4907586" y="15519"/>
                </a:lnTo>
                <a:lnTo>
                  <a:pt x="4907586" y="0"/>
                </a:lnTo>
                <a:lnTo>
                  <a:pt x="4783895" y="0"/>
                </a:lnTo>
                <a:lnTo>
                  <a:pt x="4783895" y="15519"/>
                </a:lnTo>
                <a:close/>
                <a:moveTo>
                  <a:pt x="3116145" y="15519"/>
                </a:moveTo>
                <a:lnTo>
                  <a:pt x="3239836" y="15519"/>
                </a:lnTo>
                <a:lnTo>
                  <a:pt x="3239836" y="0"/>
                </a:lnTo>
                <a:lnTo>
                  <a:pt x="3116145" y="0"/>
                </a:lnTo>
                <a:lnTo>
                  <a:pt x="3116145" y="15519"/>
                </a:lnTo>
                <a:close/>
                <a:moveTo>
                  <a:pt x="4598589" y="0"/>
                </a:moveTo>
                <a:lnTo>
                  <a:pt x="4598589" y="15519"/>
                </a:lnTo>
                <a:lnTo>
                  <a:pt x="4722281" y="15519"/>
                </a:lnTo>
                <a:lnTo>
                  <a:pt x="4722281" y="0"/>
                </a:lnTo>
                <a:lnTo>
                  <a:pt x="4598589" y="0"/>
                </a:lnTo>
                <a:close/>
                <a:moveTo>
                  <a:pt x="3301450" y="15519"/>
                </a:moveTo>
                <a:lnTo>
                  <a:pt x="3425142" y="15519"/>
                </a:lnTo>
                <a:lnTo>
                  <a:pt x="3425142" y="0"/>
                </a:lnTo>
                <a:lnTo>
                  <a:pt x="3301450" y="0"/>
                </a:lnTo>
                <a:lnTo>
                  <a:pt x="3301450" y="15519"/>
                </a:lnTo>
                <a:close/>
                <a:moveTo>
                  <a:pt x="4413284" y="15519"/>
                </a:moveTo>
                <a:lnTo>
                  <a:pt x="4536975" y="15519"/>
                </a:lnTo>
                <a:lnTo>
                  <a:pt x="4536975" y="0"/>
                </a:lnTo>
                <a:lnTo>
                  <a:pt x="4413284" y="0"/>
                </a:lnTo>
                <a:lnTo>
                  <a:pt x="4413284" y="15519"/>
                </a:lnTo>
                <a:close/>
                <a:moveTo>
                  <a:pt x="3486756" y="15519"/>
                </a:moveTo>
                <a:lnTo>
                  <a:pt x="3610447" y="15519"/>
                </a:lnTo>
                <a:lnTo>
                  <a:pt x="3610447" y="0"/>
                </a:lnTo>
                <a:lnTo>
                  <a:pt x="3486756" y="0"/>
                </a:lnTo>
                <a:lnTo>
                  <a:pt x="3486756" y="15519"/>
                </a:lnTo>
                <a:close/>
                <a:moveTo>
                  <a:pt x="4227978" y="15519"/>
                </a:moveTo>
                <a:lnTo>
                  <a:pt x="4351669" y="15519"/>
                </a:lnTo>
                <a:lnTo>
                  <a:pt x="4351669" y="0"/>
                </a:lnTo>
                <a:lnTo>
                  <a:pt x="4227978" y="0"/>
                </a:lnTo>
                <a:lnTo>
                  <a:pt x="4227978" y="15519"/>
                </a:lnTo>
                <a:close/>
                <a:moveTo>
                  <a:pt x="3672061" y="15519"/>
                </a:moveTo>
                <a:lnTo>
                  <a:pt x="3795753" y="15519"/>
                </a:lnTo>
                <a:lnTo>
                  <a:pt x="3795753" y="0"/>
                </a:lnTo>
                <a:lnTo>
                  <a:pt x="3672061" y="0"/>
                </a:lnTo>
                <a:lnTo>
                  <a:pt x="3672061" y="15519"/>
                </a:lnTo>
                <a:close/>
                <a:moveTo>
                  <a:pt x="4042672" y="15519"/>
                </a:moveTo>
                <a:lnTo>
                  <a:pt x="4166364" y="15519"/>
                </a:lnTo>
                <a:lnTo>
                  <a:pt x="4166364" y="0"/>
                </a:lnTo>
                <a:lnTo>
                  <a:pt x="4042672" y="0"/>
                </a:lnTo>
                <a:lnTo>
                  <a:pt x="4042672" y="15519"/>
                </a:lnTo>
                <a:close/>
                <a:moveTo>
                  <a:pt x="3857367" y="0"/>
                </a:moveTo>
                <a:lnTo>
                  <a:pt x="3857367" y="15519"/>
                </a:lnTo>
                <a:lnTo>
                  <a:pt x="3981058" y="15519"/>
                </a:lnTo>
                <a:lnTo>
                  <a:pt x="3981058" y="0"/>
                </a:lnTo>
                <a:lnTo>
                  <a:pt x="3857367" y="0"/>
                </a:lnTo>
                <a:close/>
                <a:moveTo>
                  <a:pt x="4132777" y="3079547"/>
                </a:moveTo>
                <a:lnTo>
                  <a:pt x="4009317" y="3079547"/>
                </a:lnTo>
                <a:lnTo>
                  <a:pt x="4009317" y="3094834"/>
                </a:lnTo>
                <a:lnTo>
                  <a:pt x="4132777" y="3094834"/>
                </a:lnTo>
                <a:lnTo>
                  <a:pt x="4132777" y="3079547"/>
                </a:lnTo>
                <a:close/>
                <a:moveTo>
                  <a:pt x="3947472" y="3079547"/>
                </a:moveTo>
                <a:lnTo>
                  <a:pt x="3824012" y="3079547"/>
                </a:lnTo>
                <a:lnTo>
                  <a:pt x="3824012" y="3094834"/>
                </a:lnTo>
                <a:lnTo>
                  <a:pt x="3947472" y="3094834"/>
                </a:lnTo>
                <a:lnTo>
                  <a:pt x="3947472" y="3079547"/>
                </a:lnTo>
                <a:close/>
                <a:moveTo>
                  <a:pt x="4318083" y="3094834"/>
                </a:moveTo>
                <a:lnTo>
                  <a:pt x="4318083" y="3079547"/>
                </a:lnTo>
                <a:lnTo>
                  <a:pt x="4194623" y="3079547"/>
                </a:lnTo>
                <a:lnTo>
                  <a:pt x="4194623" y="3094834"/>
                </a:lnTo>
                <a:lnTo>
                  <a:pt x="4318083" y="3094834"/>
                </a:lnTo>
                <a:close/>
                <a:moveTo>
                  <a:pt x="3762166" y="3079547"/>
                </a:moveTo>
                <a:lnTo>
                  <a:pt x="3638706" y="3079547"/>
                </a:lnTo>
                <a:lnTo>
                  <a:pt x="3638706" y="3094834"/>
                </a:lnTo>
                <a:lnTo>
                  <a:pt x="3762166" y="3094834"/>
                </a:lnTo>
                <a:lnTo>
                  <a:pt x="3762166" y="3079547"/>
                </a:lnTo>
                <a:close/>
                <a:moveTo>
                  <a:pt x="4503388" y="3079547"/>
                </a:moveTo>
                <a:lnTo>
                  <a:pt x="4379929" y="3079547"/>
                </a:lnTo>
                <a:lnTo>
                  <a:pt x="4379929" y="3094834"/>
                </a:lnTo>
                <a:lnTo>
                  <a:pt x="4503388" y="3094834"/>
                </a:lnTo>
                <a:lnTo>
                  <a:pt x="4503388" y="3079547"/>
                </a:lnTo>
                <a:close/>
                <a:moveTo>
                  <a:pt x="3576861" y="3094834"/>
                </a:moveTo>
                <a:lnTo>
                  <a:pt x="3576861" y="3079547"/>
                </a:lnTo>
                <a:lnTo>
                  <a:pt x="3453401" y="3079547"/>
                </a:lnTo>
                <a:lnTo>
                  <a:pt x="3453401" y="3094834"/>
                </a:lnTo>
                <a:lnTo>
                  <a:pt x="3576861" y="3094834"/>
                </a:lnTo>
                <a:close/>
                <a:moveTo>
                  <a:pt x="4688694" y="3079547"/>
                </a:moveTo>
                <a:lnTo>
                  <a:pt x="4565234" y="3079547"/>
                </a:lnTo>
                <a:lnTo>
                  <a:pt x="4565234" y="3094834"/>
                </a:lnTo>
                <a:lnTo>
                  <a:pt x="4688694" y="3094834"/>
                </a:lnTo>
                <a:lnTo>
                  <a:pt x="4688694" y="3079547"/>
                </a:lnTo>
                <a:close/>
                <a:moveTo>
                  <a:pt x="3391555" y="3079547"/>
                </a:moveTo>
                <a:lnTo>
                  <a:pt x="3268095" y="3079547"/>
                </a:lnTo>
                <a:lnTo>
                  <a:pt x="3268095" y="3094834"/>
                </a:lnTo>
                <a:lnTo>
                  <a:pt x="3391555" y="3094834"/>
                </a:lnTo>
                <a:lnTo>
                  <a:pt x="3391555" y="3079547"/>
                </a:lnTo>
                <a:close/>
                <a:moveTo>
                  <a:pt x="4873999" y="3079547"/>
                </a:moveTo>
                <a:lnTo>
                  <a:pt x="4750540" y="3079547"/>
                </a:lnTo>
                <a:lnTo>
                  <a:pt x="4750540" y="3094834"/>
                </a:lnTo>
                <a:lnTo>
                  <a:pt x="4873999" y="3094834"/>
                </a:lnTo>
                <a:lnTo>
                  <a:pt x="4873999" y="3079547"/>
                </a:lnTo>
                <a:close/>
                <a:moveTo>
                  <a:pt x="3206249" y="3079547"/>
                </a:moveTo>
                <a:lnTo>
                  <a:pt x="3082790" y="3079547"/>
                </a:lnTo>
                <a:lnTo>
                  <a:pt x="3082790" y="3094834"/>
                </a:lnTo>
                <a:lnTo>
                  <a:pt x="3206249" y="3094834"/>
                </a:lnTo>
                <a:lnTo>
                  <a:pt x="3206249" y="3079547"/>
                </a:lnTo>
                <a:close/>
                <a:moveTo>
                  <a:pt x="5059305" y="3079547"/>
                </a:moveTo>
                <a:lnTo>
                  <a:pt x="4935845" y="3079547"/>
                </a:lnTo>
                <a:lnTo>
                  <a:pt x="4935845" y="3094834"/>
                </a:lnTo>
                <a:lnTo>
                  <a:pt x="5059305" y="3094834"/>
                </a:lnTo>
                <a:lnTo>
                  <a:pt x="5059305" y="3079547"/>
                </a:lnTo>
                <a:close/>
                <a:moveTo>
                  <a:pt x="3020944" y="3079547"/>
                </a:moveTo>
                <a:lnTo>
                  <a:pt x="2897484" y="3079547"/>
                </a:lnTo>
                <a:lnTo>
                  <a:pt x="2897484" y="3094834"/>
                </a:lnTo>
                <a:lnTo>
                  <a:pt x="3020944" y="3094834"/>
                </a:lnTo>
                <a:lnTo>
                  <a:pt x="3020944" y="3079547"/>
                </a:lnTo>
                <a:close/>
                <a:moveTo>
                  <a:pt x="5244611" y="3094834"/>
                </a:moveTo>
                <a:lnTo>
                  <a:pt x="5244611" y="3079547"/>
                </a:lnTo>
                <a:lnTo>
                  <a:pt x="5121151" y="3079547"/>
                </a:lnTo>
                <a:lnTo>
                  <a:pt x="5121151" y="3094834"/>
                </a:lnTo>
                <a:lnTo>
                  <a:pt x="5244611" y="3094834"/>
                </a:lnTo>
                <a:close/>
                <a:moveTo>
                  <a:pt x="5339811" y="15519"/>
                </a:moveTo>
                <a:lnTo>
                  <a:pt x="5463271" y="15519"/>
                </a:lnTo>
                <a:lnTo>
                  <a:pt x="5463271" y="0"/>
                </a:lnTo>
                <a:lnTo>
                  <a:pt x="5339811" y="0"/>
                </a:lnTo>
                <a:lnTo>
                  <a:pt x="5339811" y="15519"/>
                </a:lnTo>
                <a:close/>
                <a:moveTo>
                  <a:pt x="5525117" y="15519"/>
                </a:moveTo>
                <a:lnTo>
                  <a:pt x="5648577" y="15519"/>
                </a:lnTo>
                <a:lnTo>
                  <a:pt x="5648577" y="0"/>
                </a:lnTo>
                <a:lnTo>
                  <a:pt x="5525117" y="0"/>
                </a:lnTo>
                <a:lnTo>
                  <a:pt x="5525117" y="15519"/>
                </a:lnTo>
                <a:close/>
                <a:moveTo>
                  <a:pt x="5154506" y="0"/>
                </a:moveTo>
                <a:lnTo>
                  <a:pt x="5154506" y="15519"/>
                </a:lnTo>
                <a:lnTo>
                  <a:pt x="5277966" y="15519"/>
                </a:lnTo>
                <a:lnTo>
                  <a:pt x="5277966" y="0"/>
                </a:lnTo>
                <a:lnTo>
                  <a:pt x="5154506" y="0"/>
                </a:lnTo>
                <a:close/>
                <a:moveTo>
                  <a:pt x="5817205" y="0"/>
                </a:moveTo>
                <a:lnTo>
                  <a:pt x="5710422" y="0"/>
                </a:lnTo>
                <a:lnTo>
                  <a:pt x="5710422" y="15519"/>
                </a:lnTo>
                <a:lnTo>
                  <a:pt x="5816973" y="15519"/>
                </a:lnTo>
                <a:lnTo>
                  <a:pt x="5817205" y="15519"/>
                </a:lnTo>
                <a:lnTo>
                  <a:pt x="5822532" y="15519"/>
                </a:lnTo>
                <a:lnTo>
                  <a:pt x="5828555" y="15983"/>
                </a:lnTo>
                <a:lnTo>
                  <a:pt x="5828092" y="15983"/>
                </a:lnTo>
                <a:lnTo>
                  <a:pt x="5832956" y="16678"/>
                </a:lnTo>
                <a:lnTo>
                  <a:pt x="5834809" y="1158"/>
                </a:lnTo>
                <a:lnTo>
                  <a:pt x="5829945" y="695"/>
                </a:lnTo>
                <a:lnTo>
                  <a:pt x="5823459" y="232"/>
                </a:lnTo>
                <a:lnTo>
                  <a:pt x="5817205" y="0"/>
                </a:lnTo>
                <a:close/>
                <a:moveTo>
                  <a:pt x="5938580" y="98907"/>
                </a:moveTo>
                <a:lnTo>
                  <a:pt x="5937190" y="92884"/>
                </a:lnTo>
                <a:lnTo>
                  <a:pt x="5935569" y="87094"/>
                </a:lnTo>
                <a:lnTo>
                  <a:pt x="5933484" y="81303"/>
                </a:lnTo>
                <a:lnTo>
                  <a:pt x="5931399" y="75744"/>
                </a:lnTo>
                <a:lnTo>
                  <a:pt x="5928851" y="70184"/>
                </a:lnTo>
                <a:lnTo>
                  <a:pt x="5926072" y="64857"/>
                </a:lnTo>
                <a:lnTo>
                  <a:pt x="5923061" y="59529"/>
                </a:lnTo>
                <a:lnTo>
                  <a:pt x="5919818" y="54665"/>
                </a:lnTo>
                <a:lnTo>
                  <a:pt x="5916575" y="49801"/>
                </a:lnTo>
                <a:lnTo>
                  <a:pt x="5912869" y="44937"/>
                </a:lnTo>
                <a:lnTo>
                  <a:pt x="5908931" y="40536"/>
                </a:lnTo>
                <a:lnTo>
                  <a:pt x="5904762" y="36366"/>
                </a:lnTo>
                <a:lnTo>
                  <a:pt x="5900592" y="32197"/>
                </a:lnTo>
                <a:lnTo>
                  <a:pt x="5895960" y="28259"/>
                </a:lnTo>
                <a:lnTo>
                  <a:pt x="5894570" y="27101"/>
                </a:lnTo>
                <a:lnTo>
                  <a:pt x="5885073" y="39377"/>
                </a:lnTo>
                <a:lnTo>
                  <a:pt x="5886231" y="40304"/>
                </a:lnTo>
                <a:lnTo>
                  <a:pt x="5885999" y="40072"/>
                </a:lnTo>
                <a:lnTo>
                  <a:pt x="5890169" y="43778"/>
                </a:lnTo>
                <a:lnTo>
                  <a:pt x="5889937" y="43547"/>
                </a:lnTo>
                <a:lnTo>
                  <a:pt x="5894107" y="47253"/>
                </a:lnTo>
                <a:lnTo>
                  <a:pt x="5893643" y="47021"/>
                </a:lnTo>
                <a:lnTo>
                  <a:pt x="5897581" y="51191"/>
                </a:lnTo>
                <a:lnTo>
                  <a:pt x="5897349" y="50727"/>
                </a:lnTo>
                <a:lnTo>
                  <a:pt x="5901056" y="55128"/>
                </a:lnTo>
                <a:lnTo>
                  <a:pt x="5900824" y="54665"/>
                </a:lnTo>
                <a:lnTo>
                  <a:pt x="5904298" y="59066"/>
                </a:lnTo>
                <a:lnTo>
                  <a:pt x="5904067" y="58835"/>
                </a:lnTo>
                <a:lnTo>
                  <a:pt x="5907310" y="63467"/>
                </a:lnTo>
                <a:lnTo>
                  <a:pt x="5907078" y="63004"/>
                </a:lnTo>
                <a:lnTo>
                  <a:pt x="5910089" y="67868"/>
                </a:lnTo>
                <a:lnTo>
                  <a:pt x="5909858" y="67405"/>
                </a:lnTo>
                <a:lnTo>
                  <a:pt x="5912637" y="72269"/>
                </a:lnTo>
                <a:lnTo>
                  <a:pt x="5912406" y="72038"/>
                </a:lnTo>
                <a:lnTo>
                  <a:pt x="5914953" y="77133"/>
                </a:lnTo>
                <a:lnTo>
                  <a:pt x="5914953" y="76670"/>
                </a:lnTo>
                <a:lnTo>
                  <a:pt x="5917270" y="81766"/>
                </a:lnTo>
                <a:lnTo>
                  <a:pt x="5917038" y="81534"/>
                </a:lnTo>
                <a:lnTo>
                  <a:pt x="5919123" y="86862"/>
                </a:lnTo>
                <a:lnTo>
                  <a:pt x="5919123" y="86399"/>
                </a:lnTo>
                <a:lnTo>
                  <a:pt x="5920744" y="91726"/>
                </a:lnTo>
                <a:lnTo>
                  <a:pt x="5920744" y="91495"/>
                </a:lnTo>
                <a:lnTo>
                  <a:pt x="5922366" y="97054"/>
                </a:lnTo>
                <a:lnTo>
                  <a:pt x="5922134" y="96591"/>
                </a:lnTo>
                <a:lnTo>
                  <a:pt x="5923524" y="102150"/>
                </a:lnTo>
                <a:lnTo>
                  <a:pt x="5923524" y="101918"/>
                </a:lnTo>
                <a:lnTo>
                  <a:pt x="5924450" y="107477"/>
                </a:lnTo>
                <a:lnTo>
                  <a:pt x="5924450" y="107246"/>
                </a:lnTo>
                <a:lnTo>
                  <a:pt x="5925145" y="113036"/>
                </a:lnTo>
                <a:lnTo>
                  <a:pt x="5925145" y="112573"/>
                </a:lnTo>
                <a:lnTo>
                  <a:pt x="5925609" y="118364"/>
                </a:lnTo>
                <a:lnTo>
                  <a:pt x="5925609" y="123923"/>
                </a:lnTo>
                <a:lnTo>
                  <a:pt x="5925609" y="124155"/>
                </a:lnTo>
                <a:lnTo>
                  <a:pt x="5925609" y="143380"/>
                </a:lnTo>
                <a:lnTo>
                  <a:pt x="5941128" y="143380"/>
                </a:lnTo>
                <a:lnTo>
                  <a:pt x="5941128" y="123691"/>
                </a:lnTo>
                <a:lnTo>
                  <a:pt x="5940896" y="117437"/>
                </a:lnTo>
                <a:lnTo>
                  <a:pt x="5940433" y="111183"/>
                </a:lnTo>
                <a:lnTo>
                  <a:pt x="5939738" y="104929"/>
                </a:lnTo>
                <a:lnTo>
                  <a:pt x="5938580" y="98907"/>
                </a:lnTo>
                <a:close/>
                <a:moveTo>
                  <a:pt x="5941128" y="205226"/>
                </a:moveTo>
                <a:lnTo>
                  <a:pt x="5925609" y="205226"/>
                </a:lnTo>
                <a:lnTo>
                  <a:pt x="5925609" y="328686"/>
                </a:lnTo>
                <a:lnTo>
                  <a:pt x="5941128" y="328686"/>
                </a:lnTo>
                <a:lnTo>
                  <a:pt x="5941128" y="205226"/>
                </a:lnTo>
                <a:close/>
                <a:moveTo>
                  <a:pt x="5925609" y="390531"/>
                </a:moveTo>
                <a:lnTo>
                  <a:pt x="5925609" y="513991"/>
                </a:lnTo>
                <a:lnTo>
                  <a:pt x="5941128" y="513991"/>
                </a:lnTo>
                <a:lnTo>
                  <a:pt x="5941128" y="390531"/>
                </a:lnTo>
                <a:lnTo>
                  <a:pt x="5925609" y="390531"/>
                </a:lnTo>
                <a:close/>
                <a:moveTo>
                  <a:pt x="5925609" y="575837"/>
                </a:moveTo>
                <a:lnTo>
                  <a:pt x="5925609" y="699297"/>
                </a:lnTo>
                <a:lnTo>
                  <a:pt x="5941128" y="699297"/>
                </a:lnTo>
                <a:lnTo>
                  <a:pt x="5941128" y="575837"/>
                </a:lnTo>
                <a:lnTo>
                  <a:pt x="5925609" y="575837"/>
                </a:lnTo>
                <a:close/>
                <a:moveTo>
                  <a:pt x="5925609" y="761143"/>
                </a:moveTo>
                <a:lnTo>
                  <a:pt x="5925609" y="884602"/>
                </a:lnTo>
                <a:lnTo>
                  <a:pt x="5941128" y="884602"/>
                </a:lnTo>
                <a:lnTo>
                  <a:pt x="5941128" y="761143"/>
                </a:lnTo>
                <a:lnTo>
                  <a:pt x="5925609" y="761143"/>
                </a:lnTo>
                <a:close/>
                <a:moveTo>
                  <a:pt x="5925609" y="946448"/>
                </a:moveTo>
                <a:lnTo>
                  <a:pt x="5925609" y="1069908"/>
                </a:lnTo>
                <a:lnTo>
                  <a:pt x="5941128" y="1069908"/>
                </a:lnTo>
                <a:lnTo>
                  <a:pt x="5941128" y="946448"/>
                </a:lnTo>
                <a:lnTo>
                  <a:pt x="5925609" y="946448"/>
                </a:lnTo>
                <a:close/>
                <a:moveTo>
                  <a:pt x="5925609" y="1131754"/>
                </a:moveTo>
                <a:lnTo>
                  <a:pt x="5925609" y="1255214"/>
                </a:lnTo>
                <a:lnTo>
                  <a:pt x="5941128" y="1255214"/>
                </a:lnTo>
                <a:lnTo>
                  <a:pt x="5941128" y="1131754"/>
                </a:lnTo>
                <a:lnTo>
                  <a:pt x="5925609" y="1131754"/>
                </a:lnTo>
                <a:close/>
                <a:moveTo>
                  <a:pt x="5925609" y="1317059"/>
                </a:moveTo>
                <a:lnTo>
                  <a:pt x="5925609" y="1440519"/>
                </a:lnTo>
                <a:lnTo>
                  <a:pt x="5941128" y="1440519"/>
                </a:lnTo>
                <a:lnTo>
                  <a:pt x="5941128" y="1317059"/>
                </a:lnTo>
                <a:lnTo>
                  <a:pt x="5925609" y="1317059"/>
                </a:lnTo>
                <a:close/>
                <a:moveTo>
                  <a:pt x="5941128" y="1502365"/>
                </a:moveTo>
                <a:lnTo>
                  <a:pt x="5925609" y="1502365"/>
                </a:lnTo>
                <a:lnTo>
                  <a:pt x="5925609" y="1625825"/>
                </a:lnTo>
                <a:lnTo>
                  <a:pt x="5941128" y="1625825"/>
                </a:lnTo>
                <a:lnTo>
                  <a:pt x="5941128" y="1502365"/>
                </a:lnTo>
                <a:close/>
                <a:moveTo>
                  <a:pt x="5925609" y="1687670"/>
                </a:moveTo>
                <a:lnTo>
                  <a:pt x="5925609" y="1811130"/>
                </a:lnTo>
                <a:lnTo>
                  <a:pt x="5941128" y="1811130"/>
                </a:lnTo>
                <a:lnTo>
                  <a:pt x="5941128" y="1687670"/>
                </a:lnTo>
                <a:lnTo>
                  <a:pt x="5925609" y="1687670"/>
                </a:lnTo>
                <a:close/>
                <a:moveTo>
                  <a:pt x="5925609" y="1872976"/>
                </a:moveTo>
                <a:lnTo>
                  <a:pt x="5925609" y="1996436"/>
                </a:lnTo>
                <a:lnTo>
                  <a:pt x="5941128" y="1996436"/>
                </a:lnTo>
                <a:lnTo>
                  <a:pt x="5941128" y="1872976"/>
                </a:lnTo>
                <a:lnTo>
                  <a:pt x="5925609" y="1872976"/>
                </a:lnTo>
                <a:close/>
                <a:moveTo>
                  <a:pt x="5941128" y="2058282"/>
                </a:moveTo>
                <a:lnTo>
                  <a:pt x="5925609" y="2058282"/>
                </a:lnTo>
                <a:lnTo>
                  <a:pt x="5925609" y="2181741"/>
                </a:lnTo>
                <a:lnTo>
                  <a:pt x="5941128" y="2181741"/>
                </a:lnTo>
                <a:lnTo>
                  <a:pt x="5941128" y="2058282"/>
                </a:lnTo>
                <a:close/>
                <a:moveTo>
                  <a:pt x="5925609" y="2243587"/>
                </a:moveTo>
                <a:lnTo>
                  <a:pt x="5925609" y="2367047"/>
                </a:lnTo>
                <a:lnTo>
                  <a:pt x="5941128" y="2367047"/>
                </a:lnTo>
                <a:lnTo>
                  <a:pt x="5941128" y="2243587"/>
                </a:lnTo>
                <a:lnTo>
                  <a:pt x="5925609" y="2243587"/>
                </a:lnTo>
                <a:close/>
                <a:moveTo>
                  <a:pt x="5925609" y="2428893"/>
                </a:moveTo>
                <a:lnTo>
                  <a:pt x="5925609" y="2552352"/>
                </a:lnTo>
                <a:lnTo>
                  <a:pt x="5941128" y="2552352"/>
                </a:lnTo>
                <a:lnTo>
                  <a:pt x="5941128" y="2428893"/>
                </a:lnTo>
                <a:lnTo>
                  <a:pt x="5925609" y="2428893"/>
                </a:lnTo>
                <a:close/>
                <a:moveTo>
                  <a:pt x="5941128" y="2614198"/>
                </a:moveTo>
                <a:lnTo>
                  <a:pt x="5925609" y="2614198"/>
                </a:lnTo>
                <a:lnTo>
                  <a:pt x="5925609" y="2737658"/>
                </a:lnTo>
                <a:lnTo>
                  <a:pt x="5941128" y="2737658"/>
                </a:lnTo>
                <a:lnTo>
                  <a:pt x="5941128" y="2614198"/>
                </a:lnTo>
                <a:close/>
                <a:moveTo>
                  <a:pt x="5925609" y="2799504"/>
                </a:moveTo>
                <a:lnTo>
                  <a:pt x="5925609" y="2922964"/>
                </a:lnTo>
                <a:lnTo>
                  <a:pt x="5941128" y="2922964"/>
                </a:lnTo>
                <a:lnTo>
                  <a:pt x="5941128" y="2799504"/>
                </a:lnTo>
                <a:lnTo>
                  <a:pt x="5925609" y="2799504"/>
                </a:lnTo>
                <a:close/>
                <a:moveTo>
                  <a:pt x="5886463" y="3073756"/>
                </a:moveTo>
                <a:lnTo>
                  <a:pt x="5891327" y="3070282"/>
                </a:lnTo>
                <a:lnTo>
                  <a:pt x="5895960" y="3066575"/>
                </a:lnTo>
                <a:lnTo>
                  <a:pt x="5900592" y="3062638"/>
                </a:lnTo>
                <a:lnTo>
                  <a:pt x="5904762" y="3058468"/>
                </a:lnTo>
                <a:lnTo>
                  <a:pt x="5908931" y="3054299"/>
                </a:lnTo>
                <a:lnTo>
                  <a:pt x="5912869" y="3049898"/>
                </a:lnTo>
                <a:lnTo>
                  <a:pt x="5916575" y="3045034"/>
                </a:lnTo>
                <a:lnTo>
                  <a:pt x="5919818" y="3040169"/>
                </a:lnTo>
                <a:lnTo>
                  <a:pt x="5923061" y="3035305"/>
                </a:lnTo>
                <a:lnTo>
                  <a:pt x="5926072" y="3029978"/>
                </a:lnTo>
                <a:lnTo>
                  <a:pt x="5928851" y="3024650"/>
                </a:lnTo>
                <a:lnTo>
                  <a:pt x="5931399" y="3019091"/>
                </a:lnTo>
                <a:lnTo>
                  <a:pt x="5933484" y="3013532"/>
                </a:lnTo>
                <a:lnTo>
                  <a:pt x="5935569" y="3007741"/>
                </a:lnTo>
                <a:lnTo>
                  <a:pt x="5937190" y="3001950"/>
                </a:lnTo>
                <a:lnTo>
                  <a:pt x="5938580" y="2995928"/>
                </a:lnTo>
                <a:lnTo>
                  <a:pt x="5939738" y="2989905"/>
                </a:lnTo>
                <a:lnTo>
                  <a:pt x="5940201" y="2985736"/>
                </a:lnTo>
                <a:lnTo>
                  <a:pt x="5924914" y="2983883"/>
                </a:lnTo>
                <a:lnTo>
                  <a:pt x="5924450" y="2987589"/>
                </a:lnTo>
                <a:lnTo>
                  <a:pt x="5924450" y="2987357"/>
                </a:lnTo>
                <a:lnTo>
                  <a:pt x="5923524" y="2992916"/>
                </a:lnTo>
                <a:lnTo>
                  <a:pt x="5923524" y="2992685"/>
                </a:lnTo>
                <a:lnTo>
                  <a:pt x="5922134" y="2998244"/>
                </a:lnTo>
                <a:lnTo>
                  <a:pt x="5922366" y="2997781"/>
                </a:lnTo>
                <a:lnTo>
                  <a:pt x="5920744" y="3003340"/>
                </a:lnTo>
                <a:lnTo>
                  <a:pt x="5920744" y="3003108"/>
                </a:lnTo>
                <a:lnTo>
                  <a:pt x="5919123" y="3008436"/>
                </a:lnTo>
                <a:lnTo>
                  <a:pt x="5919123" y="3007973"/>
                </a:lnTo>
                <a:lnTo>
                  <a:pt x="5917038" y="3013300"/>
                </a:lnTo>
                <a:lnTo>
                  <a:pt x="5917270" y="3013068"/>
                </a:lnTo>
                <a:lnTo>
                  <a:pt x="5914953" y="3018164"/>
                </a:lnTo>
                <a:lnTo>
                  <a:pt x="5914953" y="3017701"/>
                </a:lnTo>
                <a:lnTo>
                  <a:pt x="5912406" y="3022797"/>
                </a:lnTo>
                <a:lnTo>
                  <a:pt x="5912637" y="3022565"/>
                </a:lnTo>
                <a:lnTo>
                  <a:pt x="5909858" y="3027430"/>
                </a:lnTo>
                <a:lnTo>
                  <a:pt x="5910089" y="3026966"/>
                </a:lnTo>
                <a:lnTo>
                  <a:pt x="5907078" y="3031831"/>
                </a:lnTo>
                <a:lnTo>
                  <a:pt x="5907310" y="3031367"/>
                </a:lnTo>
                <a:lnTo>
                  <a:pt x="5904067" y="3036000"/>
                </a:lnTo>
                <a:lnTo>
                  <a:pt x="5904298" y="3035768"/>
                </a:lnTo>
                <a:lnTo>
                  <a:pt x="5900824" y="3040169"/>
                </a:lnTo>
                <a:lnTo>
                  <a:pt x="5901056" y="3039706"/>
                </a:lnTo>
                <a:lnTo>
                  <a:pt x="5897349" y="3044107"/>
                </a:lnTo>
                <a:lnTo>
                  <a:pt x="5893643" y="3047813"/>
                </a:lnTo>
                <a:lnTo>
                  <a:pt x="5894107" y="3047582"/>
                </a:lnTo>
                <a:lnTo>
                  <a:pt x="5889937" y="3051288"/>
                </a:lnTo>
                <a:lnTo>
                  <a:pt x="5890169" y="3051056"/>
                </a:lnTo>
                <a:lnTo>
                  <a:pt x="5885999" y="3054762"/>
                </a:lnTo>
                <a:lnTo>
                  <a:pt x="5886231" y="3054531"/>
                </a:lnTo>
                <a:lnTo>
                  <a:pt x="5881830" y="3058005"/>
                </a:lnTo>
                <a:lnTo>
                  <a:pt x="5882293" y="3057773"/>
                </a:lnTo>
                <a:lnTo>
                  <a:pt x="5877661" y="3061016"/>
                </a:lnTo>
                <a:lnTo>
                  <a:pt x="5877892" y="3060785"/>
                </a:lnTo>
                <a:lnTo>
                  <a:pt x="5873260" y="3063796"/>
                </a:lnTo>
                <a:lnTo>
                  <a:pt x="5873491" y="3063564"/>
                </a:lnTo>
                <a:lnTo>
                  <a:pt x="5868627" y="3066344"/>
                </a:lnTo>
                <a:lnTo>
                  <a:pt x="5869090" y="3066344"/>
                </a:lnTo>
                <a:lnTo>
                  <a:pt x="5864458" y="3068660"/>
                </a:lnTo>
                <a:lnTo>
                  <a:pt x="5859411" y="3070854"/>
                </a:lnTo>
                <a:lnTo>
                  <a:pt x="5858435" y="3071440"/>
                </a:lnTo>
                <a:lnTo>
                  <a:pt x="5863994" y="3085801"/>
                </a:lnTo>
                <a:lnTo>
                  <a:pt x="5865384" y="3085106"/>
                </a:lnTo>
                <a:lnTo>
                  <a:pt x="5870943" y="3082558"/>
                </a:lnTo>
                <a:lnTo>
                  <a:pt x="5876271" y="3080010"/>
                </a:lnTo>
                <a:lnTo>
                  <a:pt x="5881367" y="3076999"/>
                </a:lnTo>
                <a:lnTo>
                  <a:pt x="5886463" y="3073756"/>
                </a:lnTo>
                <a:close/>
                <a:moveTo>
                  <a:pt x="5859593" y="3070745"/>
                </a:moveTo>
                <a:lnTo>
                  <a:pt x="5859130" y="3070976"/>
                </a:lnTo>
                <a:lnTo>
                  <a:pt x="5859411" y="3070854"/>
                </a:lnTo>
                <a:lnTo>
                  <a:pt x="5859593" y="3070745"/>
                </a:lnTo>
                <a:close/>
                <a:moveTo>
                  <a:pt x="5800527" y="3079547"/>
                </a:moveTo>
                <a:lnTo>
                  <a:pt x="5677067" y="3079547"/>
                </a:lnTo>
                <a:lnTo>
                  <a:pt x="5677067" y="3094834"/>
                </a:lnTo>
                <a:lnTo>
                  <a:pt x="5800527" y="3094834"/>
                </a:lnTo>
                <a:lnTo>
                  <a:pt x="5800527" y="3079547"/>
                </a:lnTo>
                <a:close/>
                <a:moveTo>
                  <a:pt x="5615222" y="3079547"/>
                </a:moveTo>
                <a:lnTo>
                  <a:pt x="5491762" y="3079547"/>
                </a:lnTo>
                <a:lnTo>
                  <a:pt x="5491762" y="3094834"/>
                </a:lnTo>
                <a:lnTo>
                  <a:pt x="5615222" y="3094834"/>
                </a:lnTo>
                <a:lnTo>
                  <a:pt x="5615222" y="3079547"/>
                </a:lnTo>
                <a:close/>
                <a:moveTo>
                  <a:pt x="5429916" y="3079547"/>
                </a:moveTo>
                <a:lnTo>
                  <a:pt x="5306456" y="3079547"/>
                </a:lnTo>
                <a:lnTo>
                  <a:pt x="5306456" y="3094834"/>
                </a:lnTo>
                <a:lnTo>
                  <a:pt x="5429916" y="3094834"/>
                </a:lnTo>
                <a:lnTo>
                  <a:pt x="5429916" y="3079547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c4eacdf7254d25"/>
          <a:stretch xmlns:a="http://schemas.openxmlformats.org/drawingml/2006/main"/>
        </p:blipFill>
        <p:spPr>
          <a:xfrm xmlns:a="http://schemas.openxmlformats.org/drawingml/2006/main">
            <a:off x="5627628" y="915400"/>
            <a:ext cx="3335500" cy="677208"/>
          </a:xfrm>
          <a:prstGeom xmlns:a="http://schemas.openxmlformats.org/drawingml/2006/main" prst="rect">
            <a:avLst/>
          </a:prstGeom>
        </p:spPr>
      </p:pic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1C6C1D-99D7-4DEF-A4B1-AB9DDCB9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3955" y="962619"/>
            <a:ext cx="3240994" cy="583944"/>
          </a:xfrm>
          <a:custGeom xmlns:a="http://schemas.openxmlformats.org/drawingml/2006/main">
            <a:pathLst>
              <a:path w="3240994" h="583944" fill="none">
                <a:moveTo>
                  <a:pt x="85935" y="583944"/>
                </a:moveTo>
                <a:lnTo>
                  <a:pt x="3155059" y="583944"/>
                </a:lnTo>
                <a:cubicBezTo>
                  <a:pt x="3202543" y="583944"/>
                  <a:pt x="3240994" y="545493"/>
                  <a:pt x="3240994" y="498009"/>
                </a:cubicBezTo>
                <a:lnTo>
                  <a:pt x="3240994" y="86167"/>
                </a:lnTo>
                <a:cubicBezTo>
                  <a:pt x="3240994" y="38683"/>
                  <a:pt x="3202543" y="0"/>
                  <a:pt x="3155059" y="0"/>
                </a:cubicBezTo>
                <a:lnTo>
                  <a:pt x="85935" y="0"/>
                </a:lnTo>
                <a:cubicBezTo>
                  <a:pt x="38451" y="0"/>
                  <a:pt x="0" y="38683"/>
                  <a:pt x="0" y="86167"/>
                </a:cubicBezTo>
                <a:lnTo>
                  <a:pt x="0" y="498009"/>
                </a:lnTo>
                <a:cubicBezTo>
                  <a:pt x="0" y="545493"/>
                  <a:pt x="38451" y="583944"/>
                  <a:pt x="85935" y="5839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582" cap="sq">
            <a:solidFill>
              <a:srgbClr val="000000"/>
            </a:solidFill>
            <a:miter/>
          </a:ln>
        </p:spPr>
      </p:sp>
      <p:sp>
        <p:nvSpPr>
          <p:cNvPr id="28" name="Text Byreducingthepurityofitssilver,theempire">
            <a:extLst xmlns:a="http://schemas.openxmlformats.org/drawingml/2006/main">
              <a:ext uri="{FF2B5EF4-FFF2-40B4-BE49-F238E27FC236}">
                <a16:creationId xmlns:a16="http://schemas.microsoft.com/office/drawing/2014/main" id="{A017948F-78A1-425A-A61D-6D65848B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955" y="1038801"/>
            <a:ext cx="2949520" cy="130564"/>
          </a:xfrm>
          <a:custGeom xmlns:a="http://schemas.openxmlformats.org/drawingml/2006/main">
            <a:pathLst>
              <a:path w="2949520" h="130564">
                <a:moveTo>
                  <a:pt x="0" y="101248"/>
                </a:moveTo>
                <a:lnTo>
                  <a:pt x="0" y="1764"/>
                </a:lnTo>
                <a:lnTo>
                  <a:pt x="37324" y="1764"/>
                </a:lnTo>
                <a:cubicBezTo>
                  <a:pt x="44924" y="1764"/>
                  <a:pt x="51020" y="2771"/>
                  <a:pt x="55612" y="4784"/>
                </a:cubicBezTo>
                <a:cubicBezTo>
                  <a:pt x="60204" y="6797"/>
                  <a:pt x="63801" y="9896"/>
                  <a:pt x="66402" y="14081"/>
                </a:cubicBezTo>
                <a:cubicBezTo>
                  <a:pt x="69003" y="18266"/>
                  <a:pt x="70304" y="22643"/>
                  <a:pt x="70304" y="27212"/>
                </a:cubicBezTo>
                <a:cubicBezTo>
                  <a:pt x="70304" y="31465"/>
                  <a:pt x="69150" y="35469"/>
                  <a:pt x="66843" y="39224"/>
                </a:cubicBezTo>
                <a:cubicBezTo>
                  <a:pt x="64536" y="42979"/>
                  <a:pt x="61052" y="46010"/>
                  <a:pt x="56392" y="48317"/>
                </a:cubicBezTo>
                <a:cubicBezTo>
                  <a:pt x="62409" y="50081"/>
                  <a:pt x="67035" y="53090"/>
                  <a:pt x="70270" y="57342"/>
                </a:cubicBezTo>
                <a:cubicBezTo>
                  <a:pt x="73505" y="61595"/>
                  <a:pt x="75122" y="66617"/>
                  <a:pt x="75122" y="72408"/>
                </a:cubicBezTo>
                <a:cubicBezTo>
                  <a:pt x="75122" y="77067"/>
                  <a:pt x="74138" y="81399"/>
                  <a:pt x="72170" y="85403"/>
                </a:cubicBezTo>
                <a:cubicBezTo>
                  <a:pt x="70202" y="89407"/>
                  <a:pt x="67770" y="92494"/>
                  <a:pt x="64875" y="94666"/>
                </a:cubicBezTo>
                <a:cubicBezTo>
                  <a:pt x="61980" y="96838"/>
                  <a:pt x="58349" y="98478"/>
                  <a:pt x="53983" y="99586"/>
                </a:cubicBezTo>
                <a:cubicBezTo>
                  <a:pt x="49618" y="100694"/>
                  <a:pt x="44268" y="101248"/>
                  <a:pt x="37934" y="101248"/>
                </a:cubicBezTo>
                <a:lnTo>
                  <a:pt x="0" y="101248"/>
                </a:lnTo>
                <a:moveTo>
                  <a:pt x="13165" y="43567"/>
                </a:moveTo>
                <a:lnTo>
                  <a:pt x="34677" y="43567"/>
                </a:lnTo>
                <a:cubicBezTo>
                  <a:pt x="40513" y="43567"/>
                  <a:pt x="44698" y="43182"/>
                  <a:pt x="47231" y="42413"/>
                </a:cubicBezTo>
                <a:cubicBezTo>
                  <a:pt x="50579" y="41418"/>
                  <a:pt x="53101" y="39766"/>
                  <a:pt x="54798" y="37459"/>
                </a:cubicBezTo>
                <a:cubicBezTo>
                  <a:pt x="56494" y="35152"/>
                  <a:pt x="57342" y="32257"/>
                  <a:pt x="57342" y="28773"/>
                </a:cubicBezTo>
                <a:cubicBezTo>
                  <a:pt x="57342" y="25470"/>
                  <a:pt x="56551" y="22564"/>
                  <a:pt x="54967" y="20053"/>
                </a:cubicBezTo>
                <a:cubicBezTo>
                  <a:pt x="53384" y="17542"/>
                  <a:pt x="51122" y="15823"/>
                  <a:pt x="48181" y="14895"/>
                </a:cubicBezTo>
                <a:cubicBezTo>
                  <a:pt x="45241" y="13968"/>
                  <a:pt x="40196" y="13504"/>
                  <a:pt x="33048" y="13504"/>
                </a:cubicBezTo>
                <a:lnTo>
                  <a:pt x="13165" y="13504"/>
                </a:lnTo>
                <a:lnTo>
                  <a:pt x="13165" y="43567"/>
                </a:lnTo>
                <a:moveTo>
                  <a:pt x="13165" y="89509"/>
                </a:moveTo>
                <a:lnTo>
                  <a:pt x="37934" y="89509"/>
                </a:lnTo>
                <a:cubicBezTo>
                  <a:pt x="42187" y="89509"/>
                  <a:pt x="45173" y="89350"/>
                  <a:pt x="46892" y="89034"/>
                </a:cubicBezTo>
                <a:cubicBezTo>
                  <a:pt x="49923" y="88491"/>
                  <a:pt x="52456" y="87586"/>
                  <a:pt x="54492" y="86319"/>
                </a:cubicBezTo>
                <a:cubicBezTo>
                  <a:pt x="56528" y="85052"/>
                  <a:pt x="58202" y="83209"/>
                  <a:pt x="59514" y="80788"/>
                </a:cubicBezTo>
                <a:cubicBezTo>
                  <a:pt x="60826" y="78368"/>
                  <a:pt x="61482" y="75574"/>
                  <a:pt x="61482" y="72408"/>
                </a:cubicBezTo>
                <a:cubicBezTo>
                  <a:pt x="61482" y="68698"/>
                  <a:pt x="60532" y="65474"/>
                  <a:pt x="58632" y="62737"/>
                </a:cubicBezTo>
                <a:cubicBezTo>
                  <a:pt x="56732" y="60000"/>
                  <a:pt x="54096" y="58078"/>
                  <a:pt x="50726" y="56969"/>
                </a:cubicBezTo>
                <a:cubicBezTo>
                  <a:pt x="47356" y="55861"/>
                  <a:pt x="42504" y="55307"/>
                  <a:pt x="36170" y="55307"/>
                </a:cubicBezTo>
                <a:lnTo>
                  <a:pt x="13165" y="55307"/>
                </a:lnTo>
                <a:lnTo>
                  <a:pt x="13165" y="89509"/>
                </a:lnTo>
                <a:close/>
                <a:moveTo>
                  <a:pt x="90999" y="129071"/>
                </a:moveTo>
                <a:lnTo>
                  <a:pt x="89642" y="117603"/>
                </a:lnTo>
                <a:cubicBezTo>
                  <a:pt x="92311" y="118327"/>
                  <a:pt x="94641" y="118689"/>
                  <a:pt x="96632" y="118689"/>
                </a:cubicBezTo>
                <a:cubicBezTo>
                  <a:pt x="99346" y="118689"/>
                  <a:pt x="101517" y="118231"/>
                  <a:pt x="103146" y="117315"/>
                </a:cubicBezTo>
                <a:cubicBezTo>
                  <a:pt x="104775" y="116400"/>
                  <a:pt x="106109" y="115118"/>
                  <a:pt x="107150" y="113470"/>
                </a:cubicBezTo>
                <a:cubicBezTo>
                  <a:pt x="107919" y="112234"/>
                  <a:pt x="109163" y="109168"/>
                  <a:pt x="110882" y="104270"/>
                </a:cubicBezTo>
                <a:cubicBezTo>
                  <a:pt x="111109" y="103583"/>
                  <a:pt x="111470" y="102576"/>
                  <a:pt x="111968" y="101248"/>
                </a:cubicBezTo>
                <a:lnTo>
                  <a:pt x="84620" y="29180"/>
                </a:lnTo>
                <a:lnTo>
                  <a:pt x="97785" y="29180"/>
                </a:lnTo>
                <a:lnTo>
                  <a:pt x="112782" y="70817"/>
                </a:lnTo>
                <a:cubicBezTo>
                  <a:pt x="114728" y="76099"/>
                  <a:pt x="116470" y="81651"/>
                  <a:pt x="118008" y="87473"/>
                </a:cubicBezTo>
                <a:cubicBezTo>
                  <a:pt x="119410" y="81876"/>
                  <a:pt x="121084" y="76414"/>
                  <a:pt x="123029" y="71089"/>
                </a:cubicBezTo>
                <a:lnTo>
                  <a:pt x="138434" y="29180"/>
                </a:lnTo>
                <a:lnTo>
                  <a:pt x="150649" y="29180"/>
                </a:lnTo>
                <a:lnTo>
                  <a:pt x="123233" y="102519"/>
                </a:lnTo>
                <a:cubicBezTo>
                  <a:pt x="120292" y="110442"/>
                  <a:pt x="118008" y="115897"/>
                  <a:pt x="116379" y="118884"/>
                </a:cubicBezTo>
                <a:cubicBezTo>
                  <a:pt x="114207" y="122913"/>
                  <a:pt x="111719" y="125867"/>
                  <a:pt x="108914" y="127746"/>
                </a:cubicBezTo>
                <a:cubicBezTo>
                  <a:pt x="106109" y="129625"/>
                  <a:pt x="102762" y="130564"/>
                  <a:pt x="98871" y="130564"/>
                </a:cubicBezTo>
                <a:cubicBezTo>
                  <a:pt x="96518" y="130564"/>
                  <a:pt x="93894" y="130067"/>
                  <a:pt x="90999" y="129071"/>
                </a:cubicBezTo>
                <a:close/>
                <a:moveTo>
                  <a:pt x="218876" y="101248"/>
                </a:moveTo>
                <a:lnTo>
                  <a:pt x="199807" y="101248"/>
                </a:lnTo>
                <a:lnTo>
                  <a:pt x="199807" y="29180"/>
                </a:lnTo>
                <a:lnTo>
                  <a:pt x="217518" y="29180"/>
                </a:lnTo>
                <a:lnTo>
                  <a:pt x="217518" y="39427"/>
                </a:lnTo>
                <a:cubicBezTo>
                  <a:pt x="220549" y="34586"/>
                  <a:pt x="223275" y="31397"/>
                  <a:pt x="225696" y="29859"/>
                </a:cubicBezTo>
                <a:cubicBezTo>
                  <a:pt x="228116" y="28321"/>
                  <a:pt x="230864" y="27552"/>
                  <a:pt x="233941" y="27552"/>
                </a:cubicBezTo>
                <a:cubicBezTo>
                  <a:pt x="238284" y="27552"/>
                  <a:pt x="242469" y="28750"/>
                  <a:pt x="246495" y="31148"/>
                </a:cubicBezTo>
                <a:lnTo>
                  <a:pt x="240591" y="47774"/>
                </a:lnTo>
                <a:cubicBezTo>
                  <a:pt x="237379" y="45693"/>
                  <a:pt x="234393" y="44652"/>
                  <a:pt x="231633" y="44652"/>
                </a:cubicBezTo>
                <a:cubicBezTo>
                  <a:pt x="228964" y="44652"/>
                  <a:pt x="226702" y="45388"/>
                  <a:pt x="224847" y="46858"/>
                </a:cubicBezTo>
                <a:cubicBezTo>
                  <a:pt x="222992" y="48328"/>
                  <a:pt x="221533" y="50986"/>
                  <a:pt x="220470" y="54832"/>
                </a:cubicBezTo>
                <a:cubicBezTo>
                  <a:pt x="219407" y="58677"/>
                  <a:pt x="218876" y="66730"/>
                  <a:pt x="218876" y="78990"/>
                </a:cubicBezTo>
                <a:lnTo>
                  <a:pt x="218876" y="101248"/>
                </a:lnTo>
                <a:close/>
                <a:moveTo>
                  <a:pt x="296418" y="78312"/>
                </a:moveTo>
                <a:lnTo>
                  <a:pt x="315420" y="81569"/>
                </a:lnTo>
                <a:cubicBezTo>
                  <a:pt x="312977" y="88513"/>
                  <a:pt x="309120" y="93801"/>
                  <a:pt x="303849" y="97431"/>
                </a:cubicBezTo>
                <a:cubicBezTo>
                  <a:pt x="298579" y="101062"/>
                  <a:pt x="291985" y="102877"/>
                  <a:pt x="284068" y="102877"/>
                </a:cubicBezTo>
                <a:cubicBezTo>
                  <a:pt x="271536" y="102877"/>
                  <a:pt x="262262" y="98783"/>
                  <a:pt x="256245" y="90594"/>
                </a:cubicBezTo>
                <a:cubicBezTo>
                  <a:pt x="251495" y="84034"/>
                  <a:pt x="249119" y="75755"/>
                  <a:pt x="249119" y="65757"/>
                </a:cubicBezTo>
                <a:cubicBezTo>
                  <a:pt x="249119" y="53814"/>
                  <a:pt x="252241" y="44460"/>
                  <a:pt x="258484" y="37697"/>
                </a:cubicBezTo>
                <a:cubicBezTo>
                  <a:pt x="264727" y="30933"/>
                  <a:pt x="272622" y="27552"/>
                  <a:pt x="282168" y="27552"/>
                </a:cubicBezTo>
                <a:cubicBezTo>
                  <a:pt x="292890" y="27552"/>
                  <a:pt x="301350" y="31092"/>
                  <a:pt x="307548" y="38172"/>
                </a:cubicBezTo>
                <a:cubicBezTo>
                  <a:pt x="313746" y="45252"/>
                  <a:pt x="316709" y="56098"/>
                  <a:pt x="316437" y="70711"/>
                </a:cubicBezTo>
                <a:lnTo>
                  <a:pt x="268663" y="70711"/>
                </a:lnTo>
                <a:cubicBezTo>
                  <a:pt x="268799" y="76366"/>
                  <a:pt x="270337" y="80766"/>
                  <a:pt x="273278" y="83910"/>
                </a:cubicBezTo>
                <a:cubicBezTo>
                  <a:pt x="276219" y="87054"/>
                  <a:pt x="279883" y="88626"/>
                  <a:pt x="284271" y="88626"/>
                </a:cubicBezTo>
                <a:cubicBezTo>
                  <a:pt x="287257" y="88626"/>
                  <a:pt x="289768" y="87812"/>
                  <a:pt x="291804" y="86183"/>
                </a:cubicBezTo>
                <a:cubicBezTo>
                  <a:pt x="293840" y="84555"/>
                  <a:pt x="295378" y="81931"/>
                  <a:pt x="296418" y="78312"/>
                </a:cubicBezTo>
                <a:moveTo>
                  <a:pt x="297504" y="59039"/>
                </a:moveTo>
                <a:cubicBezTo>
                  <a:pt x="297369" y="53542"/>
                  <a:pt x="295943" y="49363"/>
                  <a:pt x="293229" y="46502"/>
                </a:cubicBezTo>
                <a:cubicBezTo>
                  <a:pt x="290515" y="43640"/>
                  <a:pt x="287212" y="42209"/>
                  <a:pt x="283321" y="42209"/>
                </a:cubicBezTo>
                <a:cubicBezTo>
                  <a:pt x="279159" y="42209"/>
                  <a:pt x="275721" y="43719"/>
                  <a:pt x="273006" y="46737"/>
                </a:cubicBezTo>
                <a:cubicBezTo>
                  <a:pt x="270292" y="49757"/>
                  <a:pt x="268957" y="53858"/>
                  <a:pt x="269003" y="59039"/>
                </a:cubicBezTo>
                <a:lnTo>
                  <a:pt x="297504" y="59039"/>
                </a:lnTo>
                <a:close/>
                <a:moveTo>
                  <a:pt x="398053" y="101248"/>
                </a:moveTo>
                <a:lnTo>
                  <a:pt x="380341" y="101248"/>
                </a:lnTo>
                <a:lnTo>
                  <a:pt x="380341" y="90662"/>
                </a:lnTo>
                <a:cubicBezTo>
                  <a:pt x="377400" y="94779"/>
                  <a:pt x="373928" y="97844"/>
                  <a:pt x="369924" y="99857"/>
                </a:cubicBezTo>
                <a:cubicBezTo>
                  <a:pt x="365921" y="101871"/>
                  <a:pt x="361883" y="102877"/>
                  <a:pt x="357811" y="102877"/>
                </a:cubicBezTo>
                <a:cubicBezTo>
                  <a:pt x="349532" y="102877"/>
                  <a:pt x="342441" y="99541"/>
                  <a:pt x="336537" y="92868"/>
                </a:cubicBezTo>
                <a:cubicBezTo>
                  <a:pt x="330633" y="86195"/>
                  <a:pt x="327681" y="76886"/>
                  <a:pt x="327681" y="64943"/>
                </a:cubicBezTo>
                <a:cubicBezTo>
                  <a:pt x="327681" y="52728"/>
                  <a:pt x="330554" y="43442"/>
                  <a:pt x="336299" y="37086"/>
                </a:cubicBezTo>
                <a:cubicBezTo>
                  <a:pt x="342045" y="30730"/>
                  <a:pt x="349306" y="27552"/>
                  <a:pt x="358083" y="27552"/>
                </a:cubicBezTo>
                <a:cubicBezTo>
                  <a:pt x="366136" y="27552"/>
                  <a:pt x="373103" y="30899"/>
                  <a:pt x="378984" y="37595"/>
                </a:cubicBezTo>
                <a:lnTo>
                  <a:pt x="378984" y="1764"/>
                </a:lnTo>
                <a:lnTo>
                  <a:pt x="398053" y="1764"/>
                </a:lnTo>
                <a:lnTo>
                  <a:pt x="398053" y="101248"/>
                </a:lnTo>
                <a:moveTo>
                  <a:pt x="347157" y="63690"/>
                </a:moveTo>
                <a:cubicBezTo>
                  <a:pt x="347157" y="71369"/>
                  <a:pt x="348220" y="76925"/>
                  <a:pt x="350347" y="80358"/>
                </a:cubicBezTo>
                <a:cubicBezTo>
                  <a:pt x="353423" y="85327"/>
                  <a:pt x="357721" y="87812"/>
                  <a:pt x="363240" y="87812"/>
                </a:cubicBezTo>
                <a:cubicBezTo>
                  <a:pt x="367628" y="87812"/>
                  <a:pt x="371361" y="85949"/>
                  <a:pt x="374437" y="82222"/>
                </a:cubicBezTo>
                <a:cubicBezTo>
                  <a:pt x="377514" y="78495"/>
                  <a:pt x="379052" y="72928"/>
                  <a:pt x="379052" y="65520"/>
                </a:cubicBezTo>
                <a:cubicBezTo>
                  <a:pt x="379052" y="57252"/>
                  <a:pt x="377559" y="51300"/>
                  <a:pt x="374573" y="47664"/>
                </a:cubicBezTo>
                <a:cubicBezTo>
                  <a:pt x="371587" y="44028"/>
                  <a:pt x="367764" y="42209"/>
                  <a:pt x="363104" y="42209"/>
                </a:cubicBezTo>
                <a:cubicBezTo>
                  <a:pt x="358580" y="42209"/>
                  <a:pt x="354791" y="44005"/>
                  <a:pt x="351738" y="47596"/>
                </a:cubicBezTo>
                <a:cubicBezTo>
                  <a:pt x="348684" y="51187"/>
                  <a:pt x="347157" y="56551"/>
                  <a:pt x="347157" y="63690"/>
                </a:cubicBezTo>
                <a:close/>
                <a:moveTo>
                  <a:pt x="464400" y="101248"/>
                </a:moveTo>
                <a:lnTo>
                  <a:pt x="464400" y="90459"/>
                </a:lnTo>
                <a:cubicBezTo>
                  <a:pt x="461776" y="94304"/>
                  <a:pt x="458327" y="97335"/>
                  <a:pt x="454051" y="99552"/>
                </a:cubicBezTo>
                <a:cubicBezTo>
                  <a:pt x="449776" y="101769"/>
                  <a:pt x="445263" y="102877"/>
                  <a:pt x="440513" y="102877"/>
                </a:cubicBezTo>
                <a:cubicBezTo>
                  <a:pt x="435672" y="102877"/>
                  <a:pt x="431329" y="101814"/>
                  <a:pt x="427484" y="99688"/>
                </a:cubicBezTo>
                <a:cubicBezTo>
                  <a:pt x="423638" y="97561"/>
                  <a:pt x="420856" y="94576"/>
                  <a:pt x="419137" y="90730"/>
                </a:cubicBezTo>
                <a:cubicBezTo>
                  <a:pt x="417418" y="86885"/>
                  <a:pt x="416558" y="81569"/>
                  <a:pt x="416558" y="74783"/>
                </a:cubicBezTo>
                <a:lnTo>
                  <a:pt x="416558" y="29180"/>
                </a:lnTo>
                <a:lnTo>
                  <a:pt x="435627" y="29180"/>
                </a:lnTo>
                <a:lnTo>
                  <a:pt x="435627" y="62220"/>
                </a:lnTo>
                <a:cubicBezTo>
                  <a:pt x="435627" y="72331"/>
                  <a:pt x="435978" y="78526"/>
                  <a:pt x="436679" y="80805"/>
                </a:cubicBezTo>
                <a:cubicBezTo>
                  <a:pt x="437380" y="83084"/>
                  <a:pt x="438658" y="84890"/>
                  <a:pt x="440513" y="86222"/>
                </a:cubicBezTo>
                <a:cubicBezTo>
                  <a:pt x="442368" y="87553"/>
                  <a:pt x="444721" y="88219"/>
                  <a:pt x="447571" y="88219"/>
                </a:cubicBezTo>
                <a:cubicBezTo>
                  <a:pt x="450828" y="88219"/>
                  <a:pt x="453746" y="87328"/>
                  <a:pt x="456325" y="85545"/>
                </a:cubicBezTo>
                <a:cubicBezTo>
                  <a:pt x="458903" y="83762"/>
                  <a:pt x="460668" y="81550"/>
                  <a:pt x="461618" y="78910"/>
                </a:cubicBezTo>
                <a:cubicBezTo>
                  <a:pt x="462568" y="76269"/>
                  <a:pt x="463043" y="69803"/>
                  <a:pt x="463043" y="59512"/>
                </a:cubicBezTo>
                <a:lnTo>
                  <a:pt x="463043" y="29180"/>
                </a:lnTo>
                <a:lnTo>
                  <a:pt x="482112" y="29180"/>
                </a:lnTo>
                <a:lnTo>
                  <a:pt x="482112" y="101248"/>
                </a:lnTo>
                <a:lnTo>
                  <a:pt x="464400" y="101248"/>
                </a:lnTo>
                <a:close/>
                <a:moveTo>
                  <a:pt x="564582" y="50489"/>
                </a:moveTo>
                <a:lnTo>
                  <a:pt x="545784" y="53882"/>
                </a:lnTo>
                <a:cubicBezTo>
                  <a:pt x="545151" y="50149"/>
                  <a:pt x="543714" y="47339"/>
                  <a:pt x="541475" y="45450"/>
                </a:cubicBezTo>
                <a:cubicBezTo>
                  <a:pt x="539235" y="43561"/>
                  <a:pt x="536329" y="42617"/>
                  <a:pt x="532755" y="42617"/>
                </a:cubicBezTo>
                <a:cubicBezTo>
                  <a:pt x="528004" y="42617"/>
                  <a:pt x="524216" y="44252"/>
                  <a:pt x="521388" y="47522"/>
                </a:cubicBezTo>
                <a:cubicBezTo>
                  <a:pt x="518560" y="50792"/>
                  <a:pt x="517147" y="56260"/>
                  <a:pt x="517147" y="63927"/>
                </a:cubicBezTo>
                <a:cubicBezTo>
                  <a:pt x="517147" y="72452"/>
                  <a:pt x="518583" y="78474"/>
                  <a:pt x="521456" y="81993"/>
                </a:cubicBezTo>
                <a:cubicBezTo>
                  <a:pt x="524329" y="85510"/>
                  <a:pt x="528185" y="87269"/>
                  <a:pt x="533026" y="87269"/>
                </a:cubicBezTo>
                <a:cubicBezTo>
                  <a:pt x="536645" y="87269"/>
                  <a:pt x="539609" y="86240"/>
                  <a:pt x="541916" y="84181"/>
                </a:cubicBezTo>
                <a:cubicBezTo>
                  <a:pt x="544223" y="82123"/>
                  <a:pt x="545852" y="78583"/>
                  <a:pt x="546802" y="73561"/>
                </a:cubicBezTo>
                <a:lnTo>
                  <a:pt x="565532" y="76819"/>
                </a:lnTo>
                <a:cubicBezTo>
                  <a:pt x="563586" y="85414"/>
                  <a:pt x="559854" y="91906"/>
                  <a:pt x="554335" y="96295"/>
                </a:cubicBezTo>
                <a:cubicBezTo>
                  <a:pt x="548815" y="100683"/>
                  <a:pt x="541418" y="102877"/>
                  <a:pt x="532144" y="102877"/>
                </a:cubicBezTo>
                <a:cubicBezTo>
                  <a:pt x="521603" y="102877"/>
                  <a:pt x="513199" y="99552"/>
                  <a:pt x="506934" y="92902"/>
                </a:cubicBezTo>
                <a:cubicBezTo>
                  <a:pt x="500668" y="86251"/>
                  <a:pt x="497535" y="77045"/>
                  <a:pt x="497535" y="65282"/>
                </a:cubicBezTo>
                <a:cubicBezTo>
                  <a:pt x="497535" y="53384"/>
                  <a:pt x="500679" y="44121"/>
                  <a:pt x="506968" y="37493"/>
                </a:cubicBezTo>
                <a:cubicBezTo>
                  <a:pt x="513256" y="30865"/>
                  <a:pt x="521761" y="27552"/>
                  <a:pt x="532483" y="27552"/>
                </a:cubicBezTo>
                <a:cubicBezTo>
                  <a:pt x="541260" y="27552"/>
                  <a:pt x="548238" y="29440"/>
                  <a:pt x="553418" y="33218"/>
                </a:cubicBezTo>
                <a:cubicBezTo>
                  <a:pt x="558598" y="36996"/>
                  <a:pt x="562319" y="42752"/>
                  <a:pt x="564582" y="50489"/>
                </a:cubicBezTo>
                <a:close/>
                <a:moveTo>
                  <a:pt x="579015" y="19408"/>
                </a:moveTo>
                <a:lnTo>
                  <a:pt x="579015" y="1764"/>
                </a:lnTo>
                <a:lnTo>
                  <a:pt x="598084" y="1764"/>
                </a:lnTo>
                <a:lnTo>
                  <a:pt x="598084" y="19408"/>
                </a:lnTo>
                <a:lnTo>
                  <a:pt x="579015" y="19408"/>
                </a:lnTo>
                <a:moveTo>
                  <a:pt x="579015" y="101248"/>
                </a:moveTo>
                <a:lnTo>
                  <a:pt x="579015" y="29180"/>
                </a:lnTo>
                <a:lnTo>
                  <a:pt x="598084" y="29180"/>
                </a:lnTo>
                <a:lnTo>
                  <a:pt x="598084" y="101248"/>
                </a:lnTo>
                <a:lnTo>
                  <a:pt x="579015" y="101248"/>
                </a:lnTo>
                <a:close/>
                <a:moveTo>
                  <a:pt x="683344" y="101248"/>
                </a:moveTo>
                <a:lnTo>
                  <a:pt x="664275" y="101248"/>
                </a:lnTo>
                <a:lnTo>
                  <a:pt x="664275" y="64510"/>
                </a:lnTo>
                <a:cubicBezTo>
                  <a:pt x="664275" y="56737"/>
                  <a:pt x="663868" y="51710"/>
                  <a:pt x="663054" y="49428"/>
                </a:cubicBezTo>
                <a:cubicBezTo>
                  <a:pt x="662239" y="47146"/>
                  <a:pt x="660916" y="45373"/>
                  <a:pt x="659084" y="44107"/>
                </a:cubicBezTo>
                <a:cubicBezTo>
                  <a:pt x="657252" y="42842"/>
                  <a:pt x="655046" y="42209"/>
                  <a:pt x="652467" y="42209"/>
                </a:cubicBezTo>
                <a:cubicBezTo>
                  <a:pt x="649165" y="42209"/>
                  <a:pt x="646202" y="43114"/>
                  <a:pt x="643578" y="44922"/>
                </a:cubicBezTo>
                <a:cubicBezTo>
                  <a:pt x="640954" y="46729"/>
                  <a:pt x="639155" y="49124"/>
                  <a:pt x="638183" y="52107"/>
                </a:cubicBezTo>
                <a:cubicBezTo>
                  <a:pt x="637210" y="55088"/>
                  <a:pt x="636724" y="60601"/>
                  <a:pt x="636724" y="68646"/>
                </a:cubicBezTo>
                <a:lnTo>
                  <a:pt x="636724" y="101248"/>
                </a:lnTo>
                <a:lnTo>
                  <a:pt x="617655" y="101248"/>
                </a:lnTo>
                <a:lnTo>
                  <a:pt x="617655" y="29180"/>
                </a:lnTo>
                <a:lnTo>
                  <a:pt x="635366" y="29180"/>
                </a:lnTo>
                <a:lnTo>
                  <a:pt x="635366" y="39766"/>
                </a:lnTo>
                <a:cubicBezTo>
                  <a:pt x="641655" y="31623"/>
                  <a:pt x="649572" y="27552"/>
                  <a:pt x="659118" y="27552"/>
                </a:cubicBezTo>
                <a:cubicBezTo>
                  <a:pt x="663325" y="27552"/>
                  <a:pt x="667171" y="28309"/>
                  <a:pt x="670654" y="29825"/>
                </a:cubicBezTo>
                <a:cubicBezTo>
                  <a:pt x="674138" y="31340"/>
                  <a:pt x="676773" y="33274"/>
                  <a:pt x="678560" y="35627"/>
                </a:cubicBezTo>
                <a:cubicBezTo>
                  <a:pt x="680347" y="37979"/>
                  <a:pt x="681591" y="40649"/>
                  <a:pt x="682292" y="43635"/>
                </a:cubicBezTo>
                <a:cubicBezTo>
                  <a:pt x="682994" y="46620"/>
                  <a:pt x="683344" y="50896"/>
                  <a:pt x="683344" y="56460"/>
                </a:cubicBezTo>
                <a:lnTo>
                  <a:pt x="683344" y="101248"/>
                </a:lnTo>
                <a:close/>
                <a:moveTo>
                  <a:pt x="700803" y="105863"/>
                </a:moveTo>
                <a:lnTo>
                  <a:pt x="722586" y="108577"/>
                </a:lnTo>
                <a:cubicBezTo>
                  <a:pt x="722948" y="111135"/>
                  <a:pt x="723785" y="112893"/>
                  <a:pt x="725097" y="113852"/>
                </a:cubicBezTo>
                <a:cubicBezTo>
                  <a:pt x="726907" y="115221"/>
                  <a:pt x="729757" y="115906"/>
                  <a:pt x="733648" y="115906"/>
                </a:cubicBezTo>
                <a:cubicBezTo>
                  <a:pt x="738624" y="115906"/>
                  <a:pt x="742357" y="115154"/>
                  <a:pt x="744845" y="113650"/>
                </a:cubicBezTo>
                <a:cubicBezTo>
                  <a:pt x="746519" y="112648"/>
                  <a:pt x="747785" y="111030"/>
                  <a:pt x="748645" y="108798"/>
                </a:cubicBezTo>
                <a:cubicBezTo>
                  <a:pt x="749233" y="107203"/>
                  <a:pt x="749527" y="104265"/>
                  <a:pt x="749527" y="99982"/>
                </a:cubicBezTo>
                <a:lnTo>
                  <a:pt x="749527" y="89388"/>
                </a:lnTo>
                <a:cubicBezTo>
                  <a:pt x="743827" y="97295"/>
                  <a:pt x="736634" y="101248"/>
                  <a:pt x="727947" y="101248"/>
                </a:cubicBezTo>
                <a:cubicBezTo>
                  <a:pt x="718266" y="101248"/>
                  <a:pt x="710598" y="97154"/>
                  <a:pt x="704943" y="88966"/>
                </a:cubicBezTo>
                <a:cubicBezTo>
                  <a:pt x="700509" y="82496"/>
                  <a:pt x="698292" y="74443"/>
                  <a:pt x="698292" y="64807"/>
                </a:cubicBezTo>
                <a:cubicBezTo>
                  <a:pt x="698292" y="52728"/>
                  <a:pt x="701199" y="43499"/>
                  <a:pt x="707012" y="37120"/>
                </a:cubicBezTo>
                <a:cubicBezTo>
                  <a:pt x="712826" y="30741"/>
                  <a:pt x="720053" y="27552"/>
                  <a:pt x="728694" y="27552"/>
                </a:cubicBezTo>
                <a:cubicBezTo>
                  <a:pt x="737606" y="27552"/>
                  <a:pt x="744958" y="31483"/>
                  <a:pt x="750749" y="39347"/>
                </a:cubicBezTo>
                <a:lnTo>
                  <a:pt x="750749" y="29180"/>
                </a:lnTo>
                <a:lnTo>
                  <a:pt x="768596" y="29180"/>
                </a:lnTo>
                <a:lnTo>
                  <a:pt x="768596" y="93894"/>
                </a:lnTo>
                <a:cubicBezTo>
                  <a:pt x="768596" y="102405"/>
                  <a:pt x="767895" y="108766"/>
                  <a:pt x="766492" y="112976"/>
                </a:cubicBezTo>
                <a:cubicBezTo>
                  <a:pt x="765090" y="117186"/>
                  <a:pt x="763122" y="120491"/>
                  <a:pt x="760588" y="122890"/>
                </a:cubicBezTo>
                <a:cubicBezTo>
                  <a:pt x="758055" y="125290"/>
                  <a:pt x="754673" y="127169"/>
                  <a:pt x="750443" y="128526"/>
                </a:cubicBezTo>
                <a:cubicBezTo>
                  <a:pt x="746213" y="129885"/>
                  <a:pt x="740864" y="130564"/>
                  <a:pt x="734394" y="130564"/>
                </a:cubicBezTo>
                <a:cubicBezTo>
                  <a:pt x="722179" y="130564"/>
                  <a:pt x="713516" y="128454"/>
                  <a:pt x="708403" y="124234"/>
                </a:cubicBezTo>
                <a:cubicBezTo>
                  <a:pt x="703291" y="120016"/>
                  <a:pt x="700735" y="114667"/>
                  <a:pt x="700735" y="108189"/>
                </a:cubicBezTo>
                <a:cubicBezTo>
                  <a:pt x="700735" y="107550"/>
                  <a:pt x="700758" y="106775"/>
                  <a:pt x="700803" y="105863"/>
                </a:cubicBezTo>
                <a:moveTo>
                  <a:pt x="717836" y="63721"/>
                </a:moveTo>
                <a:cubicBezTo>
                  <a:pt x="717836" y="71344"/>
                  <a:pt x="719318" y="76926"/>
                  <a:pt x="722281" y="80466"/>
                </a:cubicBezTo>
                <a:cubicBezTo>
                  <a:pt x="725244" y="84006"/>
                  <a:pt x="728897" y="85776"/>
                  <a:pt x="733241" y="85776"/>
                </a:cubicBezTo>
                <a:cubicBezTo>
                  <a:pt x="737900" y="85776"/>
                  <a:pt x="741836" y="83961"/>
                  <a:pt x="745048" y="80330"/>
                </a:cubicBezTo>
                <a:cubicBezTo>
                  <a:pt x="748260" y="76700"/>
                  <a:pt x="749866" y="71322"/>
                  <a:pt x="749866" y="64196"/>
                </a:cubicBezTo>
                <a:cubicBezTo>
                  <a:pt x="749866" y="56754"/>
                  <a:pt x="748328" y="51229"/>
                  <a:pt x="745252" y="47621"/>
                </a:cubicBezTo>
                <a:cubicBezTo>
                  <a:pt x="742176" y="44013"/>
                  <a:pt x="738285" y="42209"/>
                  <a:pt x="733580" y="42209"/>
                </a:cubicBezTo>
                <a:cubicBezTo>
                  <a:pt x="729011" y="42209"/>
                  <a:pt x="725244" y="43980"/>
                  <a:pt x="722281" y="47520"/>
                </a:cubicBezTo>
                <a:cubicBezTo>
                  <a:pt x="719318" y="51060"/>
                  <a:pt x="717836" y="56460"/>
                  <a:pt x="717836" y="63721"/>
                </a:cubicBezTo>
                <a:close/>
                <a:moveTo>
                  <a:pt x="859122" y="29180"/>
                </a:moveTo>
                <a:lnTo>
                  <a:pt x="859122" y="44381"/>
                </a:lnTo>
                <a:lnTo>
                  <a:pt x="846093" y="44381"/>
                </a:lnTo>
                <a:lnTo>
                  <a:pt x="846093" y="73379"/>
                </a:lnTo>
                <a:cubicBezTo>
                  <a:pt x="846093" y="79252"/>
                  <a:pt x="846217" y="82674"/>
                  <a:pt x="846466" y="83645"/>
                </a:cubicBezTo>
                <a:cubicBezTo>
                  <a:pt x="846715" y="84615"/>
                  <a:pt x="847280" y="85416"/>
                  <a:pt x="848162" y="86050"/>
                </a:cubicBezTo>
                <a:cubicBezTo>
                  <a:pt x="849045" y="86682"/>
                  <a:pt x="850119" y="86998"/>
                  <a:pt x="851386" y="86998"/>
                </a:cubicBezTo>
                <a:cubicBezTo>
                  <a:pt x="853150" y="86998"/>
                  <a:pt x="855706" y="86387"/>
                  <a:pt x="859054" y="85165"/>
                </a:cubicBezTo>
                <a:lnTo>
                  <a:pt x="860683" y="100014"/>
                </a:lnTo>
                <a:cubicBezTo>
                  <a:pt x="856249" y="101923"/>
                  <a:pt x="851227" y="102877"/>
                  <a:pt x="845618" y="102877"/>
                </a:cubicBezTo>
                <a:cubicBezTo>
                  <a:pt x="842179" y="102877"/>
                  <a:pt x="839080" y="102300"/>
                  <a:pt x="836321" y="101147"/>
                </a:cubicBezTo>
                <a:cubicBezTo>
                  <a:pt x="833561" y="99993"/>
                  <a:pt x="831536" y="98500"/>
                  <a:pt x="830247" y="96668"/>
                </a:cubicBezTo>
                <a:cubicBezTo>
                  <a:pt x="828958" y="94836"/>
                  <a:pt x="828064" y="92359"/>
                  <a:pt x="827567" y="89237"/>
                </a:cubicBezTo>
                <a:cubicBezTo>
                  <a:pt x="827159" y="87020"/>
                  <a:pt x="826956" y="82541"/>
                  <a:pt x="826956" y="75801"/>
                </a:cubicBezTo>
                <a:lnTo>
                  <a:pt x="826956" y="44381"/>
                </a:lnTo>
                <a:lnTo>
                  <a:pt x="818202" y="44381"/>
                </a:lnTo>
                <a:lnTo>
                  <a:pt x="818202" y="29180"/>
                </a:lnTo>
                <a:lnTo>
                  <a:pt x="826956" y="29180"/>
                </a:lnTo>
                <a:lnTo>
                  <a:pt x="826956" y="14794"/>
                </a:lnTo>
                <a:lnTo>
                  <a:pt x="846093" y="3529"/>
                </a:lnTo>
                <a:lnTo>
                  <a:pt x="846093" y="29180"/>
                </a:lnTo>
                <a:lnTo>
                  <a:pt x="859122" y="29180"/>
                </a:lnTo>
                <a:close/>
                <a:moveTo>
                  <a:pt x="891355" y="1764"/>
                </a:moveTo>
                <a:lnTo>
                  <a:pt x="891355" y="38392"/>
                </a:lnTo>
                <a:cubicBezTo>
                  <a:pt x="897508" y="31165"/>
                  <a:pt x="904859" y="27552"/>
                  <a:pt x="913410" y="27552"/>
                </a:cubicBezTo>
                <a:cubicBezTo>
                  <a:pt x="917798" y="27552"/>
                  <a:pt x="921757" y="28366"/>
                  <a:pt x="925286" y="29995"/>
                </a:cubicBezTo>
                <a:cubicBezTo>
                  <a:pt x="928814" y="31623"/>
                  <a:pt x="931472" y="33704"/>
                  <a:pt x="933259" y="36238"/>
                </a:cubicBezTo>
                <a:cubicBezTo>
                  <a:pt x="935046" y="38771"/>
                  <a:pt x="936268" y="41576"/>
                  <a:pt x="936924" y="44652"/>
                </a:cubicBezTo>
                <a:cubicBezTo>
                  <a:pt x="937580" y="47729"/>
                  <a:pt x="937908" y="52502"/>
                  <a:pt x="937908" y="58971"/>
                </a:cubicBezTo>
                <a:lnTo>
                  <a:pt x="937908" y="101248"/>
                </a:lnTo>
                <a:lnTo>
                  <a:pt x="918839" y="101248"/>
                </a:lnTo>
                <a:lnTo>
                  <a:pt x="918839" y="63223"/>
                </a:lnTo>
                <a:cubicBezTo>
                  <a:pt x="918839" y="55676"/>
                  <a:pt x="918477" y="50886"/>
                  <a:pt x="917753" y="48853"/>
                </a:cubicBezTo>
                <a:cubicBezTo>
                  <a:pt x="917029" y="46819"/>
                  <a:pt x="915751" y="45203"/>
                  <a:pt x="913919" y="44006"/>
                </a:cubicBezTo>
                <a:cubicBezTo>
                  <a:pt x="912087" y="42808"/>
                  <a:pt x="909791" y="42209"/>
                  <a:pt x="907031" y="42209"/>
                </a:cubicBezTo>
                <a:cubicBezTo>
                  <a:pt x="903864" y="42209"/>
                  <a:pt x="901037" y="42978"/>
                  <a:pt x="898548" y="44515"/>
                </a:cubicBezTo>
                <a:cubicBezTo>
                  <a:pt x="896060" y="46051"/>
                  <a:pt x="894239" y="48367"/>
                  <a:pt x="893086" y="51462"/>
                </a:cubicBezTo>
                <a:cubicBezTo>
                  <a:pt x="891932" y="54557"/>
                  <a:pt x="891355" y="59132"/>
                  <a:pt x="891355" y="65189"/>
                </a:cubicBezTo>
                <a:lnTo>
                  <a:pt x="891355" y="101248"/>
                </a:lnTo>
                <a:lnTo>
                  <a:pt x="872286" y="101248"/>
                </a:lnTo>
                <a:lnTo>
                  <a:pt x="872286" y="1764"/>
                </a:lnTo>
                <a:lnTo>
                  <a:pt x="891355" y="1764"/>
                </a:lnTo>
                <a:close/>
                <a:moveTo>
                  <a:pt x="999098" y="78312"/>
                </a:moveTo>
                <a:lnTo>
                  <a:pt x="1018099" y="81569"/>
                </a:lnTo>
                <a:cubicBezTo>
                  <a:pt x="1015656" y="88513"/>
                  <a:pt x="1011799" y="93801"/>
                  <a:pt x="1006528" y="97431"/>
                </a:cubicBezTo>
                <a:cubicBezTo>
                  <a:pt x="1001258" y="101062"/>
                  <a:pt x="994664" y="102877"/>
                  <a:pt x="986747" y="102877"/>
                </a:cubicBezTo>
                <a:cubicBezTo>
                  <a:pt x="974215" y="102877"/>
                  <a:pt x="964941" y="98783"/>
                  <a:pt x="958924" y="90594"/>
                </a:cubicBezTo>
                <a:cubicBezTo>
                  <a:pt x="954174" y="84034"/>
                  <a:pt x="951799" y="75755"/>
                  <a:pt x="951799" y="65757"/>
                </a:cubicBezTo>
                <a:cubicBezTo>
                  <a:pt x="951799" y="53814"/>
                  <a:pt x="954920" y="44460"/>
                  <a:pt x="961163" y="37697"/>
                </a:cubicBezTo>
                <a:cubicBezTo>
                  <a:pt x="967407" y="30933"/>
                  <a:pt x="975301" y="27552"/>
                  <a:pt x="984847" y="27552"/>
                </a:cubicBezTo>
                <a:cubicBezTo>
                  <a:pt x="995569" y="27552"/>
                  <a:pt x="1004029" y="31092"/>
                  <a:pt x="1010227" y="38172"/>
                </a:cubicBezTo>
                <a:cubicBezTo>
                  <a:pt x="1016425" y="45252"/>
                  <a:pt x="1019388" y="56098"/>
                  <a:pt x="1019117" y="70711"/>
                </a:cubicBezTo>
                <a:lnTo>
                  <a:pt x="971343" y="70711"/>
                </a:lnTo>
                <a:cubicBezTo>
                  <a:pt x="971478" y="76366"/>
                  <a:pt x="973016" y="80766"/>
                  <a:pt x="975957" y="83910"/>
                </a:cubicBezTo>
                <a:cubicBezTo>
                  <a:pt x="978898" y="87054"/>
                  <a:pt x="982562" y="88626"/>
                  <a:pt x="986951" y="88626"/>
                </a:cubicBezTo>
                <a:cubicBezTo>
                  <a:pt x="989936" y="88626"/>
                  <a:pt x="992447" y="87812"/>
                  <a:pt x="994483" y="86183"/>
                </a:cubicBezTo>
                <a:cubicBezTo>
                  <a:pt x="996519" y="84555"/>
                  <a:pt x="998057" y="81931"/>
                  <a:pt x="999098" y="78312"/>
                </a:cubicBezTo>
                <a:moveTo>
                  <a:pt x="1000183" y="59039"/>
                </a:moveTo>
                <a:cubicBezTo>
                  <a:pt x="1000048" y="53542"/>
                  <a:pt x="998623" y="49363"/>
                  <a:pt x="995908" y="46502"/>
                </a:cubicBezTo>
                <a:cubicBezTo>
                  <a:pt x="993194" y="43640"/>
                  <a:pt x="989891" y="42209"/>
                  <a:pt x="986001" y="42209"/>
                </a:cubicBezTo>
                <a:cubicBezTo>
                  <a:pt x="981838" y="42209"/>
                  <a:pt x="978400" y="43719"/>
                  <a:pt x="975686" y="46737"/>
                </a:cubicBezTo>
                <a:cubicBezTo>
                  <a:pt x="972971" y="49757"/>
                  <a:pt x="971637" y="53858"/>
                  <a:pt x="971682" y="59039"/>
                </a:cubicBezTo>
                <a:lnTo>
                  <a:pt x="1000183" y="59039"/>
                </a:lnTo>
                <a:close/>
                <a:moveTo>
                  <a:pt x="1072636" y="29180"/>
                </a:moveTo>
                <a:lnTo>
                  <a:pt x="1090416" y="29180"/>
                </a:lnTo>
                <a:lnTo>
                  <a:pt x="1090416" y="39766"/>
                </a:lnTo>
                <a:cubicBezTo>
                  <a:pt x="1092723" y="36147"/>
                  <a:pt x="1095845" y="33207"/>
                  <a:pt x="1099781" y="30945"/>
                </a:cubicBezTo>
                <a:cubicBezTo>
                  <a:pt x="1103717" y="28683"/>
                  <a:pt x="1108082" y="27552"/>
                  <a:pt x="1112878" y="27552"/>
                </a:cubicBezTo>
                <a:cubicBezTo>
                  <a:pt x="1121247" y="27552"/>
                  <a:pt x="1128350" y="30831"/>
                  <a:pt x="1134186" y="37391"/>
                </a:cubicBezTo>
                <a:cubicBezTo>
                  <a:pt x="1140022" y="43951"/>
                  <a:pt x="1142940" y="53090"/>
                  <a:pt x="1142940" y="64807"/>
                </a:cubicBezTo>
                <a:cubicBezTo>
                  <a:pt x="1142940" y="76841"/>
                  <a:pt x="1140000" y="86195"/>
                  <a:pt x="1134118" y="92868"/>
                </a:cubicBezTo>
                <a:cubicBezTo>
                  <a:pt x="1128237" y="99541"/>
                  <a:pt x="1121112" y="102877"/>
                  <a:pt x="1112742" y="102877"/>
                </a:cubicBezTo>
                <a:cubicBezTo>
                  <a:pt x="1108761" y="102877"/>
                  <a:pt x="1105153" y="102085"/>
                  <a:pt x="1101918" y="100502"/>
                </a:cubicBezTo>
                <a:cubicBezTo>
                  <a:pt x="1098684" y="98919"/>
                  <a:pt x="1095279" y="96204"/>
                  <a:pt x="1091705" y="92359"/>
                </a:cubicBezTo>
                <a:lnTo>
                  <a:pt x="1091705" y="128664"/>
                </a:lnTo>
                <a:lnTo>
                  <a:pt x="1072636" y="128664"/>
                </a:lnTo>
                <a:lnTo>
                  <a:pt x="1072636" y="29180"/>
                </a:lnTo>
                <a:moveTo>
                  <a:pt x="1091502" y="63961"/>
                </a:moveTo>
                <a:cubicBezTo>
                  <a:pt x="1091502" y="72046"/>
                  <a:pt x="1093108" y="78020"/>
                  <a:pt x="1096320" y="81883"/>
                </a:cubicBezTo>
                <a:cubicBezTo>
                  <a:pt x="1099532" y="85745"/>
                  <a:pt x="1103445" y="87676"/>
                  <a:pt x="1108060" y="87676"/>
                </a:cubicBezTo>
                <a:cubicBezTo>
                  <a:pt x="1112493" y="87676"/>
                  <a:pt x="1116180" y="85903"/>
                  <a:pt x="1119121" y="82358"/>
                </a:cubicBezTo>
                <a:cubicBezTo>
                  <a:pt x="1122062" y="78812"/>
                  <a:pt x="1123532" y="72996"/>
                  <a:pt x="1123532" y="64909"/>
                </a:cubicBezTo>
                <a:cubicBezTo>
                  <a:pt x="1123532" y="57365"/>
                  <a:pt x="1122016" y="51764"/>
                  <a:pt x="1118985" y="48105"/>
                </a:cubicBezTo>
                <a:cubicBezTo>
                  <a:pt x="1115954" y="44446"/>
                  <a:pt x="1112199" y="42617"/>
                  <a:pt x="1107720" y="42617"/>
                </a:cubicBezTo>
                <a:cubicBezTo>
                  <a:pt x="1103061" y="42617"/>
                  <a:pt x="1099192" y="44412"/>
                  <a:pt x="1096116" y="48003"/>
                </a:cubicBezTo>
                <a:cubicBezTo>
                  <a:pt x="1093040" y="51594"/>
                  <a:pt x="1091502" y="56913"/>
                  <a:pt x="1091502" y="63961"/>
                </a:cubicBezTo>
                <a:close/>
                <a:moveTo>
                  <a:pt x="1205391" y="101248"/>
                </a:moveTo>
                <a:lnTo>
                  <a:pt x="1205391" y="90459"/>
                </a:lnTo>
                <a:cubicBezTo>
                  <a:pt x="1202767" y="94304"/>
                  <a:pt x="1199318" y="97335"/>
                  <a:pt x="1195042" y="99552"/>
                </a:cubicBezTo>
                <a:cubicBezTo>
                  <a:pt x="1190767" y="101769"/>
                  <a:pt x="1186254" y="102877"/>
                  <a:pt x="1181504" y="102877"/>
                </a:cubicBezTo>
                <a:cubicBezTo>
                  <a:pt x="1176663" y="102877"/>
                  <a:pt x="1172320" y="101814"/>
                  <a:pt x="1168475" y="99688"/>
                </a:cubicBezTo>
                <a:cubicBezTo>
                  <a:pt x="1164629" y="97561"/>
                  <a:pt x="1161847" y="94576"/>
                  <a:pt x="1160128" y="90730"/>
                </a:cubicBezTo>
                <a:cubicBezTo>
                  <a:pt x="1158409" y="86885"/>
                  <a:pt x="1157549" y="81569"/>
                  <a:pt x="1157549" y="74783"/>
                </a:cubicBezTo>
                <a:lnTo>
                  <a:pt x="1157549" y="29180"/>
                </a:lnTo>
                <a:lnTo>
                  <a:pt x="1176618" y="29180"/>
                </a:lnTo>
                <a:lnTo>
                  <a:pt x="1176618" y="62220"/>
                </a:lnTo>
                <a:cubicBezTo>
                  <a:pt x="1176618" y="72331"/>
                  <a:pt x="1176969" y="78526"/>
                  <a:pt x="1177670" y="80805"/>
                </a:cubicBezTo>
                <a:cubicBezTo>
                  <a:pt x="1178371" y="83084"/>
                  <a:pt x="1179649" y="84890"/>
                  <a:pt x="1181504" y="86222"/>
                </a:cubicBezTo>
                <a:cubicBezTo>
                  <a:pt x="1183359" y="87553"/>
                  <a:pt x="1185711" y="88219"/>
                  <a:pt x="1188562" y="88219"/>
                </a:cubicBezTo>
                <a:cubicBezTo>
                  <a:pt x="1191819" y="88219"/>
                  <a:pt x="1194737" y="87328"/>
                  <a:pt x="1197316" y="85545"/>
                </a:cubicBezTo>
                <a:cubicBezTo>
                  <a:pt x="1199894" y="83762"/>
                  <a:pt x="1201659" y="81550"/>
                  <a:pt x="1202609" y="78910"/>
                </a:cubicBezTo>
                <a:cubicBezTo>
                  <a:pt x="1203559" y="76269"/>
                  <a:pt x="1204034" y="69803"/>
                  <a:pt x="1204034" y="59512"/>
                </a:cubicBezTo>
                <a:lnTo>
                  <a:pt x="1204034" y="29180"/>
                </a:lnTo>
                <a:lnTo>
                  <a:pt x="1223103" y="29180"/>
                </a:lnTo>
                <a:lnTo>
                  <a:pt x="1223103" y="101248"/>
                </a:lnTo>
                <a:lnTo>
                  <a:pt x="1205391" y="101248"/>
                </a:lnTo>
                <a:close/>
                <a:moveTo>
                  <a:pt x="1261220" y="101248"/>
                </a:moveTo>
                <a:lnTo>
                  <a:pt x="1242151" y="101248"/>
                </a:lnTo>
                <a:lnTo>
                  <a:pt x="1242151" y="29180"/>
                </a:lnTo>
                <a:lnTo>
                  <a:pt x="1259863" y="29180"/>
                </a:lnTo>
                <a:lnTo>
                  <a:pt x="1259863" y="39427"/>
                </a:lnTo>
                <a:cubicBezTo>
                  <a:pt x="1262894" y="34586"/>
                  <a:pt x="1265619" y="31397"/>
                  <a:pt x="1268040" y="29859"/>
                </a:cubicBezTo>
                <a:cubicBezTo>
                  <a:pt x="1270460" y="28321"/>
                  <a:pt x="1273209" y="27552"/>
                  <a:pt x="1276285" y="27552"/>
                </a:cubicBezTo>
                <a:cubicBezTo>
                  <a:pt x="1280628" y="27552"/>
                  <a:pt x="1284813" y="28750"/>
                  <a:pt x="1288839" y="31148"/>
                </a:cubicBezTo>
                <a:lnTo>
                  <a:pt x="1282935" y="47774"/>
                </a:lnTo>
                <a:cubicBezTo>
                  <a:pt x="1279723" y="45693"/>
                  <a:pt x="1276737" y="44652"/>
                  <a:pt x="1273978" y="44652"/>
                </a:cubicBezTo>
                <a:cubicBezTo>
                  <a:pt x="1271308" y="44652"/>
                  <a:pt x="1269046" y="45388"/>
                  <a:pt x="1267192" y="46858"/>
                </a:cubicBezTo>
                <a:cubicBezTo>
                  <a:pt x="1265337" y="48328"/>
                  <a:pt x="1263878" y="50986"/>
                  <a:pt x="1262815" y="54832"/>
                </a:cubicBezTo>
                <a:cubicBezTo>
                  <a:pt x="1261751" y="58677"/>
                  <a:pt x="1261220" y="66730"/>
                  <a:pt x="1261220" y="78990"/>
                </a:cubicBezTo>
                <a:lnTo>
                  <a:pt x="1261220" y="101248"/>
                </a:lnTo>
                <a:close/>
                <a:moveTo>
                  <a:pt x="1297028" y="19408"/>
                </a:moveTo>
                <a:lnTo>
                  <a:pt x="1297028" y="1764"/>
                </a:lnTo>
                <a:lnTo>
                  <a:pt x="1316097" y="1764"/>
                </a:lnTo>
                <a:lnTo>
                  <a:pt x="1316097" y="19408"/>
                </a:lnTo>
                <a:lnTo>
                  <a:pt x="1297028" y="19408"/>
                </a:lnTo>
                <a:moveTo>
                  <a:pt x="1297028" y="101248"/>
                </a:moveTo>
                <a:lnTo>
                  <a:pt x="1297028" y="29180"/>
                </a:lnTo>
                <a:lnTo>
                  <a:pt x="1316097" y="29180"/>
                </a:lnTo>
                <a:lnTo>
                  <a:pt x="1316097" y="101248"/>
                </a:lnTo>
                <a:lnTo>
                  <a:pt x="1297028" y="101248"/>
                </a:lnTo>
                <a:close/>
                <a:moveTo>
                  <a:pt x="1368574" y="29180"/>
                </a:moveTo>
                <a:lnTo>
                  <a:pt x="1368574" y="44381"/>
                </a:lnTo>
                <a:lnTo>
                  <a:pt x="1355544" y="44381"/>
                </a:lnTo>
                <a:lnTo>
                  <a:pt x="1355544" y="73379"/>
                </a:lnTo>
                <a:cubicBezTo>
                  <a:pt x="1355544" y="79252"/>
                  <a:pt x="1355669" y="82674"/>
                  <a:pt x="1355918" y="83645"/>
                </a:cubicBezTo>
                <a:cubicBezTo>
                  <a:pt x="1356166" y="84615"/>
                  <a:pt x="1356732" y="85416"/>
                  <a:pt x="1357614" y="86050"/>
                </a:cubicBezTo>
                <a:cubicBezTo>
                  <a:pt x="1358496" y="86682"/>
                  <a:pt x="1359571" y="86998"/>
                  <a:pt x="1360837" y="86998"/>
                </a:cubicBezTo>
                <a:cubicBezTo>
                  <a:pt x="1362602" y="86998"/>
                  <a:pt x="1365158" y="86387"/>
                  <a:pt x="1368506" y="85165"/>
                </a:cubicBezTo>
                <a:lnTo>
                  <a:pt x="1370134" y="100014"/>
                </a:lnTo>
                <a:cubicBezTo>
                  <a:pt x="1365701" y="101923"/>
                  <a:pt x="1360679" y="102877"/>
                  <a:pt x="1355069" y="102877"/>
                </a:cubicBezTo>
                <a:cubicBezTo>
                  <a:pt x="1351631" y="102877"/>
                  <a:pt x="1348532" y="102300"/>
                  <a:pt x="1345772" y="101147"/>
                </a:cubicBezTo>
                <a:cubicBezTo>
                  <a:pt x="1343013" y="99993"/>
                  <a:pt x="1340988" y="98500"/>
                  <a:pt x="1339699" y="96668"/>
                </a:cubicBezTo>
                <a:cubicBezTo>
                  <a:pt x="1338409" y="94836"/>
                  <a:pt x="1337516" y="92359"/>
                  <a:pt x="1337018" y="89237"/>
                </a:cubicBezTo>
                <a:cubicBezTo>
                  <a:pt x="1336611" y="87020"/>
                  <a:pt x="1336408" y="82541"/>
                  <a:pt x="1336408" y="75801"/>
                </a:cubicBezTo>
                <a:lnTo>
                  <a:pt x="1336408" y="44381"/>
                </a:lnTo>
                <a:lnTo>
                  <a:pt x="1327653" y="44381"/>
                </a:lnTo>
                <a:lnTo>
                  <a:pt x="1327653" y="29180"/>
                </a:lnTo>
                <a:lnTo>
                  <a:pt x="1336408" y="29180"/>
                </a:lnTo>
                <a:lnTo>
                  <a:pt x="1336408" y="14794"/>
                </a:lnTo>
                <a:lnTo>
                  <a:pt x="1355544" y="3529"/>
                </a:lnTo>
                <a:lnTo>
                  <a:pt x="1355544" y="29180"/>
                </a:lnTo>
                <a:lnTo>
                  <a:pt x="1368574" y="29180"/>
                </a:lnTo>
                <a:close/>
                <a:moveTo>
                  <a:pt x="1372919" y="29180"/>
                </a:moveTo>
                <a:lnTo>
                  <a:pt x="1393210" y="29180"/>
                </a:lnTo>
                <a:lnTo>
                  <a:pt x="1410446" y="80396"/>
                </a:lnTo>
                <a:lnTo>
                  <a:pt x="1427276" y="29180"/>
                </a:lnTo>
                <a:lnTo>
                  <a:pt x="1447023" y="29180"/>
                </a:lnTo>
                <a:lnTo>
                  <a:pt x="1421575" y="98557"/>
                </a:lnTo>
                <a:lnTo>
                  <a:pt x="1417029" y="111156"/>
                </a:lnTo>
                <a:cubicBezTo>
                  <a:pt x="1415355" y="115364"/>
                  <a:pt x="1413760" y="118576"/>
                  <a:pt x="1412244" y="120792"/>
                </a:cubicBezTo>
                <a:cubicBezTo>
                  <a:pt x="1410729" y="123009"/>
                  <a:pt x="1408987" y="124808"/>
                  <a:pt x="1407019" y="126187"/>
                </a:cubicBezTo>
                <a:cubicBezTo>
                  <a:pt x="1405051" y="127567"/>
                  <a:pt x="1402631" y="128642"/>
                  <a:pt x="1399758" y="129411"/>
                </a:cubicBezTo>
                <a:cubicBezTo>
                  <a:pt x="1396885" y="130180"/>
                  <a:pt x="1393639" y="130564"/>
                  <a:pt x="1390020" y="130564"/>
                </a:cubicBezTo>
                <a:cubicBezTo>
                  <a:pt x="1386356" y="130564"/>
                  <a:pt x="1382759" y="130180"/>
                  <a:pt x="1379230" y="129411"/>
                </a:cubicBezTo>
                <a:lnTo>
                  <a:pt x="1377534" y="114481"/>
                </a:lnTo>
                <a:cubicBezTo>
                  <a:pt x="1380520" y="115070"/>
                  <a:pt x="1383211" y="115364"/>
                  <a:pt x="1385609" y="115364"/>
                </a:cubicBezTo>
                <a:cubicBezTo>
                  <a:pt x="1390043" y="115364"/>
                  <a:pt x="1393323" y="114063"/>
                  <a:pt x="1395449" y="111462"/>
                </a:cubicBezTo>
                <a:cubicBezTo>
                  <a:pt x="1397575" y="108860"/>
                  <a:pt x="1399204" y="105546"/>
                  <a:pt x="1400335" y="101520"/>
                </a:cubicBezTo>
                <a:lnTo>
                  <a:pt x="1372919" y="29180"/>
                </a:lnTo>
                <a:close/>
                <a:moveTo>
                  <a:pt x="1493304" y="64196"/>
                </a:moveTo>
                <a:cubicBezTo>
                  <a:pt x="1493304" y="57863"/>
                  <a:pt x="1494865" y="51733"/>
                  <a:pt x="1497986" y="45806"/>
                </a:cubicBezTo>
                <a:cubicBezTo>
                  <a:pt x="1501108" y="39880"/>
                  <a:pt x="1505530" y="35356"/>
                  <a:pt x="1511253" y="32234"/>
                </a:cubicBezTo>
                <a:cubicBezTo>
                  <a:pt x="1516976" y="29112"/>
                  <a:pt x="1523366" y="27552"/>
                  <a:pt x="1530424" y="27552"/>
                </a:cubicBezTo>
                <a:cubicBezTo>
                  <a:pt x="1541327" y="27552"/>
                  <a:pt x="1550262" y="31092"/>
                  <a:pt x="1557229" y="38172"/>
                </a:cubicBezTo>
                <a:cubicBezTo>
                  <a:pt x="1564196" y="45252"/>
                  <a:pt x="1567679" y="54198"/>
                  <a:pt x="1567679" y="65011"/>
                </a:cubicBezTo>
                <a:cubicBezTo>
                  <a:pt x="1567679" y="75914"/>
                  <a:pt x="1564162" y="84951"/>
                  <a:pt x="1557127" y="92121"/>
                </a:cubicBezTo>
                <a:cubicBezTo>
                  <a:pt x="1550092" y="99292"/>
                  <a:pt x="1541236" y="102877"/>
                  <a:pt x="1530559" y="102877"/>
                </a:cubicBezTo>
                <a:cubicBezTo>
                  <a:pt x="1523954" y="102877"/>
                  <a:pt x="1517655" y="101384"/>
                  <a:pt x="1511660" y="98398"/>
                </a:cubicBezTo>
                <a:cubicBezTo>
                  <a:pt x="1505666" y="95412"/>
                  <a:pt x="1501108" y="91035"/>
                  <a:pt x="1497986" y="85267"/>
                </a:cubicBezTo>
                <a:cubicBezTo>
                  <a:pt x="1494865" y="79499"/>
                  <a:pt x="1493304" y="72475"/>
                  <a:pt x="1493304" y="64196"/>
                </a:cubicBezTo>
                <a:moveTo>
                  <a:pt x="1512848" y="65214"/>
                </a:moveTo>
                <a:cubicBezTo>
                  <a:pt x="1512848" y="72340"/>
                  <a:pt x="1514544" y="77797"/>
                  <a:pt x="1517937" y="81586"/>
                </a:cubicBezTo>
                <a:cubicBezTo>
                  <a:pt x="1521330" y="85375"/>
                  <a:pt x="1525515" y="87269"/>
                  <a:pt x="1530492" y="87269"/>
                </a:cubicBezTo>
                <a:cubicBezTo>
                  <a:pt x="1535468" y="87269"/>
                  <a:pt x="1539642" y="85375"/>
                  <a:pt x="1543012" y="81586"/>
                </a:cubicBezTo>
                <a:cubicBezTo>
                  <a:pt x="1546382" y="77797"/>
                  <a:pt x="1548068" y="72295"/>
                  <a:pt x="1548068" y="65079"/>
                </a:cubicBezTo>
                <a:cubicBezTo>
                  <a:pt x="1548068" y="58044"/>
                  <a:pt x="1546382" y="52632"/>
                  <a:pt x="1543012" y="48843"/>
                </a:cubicBezTo>
                <a:cubicBezTo>
                  <a:pt x="1539642" y="45054"/>
                  <a:pt x="1535468" y="43160"/>
                  <a:pt x="1530492" y="43160"/>
                </a:cubicBezTo>
                <a:cubicBezTo>
                  <a:pt x="1525515" y="43160"/>
                  <a:pt x="1521330" y="45054"/>
                  <a:pt x="1517937" y="48843"/>
                </a:cubicBezTo>
                <a:cubicBezTo>
                  <a:pt x="1514544" y="52632"/>
                  <a:pt x="1512848" y="58089"/>
                  <a:pt x="1512848" y="65214"/>
                </a:cubicBezTo>
                <a:close/>
                <a:moveTo>
                  <a:pt x="1574423" y="29180"/>
                </a:moveTo>
                <a:lnTo>
                  <a:pt x="1585010" y="29180"/>
                </a:lnTo>
                <a:lnTo>
                  <a:pt x="1585010" y="23739"/>
                </a:lnTo>
                <a:cubicBezTo>
                  <a:pt x="1585010" y="17662"/>
                  <a:pt x="1585654" y="13128"/>
                  <a:pt x="1586944" y="10135"/>
                </a:cubicBezTo>
                <a:cubicBezTo>
                  <a:pt x="1588233" y="7142"/>
                  <a:pt x="1590608" y="4704"/>
                  <a:pt x="1594069" y="2823"/>
                </a:cubicBezTo>
                <a:cubicBezTo>
                  <a:pt x="1597530" y="941"/>
                  <a:pt x="1601907" y="0"/>
                  <a:pt x="1607200" y="0"/>
                </a:cubicBezTo>
                <a:cubicBezTo>
                  <a:pt x="1612629" y="0"/>
                  <a:pt x="1617945" y="814"/>
                  <a:pt x="1623148" y="2443"/>
                </a:cubicBezTo>
                <a:lnTo>
                  <a:pt x="1620569" y="15744"/>
                </a:lnTo>
                <a:cubicBezTo>
                  <a:pt x="1617538" y="15020"/>
                  <a:pt x="1614620" y="14658"/>
                  <a:pt x="1611815" y="14658"/>
                </a:cubicBezTo>
                <a:cubicBezTo>
                  <a:pt x="1609055" y="14658"/>
                  <a:pt x="1607076" y="15306"/>
                  <a:pt x="1605877" y="16603"/>
                </a:cubicBezTo>
                <a:cubicBezTo>
                  <a:pt x="1604678" y="17898"/>
                  <a:pt x="1604079" y="20386"/>
                  <a:pt x="1604079" y="24067"/>
                </a:cubicBezTo>
                <a:lnTo>
                  <a:pt x="1604079" y="29180"/>
                </a:lnTo>
                <a:lnTo>
                  <a:pt x="1618329" y="29180"/>
                </a:lnTo>
                <a:lnTo>
                  <a:pt x="1618329" y="44245"/>
                </a:lnTo>
                <a:lnTo>
                  <a:pt x="1604079" y="44245"/>
                </a:lnTo>
                <a:lnTo>
                  <a:pt x="1604079" y="101248"/>
                </a:lnTo>
                <a:lnTo>
                  <a:pt x="1585010" y="101248"/>
                </a:lnTo>
                <a:lnTo>
                  <a:pt x="1585010" y="44245"/>
                </a:lnTo>
                <a:lnTo>
                  <a:pt x="1574423" y="44245"/>
                </a:lnTo>
                <a:lnTo>
                  <a:pt x="1574423" y="29180"/>
                </a:lnTo>
                <a:close/>
                <a:moveTo>
                  <a:pt x="1667548" y="19408"/>
                </a:moveTo>
                <a:lnTo>
                  <a:pt x="1667548" y="1764"/>
                </a:lnTo>
                <a:lnTo>
                  <a:pt x="1686617" y="1764"/>
                </a:lnTo>
                <a:lnTo>
                  <a:pt x="1686617" y="19408"/>
                </a:lnTo>
                <a:lnTo>
                  <a:pt x="1667548" y="19408"/>
                </a:lnTo>
                <a:moveTo>
                  <a:pt x="1667548" y="101248"/>
                </a:moveTo>
                <a:lnTo>
                  <a:pt x="1667548" y="29180"/>
                </a:lnTo>
                <a:lnTo>
                  <a:pt x="1686617" y="29180"/>
                </a:lnTo>
                <a:lnTo>
                  <a:pt x="1686617" y="101248"/>
                </a:lnTo>
                <a:lnTo>
                  <a:pt x="1667548" y="101248"/>
                </a:lnTo>
                <a:close/>
                <a:moveTo>
                  <a:pt x="1739279" y="29180"/>
                </a:moveTo>
                <a:lnTo>
                  <a:pt x="1739279" y="44381"/>
                </a:lnTo>
                <a:lnTo>
                  <a:pt x="1726250" y="44381"/>
                </a:lnTo>
                <a:lnTo>
                  <a:pt x="1726250" y="73379"/>
                </a:lnTo>
                <a:cubicBezTo>
                  <a:pt x="1726250" y="79252"/>
                  <a:pt x="1726374" y="82674"/>
                  <a:pt x="1726623" y="83645"/>
                </a:cubicBezTo>
                <a:cubicBezTo>
                  <a:pt x="1726872" y="84615"/>
                  <a:pt x="1727437" y="85416"/>
                  <a:pt x="1728319" y="86050"/>
                </a:cubicBezTo>
                <a:cubicBezTo>
                  <a:pt x="1729201" y="86682"/>
                  <a:pt x="1730276" y="86998"/>
                  <a:pt x="1731543" y="86998"/>
                </a:cubicBezTo>
                <a:cubicBezTo>
                  <a:pt x="1733307" y="86998"/>
                  <a:pt x="1735863" y="86387"/>
                  <a:pt x="1739211" y="85165"/>
                </a:cubicBezTo>
                <a:lnTo>
                  <a:pt x="1740840" y="100014"/>
                </a:lnTo>
                <a:cubicBezTo>
                  <a:pt x="1736406" y="101923"/>
                  <a:pt x="1731384" y="102877"/>
                  <a:pt x="1725774" y="102877"/>
                </a:cubicBezTo>
                <a:cubicBezTo>
                  <a:pt x="1722336" y="102877"/>
                  <a:pt x="1719237" y="102300"/>
                  <a:pt x="1716478" y="101147"/>
                </a:cubicBezTo>
                <a:cubicBezTo>
                  <a:pt x="1713718" y="99993"/>
                  <a:pt x="1711693" y="98500"/>
                  <a:pt x="1710404" y="96668"/>
                </a:cubicBezTo>
                <a:cubicBezTo>
                  <a:pt x="1709115" y="94836"/>
                  <a:pt x="1708221" y="92359"/>
                  <a:pt x="1707723" y="89237"/>
                </a:cubicBezTo>
                <a:cubicBezTo>
                  <a:pt x="1707316" y="87020"/>
                  <a:pt x="1707113" y="82541"/>
                  <a:pt x="1707113" y="75801"/>
                </a:cubicBezTo>
                <a:lnTo>
                  <a:pt x="1707113" y="44381"/>
                </a:lnTo>
                <a:lnTo>
                  <a:pt x="1698359" y="44381"/>
                </a:lnTo>
                <a:lnTo>
                  <a:pt x="1698359" y="29180"/>
                </a:lnTo>
                <a:lnTo>
                  <a:pt x="1707113" y="29180"/>
                </a:lnTo>
                <a:lnTo>
                  <a:pt x="1707113" y="14794"/>
                </a:lnTo>
                <a:lnTo>
                  <a:pt x="1726250" y="3529"/>
                </a:lnTo>
                <a:lnTo>
                  <a:pt x="1726250" y="29180"/>
                </a:lnTo>
                <a:lnTo>
                  <a:pt x="1739279" y="29180"/>
                </a:lnTo>
                <a:close/>
                <a:moveTo>
                  <a:pt x="1745792" y="80754"/>
                </a:moveTo>
                <a:lnTo>
                  <a:pt x="1764929" y="77769"/>
                </a:lnTo>
                <a:cubicBezTo>
                  <a:pt x="1765744" y="81456"/>
                  <a:pt x="1767395" y="84255"/>
                  <a:pt x="1769883" y="86166"/>
                </a:cubicBezTo>
                <a:cubicBezTo>
                  <a:pt x="1772371" y="88078"/>
                  <a:pt x="1775855" y="89034"/>
                  <a:pt x="1780334" y="89034"/>
                </a:cubicBezTo>
                <a:cubicBezTo>
                  <a:pt x="1785265" y="89034"/>
                  <a:pt x="1788975" y="88130"/>
                  <a:pt x="1791463" y="86323"/>
                </a:cubicBezTo>
                <a:cubicBezTo>
                  <a:pt x="1793137" y="85058"/>
                  <a:pt x="1793974" y="83364"/>
                  <a:pt x="1793974" y="81240"/>
                </a:cubicBezTo>
                <a:cubicBezTo>
                  <a:pt x="1793974" y="79794"/>
                  <a:pt x="1793521" y="78596"/>
                  <a:pt x="1792616" y="77648"/>
                </a:cubicBezTo>
                <a:cubicBezTo>
                  <a:pt x="1791666" y="76744"/>
                  <a:pt x="1789540" y="75909"/>
                  <a:pt x="1786238" y="75141"/>
                </a:cubicBezTo>
                <a:cubicBezTo>
                  <a:pt x="1770856" y="71754"/>
                  <a:pt x="1761106" y="68659"/>
                  <a:pt x="1756989" y="65857"/>
                </a:cubicBezTo>
                <a:cubicBezTo>
                  <a:pt x="1751289" y="61969"/>
                  <a:pt x="1748439" y="56568"/>
                  <a:pt x="1748439" y="49653"/>
                </a:cubicBezTo>
                <a:cubicBezTo>
                  <a:pt x="1748439" y="43415"/>
                  <a:pt x="1750905" y="38172"/>
                  <a:pt x="1755836" y="33924"/>
                </a:cubicBezTo>
                <a:cubicBezTo>
                  <a:pt x="1760767" y="29676"/>
                  <a:pt x="1768413" y="27552"/>
                  <a:pt x="1778773" y="27552"/>
                </a:cubicBezTo>
                <a:cubicBezTo>
                  <a:pt x="1788635" y="27552"/>
                  <a:pt x="1795964" y="29152"/>
                  <a:pt x="1800760" y="32353"/>
                </a:cubicBezTo>
                <a:cubicBezTo>
                  <a:pt x="1805555" y="35553"/>
                  <a:pt x="1808858" y="40287"/>
                  <a:pt x="1810667" y="46553"/>
                </a:cubicBezTo>
                <a:lnTo>
                  <a:pt x="1792684" y="49946"/>
                </a:lnTo>
                <a:cubicBezTo>
                  <a:pt x="1791915" y="47141"/>
                  <a:pt x="1790456" y="44992"/>
                  <a:pt x="1788307" y="43499"/>
                </a:cubicBezTo>
                <a:cubicBezTo>
                  <a:pt x="1786158" y="42006"/>
                  <a:pt x="1783093" y="41259"/>
                  <a:pt x="1779112" y="41259"/>
                </a:cubicBezTo>
                <a:cubicBezTo>
                  <a:pt x="1774090" y="41259"/>
                  <a:pt x="1770494" y="41960"/>
                  <a:pt x="1768322" y="43361"/>
                </a:cubicBezTo>
                <a:cubicBezTo>
                  <a:pt x="1766875" y="44353"/>
                  <a:pt x="1766151" y="45641"/>
                  <a:pt x="1766151" y="47223"/>
                </a:cubicBezTo>
                <a:cubicBezTo>
                  <a:pt x="1766151" y="48577"/>
                  <a:pt x="1766784" y="49729"/>
                  <a:pt x="1768051" y="50677"/>
                </a:cubicBezTo>
                <a:cubicBezTo>
                  <a:pt x="1769770" y="51943"/>
                  <a:pt x="1775708" y="53727"/>
                  <a:pt x="1785864" y="56032"/>
                </a:cubicBezTo>
                <a:cubicBezTo>
                  <a:pt x="1796021" y="58336"/>
                  <a:pt x="1803112" y="61163"/>
                  <a:pt x="1807139" y="64512"/>
                </a:cubicBezTo>
                <a:cubicBezTo>
                  <a:pt x="1811120" y="67908"/>
                  <a:pt x="1813110" y="72639"/>
                  <a:pt x="1813110" y="78704"/>
                </a:cubicBezTo>
                <a:cubicBezTo>
                  <a:pt x="1813110" y="85313"/>
                  <a:pt x="1810351" y="90994"/>
                  <a:pt x="1804831" y="95748"/>
                </a:cubicBezTo>
                <a:cubicBezTo>
                  <a:pt x="1799312" y="100501"/>
                  <a:pt x="1791146" y="102877"/>
                  <a:pt x="1780334" y="102877"/>
                </a:cubicBezTo>
                <a:cubicBezTo>
                  <a:pt x="1770516" y="102877"/>
                  <a:pt x="1762746" y="100893"/>
                  <a:pt x="1757023" y="96924"/>
                </a:cubicBezTo>
                <a:cubicBezTo>
                  <a:pt x="1751300" y="92955"/>
                  <a:pt x="1747557" y="87565"/>
                  <a:pt x="1745792" y="80754"/>
                </a:cubicBezTo>
                <a:close/>
                <a:moveTo>
                  <a:pt x="1861562" y="80754"/>
                </a:moveTo>
                <a:lnTo>
                  <a:pt x="1880699" y="77769"/>
                </a:lnTo>
                <a:cubicBezTo>
                  <a:pt x="1881513" y="81456"/>
                  <a:pt x="1883164" y="84255"/>
                  <a:pt x="1885653" y="86166"/>
                </a:cubicBezTo>
                <a:cubicBezTo>
                  <a:pt x="1888141" y="88078"/>
                  <a:pt x="1891624" y="89034"/>
                  <a:pt x="1896103" y="89034"/>
                </a:cubicBezTo>
                <a:cubicBezTo>
                  <a:pt x="1901034" y="89034"/>
                  <a:pt x="1904744" y="88130"/>
                  <a:pt x="1907232" y="86323"/>
                </a:cubicBezTo>
                <a:cubicBezTo>
                  <a:pt x="1908906" y="85058"/>
                  <a:pt x="1909743" y="83364"/>
                  <a:pt x="1909743" y="81240"/>
                </a:cubicBezTo>
                <a:cubicBezTo>
                  <a:pt x="1909743" y="79794"/>
                  <a:pt x="1909291" y="78596"/>
                  <a:pt x="1908386" y="77648"/>
                </a:cubicBezTo>
                <a:cubicBezTo>
                  <a:pt x="1907436" y="76744"/>
                  <a:pt x="1905310" y="75909"/>
                  <a:pt x="1902007" y="75141"/>
                </a:cubicBezTo>
                <a:cubicBezTo>
                  <a:pt x="1886625" y="71754"/>
                  <a:pt x="1876876" y="68659"/>
                  <a:pt x="1872759" y="65857"/>
                </a:cubicBezTo>
                <a:cubicBezTo>
                  <a:pt x="1867059" y="61969"/>
                  <a:pt x="1864209" y="56568"/>
                  <a:pt x="1864209" y="49653"/>
                </a:cubicBezTo>
                <a:cubicBezTo>
                  <a:pt x="1864209" y="43415"/>
                  <a:pt x="1866674" y="38172"/>
                  <a:pt x="1871605" y="33924"/>
                </a:cubicBezTo>
                <a:cubicBezTo>
                  <a:pt x="1876537" y="29676"/>
                  <a:pt x="1884182" y="27552"/>
                  <a:pt x="1894542" y="27552"/>
                </a:cubicBezTo>
                <a:cubicBezTo>
                  <a:pt x="1904405" y="27552"/>
                  <a:pt x="1911734" y="29152"/>
                  <a:pt x="1916529" y="32353"/>
                </a:cubicBezTo>
                <a:cubicBezTo>
                  <a:pt x="1921325" y="35553"/>
                  <a:pt x="1924627" y="40287"/>
                  <a:pt x="1926437" y="46553"/>
                </a:cubicBezTo>
                <a:lnTo>
                  <a:pt x="1908454" y="49946"/>
                </a:lnTo>
                <a:cubicBezTo>
                  <a:pt x="1907685" y="47141"/>
                  <a:pt x="1906226" y="44992"/>
                  <a:pt x="1904077" y="43499"/>
                </a:cubicBezTo>
                <a:cubicBezTo>
                  <a:pt x="1901928" y="42006"/>
                  <a:pt x="1898863" y="41259"/>
                  <a:pt x="1894882" y="41259"/>
                </a:cubicBezTo>
                <a:cubicBezTo>
                  <a:pt x="1889860" y="41259"/>
                  <a:pt x="1886263" y="41960"/>
                  <a:pt x="1884092" y="43361"/>
                </a:cubicBezTo>
                <a:cubicBezTo>
                  <a:pt x="1882644" y="44353"/>
                  <a:pt x="1881920" y="45641"/>
                  <a:pt x="1881920" y="47223"/>
                </a:cubicBezTo>
                <a:cubicBezTo>
                  <a:pt x="1881920" y="48577"/>
                  <a:pt x="1882554" y="49729"/>
                  <a:pt x="1883820" y="50677"/>
                </a:cubicBezTo>
                <a:cubicBezTo>
                  <a:pt x="1885540" y="51943"/>
                  <a:pt x="1891477" y="53727"/>
                  <a:pt x="1901634" y="56032"/>
                </a:cubicBezTo>
                <a:cubicBezTo>
                  <a:pt x="1911790" y="58336"/>
                  <a:pt x="1918882" y="61163"/>
                  <a:pt x="1922908" y="64512"/>
                </a:cubicBezTo>
                <a:cubicBezTo>
                  <a:pt x="1926889" y="67908"/>
                  <a:pt x="1928880" y="72639"/>
                  <a:pt x="1928880" y="78704"/>
                </a:cubicBezTo>
                <a:cubicBezTo>
                  <a:pt x="1928880" y="85313"/>
                  <a:pt x="1926120" y="90994"/>
                  <a:pt x="1920601" y="95748"/>
                </a:cubicBezTo>
                <a:cubicBezTo>
                  <a:pt x="1915082" y="100501"/>
                  <a:pt x="1906916" y="102877"/>
                  <a:pt x="1896103" y="102877"/>
                </a:cubicBezTo>
                <a:cubicBezTo>
                  <a:pt x="1886286" y="102877"/>
                  <a:pt x="1878516" y="100893"/>
                  <a:pt x="1872793" y="96924"/>
                </a:cubicBezTo>
                <a:cubicBezTo>
                  <a:pt x="1867070" y="92955"/>
                  <a:pt x="1863326" y="87565"/>
                  <a:pt x="1861562" y="80754"/>
                </a:cubicBezTo>
                <a:close/>
                <a:moveTo>
                  <a:pt x="1945738" y="19408"/>
                </a:moveTo>
                <a:lnTo>
                  <a:pt x="1945738" y="1764"/>
                </a:lnTo>
                <a:lnTo>
                  <a:pt x="1964807" y="1764"/>
                </a:lnTo>
                <a:lnTo>
                  <a:pt x="1964807" y="19408"/>
                </a:lnTo>
                <a:lnTo>
                  <a:pt x="1945738" y="19408"/>
                </a:lnTo>
                <a:moveTo>
                  <a:pt x="1945738" y="101248"/>
                </a:moveTo>
                <a:lnTo>
                  <a:pt x="1945738" y="29180"/>
                </a:lnTo>
                <a:lnTo>
                  <a:pt x="1964807" y="29180"/>
                </a:lnTo>
                <a:lnTo>
                  <a:pt x="1964807" y="101248"/>
                </a:lnTo>
                <a:lnTo>
                  <a:pt x="1945738" y="101248"/>
                </a:lnTo>
                <a:close/>
                <a:moveTo>
                  <a:pt x="1984422" y="101248"/>
                </a:moveTo>
                <a:lnTo>
                  <a:pt x="1984422" y="1764"/>
                </a:lnTo>
                <a:lnTo>
                  <a:pt x="2003491" y="1764"/>
                </a:lnTo>
                <a:lnTo>
                  <a:pt x="2003491" y="101248"/>
                </a:lnTo>
                <a:lnTo>
                  <a:pt x="1984422" y="101248"/>
                </a:lnTo>
                <a:close/>
                <a:moveTo>
                  <a:pt x="2042734" y="101248"/>
                </a:moveTo>
                <a:lnTo>
                  <a:pt x="2013690" y="29180"/>
                </a:lnTo>
                <a:lnTo>
                  <a:pt x="2033709" y="29180"/>
                </a:lnTo>
                <a:lnTo>
                  <a:pt x="2047281" y="65961"/>
                </a:lnTo>
                <a:lnTo>
                  <a:pt x="2051217" y="78244"/>
                </a:lnTo>
                <a:cubicBezTo>
                  <a:pt x="2052257" y="75122"/>
                  <a:pt x="2052913" y="73064"/>
                  <a:pt x="2053185" y="72068"/>
                </a:cubicBezTo>
                <a:cubicBezTo>
                  <a:pt x="2053818" y="70032"/>
                  <a:pt x="2054497" y="67997"/>
                  <a:pt x="2055221" y="65961"/>
                </a:cubicBezTo>
                <a:lnTo>
                  <a:pt x="2068928" y="29180"/>
                </a:lnTo>
                <a:lnTo>
                  <a:pt x="2088540" y="29180"/>
                </a:lnTo>
                <a:lnTo>
                  <a:pt x="2059903" y="101248"/>
                </a:lnTo>
                <a:lnTo>
                  <a:pt x="2042734" y="101248"/>
                </a:lnTo>
                <a:close/>
                <a:moveTo>
                  <a:pt x="2141927" y="78312"/>
                </a:moveTo>
                <a:lnTo>
                  <a:pt x="2160928" y="81569"/>
                </a:lnTo>
                <a:cubicBezTo>
                  <a:pt x="2158485" y="88513"/>
                  <a:pt x="2154628" y="93801"/>
                  <a:pt x="2149357" y="97431"/>
                </a:cubicBezTo>
                <a:cubicBezTo>
                  <a:pt x="2144087" y="101062"/>
                  <a:pt x="2137493" y="102877"/>
                  <a:pt x="2129576" y="102877"/>
                </a:cubicBezTo>
                <a:cubicBezTo>
                  <a:pt x="2117044" y="102877"/>
                  <a:pt x="2107770" y="98783"/>
                  <a:pt x="2101753" y="90594"/>
                </a:cubicBezTo>
                <a:cubicBezTo>
                  <a:pt x="2097003" y="84034"/>
                  <a:pt x="2094627" y="75755"/>
                  <a:pt x="2094627" y="65757"/>
                </a:cubicBezTo>
                <a:cubicBezTo>
                  <a:pt x="2094627" y="53814"/>
                  <a:pt x="2097749" y="44460"/>
                  <a:pt x="2103992" y="37697"/>
                </a:cubicBezTo>
                <a:cubicBezTo>
                  <a:pt x="2110235" y="30933"/>
                  <a:pt x="2118130" y="27552"/>
                  <a:pt x="2127676" y="27552"/>
                </a:cubicBezTo>
                <a:cubicBezTo>
                  <a:pt x="2138398" y="27552"/>
                  <a:pt x="2146858" y="31092"/>
                  <a:pt x="2153056" y="38172"/>
                </a:cubicBezTo>
                <a:cubicBezTo>
                  <a:pt x="2159254" y="45252"/>
                  <a:pt x="2162217" y="56098"/>
                  <a:pt x="2161946" y="70711"/>
                </a:cubicBezTo>
                <a:lnTo>
                  <a:pt x="2114171" y="70711"/>
                </a:lnTo>
                <a:cubicBezTo>
                  <a:pt x="2114307" y="76366"/>
                  <a:pt x="2115845" y="80766"/>
                  <a:pt x="2118786" y="83910"/>
                </a:cubicBezTo>
                <a:cubicBezTo>
                  <a:pt x="2121727" y="87054"/>
                  <a:pt x="2125391" y="88626"/>
                  <a:pt x="2129779" y="88626"/>
                </a:cubicBezTo>
                <a:cubicBezTo>
                  <a:pt x="2132765" y="88626"/>
                  <a:pt x="2135276" y="87812"/>
                  <a:pt x="2137312" y="86183"/>
                </a:cubicBezTo>
                <a:cubicBezTo>
                  <a:pt x="2139348" y="84555"/>
                  <a:pt x="2140886" y="81931"/>
                  <a:pt x="2141927" y="78312"/>
                </a:cubicBezTo>
                <a:moveTo>
                  <a:pt x="2143012" y="59039"/>
                </a:moveTo>
                <a:cubicBezTo>
                  <a:pt x="2142877" y="53542"/>
                  <a:pt x="2141452" y="49363"/>
                  <a:pt x="2138737" y="46502"/>
                </a:cubicBezTo>
                <a:cubicBezTo>
                  <a:pt x="2136023" y="43640"/>
                  <a:pt x="2132720" y="42209"/>
                  <a:pt x="2128829" y="42209"/>
                </a:cubicBezTo>
                <a:cubicBezTo>
                  <a:pt x="2124667" y="42209"/>
                  <a:pt x="2121229" y="43719"/>
                  <a:pt x="2118515" y="46737"/>
                </a:cubicBezTo>
                <a:cubicBezTo>
                  <a:pt x="2115800" y="49757"/>
                  <a:pt x="2114465" y="53858"/>
                  <a:pt x="2114511" y="59039"/>
                </a:cubicBezTo>
                <a:lnTo>
                  <a:pt x="2143012" y="59039"/>
                </a:lnTo>
                <a:close/>
                <a:moveTo>
                  <a:pt x="2195857" y="101248"/>
                </a:moveTo>
                <a:lnTo>
                  <a:pt x="2176789" y="101248"/>
                </a:lnTo>
                <a:lnTo>
                  <a:pt x="2176789" y="29180"/>
                </a:lnTo>
                <a:lnTo>
                  <a:pt x="2194500" y="29180"/>
                </a:lnTo>
                <a:lnTo>
                  <a:pt x="2194500" y="39427"/>
                </a:lnTo>
                <a:cubicBezTo>
                  <a:pt x="2197531" y="34586"/>
                  <a:pt x="2200257" y="31397"/>
                  <a:pt x="2202678" y="29859"/>
                </a:cubicBezTo>
                <a:cubicBezTo>
                  <a:pt x="2205098" y="28321"/>
                  <a:pt x="2207846" y="27552"/>
                  <a:pt x="2210923" y="27552"/>
                </a:cubicBezTo>
                <a:cubicBezTo>
                  <a:pt x="2215266" y="27552"/>
                  <a:pt x="2219450" y="28750"/>
                  <a:pt x="2223477" y="31148"/>
                </a:cubicBezTo>
                <a:lnTo>
                  <a:pt x="2217573" y="47774"/>
                </a:lnTo>
                <a:cubicBezTo>
                  <a:pt x="2214361" y="45693"/>
                  <a:pt x="2211375" y="44652"/>
                  <a:pt x="2208615" y="44652"/>
                </a:cubicBezTo>
                <a:cubicBezTo>
                  <a:pt x="2205946" y="44652"/>
                  <a:pt x="2203684" y="45388"/>
                  <a:pt x="2201829" y="46858"/>
                </a:cubicBezTo>
                <a:cubicBezTo>
                  <a:pt x="2199974" y="48328"/>
                  <a:pt x="2198515" y="50986"/>
                  <a:pt x="2197452" y="54832"/>
                </a:cubicBezTo>
                <a:cubicBezTo>
                  <a:pt x="2196389" y="58677"/>
                  <a:pt x="2195857" y="66730"/>
                  <a:pt x="2195857" y="78990"/>
                </a:cubicBezTo>
                <a:lnTo>
                  <a:pt x="2195857" y="101248"/>
                </a:lnTo>
                <a:close/>
                <a:moveTo>
                  <a:pt x="2233900" y="101248"/>
                </a:moveTo>
                <a:lnTo>
                  <a:pt x="2233900" y="87269"/>
                </a:lnTo>
                <a:lnTo>
                  <a:pt x="2247811" y="87269"/>
                </a:lnTo>
                <a:lnTo>
                  <a:pt x="2247811" y="101208"/>
                </a:lnTo>
                <a:cubicBezTo>
                  <a:pt x="2247811" y="106332"/>
                  <a:pt x="2246907" y="110468"/>
                  <a:pt x="2245097" y="113618"/>
                </a:cubicBezTo>
                <a:cubicBezTo>
                  <a:pt x="2243287" y="116770"/>
                  <a:pt x="2240415" y="119206"/>
                  <a:pt x="2236479" y="120928"/>
                </a:cubicBezTo>
                <a:lnTo>
                  <a:pt x="2233086" y="115635"/>
                </a:lnTo>
                <a:cubicBezTo>
                  <a:pt x="2235664" y="114510"/>
                  <a:pt x="2237564" y="112855"/>
                  <a:pt x="2238786" y="110671"/>
                </a:cubicBezTo>
                <a:cubicBezTo>
                  <a:pt x="2240007" y="108486"/>
                  <a:pt x="2240686" y="105346"/>
                  <a:pt x="2240822" y="101248"/>
                </a:cubicBezTo>
                <a:lnTo>
                  <a:pt x="2233900" y="101248"/>
                </a:lnTo>
                <a:close/>
                <a:moveTo>
                  <a:pt x="2334560" y="90459"/>
                </a:moveTo>
                <a:lnTo>
                  <a:pt x="2336324" y="101248"/>
                </a:lnTo>
                <a:cubicBezTo>
                  <a:pt x="2332886" y="101882"/>
                  <a:pt x="2329809" y="102199"/>
                  <a:pt x="2327095" y="102199"/>
                </a:cubicBezTo>
                <a:cubicBezTo>
                  <a:pt x="2322661" y="102199"/>
                  <a:pt x="2319223" y="101497"/>
                  <a:pt x="2316780" y="100095"/>
                </a:cubicBezTo>
                <a:cubicBezTo>
                  <a:pt x="2314337" y="98692"/>
                  <a:pt x="2312618" y="96849"/>
                  <a:pt x="2311623" y="94564"/>
                </a:cubicBezTo>
                <a:cubicBezTo>
                  <a:pt x="2310627" y="92280"/>
                  <a:pt x="2310130" y="87473"/>
                  <a:pt x="2310130" y="80144"/>
                </a:cubicBezTo>
                <a:lnTo>
                  <a:pt x="2310130" y="38681"/>
                </a:lnTo>
                <a:lnTo>
                  <a:pt x="2301172" y="38681"/>
                </a:lnTo>
                <a:lnTo>
                  <a:pt x="2301172" y="29180"/>
                </a:lnTo>
                <a:lnTo>
                  <a:pt x="2310130" y="29180"/>
                </a:lnTo>
                <a:lnTo>
                  <a:pt x="2310130" y="11284"/>
                </a:lnTo>
                <a:lnTo>
                  <a:pt x="2322277" y="3936"/>
                </a:lnTo>
                <a:lnTo>
                  <a:pt x="2322277" y="29180"/>
                </a:lnTo>
                <a:lnTo>
                  <a:pt x="2334560" y="29180"/>
                </a:lnTo>
                <a:lnTo>
                  <a:pt x="2334560" y="38681"/>
                </a:lnTo>
                <a:lnTo>
                  <a:pt x="2322277" y="38681"/>
                </a:lnTo>
                <a:lnTo>
                  <a:pt x="2322277" y="80822"/>
                </a:lnTo>
                <a:cubicBezTo>
                  <a:pt x="2322277" y="84306"/>
                  <a:pt x="2322492" y="86545"/>
                  <a:pt x="2322922" y="87541"/>
                </a:cubicBezTo>
                <a:cubicBezTo>
                  <a:pt x="2323351" y="88536"/>
                  <a:pt x="2324053" y="89328"/>
                  <a:pt x="2325025" y="89916"/>
                </a:cubicBezTo>
                <a:cubicBezTo>
                  <a:pt x="2325998" y="90504"/>
                  <a:pt x="2327389" y="90798"/>
                  <a:pt x="2329199" y="90798"/>
                </a:cubicBezTo>
                <a:cubicBezTo>
                  <a:pt x="2330556" y="90798"/>
                  <a:pt x="2332343" y="90685"/>
                  <a:pt x="2334560" y="90459"/>
                </a:cubicBezTo>
                <a:close/>
                <a:moveTo>
                  <a:pt x="2346526" y="101248"/>
                </a:moveTo>
                <a:lnTo>
                  <a:pt x="2346526" y="1764"/>
                </a:lnTo>
                <a:lnTo>
                  <a:pt x="2358741" y="1764"/>
                </a:lnTo>
                <a:lnTo>
                  <a:pt x="2358741" y="37459"/>
                </a:lnTo>
                <a:cubicBezTo>
                  <a:pt x="2364441" y="30854"/>
                  <a:pt x="2371634" y="27552"/>
                  <a:pt x="2380321" y="27552"/>
                </a:cubicBezTo>
                <a:cubicBezTo>
                  <a:pt x="2385659" y="27552"/>
                  <a:pt x="2390296" y="28603"/>
                  <a:pt x="2394232" y="30707"/>
                </a:cubicBezTo>
                <a:cubicBezTo>
                  <a:pt x="2398168" y="32811"/>
                  <a:pt x="2400984" y="35717"/>
                  <a:pt x="2402681" y="39427"/>
                </a:cubicBezTo>
                <a:cubicBezTo>
                  <a:pt x="2404377" y="43137"/>
                  <a:pt x="2405225" y="48521"/>
                  <a:pt x="2405225" y="55578"/>
                </a:cubicBezTo>
                <a:lnTo>
                  <a:pt x="2405225" y="101248"/>
                </a:lnTo>
                <a:lnTo>
                  <a:pt x="2393011" y="101248"/>
                </a:lnTo>
                <a:lnTo>
                  <a:pt x="2393011" y="55578"/>
                </a:lnTo>
                <a:cubicBezTo>
                  <a:pt x="2393011" y="49471"/>
                  <a:pt x="2391687" y="45026"/>
                  <a:pt x="2389041" y="42243"/>
                </a:cubicBezTo>
                <a:cubicBezTo>
                  <a:pt x="2386394" y="39461"/>
                  <a:pt x="2382650" y="38070"/>
                  <a:pt x="2377810" y="38070"/>
                </a:cubicBezTo>
                <a:cubicBezTo>
                  <a:pt x="2374190" y="38070"/>
                  <a:pt x="2370786" y="39009"/>
                  <a:pt x="2367597" y="40886"/>
                </a:cubicBezTo>
                <a:cubicBezTo>
                  <a:pt x="2364407" y="42764"/>
                  <a:pt x="2362134" y="45308"/>
                  <a:pt x="2360777" y="48521"/>
                </a:cubicBezTo>
                <a:cubicBezTo>
                  <a:pt x="2359419" y="51733"/>
                  <a:pt x="2358741" y="56166"/>
                  <a:pt x="2358741" y="61821"/>
                </a:cubicBezTo>
                <a:lnTo>
                  <a:pt x="2358741" y="101248"/>
                </a:lnTo>
                <a:lnTo>
                  <a:pt x="2346526" y="101248"/>
                </a:lnTo>
                <a:close/>
                <a:moveTo>
                  <a:pt x="2473133" y="78040"/>
                </a:moveTo>
                <a:lnTo>
                  <a:pt x="2485755" y="79601"/>
                </a:lnTo>
                <a:cubicBezTo>
                  <a:pt x="2483765" y="86975"/>
                  <a:pt x="2480078" y="92698"/>
                  <a:pt x="2474694" y="96770"/>
                </a:cubicBezTo>
                <a:cubicBezTo>
                  <a:pt x="2469310" y="100841"/>
                  <a:pt x="2462434" y="102877"/>
                  <a:pt x="2454064" y="102877"/>
                </a:cubicBezTo>
                <a:cubicBezTo>
                  <a:pt x="2443523" y="102877"/>
                  <a:pt x="2435165" y="99631"/>
                  <a:pt x="2428990" y="93139"/>
                </a:cubicBezTo>
                <a:cubicBezTo>
                  <a:pt x="2422814" y="86647"/>
                  <a:pt x="2419727" y="77542"/>
                  <a:pt x="2419727" y="65825"/>
                </a:cubicBezTo>
                <a:cubicBezTo>
                  <a:pt x="2419727" y="53701"/>
                  <a:pt x="2422848" y="44291"/>
                  <a:pt x="2429091" y="37595"/>
                </a:cubicBezTo>
                <a:cubicBezTo>
                  <a:pt x="2435335" y="30899"/>
                  <a:pt x="2443433" y="27552"/>
                  <a:pt x="2453386" y="27552"/>
                </a:cubicBezTo>
                <a:cubicBezTo>
                  <a:pt x="2463022" y="27552"/>
                  <a:pt x="2470894" y="30827"/>
                  <a:pt x="2477001" y="37377"/>
                </a:cubicBezTo>
                <a:cubicBezTo>
                  <a:pt x="2483109" y="43925"/>
                  <a:pt x="2486162" y="53139"/>
                  <a:pt x="2486162" y="65017"/>
                </a:cubicBezTo>
                <a:cubicBezTo>
                  <a:pt x="2486162" y="65740"/>
                  <a:pt x="2486140" y="66823"/>
                  <a:pt x="2486095" y="68268"/>
                </a:cubicBezTo>
                <a:lnTo>
                  <a:pt x="2432349" y="68268"/>
                </a:lnTo>
                <a:cubicBezTo>
                  <a:pt x="2432801" y="76163"/>
                  <a:pt x="2435041" y="82208"/>
                  <a:pt x="2439067" y="86404"/>
                </a:cubicBezTo>
                <a:cubicBezTo>
                  <a:pt x="2443093" y="90600"/>
                  <a:pt x="2448115" y="92698"/>
                  <a:pt x="2454132" y="92698"/>
                </a:cubicBezTo>
                <a:cubicBezTo>
                  <a:pt x="2458611" y="92698"/>
                  <a:pt x="2462434" y="91533"/>
                  <a:pt x="2465601" y="89203"/>
                </a:cubicBezTo>
                <a:cubicBezTo>
                  <a:pt x="2468767" y="86872"/>
                  <a:pt x="2471278" y="83151"/>
                  <a:pt x="2473133" y="78040"/>
                </a:cubicBezTo>
                <a:moveTo>
                  <a:pt x="2433027" y="58089"/>
                </a:moveTo>
                <a:lnTo>
                  <a:pt x="2473269" y="58089"/>
                </a:lnTo>
                <a:cubicBezTo>
                  <a:pt x="2472726" y="52126"/>
                  <a:pt x="2471188" y="47653"/>
                  <a:pt x="2468654" y="44672"/>
                </a:cubicBezTo>
                <a:cubicBezTo>
                  <a:pt x="2464764" y="40044"/>
                  <a:pt x="2459719" y="37731"/>
                  <a:pt x="2453521" y="37731"/>
                </a:cubicBezTo>
                <a:cubicBezTo>
                  <a:pt x="2447912" y="37731"/>
                  <a:pt x="2443195" y="39578"/>
                  <a:pt x="2439372" y="43272"/>
                </a:cubicBezTo>
                <a:cubicBezTo>
                  <a:pt x="2435550" y="46965"/>
                  <a:pt x="2433435" y="51904"/>
                  <a:pt x="2433027" y="58089"/>
                </a:cubicBezTo>
                <a:close/>
                <a:moveTo>
                  <a:pt x="2589042" y="78040"/>
                </a:moveTo>
                <a:lnTo>
                  <a:pt x="2601664" y="79601"/>
                </a:lnTo>
                <a:cubicBezTo>
                  <a:pt x="2599674" y="86975"/>
                  <a:pt x="2595986" y="92698"/>
                  <a:pt x="2590603" y="96770"/>
                </a:cubicBezTo>
                <a:cubicBezTo>
                  <a:pt x="2585219" y="100841"/>
                  <a:pt x="2578343" y="102877"/>
                  <a:pt x="2569973" y="102877"/>
                </a:cubicBezTo>
                <a:cubicBezTo>
                  <a:pt x="2559432" y="102877"/>
                  <a:pt x="2551074" y="99631"/>
                  <a:pt x="2544898" y="93139"/>
                </a:cubicBezTo>
                <a:cubicBezTo>
                  <a:pt x="2538723" y="86647"/>
                  <a:pt x="2535635" y="77542"/>
                  <a:pt x="2535635" y="65825"/>
                </a:cubicBezTo>
                <a:cubicBezTo>
                  <a:pt x="2535635" y="53701"/>
                  <a:pt x="2538757" y="44291"/>
                  <a:pt x="2545000" y="37595"/>
                </a:cubicBezTo>
                <a:cubicBezTo>
                  <a:pt x="2551243" y="30899"/>
                  <a:pt x="2559341" y="27552"/>
                  <a:pt x="2569294" y="27552"/>
                </a:cubicBezTo>
                <a:cubicBezTo>
                  <a:pt x="2578931" y="27552"/>
                  <a:pt x="2586803" y="30827"/>
                  <a:pt x="2592910" y="37377"/>
                </a:cubicBezTo>
                <a:cubicBezTo>
                  <a:pt x="2599018" y="43925"/>
                  <a:pt x="2602071" y="53139"/>
                  <a:pt x="2602071" y="65017"/>
                </a:cubicBezTo>
                <a:cubicBezTo>
                  <a:pt x="2602071" y="65740"/>
                  <a:pt x="2602049" y="66823"/>
                  <a:pt x="2602003" y="68268"/>
                </a:cubicBezTo>
                <a:lnTo>
                  <a:pt x="2548258" y="68268"/>
                </a:lnTo>
                <a:cubicBezTo>
                  <a:pt x="2548710" y="76163"/>
                  <a:pt x="2550949" y="82208"/>
                  <a:pt x="2554976" y="86404"/>
                </a:cubicBezTo>
                <a:cubicBezTo>
                  <a:pt x="2559002" y="90600"/>
                  <a:pt x="2564024" y="92698"/>
                  <a:pt x="2570041" y="92698"/>
                </a:cubicBezTo>
                <a:cubicBezTo>
                  <a:pt x="2574520" y="92698"/>
                  <a:pt x="2578343" y="91533"/>
                  <a:pt x="2581509" y="89203"/>
                </a:cubicBezTo>
                <a:cubicBezTo>
                  <a:pt x="2584676" y="86872"/>
                  <a:pt x="2587187" y="83151"/>
                  <a:pt x="2589042" y="78040"/>
                </a:cubicBezTo>
                <a:moveTo>
                  <a:pt x="2548936" y="58089"/>
                </a:moveTo>
                <a:lnTo>
                  <a:pt x="2589178" y="58089"/>
                </a:lnTo>
                <a:cubicBezTo>
                  <a:pt x="2588635" y="52126"/>
                  <a:pt x="2587097" y="47653"/>
                  <a:pt x="2584563" y="44672"/>
                </a:cubicBezTo>
                <a:cubicBezTo>
                  <a:pt x="2580672" y="40044"/>
                  <a:pt x="2575628" y="37731"/>
                  <a:pt x="2569430" y="37731"/>
                </a:cubicBezTo>
                <a:cubicBezTo>
                  <a:pt x="2563820" y="37731"/>
                  <a:pt x="2559104" y="39578"/>
                  <a:pt x="2555281" y="43272"/>
                </a:cubicBezTo>
                <a:cubicBezTo>
                  <a:pt x="2551458" y="46965"/>
                  <a:pt x="2549343" y="51904"/>
                  <a:pt x="2548936" y="58089"/>
                </a:cubicBezTo>
                <a:close/>
                <a:moveTo>
                  <a:pt x="2616980" y="101248"/>
                </a:moveTo>
                <a:lnTo>
                  <a:pt x="2616980" y="29180"/>
                </a:lnTo>
                <a:lnTo>
                  <a:pt x="2627905" y="29180"/>
                </a:lnTo>
                <a:lnTo>
                  <a:pt x="2627905" y="39224"/>
                </a:lnTo>
                <a:cubicBezTo>
                  <a:pt x="2630167" y="35715"/>
                  <a:pt x="2633176" y="32892"/>
                  <a:pt x="2636931" y="30756"/>
                </a:cubicBezTo>
                <a:cubicBezTo>
                  <a:pt x="2640686" y="28620"/>
                  <a:pt x="2644961" y="27552"/>
                  <a:pt x="2649756" y="27552"/>
                </a:cubicBezTo>
                <a:cubicBezTo>
                  <a:pt x="2655095" y="27552"/>
                  <a:pt x="2659472" y="28654"/>
                  <a:pt x="2662887" y="30860"/>
                </a:cubicBezTo>
                <a:cubicBezTo>
                  <a:pt x="2666303" y="33064"/>
                  <a:pt x="2668712" y="36146"/>
                  <a:pt x="2670115" y="40106"/>
                </a:cubicBezTo>
                <a:cubicBezTo>
                  <a:pt x="2675815" y="31736"/>
                  <a:pt x="2683234" y="27552"/>
                  <a:pt x="2692373" y="27552"/>
                </a:cubicBezTo>
                <a:cubicBezTo>
                  <a:pt x="2699521" y="27552"/>
                  <a:pt x="2705018" y="29531"/>
                  <a:pt x="2708863" y="33489"/>
                </a:cubicBezTo>
                <a:cubicBezTo>
                  <a:pt x="2712709" y="37448"/>
                  <a:pt x="2714631" y="43544"/>
                  <a:pt x="2714631" y="51778"/>
                </a:cubicBezTo>
                <a:lnTo>
                  <a:pt x="2714631" y="101248"/>
                </a:lnTo>
                <a:lnTo>
                  <a:pt x="2702484" y="101248"/>
                </a:lnTo>
                <a:lnTo>
                  <a:pt x="2702484" y="55801"/>
                </a:lnTo>
                <a:cubicBezTo>
                  <a:pt x="2702484" y="50909"/>
                  <a:pt x="2702088" y="47388"/>
                  <a:pt x="2701297" y="45238"/>
                </a:cubicBezTo>
                <a:cubicBezTo>
                  <a:pt x="2700505" y="43086"/>
                  <a:pt x="2699069" y="41353"/>
                  <a:pt x="2696988" y="40040"/>
                </a:cubicBezTo>
                <a:cubicBezTo>
                  <a:pt x="2694907" y="38727"/>
                  <a:pt x="2692464" y="38070"/>
                  <a:pt x="2689659" y="38070"/>
                </a:cubicBezTo>
                <a:cubicBezTo>
                  <a:pt x="2684592" y="38070"/>
                  <a:pt x="2680384" y="39757"/>
                  <a:pt x="2677036" y="43132"/>
                </a:cubicBezTo>
                <a:cubicBezTo>
                  <a:pt x="2673689" y="46505"/>
                  <a:pt x="2672015" y="51906"/>
                  <a:pt x="2672015" y="59334"/>
                </a:cubicBezTo>
                <a:lnTo>
                  <a:pt x="2672015" y="101248"/>
                </a:lnTo>
                <a:lnTo>
                  <a:pt x="2659800" y="101248"/>
                </a:lnTo>
                <a:lnTo>
                  <a:pt x="2659800" y="54374"/>
                </a:lnTo>
                <a:cubicBezTo>
                  <a:pt x="2659800" y="48939"/>
                  <a:pt x="2658805" y="44863"/>
                  <a:pt x="2656814" y="42146"/>
                </a:cubicBezTo>
                <a:cubicBezTo>
                  <a:pt x="2654823" y="39429"/>
                  <a:pt x="2651566" y="38070"/>
                  <a:pt x="2647042" y="38070"/>
                </a:cubicBezTo>
                <a:cubicBezTo>
                  <a:pt x="2643604" y="38070"/>
                  <a:pt x="2640426" y="38976"/>
                  <a:pt x="2637508" y="40789"/>
                </a:cubicBezTo>
                <a:cubicBezTo>
                  <a:pt x="2634589" y="42600"/>
                  <a:pt x="2632474" y="45249"/>
                  <a:pt x="2631163" y="48737"/>
                </a:cubicBezTo>
                <a:cubicBezTo>
                  <a:pt x="2629851" y="52223"/>
                  <a:pt x="2629195" y="57250"/>
                  <a:pt x="2629195" y="63817"/>
                </a:cubicBezTo>
                <a:lnTo>
                  <a:pt x="2629195" y="101248"/>
                </a:lnTo>
                <a:lnTo>
                  <a:pt x="2616980" y="101248"/>
                </a:lnTo>
                <a:close/>
                <a:moveTo>
                  <a:pt x="2732888" y="128936"/>
                </a:moveTo>
                <a:lnTo>
                  <a:pt x="2732888" y="29180"/>
                </a:lnTo>
                <a:lnTo>
                  <a:pt x="2744018" y="29180"/>
                </a:lnTo>
                <a:lnTo>
                  <a:pt x="2744018" y="38477"/>
                </a:lnTo>
                <a:cubicBezTo>
                  <a:pt x="2746641" y="34835"/>
                  <a:pt x="2749605" y="32104"/>
                  <a:pt x="2752907" y="30283"/>
                </a:cubicBezTo>
                <a:cubicBezTo>
                  <a:pt x="2756210" y="28462"/>
                  <a:pt x="2760214" y="27552"/>
                  <a:pt x="2764919" y="27552"/>
                </a:cubicBezTo>
                <a:cubicBezTo>
                  <a:pt x="2771071" y="27552"/>
                  <a:pt x="2776500" y="29135"/>
                  <a:pt x="2781205" y="32302"/>
                </a:cubicBezTo>
                <a:cubicBezTo>
                  <a:pt x="2785910" y="35469"/>
                  <a:pt x="2789462" y="39936"/>
                  <a:pt x="2791859" y="45704"/>
                </a:cubicBezTo>
                <a:cubicBezTo>
                  <a:pt x="2794257" y="51473"/>
                  <a:pt x="2795456" y="57795"/>
                  <a:pt x="2795456" y="64671"/>
                </a:cubicBezTo>
                <a:cubicBezTo>
                  <a:pt x="2795456" y="72046"/>
                  <a:pt x="2794133" y="78685"/>
                  <a:pt x="2791486" y="84589"/>
                </a:cubicBezTo>
                <a:cubicBezTo>
                  <a:pt x="2788840" y="90493"/>
                  <a:pt x="2784994" y="95017"/>
                  <a:pt x="2779950" y="98161"/>
                </a:cubicBezTo>
                <a:cubicBezTo>
                  <a:pt x="2774906" y="101305"/>
                  <a:pt x="2769601" y="102877"/>
                  <a:pt x="2764037" y="102877"/>
                </a:cubicBezTo>
                <a:cubicBezTo>
                  <a:pt x="2759965" y="102877"/>
                  <a:pt x="2756312" y="102006"/>
                  <a:pt x="2753077" y="100265"/>
                </a:cubicBezTo>
                <a:cubicBezTo>
                  <a:pt x="2749842" y="98521"/>
                  <a:pt x="2747184" y="96320"/>
                  <a:pt x="2745103" y="93661"/>
                </a:cubicBezTo>
                <a:lnTo>
                  <a:pt x="2745103" y="128936"/>
                </a:lnTo>
                <a:lnTo>
                  <a:pt x="2732888" y="128936"/>
                </a:lnTo>
                <a:moveTo>
                  <a:pt x="2743950" y="65520"/>
                </a:moveTo>
                <a:cubicBezTo>
                  <a:pt x="2743950" y="74783"/>
                  <a:pt x="2745827" y="81628"/>
                  <a:pt x="2749582" y="86056"/>
                </a:cubicBezTo>
                <a:cubicBezTo>
                  <a:pt x="2753337" y="90484"/>
                  <a:pt x="2757884" y="92698"/>
                  <a:pt x="2763222" y="92698"/>
                </a:cubicBezTo>
                <a:cubicBezTo>
                  <a:pt x="2768651" y="92698"/>
                  <a:pt x="2773300" y="90405"/>
                  <a:pt x="2777168" y="85819"/>
                </a:cubicBezTo>
                <a:cubicBezTo>
                  <a:pt x="2781036" y="81232"/>
                  <a:pt x="2782970" y="74127"/>
                  <a:pt x="2782970" y="64502"/>
                </a:cubicBezTo>
                <a:cubicBezTo>
                  <a:pt x="2782970" y="55329"/>
                  <a:pt x="2781081" y="48461"/>
                  <a:pt x="2777303" y="43898"/>
                </a:cubicBezTo>
                <a:cubicBezTo>
                  <a:pt x="2773526" y="39334"/>
                  <a:pt x="2769013" y="37052"/>
                  <a:pt x="2763765" y="37052"/>
                </a:cubicBezTo>
                <a:cubicBezTo>
                  <a:pt x="2758562" y="37052"/>
                  <a:pt x="2753959" y="39481"/>
                  <a:pt x="2749955" y="44339"/>
                </a:cubicBezTo>
                <a:cubicBezTo>
                  <a:pt x="2745952" y="49196"/>
                  <a:pt x="2743950" y="56257"/>
                  <a:pt x="2743950" y="65520"/>
                </a:cubicBezTo>
                <a:close/>
                <a:moveTo>
                  <a:pt x="2810090" y="15879"/>
                </a:moveTo>
                <a:lnTo>
                  <a:pt x="2810090" y="1764"/>
                </a:lnTo>
                <a:lnTo>
                  <a:pt x="2822305" y="1764"/>
                </a:lnTo>
                <a:lnTo>
                  <a:pt x="2822305" y="15879"/>
                </a:lnTo>
                <a:lnTo>
                  <a:pt x="2810090" y="15879"/>
                </a:lnTo>
                <a:moveTo>
                  <a:pt x="2810090" y="101248"/>
                </a:moveTo>
                <a:lnTo>
                  <a:pt x="2810090" y="29180"/>
                </a:lnTo>
                <a:lnTo>
                  <a:pt x="2822305" y="29180"/>
                </a:lnTo>
                <a:lnTo>
                  <a:pt x="2822305" y="101248"/>
                </a:lnTo>
                <a:lnTo>
                  <a:pt x="2810090" y="101248"/>
                </a:lnTo>
                <a:close/>
                <a:moveTo>
                  <a:pt x="2840926" y="101248"/>
                </a:moveTo>
                <a:lnTo>
                  <a:pt x="2840926" y="29180"/>
                </a:lnTo>
                <a:lnTo>
                  <a:pt x="2851919" y="29180"/>
                </a:lnTo>
                <a:lnTo>
                  <a:pt x="2851919" y="40038"/>
                </a:lnTo>
                <a:cubicBezTo>
                  <a:pt x="2854724" y="34954"/>
                  <a:pt x="2857314" y="31602"/>
                  <a:pt x="2859689" y="29982"/>
                </a:cubicBezTo>
                <a:cubicBezTo>
                  <a:pt x="2862065" y="28362"/>
                  <a:pt x="2864677" y="27552"/>
                  <a:pt x="2867527" y="27552"/>
                </a:cubicBezTo>
                <a:cubicBezTo>
                  <a:pt x="2871644" y="27552"/>
                  <a:pt x="2875829" y="28858"/>
                  <a:pt x="2880082" y="31470"/>
                </a:cubicBezTo>
                <a:lnTo>
                  <a:pt x="2875874" y="42752"/>
                </a:lnTo>
                <a:cubicBezTo>
                  <a:pt x="2872888" y="40988"/>
                  <a:pt x="2869902" y="40106"/>
                  <a:pt x="2866917" y="40106"/>
                </a:cubicBezTo>
                <a:cubicBezTo>
                  <a:pt x="2864247" y="40106"/>
                  <a:pt x="2861850" y="40910"/>
                  <a:pt x="2859723" y="42519"/>
                </a:cubicBezTo>
                <a:cubicBezTo>
                  <a:pt x="2857597" y="44127"/>
                  <a:pt x="2856081" y="46357"/>
                  <a:pt x="2855177" y="49210"/>
                </a:cubicBezTo>
                <a:cubicBezTo>
                  <a:pt x="2853819" y="53557"/>
                  <a:pt x="2853141" y="58312"/>
                  <a:pt x="2853141" y="63475"/>
                </a:cubicBezTo>
                <a:lnTo>
                  <a:pt x="2853141" y="101248"/>
                </a:lnTo>
                <a:lnTo>
                  <a:pt x="2840926" y="101248"/>
                </a:lnTo>
                <a:close/>
                <a:moveTo>
                  <a:pt x="2936491" y="78040"/>
                </a:moveTo>
                <a:lnTo>
                  <a:pt x="2949113" y="79601"/>
                </a:lnTo>
                <a:cubicBezTo>
                  <a:pt x="2947122" y="86975"/>
                  <a:pt x="2943435" y="92698"/>
                  <a:pt x="2938051" y="96770"/>
                </a:cubicBezTo>
                <a:cubicBezTo>
                  <a:pt x="2932668" y="100841"/>
                  <a:pt x="2925791" y="102877"/>
                  <a:pt x="2917422" y="102877"/>
                </a:cubicBezTo>
                <a:cubicBezTo>
                  <a:pt x="2906881" y="102877"/>
                  <a:pt x="2898522" y="99631"/>
                  <a:pt x="2892347" y="93139"/>
                </a:cubicBezTo>
                <a:cubicBezTo>
                  <a:pt x="2886172" y="86647"/>
                  <a:pt x="2883084" y="77542"/>
                  <a:pt x="2883084" y="65825"/>
                </a:cubicBezTo>
                <a:cubicBezTo>
                  <a:pt x="2883084" y="53701"/>
                  <a:pt x="2886206" y="44291"/>
                  <a:pt x="2892449" y="37595"/>
                </a:cubicBezTo>
                <a:cubicBezTo>
                  <a:pt x="2898692" y="30899"/>
                  <a:pt x="2906790" y="27552"/>
                  <a:pt x="2916743" y="27552"/>
                </a:cubicBezTo>
                <a:cubicBezTo>
                  <a:pt x="2926379" y="27552"/>
                  <a:pt x="2934251" y="30827"/>
                  <a:pt x="2940359" y="37377"/>
                </a:cubicBezTo>
                <a:cubicBezTo>
                  <a:pt x="2946466" y="43925"/>
                  <a:pt x="2949520" y="53139"/>
                  <a:pt x="2949520" y="65017"/>
                </a:cubicBezTo>
                <a:cubicBezTo>
                  <a:pt x="2949520" y="65740"/>
                  <a:pt x="2949497" y="66823"/>
                  <a:pt x="2949452" y="68268"/>
                </a:cubicBezTo>
                <a:lnTo>
                  <a:pt x="2895706" y="68268"/>
                </a:lnTo>
                <a:cubicBezTo>
                  <a:pt x="2896159" y="76163"/>
                  <a:pt x="2898398" y="82208"/>
                  <a:pt x="2902424" y="86404"/>
                </a:cubicBezTo>
                <a:cubicBezTo>
                  <a:pt x="2906451" y="90600"/>
                  <a:pt x="2911472" y="92698"/>
                  <a:pt x="2917489" y="92698"/>
                </a:cubicBezTo>
                <a:cubicBezTo>
                  <a:pt x="2921968" y="92698"/>
                  <a:pt x="2925791" y="91533"/>
                  <a:pt x="2928958" y="89203"/>
                </a:cubicBezTo>
                <a:cubicBezTo>
                  <a:pt x="2932125" y="86872"/>
                  <a:pt x="2934636" y="83151"/>
                  <a:pt x="2936491" y="78040"/>
                </a:cubicBezTo>
                <a:moveTo>
                  <a:pt x="2896385" y="58089"/>
                </a:moveTo>
                <a:lnTo>
                  <a:pt x="2936626" y="58089"/>
                </a:lnTo>
                <a:cubicBezTo>
                  <a:pt x="2936083" y="52126"/>
                  <a:pt x="2934545" y="47653"/>
                  <a:pt x="2932012" y="44672"/>
                </a:cubicBezTo>
                <a:cubicBezTo>
                  <a:pt x="2928121" y="40044"/>
                  <a:pt x="2923077" y="37731"/>
                  <a:pt x="2916879" y="37731"/>
                </a:cubicBezTo>
                <a:cubicBezTo>
                  <a:pt x="2911269" y="37731"/>
                  <a:pt x="2906553" y="39578"/>
                  <a:pt x="2902730" y="43272"/>
                </a:cubicBezTo>
                <a:cubicBezTo>
                  <a:pt x="2898907" y="46965"/>
                  <a:pt x="2896792" y="51904"/>
                  <a:pt x="2896385" y="580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coulddevaluethedenarius,therebyincreasingthe">
            <a:extLst xmlns:a="http://schemas.openxmlformats.org/drawingml/2006/main">
              <a:ext uri="{FF2B5EF4-FFF2-40B4-BE49-F238E27FC236}">
                <a16:creationId xmlns:a16="http://schemas.microsoft.com/office/drawing/2014/main" id="{4642201A-DB24-427C-B111-116401A2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7020" y="1193442"/>
            <a:ext cx="3094641" cy="128800"/>
          </a:xfrm>
          <a:custGeom xmlns:a="http://schemas.openxmlformats.org/drawingml/2006/main">
            <a:pathLst>
              <a:path w="3094641" h="128800">
                <a:moveTo>
                  <a:pt x="50760" y="73018"/>
                </a:moveTo>
                <a:lnTo>
                  <a:pt x="62771" y="74579"/>
                </a:lnTo>
                <a:cubicBezTo>
                  <a:pt x="61459" y="82879"/>
                  <a:pt x="58100" y="89377"/>
                  <a:pt x="52694" y="94072"/>
                </a:cubicBezTo>
                <a:cubicBezTo>
                  <a:pt x="47288" y="98766"/>
                  <a:pt x="40649" y="101113"/>
                  <a:pt x="32777" y="101113"/>
                </a:cubicBezTo>
                <a:cubicBezTo>
                  <a:pt x="22914" y="101113"/>
                  <a:pt x="14986" y="97889"/>
                  <a:pt x="8992" y="91443"/>
                </a:cubicBezTo>
                <a:cubicBezTo>
                  <a:pt x="2997" y="84996"/>
                  <a:pt x="0" y="75755"/>
                  <a:pt x="0" y="63721"/>
                </a:cubicBezTo>
                <a:cubicBezTo>
                  <a:pt x="0" y="55940"/>
                  <a:pt x="1289" y="49131"/>
                  <a:pt x="3868" y="43295"/>
                </a:cubicBezTo>
                <a:cubicBezTo>
                  <a:pt x="6447" y="37459"/>
                  <a:pt x="10371" y="33082"/>
                  <a:pt x="15642" y="30164"/>
                </a:cubicBezTo>
                <a:cubicBezTo>
                  <a:pt x="20912" y="27246"/>
                  <a:pt x="26647" y="25787"/>
                  <a:pt x="32845" y="25787"/>
                </a:cubicBezTo>
                <a:cubicBezTo>
                  <a:pt x="40671" y="25787"/>
                  <a:pt x="47073" y="27773"/>
                  <a:pt x="52049" y="31744"/>
                </a:cubicBezTo>
                <a:cubicBezTo>
                  <a:pt x="57026" y="35714"/>
                  <a:pt x="60215" y="41351"/>
                  <a:pt x="61618" y="48656"/>
                </a:cubicBezTo>
                <a:lnTo>
                  <a:pt x="49742" y="50489"/>
                </a:lnTo>
                <a:cubicBezTo>
                  <a:pt x="48611" y="45670"/>
                  <a:pt x="46609" y="42045"/>
                  <a:pt x="43736" y="39614"/>
                </a:cubicBezTo>
                <a:cubicBezTo>
                  <a:pt x="40864" y="37182"/>
                  <a:pt x="37391" y="35966"/>
                  <a:pt x="33320" y="35966"/>
                </a:cubicBezTo>
                <a:cubicBezTo>
                  <a:pt x="27167" y="35966"/>
                  <a:pt x="22168" y="38161"/>
                  <a:pt x="18322" y="42551"/>
                </a:cubicBezTo>
                <a:cubicBezTo>
                  <a:pt x="14477" y="46939"/>
                  <a:pt x="12554" y="53883"/>
                  <a:pt x="12554" y="63382"/>
                </a:cubicBezTo>
                <a:cubicBezTo>
                  <a:pt x="12554" y="73017"/>
                  <a:pt x="14409" y="80018"/>
                  <a:pt x="18119" y="84385"/>
                </a:cubicBezTo>
                <a:cubicBezTo>
                  <a:pt x="21829" y="88751"/>
                  <a:pt x="26669" y="90934"/>
                  <a:pt x="32641" y="90934"/>
                </a:cubicBezTo>
                <a:cubicBezTo>
                  <a:pt x="37437" y="90934"/>
                  <a:pt x="41440" y="89469"/>
                  <a:pt x="44652" y="86540"/>
                </a:cubicBezTo>
                <a:cubicBezTo>
                  <a:pt x="47865" y="83610"/>
                  <a:pt x="49900" y="79103"/>
                  <a:pt x="50760" y="73018"/>
                </a:cubicBezTo>
                <a:close/>
                <a:moveTo>
                  <a:pt x="68675" y="63450"/>
                </a:moveTo>
                <a:cubicBezTo>
                  <a:pt x="68675" y="50104"/>
                  <a:pt x="72385" y="40219"/>
                  <a:pt x="79804" y="33795"/>
                </a:cubicBezTo>
                <a:cubicBezTo>
                  <a:pt x="86002" y="28456"/>
                  <a:pt x="93557" y="25787"/>
                  <a:pt x="102470" y="25787"/>
                </a:cubicBezTo>
                <a:cubicBezTo>
                  <a:pt x="112377" y="25787"/>
                  <a:pt x="120475" y="29033"/>
                  <a:pt x="126764" y="35525"/>
                </a:cubicBezTo>
                <a:cubicBezTo>
                  <a:pt x="133052" y="42017"/>
                  <a:pt x="136197" y="50986"/>
                  <a:pt x="136197" y="62432"/>
                </a:cubicBezTo>
                <a:cubicBezTo>
                  <a:pt x="136197" y="71706"/>
                  <a:pt x="134805" y="79001"/>
                  <a:pt x="132023" y="84317"/>
                </a:cubicBezTo>
                <a:cubicBezTo>
                  <a:pt x="129241" y="89633"/>
                  <a:pt x="125192" y="93761"/>
                  <a:pt x="119876" y="96702"/>
                </a:cubicBezTo>
                <a:cubicBezTo>
                  <a:pt x="114560" y="99642"/>
                  <a:pt x="108758" y="101113"/>
                  <a:pt x="102470" y="101113"/>
                </a:cubicBezTo>
                <a:cubicBezTo>
                  <a:pt x="92381" y="101113"/>
                  <a:pt x="84226" y="97878"/>
                  <a:pt x="78006" y="91409"/>
                </a:cubicBezTo>
                <a:cubicBezTo>
                  <a:pt x="71785" y="84939"/>
                  <a:pt x="68675" y="75620"/>
                  <a:pt x="68675" y="63450"/>
                </a:cubicBezTo>
                <a:moveTo>
                  <a:pt x="81229" y="63416"/>
                </a:moveTo>
                <a:cubicBezTo>
                  <a:pt x="81229" y="72611"/>
                  <a:pt x="83242" y="79496"/>
                  <a:pt x="87269" y="84071"/>
                </a:cubicBezTo>
                <a:cubicBezTo>
                  <a:pt x="91295" y="88646"/>
                  <a:pt x="96362" y="90934"/>
                  <a:pt x="102470" y="90934"/>
                </a:cubicBezTo>
                <a:cubicBezTo>
                  <a:pt x="108532" y="90934"/>
                  <a:pt x="113576" y="88635"/>
                  <a:pt x="117603" y="84037"/>
                </a:cubicBezTo>
                <a:cubicBezTo>
                  <a:pt x="121629" y="79440"/>
                  <a:pt x="123642" y="72431"/>
                  <a:pt x="123642" y="63011"/>
                </a:cubicBezTo>
                <a:cubicBezTo>
                  <a:pt x="123642" y="54131"/>
                  <a:pt x="121618" y="47404"/>
                  <a:pt x="117569" y="42829"/>
                </a:cubicBezTo>
                <a:cubicBezTo>
                  <a:pt x="113520" y="38254"/>
                  <a:pt x="108487" y="35966"/>
                  <a:pt x="102470" y="35966"/>
                </a:cubicBezTo>
                <a:cubicBezTo>
                  <a:pt x="96362" y="35966"/>
                  <a:pt x="91295" y="38242"/>
                  <a:pt x="87269" y="42795"/>
                </a:cubicBezTo>
                <a:cubicBezTo>
                  <a:pt x="83242" y="47347"/>
                  <a:pt x="81229" y="54221"/>
                  <a:pt x="81229" y="63416"/>
                </a:cubicBezTo>
                <a:close/>
                <a:moveTo>
                  <a:pt x="197725" y="99484"/>
                </a:moveTo>
                <a:lnTo>
                  <a:pt x="197725" y="88898"/>
                </a:lnTo>
                <a:cubicBezTo>
                  <a:pt x="192115" y="97041"/>
                  <a:pt x="184492" y="101113"/>
                  <a:pt x="174856" y="101113"/>
                </a:cubicBezTo>
                <a:cubicBezTo>
                  <a:pt x="170603" y="101113"/>
                  <a:pt x="166633" y="100298"/>
                  <a:pt x="162946" y="98670"/>
                </a:cubicBezTo>
                <a:cubicBezTo>
                  <a:pt x="159259" y="97041"/>
                  <a:pt x="156522" y="94994"/>
                  <a:pt x="154735" y="92528"/>
                </a:cubicBezTo>
                <a:cubicBezTo>
                  <a:pt x="152948" y="90063"/>
                  <a:pt x="151693" y="87043"/>
                  <a:pt x="150969" y="83469"/>
                </a:cubicBezTo>
                <a:cubicBezTo>
                  <a:pt x="150471" y="81071"/>
                  <a:pt x="150222" y="77271"/>
                  <a:pt x="150222" y="72068"/>
                </a:cubicBezTo>
                <a:lnTo>
                  <a:pt x="150222" y="27416"/>
                </a:lnTo>
                <a:lnTo>
                  <a:pt x="162437" y="27416"/>
                </a:lnTo>
                <a:lnTo>
                  <a:pt x="162437" y="67386"/>
                </a:lnTo>
                <a:cubicBezTo>
                  <a:pt x="162437" y="73765"/>
                  <a:pt x="162686" y="78063"/>
                  <a:pt x="163184" y="80279"/>
                </a:cubicBezTo>
                <a:cubicBezTo>
                  <a:pt x="163953" y="83492"/>
                  <a:pt x="165582" y="86014"/>
                  <a:pt x="168070" y="87846"/>
                </a:cubicBezTo>
                <a:cubicBezTo>
                  <a:pt x="170558" y="89678"/>
                  <a:pt x="173634" y="90594"/>
                  <a:pt x="177299" y="90594"/>
                </a:cubicBezTo>
                <a:cubicBezTo>
                  <a:pt x="180963" y="90594"/>
                  <a:pt x="184402" y="89656"/>
                  <a:pt x="187614" y="87778"/>
                </a:cubicBezTo>
                <a:cubicBezTo>
                  <a:pt x="190826" y="85901"/>
                  <a:pt x="193099" y="83345"/>
                  <a:pt x="194434" y="80110"/>
                </a:cubicBezTo>
                <a:cubicBezTo>
                  <a:pt x="195768" y="76875"/>
                  <a:pt x="196436" y="72181"/>
                  <a:pt x="196436" y="66029"/>
                </a:cubicBezTo>
                <a:lnTo>
                  <a:pt x="196436" y="27416"/>
                </a:lnTo>
                <a:lnTo>
                  <a:pt x="208651" y="27416"/>
                </a:lnTo>
                <a:lnTo>
                  <a:pt x="208651" y="99484"/>
                </a:lnTo>
                <a:lnTo>
                  <a:pt x="197725" y="99484"/>
                </a:lnTo>
                <a:close/>
                <a:moveTo>
                  <a:pt x="227495" y="99484"/>
                </a:moveTo>
                <a:lnTo>
                  <a:pt x="227495" y="0"/>
                </a:lnTo>
                <a:lnTo>
                  <a:pt x="239710" y="0"/>
                </a:lnTo>
                <a:lnTo>
                  <a:pt x="239710" y="99484"/>
                </a:lnTo>
                <a:lnTo>
                  <a:pt x="227495" y="99484"/>
                </a:lnTo>
                <a:close/>
                <a:moveTo>
                  <a:pt x="305515" y="99484"/>
                </a:moveTo>
                <a:lnTo>
                  <a:pt x="305515" y="90391"/>
                </a:lnTo>
                <a:cubicBezTo>
                  <a:pt x="300946" y="97539"/>
                  <a:pt x="294227" y="101113"/>
                  <a:pt x="285360" y="101113"/>
                </a:cubicBezTo>
                <a:cubicBezTo>
                  <a:pt x="279615" y="101113"/>
                  <a:pt x="274333" y="99529"/>
                  <a:pt x="269515" y="96363"/>
                </a:cubicBezTo>
                <a:cubicBezTo>
                  <a:pt x="264697" y="93196"/>
                  <a:pt x="260964" y="88773"/>
                  <a:pt x="258318" y="83096"/>
                </a:cubicBezTo>
                <a:cubicBezTo>
                  <a:pt x="255671" y="77418"/>
                  <a:pt x="254348" y="70892"/>
                  <a:pt x="254348" y="63518"/>
                </a:cubicBezTo>
                <a:cubicBezTo>
                  <a:pt x="254348" y="56325"/>
                  <a:pt x="255547" y="49799"/>
                  <a:pt x="257944" y="43940"/>
                </a:cubicBezTo>
                <a:cubicBezTo>
                  <a:pt x="260342" y="38081"/>
                  <a:pt x="263939" y="33591"/>
                  <a:pt x="268734" y="30470"/>
                </a:cubicBezTo>
                <a:cubicBezTo>
                  <a:pt x="273530" y="27348"/>
                  <a:pt x="278891" y="25787"/>
                  <a:pt x="284817" y="25787"/>
                </a:cubicBezTo>
                <a:cubicBezTo>
                  <a:pt x="289160" y="25787"/>
                  <a:pt x="293029" y="26703"/>
                  <a:pt x="296422" y="28536"/>
                </a:cubicBezTo>
                <a:cubicBezTo>
                  <a:pt x="299815" y="30368"/>
                  <a:pt x="302574" y="32754"/>
                  <a:pt x="304701" y="35695"/>
                </a:cubicBezTo>
                <a:lnTo>
                  <a:pt x="304701" y="0"/>
                </a:lnTo>
                <a:lnTo>
                  <a:pt x="316848" y="0"/>
                </a:lnTo>
                <a:lnTo>
                  <a:pt x="316848" y="99484"/>
                </a:lnTo>
                <a:lnTo>
                  <a:pt x="305515" y="99484"/>
                </a:lnTo>
                <a:moveTo>
                  <a:pt x="266902" y="63484"/>
                </a:moveTo>
                <a:cubicBezTo>
                  <a:pt x="266902" y="72679"/>
                  <a:pt x="268847" y="79553"/>
                  <a:pt x="272738" y="84105"/>
                </a:cubicBezTo>
                <a:cubicBezTo>
                  <a:pt x="276629" y="88657"/>
                  <a:pt x="281221" y="90934"/>
                  <a:pt x="286514" y="90934"/>
                </a:cubicBezTo>
                <a:cubicBezTo>
                  <a:pt x="291852" y="90934"/>
                  <a:pt x="296388" y="88759"/>
                  <a:pt x="300120" y="84411"/>
                </a:cubicBezTo>
                <a:cubicBezTo>
                  <a:pt x="303852" y="80060"/>
                  <a:pt x="305719" y="73423"/>
                  <a:pt x="305719" y="64498"/>
                </a:cubicBezTo>
                <a:cubicBezTo>
                  <a:pt x="305719" y="54672"/>
                  <a:pt x="303818" y="47460"/>
                  <a:pt x="300018" y="42863"/>
                </a:cubicBezTo>
                <a:cubicBezTo>
                  <a:pt x="296218" y="38265"/>
                  <a:pt x="291536" y="35966"/>
                  <a:pt x="285971" y="35966"/>
                </a:cubicBezTo>
                <a:cubicBezTo>
                  <a:pt x="280542" y="35966"/>
                  <a:pt x="276007" y="38175"/>
                  <a:pt x="272365" y="42593"/>
                </a:cubicBezTo>
                <a:cubicBezTo>
                  <a:pt x="268723" y="47010"/>
                  <a:pt x="266902" y="53973"/>
                  <a:pt x="266902" y="63484"/>
                </a:cubicBezTo>
                <a:close/>
                <a:moveTo>
                  <a:pt x="421331" y="99484"/>
                </a:moveTo>
                <a:lnTo>
                  <a:pt x="421331" y="90391"/>
                </a:lnTo>
                <a:cubicBezTo>
                  <a:pt x="416762" y="97539"/>
                  <a:pt x="410043" y="101113"/>
                  <a:pt x="401176" y="101113"/>
                </a:cubicBezTo>
                <a:cubicBezTo>
                  <a:pt x="395431" y="101113"/>
                  <a:pt x="390149" y="99529"/>
                  <a:pt x="385331" y="96363"/>
                </a:cubicBezTo>
                <a:cubicBezTo>
                  <a:pt x="380513" y="93196"/>
                  <a:pt x="376780" y="88773"/>
                  <a:pt x="374134" y="83096"/>
                </a:cubicBezTo>
                <a:cubicBezTo>
                  <a:pt x="371487" y="77418"/>
                  <a:pt x="370164" y="70892"/>
                  <a:pt x="370164" y="63518"/>
                </a:cubicBezTo>
                <a:cubicBezTo>
                  <a:pt x="370164" y="56325"/>
                  <a:pt x="371363" y="49799"/>
                  <a:pt x="373760" y="43940"/>
                </a:cubicBezTo>
                <a:cubicBezTo>
                  <a:pt x="376158" y="38081"/>
                  <a:pt x="379755" y="33591"/>
                  <a:pt x="384550" y="30470"/>
                </a:cubicBezTo>
                <a:cubicBezTo>
                  <a:pt x="389346" y="27348"/>
                  <a:pt x="394707" y="25787"/>
                  <a:pt x="400633" y="25787"/>
                </a:cubicBezTo>
                <a:cubicBezTo>
                  <a:pt x="404976" y="25787"/>
                  <a:pt x="408844" y="26703"/>
                  <a:pt x="412238" y="28536"/>
                </a:cubicBezTo>
                <a:cubicBezTo>
                  <a:pt x="415631" y="30368"/>
                  <a:pt x="418390" y="32754"/>
                  <a:pt x="420517" y="35695"/>
                </a:cubicBezTo>
                <a:lnTo>
                  <a:pt x="420517" y="0"/>
                </a:lnTo>
                <a:lnTo>
                  <a:pt x="432664" y="0"/>
                </a:lnTo>
                <a:lnTo>
                  <a:pt x="432664" y="99484"/>
                </a:lnTo>
                <a:lnTo>
                  <a:pt x="421331" y="99484"/>
                </a:lnTo>
                <a:moveTo>
                  <a:pt x="382718" y="63484"/>
                </a:moveTo>
                <a:cubicBezTo>
                  <a:pt x="382718" y="72679"/>
                  <a:pt x="384663" y="79553"/>
                  <a:pt x="388554" y="84105"/>
                </a:cubicBezTo>
                <a:cubicBezTo>
                  <a:pt x="392445" y="88657"/>
                  <a:pt x="397037" y="90934"/>
                  <a:pt x="402330" y="90934"/>
                </a:cubicBezTo>
                <a:cubicBezTo>
                  <a:pt x="407668" y="90934"/>
                  <a:pt x="412204" y="88759"/>
                  <a:pt x="415936" y="84411"/>
                </a:cubicBezTo>
                <a:cubicBezTo>
                  <a:pt x="419668" y="80060"/>
                  <a:pt x="421534" y="73423"/>
                  <a:pt x="421534" y="64498"/>
                </a:cubicBezTo>
                <a:cubicBezTo>
                  <a:pt x="421534" y="54672"/>
                  <a:pt x="419634" y="47460"/>
                  <a:pt x="415834" y="42863"/>
                </a:cubicBezTo>
                <a:cubicBezTo>
                  <a:pt x="412034" y="38265"/>
                  <a:pt x="407352" y="35966"/>
                  <a:pt x="401787" y="35966"/>
                </a:cubicBezTo>
                <a:cubicBezTo>
                  <a:pt x="396358" y="35966"/>
                  <a:pt x="391823" y="38175"/>
                  <a:pt x="388181" y="42593"/>
                </a:cubicBezTo>
                <a:cubicBezTo>
                  <a:pt x="384539" y="47010"/>
                  <a:pt x="382718" y="53973"/>
                  <a:pt x="382718" y="63484"/>
                </a:cubicBezTo>
                <a:close/>
                <a:moveTo>
                  <a:pt x="501182" y="76276"/>
                </a:moveTo>
                <a:lnTo>
                  <a:pt x="513804" y="77836"/>
                </a:lnTo>
                <a:cubicBezTo>
                  <a:pt x="511813" y="85211"/>
                  <a:pt x="508126" y="90934"/>
                  <a:pt x="502743" y="95005"/>
                </a:cubicBezTo>
                <a:cubicBezTo>
                  <a:pt x="497359" y="99077"/>
                  <a:pt x="490482" y="101113"/>
                  <a:pt x="482113" y="101113"/>
                </a:cubicBezTo>
                <a:cubicBezTo>
                  <a:pt x="471572" y="101113"/>
                  <a:pt x="463214" y="97867"/>
                  <a:pt x="457038" y="91375"/>
                </a:cubicBezTo>
                <a:cubicBezTo>
                  <a:pt x="450863" y="84883"/>
                  <a:pt x="447775" y="75778"/>
                  <a:pt x="447775" y="64061"/>
                </a:cubicBezTo>
                <a:cubicBezTo>
                  <a:pt x="447775" y="51936"/>
                  <a:pt x="450897" y="42526"/>
                  <a:pt x="457140" y="35831"/>
                </a:cubicBezTo>
                <a:cubicBezTo>
                  <a:pt x="463383" y="29135"/>
                  <a:pt x="471481" y="25787"/>
                  <a:pt x="481434" y="25787"/>
                </a:cubicBezTo>
                <a:cubicBezTo>
                  <a:pt x="491071" y="25787"/>
                  <a:pt x="498942" y="29062"/>
                  <a:pt x="505050" y="35612"/>
                </a:cubicBezTo>
                <a:cubicBezTo>
                  <a:pt x="511157" y="42161"/>
                  <a:pt x="514211" y="51374"/>
                  <a:pt x="514211" y="63253"/>
                </a:cubicBezTo>
                <a:cubicBezTo>
                  <a:pt x="514211" y="63975"/>
                  <a:pt x="514188" y="65059"/>
                  <a:pt x="514143" y="66504"/>
                </a:cubicBezTo>
                <a:lnTo>
                  <a:pt x="460397" y="66504"/>
                </a:lnTo>
                <a:cubicBezTo>
                  <a:pt x="460850" y="74398"/>
                  <a:pt x="463089" y="80443"/>
                  <a:pt x="467116" y="84640"/>
                </a:cubicBezTo>
                <a:cubicBezTo>
                  <a:pt x="471142" y="88836"/>
                  <a:pt x="476164" y="90934"/>
                  <a:pt x="482181" y="90934"/>
                </a:cubicBezTo>
                <a:cubicBezTo>
                  <a:pt x="486660" y="90934"/>
                  <a:pt x="490482" y="89769"/>
                  <a:pt x="493649" y="87439"/>
                </a:cubicBezTo>
                <a:cubicBezTo>
                  <a:pt x="496816" y="85107"/>
                  <a:pt x="499327" y="81386"/>
                  <a:pt x="501182" y="76276"/>
                </a:cubicBezTo>
                <a:moveTo>
                  <a:pt x="461076" y="56325"/>
                </a:moveTo>
                <a:lnTo>
                  <a:pt x="501318" y="56325"/>
                </a:lnTo>
                <a:cubicBezTo>
                  <a:pt x="500775" y="50361"/>
                  <a:pt x="499236" y="45889"/>
                  <a:pt x="496703" y="42907"/>
                </a:cubicBezTo>
                <a:cubicBezTo>
                  <a:pt x="492812" y="38280"/>
                  <a:pt x="487768" y="35966"/>
                  <a:pt x="481570" y="35966"/>
                </a:cubicBezTo>
                <a:cubicBezTo>
                  <a:pt x="475960" y="35966"/>
                  <a:pt x="471244" y="37813"/>
                  <a:pt x="467421" y="41508"/>
                </a:cubicBezTo>
                <a:cubicBezTo>
                  <a:pt x="463598" y="45200"/>
                  <a:pt x="461483" y="50139"/>
                  <a:pt x="461076" y="56325"/>
                </a:cubicBezTo>
                <a:close/>
                <a:moveTo>
                  <a:pt x="549138" y="99484"/>
                </a:moveTo>
                <a:lnTo>
                  <a:pt x="521723" y="27416"/>
                </a:lnTo>
                <a:lnTo>
                  <a:pt x="534616" y="27416"/>
                </a:lnTo>
                <a:lnTo>
                  <a:pt x="550088" y="70575"/>
                </a:lnTo>
                <a:cubicBezTo>
                  <a:pt x="551762" y="75235"/>
                  <a:pt x="553301" y="80076"/>
                  <a:pt x="554703" y="85098"/>
                </a:cubicBezTo>
                <a:cubicBezTo>
                  <a:pt x="555789" y="81297"/>
                  <a:pt x="557304" y="76728"/>
                  <a:pt x="559250" y="71390"/>
                </a:cubicBezTo>
                <a:lnTo>
                  <a:pt x="575265" y="27416"/>
                </a:lnTo>
                <a:lnTo>
                  <a:pt x="587819" y="27416"/>
                </a:lnTo>
                <a:lnTo>
                  <a:pt x="560539" y="99484"/>
                </a:lnTo>
                <a:lnTo>
                  <a:pt x="549138" y="99484"/>
                </a:lnTo>
                <a:close/>
                <a:moveTo>
                  <a:pt x="645637" y="90586"/>
                </a:moveTo>
                <a:cubicBezTo>
                  <a:pt x="641113" y="94434"/>
                  <a:pt x="636758" y="97151"/>
                  <a:pt x="632574" y="98736"/>
                </a:cubicBezTo>
                <a:cubicBezTo>
                  <a:pt x="628389" y="100320"/>
                  <a:pt x="623899" y="101113"/>
                  <a:pt x="619103" y="101113"/>
                </a:cubicBezTo>
                <a:cubicBezTo>
                  <a:pt x="611186" y="101113"/>
                  <a:pt x="605101" y="99177"/>
                  <a:pt x="600849" y="95306"/>
                </a:cubicBezTo>
                <a:cubicBezTo>
                  <a:pt x="596596" y="91436"/>
                  <a:pt x="594470" y="86489"/>
                  <a:pt x="594470" y="80468"/>
                </a:cubicBezTo>
                <a:cubicBezTo>
                  <a:pt x="594470" y="76938"/>
                  <a:pt x="595273" y="73713"/>
                  <a:pt x="596879" y="70794"/>
                </a:cubicBezTo>
                <a:cubicBezTo>
                  <a:pt x="598485" y="67873"/>
                  <a:pt x="600589" y="65530"/>
                  <a:pt x="603190" y="63764"/>
                </a:cubicBezTo>
                <a:cubicBezTo>
                  <a:pt x="605791" y="61998"/>
                  <a:pt x="608721" y="60663"/>
                  <a:pt x="611978" y="59758"/>
                </a:cubicBezTo>
                <a:cubicBezTo>
                  <a:pt x="614376" y="59123"/>
                  <a:pt x="617995" y="58512"/>
                  <a:pt x="622836" y="57924"/>
                </a:cubicBezTo>
                <a:cubicBezTo>
                  <a:pt x="632698" y="56756"/>
                  <a:pt x="639959" y="55363"/>
                  <a:pt x="644619" y="53746"/>
                </a:cubicBezTo>
                <a:cubicBezTo>
                  <a:pt x="644664" y="52079"/>
                  <a:pt x="644687" y="51020"/>
                  <a:pt x="644687" y="50569"/>
                </a:cubicBezTo>
                <a:cubicBezTo>
                  <a:pt x="644687" y="45611"/>
                  <a:pt x="643533" y="42118"/>
                  <a:pt x="641226" y="40091"/>
                </a:cubicBezTo>
                <a:cubicBezTo>
                  <a:pt x="638104" y="37341"/>
                  <a:pt x="633467" y="35966"/>
                  <a:pt x="627314" y="35966"/>
                </a:cubicBezTo>
                <a:cubicBezTo>
                  <a:pt x="621569" y="35966"/>
                  <a:pt x="617328" y="36973"/>
                  <a:pt x="614591" y="38986"/>
                </a:cubicBezTo>
                <a:cubicBezTo>
                  <a:pt x="611853" y="40999"/>
                  <a:pt x="609829" y="44562"/>
                  <a:pt x="608517" y="49674"/>
                </a:cubicBezTo>
                <a:lnTo>
                  <a:pt x="596573" y="48046"/>
                </a:lnTo>
                <a:cubicBezTo>
                  <a:pt x="597659" y="42918"/>
                  <a:pt x="599446" y="38777"/>
                  <a:pt x="601934" y="35623"/>
                </a:cubicBezTo>
                <a:cubicBezTo>
                  <a:pt x="604423" y="32469"/>
                  <a:pt x="608019" y="30041"/>
                  <a:pt x="612724" y="28340"/>
                </a:cubicBezTo>
                <a:cubicBezTo>
                  <a:pt x="617429" y="26638"/>
                  <a:pt x="622881" y="25787"/>
                  <a:pt x="629079" y="25787"/>
                </a:cubicBezTo>
                <a:cubicBezTo>
                  <a:pt x="635232" y="25787"/>
                  <a:pt x="640231" y="26511"/>
                  <a:pt x="644076" y="27959"/>
                </a:cubicBezTo>
                <a:cubicBezTo>
                  <a:pt x="647922" y="29406"/>
                  <a:pt x="650749" y="31227"/>
                  <a:pt x="652559" y="33422"/>
                </a:cubicBezTo>
                <a:cubicBezTo>
                  <a:pt x="654368" y="35616"/>
                  <a:pt x="655635" y="38387"/>
                  <a:pt x="656359" y="41734"/>
                </a:cubicBezTo>
                <a:cubicBezTo>
                  <a:pt x="656766" y="43816"/>
                  <a:pt x="656970" y="47571"/>
                  <a:pt x="656970" y="52999"/>
                </a:cubicBezTo>
                <a:lnTo>
                  <a:pt x="656970" y="69286"/>
                </a:lnTo>
                <a:cubicBezTo>
                  <a:pt x="656970" y="80641"/>
                  <a:pt x="657230" y="87823"/>
                  <a:pt x="657750" y="90832"/>
                </a:cubicBezTo>
                <a:cubicBezTo>
                  <a:pt x="658270" y="93840"/>
                  <a:pt x="659300" y="96724"/>
                  <a:pt x="660838" y="99484"/>
                </a:cubicBezTo>
                <a:lnTo>
                  <a:pt x="648080" y="99484"/>
                </a:lnTo>
                <a:cubicBezTo>
                  <a:pt x="646813" y="96948"/>
                  <a:pt x="645999" y="93982"/>
                  <a:pt x="645637" y="90586"/>
                </a:cubicBezTo>
                <a:moveTo>
                  <a:pt x="644619" y="63246"/>
                </a:moveTo>
                <a:cubicBezTo>
                  <a:pt x="640185" y="65072"/>
                  <a:pt x="633535" y="66622"/>
                  <a:pt x="624668" y="67899"/>
                </a:cubicBezTo>
                <a:cubicBezTo>
                  <a:pt x="619646" y="68626"/>
                  <a:pt x="616095" y="69444"/>
                  <a:pt x="614014" y="70353"/>
                </a:cubicBezTo>
                <a:cubicBezTo>
                  <a:pt x="611933" y="71260"/>
                  <a:pt x="610327" y="72589"/>
                  <a:pt x="609196" y="74340"/>
                </a:cubicBezTo>
                <a:cubicBezTo>
                  <a:pt x="608065" y="76088"/>
                  <a:pt x="607499" y="78030"/>
                  <a:pt x="607499" y="80165"/>
                </a:cubicBezTo>
                <a:cubicBezTo>
                  <a:pt x="607499" y="83435"/>
                  <a:pt x="608732" y="86161"/>
                  <a:pt x="611197" y="88342"/>
                </a:cubicBezTo>
                <a:cubicBezTo>
                  <a:pt x="613663" y="90522"/>
                  <a:pt x="617271" y="91612"/>
                  <a:pt x="622021" y="91612"/>
                </a:cubicBezTo>
                <a:cubicBezTo>
                  <a:pt x="626726" y="91612"/>
                  <a:pt x="630911" y="90578"/>
                  <a:pt x="634576" y="88510"/>
                </a:cubicBezTo>
                <a:cubicBezTo>
                  <a:pt x="638240" y="86441"/>
                  <a:pt x="640932" y="83612"/>
                  <a:pt x="642651" y="80021"/>
                </a:cubicBezTo>
                <a:cubicBezTo>
                  <a:pt x="643963" y="77247"/>
                  <a:pt x="644619" y="73155"/>
                  <a:pt x="644619" y="67746"/>
                </a:cubicBezTo>
                <a:lnTo>
                  <a:pt x="644619" y="63246"/>
                </a:lnTo>
                <a:close/>
                <a:moveTo>
                  <a:pt x="675610" y="99484"/>
                </a:moveTo>
                <a:lnTo>
                  <a:pt x="675610" y="0"/>
                </a:lnTo>
                <a:lnTo>
                  <a:pt x="687825" y="0"/>
                </a:lnTo>
                <a:lnTo>
                  <a:pt x="687825" y="99484"/>
                </a:lnTo>
                <a:lnTo>
                  <a:pt x="675610" y="99484"/>
                </a:lnTo>
                <a:close/>
                <a:moveTo>
                  <a:pt x="753966" y="99484"/>
                </a:moveTo>
                <a:lnTo>
                  <a:pt x="753966" y="88898"/>
                </a:lnTo>
                <a:cubicBezTo>
                  <a:pt x="748356" y="97041"/>
                  <a:pt x="740733" y="101113"/>
                  <a:pt x="731097" y="101113"/>
                </a:cubicBezTo>
                <a:cubicBezTo>
                  <a:pt x="726844" y="101113"/>
                  <a:pt x="722874" y="100298"/>
                  <a:pt x="719187" y="98670"/>
                </a:cubicBezTo>
                <a:cubicBezTo>
                  <a:pt x="715500" y="97041"/>
                  <a:pt x="712763" y="94994"/>
                  <a:pt x="710976" y="92528"/>
                </a:cubicBezTo>
                <a:cubicBezTo>
                  <a:pt x="709189" y="90063"/>
                  <a:pt x="707934" y="87043"/>
                  <a:pt x="707210" y="83469"/>
                </a:cubicBezTo>
                <a:cubicBezTo>
                  <a:pt x="706712" y="81071"/>
                  <a:pt x="706463" y="77271"/>
                  <a:pt x="706463" y="72068"/>
                </a:cubicBezTo>
                <a:lnTo>
                  <a:pt x="706463" y="27416"/>
                </a:lnTo>
                <a:lnTo>
                  <a:pt x="718678" y="27416"/>
                </a:lnTo>
                <a:lnTo>
                  <a:pt x="718678" y="67386"/>
                </a:lnTo>
                <a:cubicBezTo>
                  <a:pt x="718678" y="73765"/>
                  <a:pt x="718927" y="78063"/>
                  <a:pt x="719425" y="80279"/>
                </a:cubicBezTo>
                <a:cubicBezTo>
                  <a:pt x="720194" y="83492"/>
                  <a:pt x="721823" y="86014"/>
                  <a:pt x="724311" y="87846"/>
                </a:cubicBezTo>
                <a:cubicBezTo>
                  <a:pt x="726799" y="89678"/>
                  <a:pt x="729875" y="90594"/>
                  <a:pt x="733540" y="90594"/>
                </a:cubicBezTo>
                <a:cubicBezTo>
                  <a:pt x="737204" y="90594"/>
                  <a:pt x="740643" y="89656"/>
                  <a:pt x="743855" y="87778"/>
                </a:cubicBezTo>
                <a:cubicBezTo>
                  <a:pt x="747067" y="85901"/>
                  <a:pt x="749340" y="83345"/>
                  <a:pt x="750675" y="80110"/>
                </a:cubicBezTo>
                <a:cubicBezTo>
                  <a:pt x="752009" y="76875"/>
                  <a:pt x="752677" y="72181"/>
                  <a:pt x="752677" y="66029"/>
                </a:cubicBezTo>
                <a:lnTo>
                  <a:pt x="752677" y="27416"/>
                </a:lnTo>
                <a:lnTo>
                  <a:pt x="764892" y="27416"/>
                </a:lnTo>
                <a:lnTo>
                  <a:pt x="764892" y="99484"/>
                </a:lnTo>
                <a:lnTo>
                  <a:pt x="753966" y="99484"/>
                </a:lnTo>
                <a:close/>
                <a:moveTo>
                  <a:pt x="833342" y="76276"/>
                </a:moveTo>
                <a:lnTo>
                  <a:pt x="845964" y="77836"/>
                </a:lnTo>
                <a:cubicBezTo>
                  <a:pt x="843973" y="85211"/>
                  <a:pt x="840286" y="90934"/>
                  <a:pt x="834903" y="95005"/>
                </a:cubicBezTo>
                <a:cubicBezTo>
                  <a:pt x="829519" y="99077"/>
                  <a:pt x="822643" y="101113"/>
                  <a:pt x="814273" y="101113"/>
                </a:cubicBezTo>
                <a:cubicBezTo>
                  <a:pt x="803732" y="101113"/>
                  <a:pt x="795374" y="97867"/>
                  <a:pt x="789198" y="91375"/>
                </a:cubicBezTo>
                <a:cubicBezTo>
                  <a:pt x="783023" y="84883"/>
                  <a:pt x="779935" y="75778"/>
                  <a:pt x="779935" y="64061"/>
                </a:cubicBezTo>
                <a:cubicBezTo>
                  <a:pt x="779935" y="51936"/>
                  <a:pt x="783057" y="42526"/>
                  <a:pt x="789300" y="35831"/>
                </a:cubicBezTo>
                <a:cubicBezTo>
                  <a:pt x="795543" y="29135"/>
                  <a:pt x="803641" y="25787"/>
                  <a:pt x="813594" y="25787"/>
                </a:cubicBezTo>
                <a:cubicBezTo>
                  <a:pt x="823231" y="25787"/>
                  <a:pt x="831102" y="29062"/>
                  <a:pt x="837210" y="35612"/>
                </a:cubicBezTo>
                <a:cubicBezTo>
                  <a:pt x="843317" y="42161"/>
                  <a:pt x="846371" y="51374"/>
                  <a:pt x="846371" y="63253"/>
                </a:cubicBezTo>
                <a:cubicBezTo>
                  <a:pt x="846371" y="63975"/>
                  <a:pt x="846349" y="65059"/>
                  <a:pt x="846303" y="66504"/>
                </a:cubicBezTo>
                <a:lnTo>
                  <a:pt x="792557" y="66504"/>
                </a:lnTo>
                <a:cubicBezTo>
                  <a:pt x="793010" y="74398"/>
                  <a:pt x="795249" y="80443"/>
                  <a:pt x="799276" y="84640"/>
                </a:cubicBezTo>
                <a:cubicBezTo>
                  <a:pt x="803302" y="88836"/>
                  <a:pt x="808324" y="90934"/>
                  <a:pt x="814341" y="90934"/>
                </a:cubicBezTo>
                <a:cubicBezTo>
                  <a:pt x="818820" y="90934"/>
                  <a:pt x="822643" y="89769"/>
                  <a:pt x="825809" y="87439"/>
                </a:cubicBezTo>
                <a:cubicBezTo>
                  <a:pt x="828976" y="85107"/>
                  <a:pt x="831487" y="81386"/>
                  <a:pt x="833342" y="76276"/>
                </a:cubicBezTo>
                <a:moveTo>
                  <a:pt x="793236" y="56325"/>
                </a:moveTo>
                <a:lnTo>
                  <a:pt x="833478" y="56325"/>
                </a:lnTo>
                <a:cubicBezTo>
                  <a:pt x="832935" y="50361"/>
                  <a:pt x="831397" y="45889"/>
                  <a:pt x="828863" y="42907"/>
                </a:cubicBezTo>
                <a:cubicBezTo>
                  <a:pt x="824972" y="38280"/>
                  <a:pt x="819928" y="35966"/>
                  <a:pt x="813730" y="35966"/>
                </a:cubicBezTo>
                <a:cubicBezTo>
                  <a:pt x="808120" y="35966"/>
                  <a:pt x="803404" y="37813"/>
                  <a:pt x="799581" y="41508"/>
                </a:cubicBezTo>
                <a:cubicBezTo>
                  <a:pt x="795758" y="45200"/>
                  <a:pt x="793643" y="50139"/>
                  <a:pt x="793236" y="56325"/>
                </a:cubicBezTo>
                <a:close/>
                <a:moveTo>
                  <a:pt x="926631" y="88694"/>
                </a:moveTo>
                <a:lnTo>
                  <a:pt x="928396" y="99484"/>
                </a:lnTo>
                <a:cubicBezTo>
                  <a:pt x="924958" y="100117"/>
                  <a:pt x="921881" y="100434"/>
                  <a:pt x="919167" y="100434"/>
                </a:cubicBezTo>
                <a:cubicBezTo>
                  <a:pt x="914733" y="100434"/>
                  <a:pt x="911295" y="99733"/>
                  <a:pt x="908852" y="98330"/>
                </a:cubicBezTo>
                <a:cubicBezTo>
                  <a:pt x="906409" y="96928"/>
                  <a:pt x="904690" y="95084"/>
                  <a:pt x="903694" y="92800"/>
                </a:cubicBezTo>
                <a:cubicBezTo>
                  <a:pt x="902699" y="90515"/>
                  <a:pt x="902201" y="85708"/>
                  <a:pt x="902201" y="78379"/>
                </a:cubicBezTo>
                <a:lnTo>
                  <a:pt x="902201" y="36916"/>
                </a:lnTo>
                <a:lnTo>
                  <a:pt x="893244" y="36916"/>
                </a:lnTo>
                <a:lnTo>
                  <a:pt x="893244" y="27416"/>
                </a:lnTo>
                <a:lnTo>
                  <a:pt x="902201" y="27416"/>
                </a:lnTo>
                <a:lnTo>
                  <a:pt x="902201" y="9520"/>
                </a:lnTo>
                <a:lnTo>
                  <a:pt x="914349" y="2172"/>
                </a:lnTo>
                <a:lnTo>
                  <a:pt x="914349" y="27416"/>
                </a:lnTo>
                <a:lnTo>
                  <a:pt x="926631" y="27416"/>
                </a:lnTo>
                <a:lnTo>
                  <a:pt x="926631" y="36916"/>
                </a:lnTo>
                <a:lnTo>
                  <a:pt x="914349" y="36916"/>
                </a:lnTo>
                <a:lnTo>
                  <a:pt x="914349" y="79058"/>
                </a:lnTo>
                <a:cubicBezTo>
                  <a:pt x="914349" y="82542"/>
                  <a:pt x="914563" y="84781"/>
                  <a:pt x="914993" y="85776"/>
                </a:cubicBezTo>
                <a:cubicBezTo>
                  <a:pt x="915423" y="86771"/>
                  <a:pt x="916124" y="87563"/>
                  <a:pt x="917097" y="88151"/>
                </a:cubicBezTo>
                <a:cubicBezTo>
                  <a:pt x="918070" y="88739"/>
                  <a:pt x="919461" y="89034"/>
                  <a:pt x="921270" y="89034"/>
                </a:cubicBezTo>
                <a:cubicBezTo>
                  <a:pt x="922628" y="89034"/>
                  <a:pt x="924415" y="88920"/>
                  <a:pt x="926631" y="88694"/>
                </a:cubicBezTo>
                <a:close/>
                <a:moveTo>
                  <a:pt x="938598" y="99484"/>
                </a:moveTo>
                <a:lnTo>
                  <a:pt x="938598" y="0"/>
                </a:lnTo>
                <a:lnTo>
                  <a:pt x="950813" y="0"/>
                </a:lnTo>
                <a:lnTo>
                  <a:pt x="950813" y="35695"/>
                </a:lnTo>
                <a:cubicBezTo>
                  <a:pt x="956513" y="29090"/>
                  <a:pt x="963707" y="25787"/>
                  <a:pt x="972393" y="25787"/>
                </a:cubicBezTo>
                <a:cubicBezTo>
                  <a:pt x="977731" y="25787"/>
                  <a:pt x="982368" y="26839"/>
                  <a:pt x="986304" y="28943"/>
                </a:cubicBezTo>
                <a:cubicBezTo>
                  <a:pt x="990240" y="31046"/>
                  <a:pt x="993056" y="33953"/>
                  <a:pt x="994753" y="37663"/>
                </a:cubicBezTo>
                <a:cubicBezTo>
                  <a:pt x="996449" y="41373"/>
                  <a:pt x="997298" y="46756"/>
                  <a:pt x="997298" y="53814"/>
                </a:cubicBezTo>
                <a:lnTo>
                  <a:pt x="997298" y="99484"/>
                </a:lnTo>
                <a:lnTo>
                  <a:pt x="985083" y="99484"/>
                </a:lnTo>
                <a:lnTo>
                  <a:pt x="985083" y="53814"/>
                </a:lnTo>
                <a:cubicBezTo>
                  <a:pt x="985083" y="47706"/>
                  <a:pt x="983759" y="43261"/>
                  <a:pt x="981113" y="40479"/>
                </a:cubicBezTo>
                <a:cubicBezTo>
                  <a:pt x="978466" y="37697"/>
                  <a:pt x="974723" y="36306"/>
                  <a:pt x="969882" y="36306"/>
                </a:cubicBezTo>
                <a:cubicBezTo>
                  <a:pt x="966263" y="36306"/>
                  <a:pt x="962858" y="37244"/>
                  <a:pt x="959669" y="39122"/>
                </a:cubicBezTo>
                <a:cubicBezTo>
                  <a:pt x="956479" y="40999"/>
                  <a:pt x="954206" y="43544"/>
                  <a:pt x="952849" y="46756"/>
                </a:cubicBezTo>
                <a:cubicBezTo>
                  <a:pt x="951492" y="49968"/>
                  <a:pt x="950813" y="54402"/>
                  <a:pt x="950813" y="60057"/>
                </a:cubicBezTo>
                <a:lnTo>
                  <a:pt x="950813" y="99484"/>
                </a:lnTo>
                <a:lnTo>
                  <a:pt x="938598" y="99484"/>
                </a:lnTo>
                <a:close/>
                <a:moveTo>
                  <a:pt x="1065205" y="76276"/>
                </a:moveTo>
                <a:lnTo>
                  <a:pt x="1077828" y="77836"/>
                </a:lnTo>
                <a:cubicBezTo>
                  <a:pt x="1075837" y="85211"/>
                  <a:pt x="1072150" y="90934"/>
                  <a:pt x="1066766" y="95005"/>
                </a:cubicBezTo>
                <a:cubicBezTo>
                  <a:pt x="1061383" y="99077"/>
                  <a:pt x="1054506" y="101113"/>
                  <a:pt x="1046137" y="101113"/>
                </a:cubicBezTo>
                <a:cubicBezTo>
                  <a:pt x="1035595" y="101113"/>
                  <a:pt x="1027237" y="97867"/>
                  <a:pt x="1021062" y="91375"/>
                </a:cubicBezTo>
                <a:cubicBezTo>
                  <a:pt x="1014887" y="84883"/>
                  <a:pt x="1011799" y="75778"/>
                  <a:pt x="1011799" y="64061"/>
                </a:cubicBezTo>
                <a:cubicBezTo>
                  <a:pt x="1011799" y="51936"/>
                  <a:pt x="1014921" y="42526"/>
                  <a:pt x="1021164" y="35831"/>
                </a:cubicBezTo>
                <a:cubicBezTo>
                  <a:pt x="1027407" y="29135"/>
                  <a:pt x="1035505" y="25787"/>
                  <a:pt x="1045458" y="25787"/>
                </a:cubicBezTo>
                <a:cubicBezTo>
                  <a:pt x="1055094" y="25787"/>
                  <a:pt x="1062966" y="29062"/>
                  <a:pt x="1069074" y="35612"/>
                </a:cubicBezTo>
                <a:cubicBezTo>
                  <a:pt x="1075181" y="42161"/>
                  <a:pt x="1078235" y="51374"/>
                  <a:pt x="1078235" y="63253"/>
                </a:cubicBezTo>
                <a:cubicBezTo>
                  <a:pt x="1078235" y="63975"/>
                  <a:pt x="1078212" y="65059"/>
                  <a:pt x="1078167" y="66504"/>
                </a:cubicBezTo>
                <a:lnTo>
                  <a:pt x="1024421" y="66504"/>
                </a:lnTo>
                <a:cubicBezTo>
                  <a:pt x="1024873" y="74398"/>
                  <a:pt x="1027113" y="80443"/>
                  <a:pt x="1031139" y="84640"/>
                </a:cubicBezTo>
                <a:cubicBezTo>
                  <a:pt x="1035166" y="88836"/>
                  <a:pt x="1040187" y="90934"/>
                  <a:pt x="1046204" y="90934"/>
                </a:cubicBezTo>
                <a:cubicBezTo>
                  <a:pt x="1050683" y="90934"/>
                  <a:pt x="1054506" y="89769"/>
                  <a:pt x="1057673" y="87439"/>
                </a:cubicBezTo>
                <a:cubicBezTo>
                  <a:pt x="1060840" y="85107"/>
                  <a:pt x="1063351" y="81386"/>
                  <a:pt x="1065205" y="76276"/>
                </a:cubicBezTo>
                <a:moveTo>
                  <a:pt x="1025100" y="56325"/>
                </a:moveTo>
                <a:lnTo>
                  <a:pt x="1065341" y="56325"/>
                </a:lnTo>
                <a:cubicBezTo>
                  <a:pt x="1064798" y="50361"/>
                  <a:pt x="1063260" y="45889"/>
                  <a:pt x="1060727" y="42907"/>
                </a:cubicBezTo>
                <a:cubicBezTo>
                  <a:pt x="1056836" y="38280"/>
                  <a:pt x="1051792" y="35966"/>
                  <a:pt x="1045594" y="35966"/>
                </a:cubicBezTo>
                <a:cubicBezTo>
                  <a:pt x="1039984" y="35966"/>
                  <a:pt x="1035267" y="37813"/>
                  <a:pt x="1031445" y="41508"/>
                </a:cubicBezTo>
                <a:cubicBezTo>
                  <a:pt x="1027622" y="45200"/>
                  <a:pt x="1025507" y="50139"/>
                  <a:pt x="1025100" y="56325"/>
                </a:cubicBezTo>
                <a:close/>
                <a:moveTo>
                  <a:pt x="1178582" y="99484"/>
                </a:moveTo>
                <a:lnTo>
                  <a:pt x="1178582" y="90391"/>
                </a:lnTo>
                <a:cubicBezTo>
                  <a:pt x="1174013" y="97539"/>
                  <a:pt x="1167294" y="101113"/>
                  <a:pt x="1158427" y="101113"/>
                </a:cubicBezTo>
                <a:cubicBezTo>
                  <a:pt x="1152682" y="101113"/>
                  <a:pt x="1147400" y="99529"/>
                  <a:pt x="1142582" y="96363"/>
                </a:cubicBezTo>
                <a:cubicBezTo>
                  <a:pt x="1137763" y="93196"/>
                  <a:pt x="1134031" y="88773"/>
                  <a:pt x="1131385" y="83096"/>
                </a:cubicBezTo>
                <a:cubicBezTo>
                  <a:pt x="1128738" y="77418"/>
                  <a:pt x="1127415" y="70892"/>
                  <a:pt x="1127415" y="63518"/>
                </a:cubicBezTo>
                <a:cubicBezTo>
                  <a:pt x="1127415" y="56325"/>
                  <a:pt x="1128614" y="49799"/>
                  <a:pt x="1131011" y="43940"/>
                </a:cubicBezTo>
                <a:cubicBezTo>
                  <a:pt x="1133409" y="38081"/>
                  <a:pt x="1137006" y="33591"/>
                  <a:pt x="1141801" y="30470"/>
                </a:cubicBezTo>
                <a:cubicBezTo>
                  <a:pt x="1146597" y="27348"/>
                  <a:pt x="1151958" y="25787"/>
                  <a:pt x="1157884" y="25787"/>
                </a:cubicBezTo>
                <a:cubicBezTo>
                  <a:pt x="1162227" y="25787"/>
                  <a:pt x="1166095" y="26703"/>
                  <a:pt x="1169488" y="28536"/>
                </a:cubicBezTo>
                <a:cubicBezTo>
                  <a:pt x="1172881" y="30368"/>
                  <a:pt x="1175641" y="32754"/>
                  <a:pt x="1177767" y="35695"/>
                </a:cubicBezTo>
                <a:lnTo>
                  <a:pt x="1177767" y="0"/>
                </a:lnTo>
                <a:lnTo>
                  <a:pt x="1189915" y="0"/>
                </a:lnTo>
                <a:lnTo>
                  <a:pt x="1189915" y="99484"/>
                </a:lnTo>
                <a:lnTo>
                  <a:pt x="1178582" y="99484"/>
                </a:lnTo>
                <a:moveTo>
                  <a:pt x="1139969" y="63484"/>
                </a:moveTo>
                <a:cubicBezTo>
                  <a:pt x="1139969" y="72679"/>
                  <a:pt x="1141914" y="79553"/>
                  <a:pt x="1145805" y="84105"/>
                </a:cubicBezTo>
                <a:cubicBezTo>
                  <a:pt x="1149696" y="88657"/>
                  <a:pt x="1154288" y="90934"/>
                  <a:pt x="1159581" y="90934"/>
                </a:cubicBezTo>
                <a:cubicBezTo>
                  <a:pt x="1164919" y="90934"/>
                  <a:pt x="1169455" y="88759"/>
                  <a:pt x="1173187" y="84411"/>
                </a:cubicBezTo>
                <a:cubicBezTo>
                  <a:pt x="1176919" y="80060"/>
                  <a:pt x="1178785" y="73423"/>
                  <a:pt x="1178785" y="64498"/>
                </a:cubicBezTo>
                <a:cubicBezTo>
                  <a:pt x="1178785" y="54672"/>
                  <a:pt x="1176885" y="47460"/>
                  <a:pt x="1173085" y="42863"/>
                </a:cubicBezTo>
                <a:cubicBezTo>
                  <a:pt x="1169285" y="38265"/>
                  <a:pt x="1164602" y="35966"/>
                  <a:pt x="1159038" y="35966"/>
                </a:cubicBezTo>
                <a:cubicBezTo>
                  <a:pt x="1153609" y="35966"/>
                  <a:pt x="1149074" y="38175"/>
                  <a:pt x="1145432" y="42593"/>
                </a:cubicBezTo>
                <a:cubicBezTo>
                  <a:pt x="1141790" y="47010"/>
                  <a:pt x="1139969" y="53973"/>
                  <a:pt x="1139969" y="63484"/>
                </a:cubicBezTo>
                <a:close/>
                <a:moveTo>
                  <a:pt x="1258433" y="76276"/>
                </a:moveTo>
                <a:lnTo>
                  <a:pt x="1271055" y="77836"/>
                </a:lnTo>
                <a:cubicBezTo>
                  <a:pt x="1269065" y="85211"/>
                  <a:pt x="1265377" y="90934"/>
                  <a:pt x="1259994" y="95005"/>
                </a:cubicBezTo>
                <a:cubicBezTo>
                  <a:pt x="1254610" y="99077"/>
                  <a:pt x="1247734" y="101113"/>
                  <a:pt x="1239364" y="101113"/>
                </a:cubicBezTo>
                <a:cubicBezTo>
                  <a:pt x="1228823" y="101113"/>
                  <a:pt x="1220465" y="97867"/>
                  <a:pt x="1214290" y="91375"/>
                </a:cubicBezTo>
                <a:cubicBezTo>
                  <a:pt x="1208114" y="84883"/>
                  <a:pt x="1205026" y="75778"/>
                  <a:pt x="1205026" y="64061"/>
                </a:cubicBezTo>
                <a:cubicBezTo>
                  <a:pt x="1205026" y="51936"/>
                  <a:pt x="1208148" y="42526"/>
                  <a:pt x="1214391" y="35831"/>
                </a:cubicBezTo>
                <a:cubicBezTo>
                  <a:pt x="1220635" y="29135"/>
                  <a:pt x="1228733" y="25787"/>
                  <a:pt x="1238686" y="25787"/>
                </a:cubicBezTo>
                <a:cubicBezTo>
                  <a:pt x="1248322" y="25787"/>
                  <a:pt x="1256194" y="29062"/>
                  <a:pt x="1262301" y="35612"/>
                </a:cubicBezTo>
                <a:cubicBezTo>
                  <a:pt x="1268409" y="42161"/>
                  <a:pt x="1271462" y="51374"/>
                  <a:pt x="1271462" y="63253"/>
                </a:cubicBezTo>
                <a:cubicBezTo>
                  <a:pt x="1271462" y="63975"/>
                  <a:pt x="1271440" y="65059"/>
                  <a:pt x="1271394" y="66504"/>
                </a:cubicBezTo>
                <a:lnTo>
                  <a:pt x="1217649" y="66504"/>
                </a:lnTo>
                <a:cubicBezTo>
                  <a:pt x="1218101" y="74398"/>
                  <a:pt x="1220340" y="80443"/>
                  <a:pt x="1224367" y="84640"/>
                </a:cubicBezTo>
                <a:cubicBezTo>
                  <a:pt x="1228393" y="88836"/>
                  <a:pt x="1233415" y="90934"/>
                  <a:pt x="1239432" y="90934"/>
                </a:cubicBezTo>
                <a:cubicBezTo>
                  <a:pt x="1243911" y="90934"/>
                  <a:pt x="1247734" y="89769"/>
                  <a:pt x="1250900" y="87439"/>
                </a:cubicBezTo>
                <a:cubicBezTo>
                  <a:pt x="1254067" y="85107"/>
                  <a:pt x="1256578" y="81386"/>
                  <a:pt x="1258433" y="76276"/>
                </a:cubicBezTo>
                <a:moveTo>
                  <a:pt x="1218327" y="56325"/>
                </a:moveTo>
                <a:lnTo>
                  <a:pt x="1258569" y="56325"/>
                </a:lnTo>
                <a:cubicBezTo>
                  <a:pt x="1258026" y="50361"/>
                  <a:pt x="1256488" y="45889"/>
                  <a:pt x="1253954" y="42907"/>
                </a:cubicBezTo>
                <a:cubicBezTo>
                  <a:pt x="1250064" y="38280"/>
                  <a:pt x="1245019" y="35966"/>
                  <a:pt x="1238821" y="35966"/>
                </a:cubicBezTo>
                <a:cubicBezTo>
                  <a:pt x="1233211" y="35966"/>
                  <a:pt x="1228495" y="37813"/>
                  <a:pt x="1224672" y="41508"/>
                </a:cubicBezTo>
                <a:cubicBezTo>
                  <a:pt x="1220849" y="45200"/>
                  <a:pt x="1218734" y="50139"/>
                  <a:pt x="1218327" y="56325"/>
                </a:cubicBezTo>
                <a:close/>
                <a:moveTo>
                  <a:pt x="1286510" y="99484"/>
                </a:moveTo>
                <a:lnTo>
                  <a:pt x="1286510" y="27416"/>
                </a:lnTo>
                <a:lnTo>
                  <a:pt x="1297503" y="27416"/>
                </a:lnTo>
                <a:lnTo>
                  <a:pt x="1297503" y="37595"/>
                </a:lnTo>
                <a:cubicBezTo>
                  <a:pt x="1302796" y="29723"/>
                  <a:pt x="1310442" y="25787"/>
                  <a:pt x="1320440" y="25787"/>
                </a:cubicBezTo>
                <a:cubicBezTo>
                  <a:pt x="1324783" y="25787"/>
                  <a:pt x="1328776" y="26568"/>
                  <a:pt x="1332417" y="28128"/>
                </a:cubicBezTo>
                <a:cubicBezTo>
                  <a:pt x="1336059" y="29689"/>
                  <a:pt x="1338785" y="31736"/>
                  <a:pt x="1340595" y="34270"/>
                </a:cubicBezTo>
                <a:cubicBezTo>
                  <a:pt x="1342404" y="36803"/>
                  <a:pt x="1343671" y="39812"/>
                  <a:pt x="1344395" y="43295"/>
                </a:cubicBezTo>
                <a:cubicBezTo>
                  <a:pt x="1344847" y="45557"/>
                  <a:pt x="1345074" y="49516"/>
                  <a:pt x="1345074" y="55171"/>
                </a:cubicBezTo>
                <a:lnTo>
                  <a:pt x="1345074" y="99484"/>
                </a:lnTo>
                <a:lnTo>
                  <a:pt x="1332859" y="99484"/>
                </a:lnTo>
                <a:lnTo>
                  <a:pt x="1332859" y="55599"/>
                </a:lnTo>
                <a:cubicBezTo>
                  <a:pt x="1332859" y="50617"/>
                  <a:pt x="1332384" y="46892"/>
                  <a:pt x="1331433" y="44423"/>
                </a:cubicBezTo>
                <a:cubicBezTo>
                  <a:pt x="1330483" y="41955"/>
                  <a:pt x="1328798" y="39985"/>
                  <a:pt x="1326378" y="38513"/>
                </a:cubicBezTo>
                <a:cubicBezTo>
                  <a:pt x="1323957" y="37041"/>
                  <a:pt x="1321119" y="36306"/>
                  <a:pt x="1317861" y="36306"/>
                </a:cubicBezTo>
                <a:cubicBezTo>
                  <a:pt x="1312659" y="36306"/>
                  <a:pt x="1308168" y="37959"/>
                  <a:pt x="1304391" y="41266"/>
                </a:cubicBezTo>
                <a:cubicBezTo>
                  <a:pt x="1300613" y="44571"/>
                  <a:pt x="1298725" y="50843"/>
                  <a:pt x="1298725" y="60082"/>
                </a:cubicBezTo>
                <a:lnTo>
                  <a:pt x="1298725" y="99484"/>
                </a:lnTo>
                <a:lnTo>
                  <a:pt x="1286510" y="99484"/>
                </a:lnTo>
                <a:close/>
                <a:moveTo>
                  <a:pt x="1410671" y="90586"/>
                </a:moveTo>
                <a:cubicBezTo>
                  <a:pt x="1406147" y="94434"/>
                  <a:pt x="1401792" y="97151"/>
                  <a:pt x="1397608" y="98736"/>
                </a:cubicBezTo>
                <a:cubicBezTo>
                  <a:pt x="1393423" y="100320"/>
                  <a:pt x="1388933" y="101113"/>
                  <a:pt x="1384137" y="101113"/>
                </a:cubicBezTo>
                <a:cubicBezTo>
                  <a:pt x="1376220" y="101113"/>
                  <a:pt x="1370135" y="99177"/>
                  <a:pt x="1365883" y="95306"/>
                </a:cubicBezTo>
                <a:cubicBezTo>
                  <a:pt x="1361630" y="91436"/>
                  <a:pt x="1359504" y="86489"/>
                  <a:pt x="1359504" y="80468"/>
                </a:cubicBezTo>
                <a:cubicBezTo>
                  <a:pt x="1359504" y="76938"/>
                  <a:pt x="1360307" y="73713"/>
                  <a:pt x="1361913" y="70794"/>
                </a:cubicBezTo>
                <a:cubicBezTo>
                  <a:pt x="1363519" y="67873"/>
                  <a:pt x="1365622" y="65530"/>
                  <a:pt x="1368224" y="63764"/>
                </a:cubicBezTo>
                <a:cubicBezTo>
                  <a:pt x="1370825" y="61998"/>
                  <a:pt x="1373754" y="60663"/>
                  <a:pt x="1377012" y="59758"/>
                </a:cubicBezTo>
                <a:cubicBezTo>
                  <a:pt x="1379410" y="59123"/>
                  <a:pt x="1383029" y="58512"/>
                  <a:pt x="1387870" y="57924"/>
                </a:cubicBezTo>
                <a:cubicBezTo>
                  <a:pt x="1397732" y="56756"/>
                  <a:pt x="1404993" y="55363"/>
                  <a:pt x="1409653" y="53746"/>
                </a:cubicBezTo>
                <a:cubicBezTo>
                  <a:pt x="1409698" y="52079"/>
                  <a:pt x="1409721" y="51020"/>
                  <a:pt x="1409721" y="50569"/>
                </a:cubicBezTo>
                <a:cubicBezTo>
                  <a:pt x="1409721" y="45611"/>
                  <a:pt x="1408567" y="42118"/>
                  <a:pt x="1406260" y="40091"/>
                </a:cubicBezTo>
                <a:cubicBezTo>
                  <a:pt x="1403138" y="37341"/>
                  <a:pt x="1398501" y="35966"/>
                  <a:pt x="1392348" y="35966"/>
                </a:cubicBezTo>
                <a:cubicBezTo>
                  <a:pt x="1386603" y="35966"/>
                  <a:pt x="1382361" y="36973"/>
                  <a:pt x="1379624" y="38986"/>
                </a:cubicBezTo>
                <a:cubicBezTo>
                  <a:pt x="1376887" y="40999"/>
                  <a:pt x="1374863" y="44562"/>
                  <a:pt x="1373551" y="49674"/>
                </a:cubicBezTo>
                <a:lnTo>
                  <a:pt x="1361607" y="48046"/>
                </a:lnTo>
                <a:cubicBezTo>
                  <a:pt x="1362693" y="42918"/>
                  <a:pt x="1364480" y="38777"/>
                  <a:pt x="1366968" y="35623"/>
                </a:cubicBezTo>
                <a:cubicBezTo>
                  <a:pt x="1369457" y="32469"/>
                  <a:pt x="1373053" y="30041"/>
                  <a:pt x="1377758" y="28340"/>
                </a:cubicBezTo>
                <a:cubicBezTo>
                  <a:pt x="1382463" y="26638"/>
                  <a:pt x="1387915" y="25787"/>
                  <a:pt x="1394113" y="25787"/>
                </a:cubicBezTo>
                <a:cubicBezTo>
                  <a:pt x="1400265" y="25787"/>
                  <a:pt x="1405265" y="26511"/>
                  <a:pt x="1409110" y="27959"/>
                </a:cubicBezTo>
                <a:cubicBezTo>
                  <a:pt x="1412955" y="29406"/>
                  <a:pt x="1415783" y="31227"/>
                  <a:pt x="1417593" y="33422"/>
                </a:cubicBezTo>
                <a:cubicBezTo>
                  <a:pt x="1419402" y="35616"/>
                  <a:pt x="1420669" y="38387"/>
                  <a:pt x="1421393" y="41734"/>
                </a:cubicBezTo>
                <a:cubicBezTo>
                  <a:pt x="1421800" y="43816"/>
                  <a:pt x="1422004" y="47571"/>
                  <a:pt x="1422004" y="52999"/>
                </a:cubicBezTo>
                <a:lnTo>
                  <a:pt x="1422004" y="69286"/>
                </a:lnTo>
                <a:cubicBezTo>
                  <a:pt x="1422004" y="80641"/>
                  <a:pt x="1422264" y="87823"/>
                  <a:pt x="1422784" y="90832"/>
                </a:cubicBezTo>
                <a:cubicBezTo>
                  <a:pt x="1423304" y="93840"/>
                  <a:pt x="1424333" y="96724"/>
                  <a:pt x="1425872" y="99484"/>
                </a:cubicBezTo>
                <a:lnTo>
                  <a:pt x="1413114" y="99484"/>
                </a:lnTo>
                <a:cubicBezTo>
                  <a:pt x="1411847" y="96948"/>
                  <a:pt x="1411033" y="93982"/>
                  <a:pt x="1410671" y="90586"/>
                </a:cubicBezTo>
                <a:moveTo>
                  <a:pt x="1409653" y="63246"/>
                </a:moveTo>
                <a:cubicBezTo>
                  <a:pt x="1405219" y="65072"/>
                  <a:pt x="1398569" y="66622"/>
                  <a:pt x="1389702" y="67899"/>
                </a:cubicBezTo>
                <a:cubicBezTo>
                  <a:pt x="1384680" y="68626"/>
                  <a:pt x="1381129" y="69444"/>
                  <a:pt x="1379048" y="70353"/>
                </a:cubicBezTo>
                <a:cubicBezTo>
                  <a:pt x="1376967" y="71260"/>
                  <a:pt x="1375360" y="72589"/>
                  <a:pt x="1374229" y="74340"/>
                </a:cubicBezTo>
                <a:cubicBezTo>
                  <a:pt x="1373098" y="76088"/>
                  <a:pt x="1372533" y="78030"/>
                  <a:pt x="1372533" y="80165"/>
                </a:cubicBezTo>
                <a:cubicBezTo>
                  <a:pt x="1372533" y="83435"/>
                  <a:pt x="1373766" y="86161"/>
                  <a:pt x="1376231" y="88342"/>
                </a:cubicBezTo>
                <a:cubicBezTo>
                  <a:pt x="1378697" y="90522"/>
                  <a:pt x="1382305" y="91612"/>
                  <a:pt x="1387055" y="91612"/>
                </a:cubicBezTo>
                <a:cubicBezTo>
                  <a:pt x="1391760" y="91612"/>
                  <a:pt x="1395945" y="90578"/>
                  <a:pt x="1399609" y="88510"/>
                </a:cubicBezTo>
                <a:cubicBezTo>
                  <a:pt x="1403274" y="86441"/>
                  <a:pt x="1405966" y="83612"/>
                  <a:pt x="1407685" y="80021"/>
                </a:cubicBezTo>
                <a:cubicBezTo>
                  <a:pt x="1408997" y="77247"/>
                  <a:pt x="1409653" y="73155"/>
                  <a:pt x="1409653" y="67746"/>
                </a:cubicBezTo>
                <a:lnTo>
                  <a:pt x="1409653" y="63246"/>
                </a:lnTo>
                <a:close/>
                <a:moveTo>
                  <a:pt x="1440779" y="99484"/>
                </a:moveTo>
                <a:lnTo>
                  <a:pt x="1440779" y="27416"/>
                </a:lnTo>
                <a:lnTo>
                  <a:pt x="1451773" y="27416"/>
                </a:lnTo>
                <a:lnTo>
                  <a:pt x="1451773" y="38274"/>
                </a:lnTo>
                <a:cubicBezTo>
                  <a:pt x="1454578" y="33190"/>
                  <a:pt x="1457168" y="29838"/>
                  <a:pt x="1459543" y="28217"/>
                </a:cubicBezTo>
                <a:cubicBezTo>
                  <a:pt x="1461918" y="26597"/>
                  <a:pt x="1464531" y="25787"/>
                  <a:pt x="1467381" y="25787"/>
                </a:cubicBezTo>
                <a:cubicBezTo>
                  <a:pt x="1471498" y="25787"/>
                  <a:pt x="1475683" y="27093"/>
                  <a:pt x="1479935" y="29706"/>
                </a:cubicBezTo>
                <a:lnTo>
                  <a:pt x="1475728" y="40988"/>
                </a:lnTo>
                <a:cubicBezTo>
                  <a:pt x="1472742" y="39224"/>
                  <a:pt x="1469756" y="38341"/>
                  <a:pt x="1466770" y="38341"/>
                </a:cubicBezTo>
                <a:cubicBezTo>
                  <a:pt x="1464101" y="38341"/>
                  <a:pt x="1461703" y="39146"/>
                  <a:pt x="1459577" y="40755"/>
                </a:cubicBezTo>
                <a:cubicBezTo>
                  <a:pt x="1457451" y="42362"/>
                  <a:pt x="1455935" y="44592"/>
                  <a:pt x="1455030" y="47445"/>
                </a:cubicBezTo>
                <a:cubicBezTo>
                  <a:pt x="1453673" y="51793"/>
                  <a:pt x="1452994" y="56548"/>
                  <a:pt x="1452994" y="61711"/>
                </a:cubicBezTo>
                <a:lnTo>
                  <a:pt x="1452994" y="99484"/>
                </a:lnTo>
                <a:lnTo>
                  <a:pt x="1440779" y="99484"/>
                </a:lnTo>
                <a:close/>
                <a:moveTo>
                  <a:pt x="1487402" y="14115"/>
                </a:moveTo>
                <a:lnTo>
                  <a:pt x="1487402" y="0"/>
                </a:lnTo>
                <a:lnTo>
                  <a:pt x="1499617" y="0"/>
                </a:lnTo>
                <a:lnTo>
                  <a:pt x="1499617" y="14115"/>
                </a:lnTo>
                <a:lnTo>
                  <a:pt x="1487402" y="14115"/>
                </a:lnTo>
                <a:moveTo>
                  <a:pt x="1487402" y="99484"/>
                </a:moveTo>
                <a:lnTo>
                  <a:pt x="1487402" y="27416"/>
                </a:lnTo>
                <a:lnTo>
                  <a:pt x="1499617" y="27416"/>
                </a:lnTo>
                <a:lnTo>
                  <a:pt x="1499617" y="99484"/>
                </a:lnTo>
                <a:lnTo>
                  <a:pt x="1487402" y="99484"/>
                </a:lnTo>
                <a:close/>
                <a:moveTo>
                  <a:pt x="1565419" y="99484"/>
                </a:moveTo>
                <a:lnTo>
                  <a:pt x="1565419" y="88898"/>
                </a:lnTo>
                <a:cubicBezTo>
                  <a:pt x="1559809" y="97041"/>
                  <a:pt x="1552186" y="101113"/>
                  <a:pt x="1542549" y="101113"/>
                </a:cubicBezTo>
                <a:cubicBezTo>
                  <a:pt x="1538297" y="101113"/>
                  <a:pt x="1534327" y="100298"/>
                  <a:pt x="1530640" y="98670"/>
                </a:cubicBezTo>
                <a:cubicBezTo>
                  <a:pt x="1526953" y="97041"/>
                  <a:pt x="1524216" y="94994"/>
                  <a:pt x="1522429" y="92528"/>
                </a:cubicBezTo>
                <a:cubicBezTo>
                  <a:pt x="1520642" y="90063"/>
                  <a:pt x="1519386" y="87043"/>
                  <a:pt x="1518662" y="83469"/>
                </a:cubicBezTo>
                <a:cubicBezTo>
                  <a:pt x="1518165" y="81071"/>
                  <a:pt x="1517916" y="77271"/>
                  <a:pt x="1517916" y="72068"/>
                </a:cubicBezTo>
                <a:lnTo>
                  <a:pt x="1517916" y="27416"/>
                </a:lnTo>
                <a:lnTo>
                  <a:pt x="1530131" y="27416"/>
                </a:lnTo>
                <a:lnTo>
                  <a:pt x="1530131" y="67386"/>
                </a:lnTo>
                <a:cubicBezTo>
                  <a:pt x="1530131" y="73765"/>
                  <a:pt x="1530380" y="78063"/>
                  <a:pt x="1530877" y="80279"/>
                </a:cubicBezTo>
                <a:cubicBezTo>
                  <a:pt x="1531646" y="83492"/>
                  <a:pt x="1533275" y="86014"/>
                  <a:pt x="1535763" y="87846"/>
                </a:cubicBezTo>
                <a:cubicBezTo>
                  <a:pt x="1538252" y="89678"/>
                  <a:pt x="1541328" y="90594"/>
                  <a:pt x="1544992" y="90594"/>
                </a:cubicBezTo>
                <a:cubicBezTo>
                  <a:pt x="1548657" y="90594"/>
                  <a:pt x="1552095" y="89656"/>
                  <a:pt x="1555307" y="87778"/>
                </a:cubicBezTo>
                <a:cubicBezTo>
                  <a:pt x="1558519" y="85901"/>
                  <a:pt x="1560793" y="83345"/>
                  <a:pt x="1562127" y="80110"/>
                </a:cubicBezTo>
                <a:cubicBezTo>
                  <a:pt x="1563462" y="76875"/>
                  <a:pt x="1564129" y="72181"/>
                  <a:pt x="1564129" y="66029"/>
                </a:cubicBezTo>
                <a:lnTo>
                  <a:pt x="1564129" y="27416"/>
                </a:lnTo>
                <a:lnTo>
                  <a:pt x="1576344" y="27416"/>
                </a:lnTo>
                <a:lnTo>
                  <a:pt x="1576344" y="99484"/>
                </a:lnTo>
                <a:lnTo>
                  <a:pt x="1565419" y="99484"/>
                </a:lnTo>
                <a:close/>
                <a:moveTo>
                  <a:pt x="1590575" y="77904"/>
                </a:moveTo>
                <a:lnTo>
                  <a:pt x="1602655" y="76004"/>
                </a:lnTo>
                <a:cubicBezTo>
                  <a:pt x="1603333" y="80824"/>
                  <a:pt x="1605222" y="84517"/>
                  <a:pt x="1608321" y="87085"/>
                </a:cubicBezTo>
                <a:cubicBezTo>
                  <a:pt x="1611420" y="89651"/>
                  <a:pt x="1615752" y="90934"/>
                  <a:pt x="1621316" y="90934"/>
                </a:cubicBezTo>
                <a:cubicBezTo>
                  <a:pt x="1626926" y="90934"/>
                  <a:pt x="1631088" y="89800"/>
                  <a:pt x="1633803" y="87534"/>
                </a:cubicBezTo>
                <a:cubicBezTo>
                  <a:pt x="1636517" y="85267"/>
                  <a:pt x="1637874" y="82607"/>
                  <a:pt x="1637874" y="79556"/>
                </a:cubicBezTo>
                <a:cubicBezTo>
                  <a:pt x="1637874" y="76818"/>
                  <a:pt x="1636675" y="74663"/>
                  <a:pt x="1634278" y="73093"/>
                </a:cubicBezTo>
                <a:cubicBezTo>
                  <a:pt x="1632604" y="72015"/>
                  <a:pt x="1628442" y="70646"/>
                  <a:pt x="1621791" y="68985"/>
                </a:cubicBezTo>
                <a:cubicBezTo>
                  <a:pt x="1612834" y="66721"/>
                  <a:pt x="1606624" y="64763"/>
                  <a:pt x="1603164" y="63111"/>
                </a:cubicBezTo>
                <a:cubicBezTo>
                  <a:pt x="1599703" y="61458"/>
                  <a:pt x="1597079" y="59171"/>
                  <a:pt x="1595292" y="56250"/>
                </a:cubicBezTo>
                <a:cubicBezTo>
                  <a:pt x="1593505" y="53329"/>
                  <a:pt x="1592611" y="50103"/>
                  <a:pt x="1592611" y="46572"/>
                </a:cubicBezTo>
                <a:cubicBezTo>
                  <a:pt x="1592611" y="43357"/>
                  <a:pt x="1593346" y="40379"/>
                  <a:pt x="1594817" y="37639"/>
                </a:cubicBezTo>
                <a:cubicBezTo>
                  <a:pt x="1596287" y="34900"/>
                  <a:pt x="1598289" y="32624"/>
                  <a:pt x="1600822" y="30813"/>
                </a:cubicBezTo>
                <a:cubicBezTo>
                  <a:pt x="1602722" y="29409"/>
                  <a:pt x="1605312" y="28221"/>
                  <a:pt x="1608592" y="27248"/>
                </a:cubicBezTo>
                <a:cubicBezTo>
                  <a:pt x="1611872" y="26274"/>
                  <a:pt x="1615390" y="25787"/>
                  <a:pt x="1619145" y="25787"/>
                </a:cubicBezTo>
                <a:cubicBezTo>
                  <a:pt x="1624800" y="25787"/>
                  <a:pt x="1629765" y="26607"/>
                  <a:pt x="1634040" y="28247"/>
                </a:cubicBezTo>
                <a:cubicBezTo>
                  <a:pt x="1638315" y="29886"/>
                  <a:pt x="1641471" y="32106"/>
                  <a:pt x="1643507" y="34908"/>
                </a:cubicBezTo>
                <a:cubicBezTo>
                  <a:pt x="1645543" y="37709"/>
                  <a:pt x="1646945" y="41455"/>
                  <a:pt x="1647714" y="46145"/>
                </a:cubicBezTo>
                <a:lnTo>
                  <a:pt x="1635771" y="47774"/>
                </a:lnTo>
                <a:cubicBezTo>
                  <a:pt x="1635228" y="44064"/>
                  <a:pt x="1633656" y="41169"/>
                  <a:pt x="1631054" y="39088"/>
                </a:cubicBezTo>
                <a:cubicBezTo>
                  <a:pt x="1628453" y="37007"/>
                  <a:pt x="1624777" y="35966"/>
                  <a:pt x="1620027" y="35966"/>
                </a:cubicBezTo>
                <a:cubicBezTo>
                  <a:pt x="1614417" y="35966"/>
                  <a:pt x="1610413" y="36889"/>
                  <a:pt x="1608016" y="38736"/>
                </a:cubicBezTo>
                <a:cubicBezTo>
                  <a:pt x="1605618" y="40581"/>
                  <a:pt x="1604419" y="42742"/>
                  <a:pt x="1604419" y="45219"/>
                </a:cubicBezTo>
                <a:cubicBezTo>
                  <a:pt x="1604419" y="46794"/>
                  <a:pt x="1604917" y="48212"/>
                  <a:pt x="1605912" y="49473"/>
                </a:cubicBezTo>
                <a:cubicBezTo>
                  <a:pt x="1606907" y="50778"/>
                  <a:pt x="1608468" y="51858"/>
                  <a:pt x="1610594" y="52713"/>
                </a:cubicBezTo>
                <a:cubicBezTo>
                  <a:pt x="1611816" y="53164"/>
                  <a:pt x="1615412" y="54200"/>
                  <a:pt x="1621384" y="55820"/>
                </a:cubicBezTo>
                <a:cubicBezTo>
                  <a:pt x="1630025" y="58126"/>
                  <a:pt x="1636053" y="60013"/>
                  <a:pt x="1639469" y="61482"/>
                </a:cubicBezTo>
                <a:cubicBezTo>
                  <a:pt x="1642885" y="62951"/>
                  <a:pt x="1645565" y="65087"/>
                  <a:pt x="1647511" y="67891"/>
                </a:cubicBezTo>
                <a:cubicBezTo>
                  <a:pt x="1649456" y="70693"/>
                  <a:pt x="1650429" y="74173"/>
                  <a:pt x="1650429" y="78331"/>
                </a:cubicBezTo>
                <a:cubicBezTo>
                  <a:pt x="1650429" y="82399"/>
                  <a:pt x="1649241" y="86231"/>
                  <a:pt x="1646866" y="89825"/>
                </a:cubicBezTo>
                <a:cubicBezTo>
                  <a:pt x="1644491" y="93417"/>
                  <a:pt x="1641064" y="96196"/>
                  <a:pt x="1636585" y="98163"/>
                </a:cubicBezTo>
                <a:cubicBezTo>
                  <a:pt x="1632106" y="100129"/>
                  <a:pt x="1627039" y="101113"/>
                  <a:pt x="1621384" y="101113"/>
                </a:cubicBezTo>
                <a:cubicBezTo>
                  <a:pt x="1612019" y="101113"/>
                  <a:pt x="1604883" y="99162"/>
                  <a:pt x="1599974" y="95260"/>
                </a:cubicBezTo>
                <a:cubicBezTo>
                  <a:pt x="1595065" y="91358"/>
                  <a:pt x="1591933" y="85573"/>
                  <a:pt x="1590575" y="77904"/>
                </a:cubicBezTo>
                <a:close/>
                <a:moveTo>
                  <a:pt x="1668140" y="99484"/>
                </a:moveTo>
                <a:lnTo>
                  <a:pt x="1668140" y="85505"/>
                </a:lnTo>
                <a:lnTo>
                  <a:pt x="1682052" y="85505"/>
                </a:lnTo>
                <a:lnTo>
                  <a:pt x="1682052" y="99444"/>
                </a:lnTo>
                <a:cubicBezTo>
                  <a:pt x="1682052" y="104567"/>
                  <a:pt x="1681147" y="108704"/>
                  <a:pt x="1679337" y="111854"/>
                </a:cubicBezTo>
                <a:cubicBezTo>
                  <a:pt x="1677527" y="115005"/>
                  <a:pt x="1674655" y="117442"/>
                  <a:pt x="1670719" y="119164"/>
                </a:cubicBezTo>
                <a:lnTo>
                  <a:pt x="1667326" y="113871"/>
                </a:lnTo>
                <a:cubicBezTo>
                  <a:pt x="1669904" y="112745"/>
                  <a:pt x="1671805" y="111090"/>
                  <a:pt x="1673026" y="108906"/>
                </a:cubicBezTo>
                <a:cubicBezTo>
                  <a:pt x="1674247" y="106722"/>
                  <a:pt x="1674926" y="103581"/>
                  <a:pt x="1675062" y="99484"/>
                </a:cubicBezTo>
                <a:lnTo>
                  <a:pt x="1668140" y="99484"/>
                </a:lnTo>
                <a:close/>
                <a:moveTo>
                  <a:pt x="1768799" y="88694"/>
                </a:moveTo>
                <a:lnTo>
                  <a:pt x="1770564" y="99484"/>
                </a:lnTo>
                <a:cubicBezTo>
                  <a:pt x="1767125" y="100117"/>
                  <a:pt x="1764049" y="100434"/>
                  <a:pt x="1761335" y="100434"/>
                </a:cubicBezTo>
                <a:cubicBezTo>
                  <a:pt x="1756901" y="100434"/>
                  <a:pt x="1753463" y="99733"/>
                  <a:pt x="1751020" y="98330"/>
                </a:cubicBezTo>
                <a:cubicBezTo>
                  <a:pt x="1748577" y="96928"/>
                  <a:pt x="1746858" y="95084"/>
                  <a:pt x="1745862" y="92800"/>
                </a:cubicBezTo>
                <a:cubicBezTo>
                  <a:pt x="1744867" y="90515"/>
                  <a:pt x="1744369" y="85708"/>
                  <a:pt x="1744369" y="78379"/>
                </a:cubicBezTo>
                <a:lnTo>
                  <a:pt x="1744369" y="36916"/>
                </a:lnTo>
                <a:lnTo>
                  <a:pt x="1735412" y="36916"/>
                </a:lnTo>
                <a:lnTo>
                  <a:pt x="1735412" y="27416"/>
                </a:lnTo>
                <a:lnTo>
                  <a:pt x="1744369" y="27416"/>
                </a:lnTo>
                <a:lnTo>
                  <a:pt x="1744369" y="9520"/>
                </a:lnTo>
                <a:lnTo>
                  <a:pt x="1756516" y="2172"/>
                </a:lnTo>
                <a:lnTo>
                  <a:pt x="1756516" y="27416"/>
                </a:lnTo>
                <a:lnTo>
                  <a:pt x="1768799" y="27416"/>
                </a:lnTo>
                <a:lnTo>
                  <a:pt x="1768799" y="36916"/>
                </a:lnTo>
                <a:lnTo>
                  <a:pt x="1756516" y="36916"/>
                </a:lnTo>
                <a:lnTo>
                  <a:pt x="1756516" y="79058"/>
                </a:lnTo>
                <a:cubicBezTo>
                  <a:pt x="1756516" y="82542"/>
                  <a:pt x="1756731" y="84781"/>
                  <a:pt x="1757161" y="85776"/>
                </a:cubicBezTo>
                <a:cubicBezTo>
                  <a:pt x="1757591" y="86771"/>
                  <a:pt x="1758292" y="87563"/>
                  <a:pt x="1759265" y="88151"/>
                </a:cubicBezTo>
                <a:cubicBezTo>
                  <a:pt x="1760237" y="88739"/>
                  <a:pt x="1761629" y="89034"/>
                  <a:pt x="1763438" y="89034"/>
                </a:cubicBezTo>
                <a:cubicBezTo>
                  <a:pt x="1764795" y="89034"/>
                  <a:pt x="1766582" y="88920"/>
                  <a:pt x="1768799" y="88694"/>
                </a:cubicBezTo>
                <a:close/>
                <a:moveTo>
                  <a:pt x="1780813" y="99484"/>
                </a:moveTo>
                <a:lnTo>
                  <a:pt x="1780813" y="0"/>
                </a:lnTo>
                <a:lnTo>
                  <a:pt x="1793028" y="0"/>
                </a:lnTo>
                <a:lnTo>
                  <a:pt x="1793028" y="35695"/>
                </a:lnTo>
                <a:cubicBezTo>
                  <a:pt x="1798729" y="29090"/>
                  <a:pt x="1805922" y="25787"/>
                  <a:pt x="1814608" y="25787"/>
                </a:cubicBezTo>
                <a:cubicBezTo>
                  <a:pt x="1819946" y="25787"/>
                  <a:pt x="1824584" y="26839"/>
                  <a:pt x="1828520" y="28943"/>
                </a:cubicBezTo>
                <a:cubicBezTo>
                  <a:pt x="1832455" y="31046"/>
                  <a:pt x="1835272" y="33953"/>
                  <a:pt x="1836968" y="37663"/>
                </a:cubicBezTo>
                <a:cubicBezTo>
                  <a:pt x="1838665" y="41373"/>
                  <a:pt x="1839513" y="46756"/>
                  <a:pt x="1839513" y="53814"/>
                </a:cubicBezTo>
                <a:lnTo>
                  <a:pt x="1839513" y="99484"/>
                </a:lnTo>
                <a:lnTo>
                  <a:pt x="1827298" y="99484"/>
                </a:lnTo>
                <a:lnTo>
                  <a:pt x="1827298" y="53814"/>
                </a:lnTo>
                <a:cubicBezTo>
                  <a:pt x="1827298" y="47706"/>
                  <a:pt x="1825975" y="43261"/>
                  <a:pt x="1823328" y="40479"/>
                </a:cubicBezTo>
                <a:cubicBezTo>
                  <a:pt x="1820682" y="37697"/>
                  <a:pt x="1816938" y="36306"/>
                  <a:pt x="1812097" y="36306"/>
                </a:cubicBezTo>
                <a:cubicBezTo>
                  <a:pt x="1808478" y="36306"/>
                  <a:pt x="1805074" y="37244"/>
                  <a:pt x="1801884" y="39122"/>
                </a:cubicBezTo>
                <a:cubicBezTo>
                  <a:pt x="1798695" y="40999"/>
                  <a:pt x="1796421" y="43544"/>
                  <a:pt x="1795064" y="46756"/>
                </a:cubicBezTo>
                <a:cubicBezTo>
                  <a:pt x="1793707" y="49968"/>
                  <a:pt x="1793028" y="54402"/>
                  <a:pt x="1793028" y="60057"/>
                </a:cubicBezTo>
                <a:lnTo>
                  <a:pt x="1793028" y="99484"/>
                </a:lnTo>
                <a:lnTo>
                  <a:pt x="1780813" y="99484"/>
                </a:lnTo>
                <a:close/>
                <a:moveTo>
                  <a:pt x="1907420" y="76276"/>
                </a:moveTo>
                <a:lnTo>
                  <a:pt x="1920043" y="77836"/>
                </a:lnTo>
                <a:cubicBezTo>
                  <a:pt x="1918052" y="85211"/>
                  <a:pt x="1914365" y="90934"/>
                  <a:pt x="1908981" y="95005"/>
                </a:cubicBezTo>
                <a:cubicBezTo>
                  <a:pt x="1903598" y="99077"/>
                  <a:pt x="1896721" y="101113"/>
                  <a:pt x="1888352" y="101113"/>
                </a:cubicBezTo>
                <a:cubicBezTo>
                  <a:pt x="1877810" y="101113"/>
                  <a:pt x="1869452" y="97867"/>
                  <a:pt x="1863277" y="91375"/>
                </a:cubicBezTo>
                <a:cubicBezTo>
                  <a:pt x="1857102" y="84883"/>
                  <a:pt x="1854014" y="75778"/>
                  <a:pt x="1854014" y="64061"/>
                </a:cubicBezTo>
                <a:cubicBezTo>
                  <a:pt x="1854014" y="51936"/>
                  <a:pt x="1857135" y="42526"/>
                  <a:pt x="1863379" y="35831"/>
                </a:cubicBezTo>
                <a:cubicBezTo>
                  <a:pt x="1869622" y="29135"/>
                  <a:pt x="1877720" y="25787"/>
                  <a:pt x="1887673" y="25787"/>
                </a:cubicBezTo>
                <a:cubicBezTo>
                  <a:pt x="1897309" y="25787"/>
                  <a:pt x="1905181" y="29062"/>
                  <a:pt x="1911289" y="35612"/>
                </a:cubicBezTo>
                <a:cubicBezTo>
                  <a:pt x="1917396" y="42161"/>
                  <a:pt x="1920450" y="51374"/>
                  <a:pt x="1920450" y="63253"/>
                </a:cubicBezTo>
                <a:cubicBezTo>
                  <a:pt x="1920450" y="63975"/>
                  <a:pt x="1920427" y="65059"/>
                  <a:pt x="1920382" y="66504"/>
                </a:cubicBezTo>
                <a:lnTo>
                  <a:pt x="1866636" y="66504"/>
                </a:lnTo>
                <a:cubicBezTo>
                  <a:pt x="1867088" y="74398"/>
                  <a:pt x="1869328" y="80443"/>
                  <a:pt x="1873354" y="84640"/>
                </a:cubicBezTo>
                <a:cubicBezTo>
                  <a:pt x="1877381" y="88836"/>
                  <a:pt x="1882402" y="90934"/>
                  <a:pt x="1888419" y="90934"/>
                </a:cubicBezTo>
                <a:cubicBezTo>
                  <a:pt x="1892898" y="90934"/>
                  <a:pt x="1896721" y="89769"/>
                  <a:pt x="1899888" y="87439"/>
                </a:cubicBezTo>
                <a:cubicBezTo>
                  <a:pt x="1903055" y="85107"/>
                  <a:pt x="1905566" y="81386"/>
                  <a:pt x="1907420" y="76276"/>
                </a:cubicBezTo>
                <a:moveTo>
                  <a:pt x="1867315" y="56325"/>
                </a:moveTo>
                <a:lnTo>
                  <a:pt x="1907556" y="56325"/>
                </a:lnTo>
                <a:cubicBezTo>
                  <a:pt x="1907013" y="50361"/>
                  <a:pt x="1905475" y="45889"/>
                  <a:pt x="1902942" y="42907"/>
                </a:cubicBezTo>
                <a:cubicBezTo>
                  <a:pt x="1899051" y="38280"/>
                  <a:pt x="1894007" y="35966"/>
                  <a:pt x="1887809" y="35966"/>
                </a:cubicBezTo>
                <a:cubicBezTo>
                  <a:pt x="1882199" y="35966"/>
                  <a:pt x="1877482" y="37813"/>
                  <a:pt x="1873660" y="41508"/>
                </a:cubicBezTo>
                <a:cubicBezTo>
                  <a:pt x="1869837" y="45200"/>
                  <a:pt x="1867722" y="50139"/>
                  <a:pt x="1867315" y="56325"/>
                </a:cubicBezTo>
                <a:close/>
                <a:moveTo>
                  <a:pt x="1935222" y="99484"/>
                </a:moveTo>
                <a:lnTo>
                  <a:pt x="1935222" y="27416"/>
                </a:lnTo>
                <a:lnTo>
                  <a:pt x="1946216" y="27416"/>
                </a:lnTo>
                <a:lnTo>
                  <a:pt x="1946216" y="38274"/>
                </a:lnTo>
                <a:cubicBezTo>
                  <a:pt x="1949020" y="33190"/>
                  <a:pt x="1951610" y="29838"/>
                  <a:pt x="1953986" y="28217"/>
                </a:cubicBezTo>
                <a:cubicBezTo>
                  <a:pt x="1956361" y="26597"/>
                  <a:pt x="1958973" y="25787"/>
                  <a:pt x="1961824" y="25787"/>
                </a:cubicBezTo>
                <a:cubicBezTo>
                  <a:pt x="1965940" y="25787"/>
                  <a:pt x="1970125" y="27093"/>
                  <a:pt x="1974378" y="29706"/>
                </a:cubicBezTo>
                <a:lnTo>
                  <a:pt x="1970170" y="40988"/>
                </a:lnTo>
                <a:cubicBezTo>
                  <a:pt x="1967185" y="39224"/>
                  <a:pt x="1964199" y="38341"/>
                  <a:pt x="1961213" y="38341"/>
                </a:cubicBezTo>
                <a:cubicBezTo>
                  <a:pt x="1958544" y="38341"/>
                  <a:pt x="1956146" y="39146"/>
                  <a:pt x="1954020" y="40755"/>
                </a:cubicBezTo>
                <a:cubicBezTo>
                  <a:pt x="1951893" y="42362"/>
                  <a:pt x="1950378" y="44592"/>
                  <a:pt x="1949473" y="47445"/>
                </a:cubicBezTo>
                <a:cubicBezTo>
                  <a:pt x="1948116" y="51793"/>
                  <a:pt x="1947437" y="56548"/>
                  <a:pt x="1947437" y="61711"/>
                </a:cubicBezTo>
                <a:lnTo>
                  <a:pt x="1947437" y="99484"/>
                </a:lnTo>
                <a:lnTo>
                  <a:pt x="1935222" y="99484"/>
                </a:lnTo>
                <a:close/>
                <a:moveTo>
                  <a:pt x="2030973" y="76276"/>
                </a:moveTo>
                <a:lnTo>
                  <a:pt x="2043595" y="77836"/>
                </a:lnTo>
                <a:cubicBezTo>
                  <a:pt x="2041604" y="85211"/>
                  <a:pt x="2037917" y="90934"/>
                  <a:pt x="2032534" y="95005"/>
                </a:cubicBezTo>
                <a:cubicBezTo>
                  <a:pt x="2027150" y="99077"/>
                  <a:pt x="2020273" y="101113"/>
                  <a:pt x="2011904" y="101113"/>
                </a:cubicBezTo>
                <a:cubicBezTo>
                  <a:pt x="2001363" y="101113"/>
                  <a:pt x="1993005" y="97867"/>
                  <a:pt x="1986829" y="91375"/>
                </a:cubicBezTo>
                <a:cubicBezTo>
                  <a:pt x="1980654" y="84883"/>
                  <a:pt x="1977566" y="75778"/>
                  <a:pt x="1977566" y="64061"/>
                </a:cubicBezTo>
                <a:cubicBezTo>
                  <a:pt x="1977566" y="51936"/>
                  <a:pt x="1980688" y="42526"/>
                  <a:pt x="1986931" y="35831"/>
                </a:cubicBezTo>
                <a:cubicBezTo>
                  <a:pt x="1993174" y="29135"/>
                  <a:pt x="2001272" y="25787"/>
                  <a:pt x="2011225" y="25787"/>
                </a:cubicBezTo>
                <a:cubicBezTo>
                  <a:pt x="2020861" y="25787"/>
                  <a:pt x="2028733" y="29062"/>
                  <a:pt x="2034841" y="35612"/>
                </a:cubicBezTo>
                <a:cubicBezTo>
                  <a:pt x="2040948" y="42161"/>
                  <a:pt x="2044002" y="51374"/>
                  <a:pt x="2044002" y="63253"/>
                </a:cubicBezTo>
                <a:cubicBezTo>
                  <a:pt x="2044002" y="63975"/>
                  <a:pt x="2043979" y="65059"/>
                  <a:pt x="2043934" y="66504"/>
                </a:cubicBezTo>
                <a:lnTo>
                  <a:pt x="1990188" y="66504"/>
                </a:lnTo>
                <a:cubicBezTo>
                  <a:pt x="1990641" y="74398"/>
                  <a:pt x="1992880" y="80443"/>
                  <a:pt x="1996907" y="84640"/>
                </a:cubicBezTo>
                <a:cubicBezTo>
                  <a:pt x="2000933" y="88836"/>
                  <a:pt x="2005955" y="90934"/>
                  <a:pt x="2011972" y="90934"/>
                </a:cubicBezTo>
                <a:cubicBezTo>
                  <a:pt x="2016450" y="90934"/>
                  <a:pt x="2020273" y="89769"/>
                  <a:pt x="2023440" y="87439"/>
                </a:cubicBezTo>
                <a:cubicBezTo>
                  <a:pt x="2026607" y="85107"/>
                  <a:pt x="2029118" y="81386"/>
                  <a:pt x="2030973" y="76276"/>
                </a:cubicBezTo>
                <a:moveTo>
                  <a:pt x="1990867" y="56325"/>
                </a:moveTo>
                <a:lnTo>
                  <a:pt x="2031108" y="56325"/>
                </a:lnTo>
                <a:cubicBezTo>
                  <a:pt x="2030566" y="50361"/>
                  <a:pt x="2029027" y="45889"/>
                  <a:pt x="2026494" y="42907"/>
                </a:cubicBezTo>
                <a:cubicBezTo>
                  <a:pt x="2022603" y="38280"/>
                  <a:pt x="2017559" y="35966"/>
                  <a:pt x="2011361" y="35966"/>
                </a:cubicBezTo>
                <a:cubicBezTo>
                  <a:pt x="2005751" y="35966"/>
                  <a:pt x="2001035" y="37813"/>
                  <a:pt x="1997212" y="41508"/>
                </a:cubicBezTo>
                <a:cubicBezTo>
                  <a:pt x="1993389" y="45200"/>
                  <a:pt x="1991274" y="50139"/>
                  <a:pt x="1990867" y="56325"/>
                </a:cubicBezTo>
                <a:close/>
                <a:moveTo>
                  <a:pt x="2070176" y="99484"/>
                </a:moveTo>
                <a:lnTo>
                  <a:pt x="2058843" y="99484"/>
                </a:lnTo>
                <a:lnTo>
                  <a:pt x="2058843" y="0"/>
                </a:lnTo>
                <a:lnTo>
                  <a:pt x="2071058" y="0"/>
                </a:lnTo>
                <a:lnTo>
                  <a:pt x="2071058" y="35623"/>
                </a:lnTo>
                <a:cubicBezTo>
                  <a:pt x="2076215" y="29066"/>
                  <a:pt x="2082798" y="25787"/>
                  <a:pt x="2090806" y="25787"/>
                </a:cubicBezTo>
                <a:cubicBezTo>
                  <a:pt x="2095239" y="25787"/>
                  <a:pt x="2099435" y="26681"/>
                  <a:pt x="2103394" y="28468"/>
                </a:cubicBezTo>
                <a:cubicBezTo>
                  <a:pt x="2107352" y="30255"/>
                  <a:pt x="2110610" y="32766"/>
                  <a:pt x="2113166" y="36000"/>
                </a:cubicBezTo>
                <a:cubicBezTo>
                  <a:pt x="2115722" y="39235"/>
                  <a:pt x="2117724" y="43137"/>
                  <a:pt x="2119171" y="47706"/>
                </a:cubicBezTo>
                <a:cubicBezTo>
                  <a:pt x="2120619" y="52276"/>
                  <a:pt x="2121343" y="57162"/>
                  <a:pt x="2121343" y="62364"/>
                </a:cubicBezTo>
                <a:cubicBezTo>
                  <a:pt x="2121343" y="74715"/>
                  <a:pt x="2118289" y="84261"/>
                  <a:pt x="2112182" y="91001"/>
                </a:cubicBezTo>
                <a:cubicBezTo>
                  <a:pt x="2106074" y="97742"/>
                  <a:pt x="2098745" y="101113"/>
                  <a:pt x="2090195" y="101113"/>
                </a:cubicBezTo>
                <a:cubicBezTo>
                  <a:pt x="2081690" y="101113"/>
                  <a:pt x="2075017" y="97516"/>
                  <a:pt x="2070176" y="90323"/>
                </a:cubicBezTo>
                <a:lnTo>
                  <a:pt x="2070176" y="99484"/>
                </a:lnTo>
                <a:moveTo>
                  <a:pt x="2070040" y="62909"/>
                </a:moveTo>
                <a:cubicBezTo>
                  <a:pt x="2070040" y="71508"/>
                  <a:pt x="2071216" y="77721"/>
                  <a:pt x="2073569" y="81548"/>
                </a:cubicBezTo>
                <a:cubicBezTo>
                  <a:pt x="2077414" y="87805"/>
                  <a:pt x="2082617" y="90934"/>
                  <a:pt x="2089177" y="90934"/>
                </a:cubicBezTo>
                <a:cubicBezTo>
                  <a:pt x="2094515" y="90934"/>
                  <a:pt x="2099130" y="88626"/>
                  <a:pt x="2103021" y="84012"/>
                </a:cubicBezTo>
                <a:cubicBezTo>
                  <a:pt x="2106911" y="79397"/>
                  <a:pt x="2108857" y="72521"/>
                  <a:pt x="2108857" y="63382"/>
                </a:cubicBezTo>
                <a:cubicBezTo>
                  <a:pt x="2108857" y="54019"/>
                  <a:pt x="2106990" y="47109"/>
                  <a:pt x="2103258" y="42653"/>
                </a:cubicBezTo>
                <a:cubicBezTo>
                  <a:pt x="2099526" y="38195"/>
                  <a:pt x="2095013" y="35966"/>
                  <a:pt x="2089720" y="35966"/>
                </a:cubicBezTo>
                <a:cubicBezTo>
                  <a:pt x="2084381" y="35966"/>
                  <a:pt x="2079767" y="38274"/>
                  <a:pt x="2075876" y="42888"/>
                </a:cubicBezTo>
                <a:cubicBezTo>
                  <a:pt x="2071985" y="47503"/>
                  <a:pt x="2070040" y="54176"/>
                  <a:pt x="2070040" y="62909"/>
                </a:cubicBezTo>
                <a:close/>
                <a:moveTo>
                  <a:pt x="2135641" y="127307"/>
                </a:moveTo>
                <a:lnTo>
                  <a:pt x="2134283" y="115839"/>
                </a:lnTo>
                <a:cubicBezTo>
                  <a:pt x="2136953" y="116562"/>
                  <a:pt x="2139282" y="116924"/>
                  <a:pt x="2141273" y="116924"/>
                </a:cubicBezTo>
                <a:cubicBezTo>
                  <a:pt x="2143987" y="116924"/>
                  <a:pt x="2146159" y="116466"/>
                  <a:pt x="2147788" y="115550"/>
                </a:cubicBezTo>
                <a:cubicBezTo>
                  <a:pt x="2149416" y="114635"/>
                  <a:pt x="2150751" y="113354"/>
                  <a:pt x="2151791" y="111705"/>
                </a:cubicBezTo>
                <a:cubicBezTo>
                  <a:pt x="2152561" y="110470"/>
                  <a:pt x="2153805" y="107403"/>
                  <a:pt x="2155524" y="102506"/>
                </a:cubicBezTo>
                <a:cubicBezTo>
                  <a:pt x="2155750" y="101819"/>
                  <a:pt x="2156112" y="100812"/>
                  <a:pt x="2156610" y="99484"/>
                </a:cubicBezTo>
                <a:lnTo>
                  <a:pt x="2129262" y="27416"/>
                </a:lnTo>
                <a:lnTo>
                  <a:pt x="2142427" y="27416"/>
                </a:lnTo>
                <a:lnTo>
                  <a:pt x="2157424" y="69053"/>
                </a:lnTo>
                <a:cubicBezTo>
                  <a:pt x="2159369" y="74335"/>
                  <a:pt x="2161111" y="79886"/>
                  <a:pt x="2162649" y="85708"/>
                </a:cubicBezTo>
                <a:cubicBezTo>
                  <a:pt x="2164052" y="80111"/>
                  <a:pt x="2165726" y="74650"/>
                  <a:pt x="2167671" y="69324"/>
                </a:cubicBezTo>
                <a:lnTo>
                  <a:pt x="2183075" y="27416"/>
                </a:lnTo>
                <a:lnTo>
                  <a:pt x="2195290" y="27416"/>
                </a:lnTo>
                <a:lnTo>
                  <a:pt x="2167874" y="100754"/>
                </a:lnTo>
                <a:cubicBezTo>
                  <a:pt x="2164934" y="108677"/>
                  <a:pt x="2162649" y="114132"/>
                  <a:pt x="2161021" y="117119"/>
                </a:cubicBezTo>
                <a:cubicBezTo>
                  <a:pt x="2158849" y="121149"/>
                  <a:pt x="2156361" y="124103"/>
                  <a:pt x="2153556" y="125982"/>
                </a:cubicBezTo>
                <a:cubicBezTo>
                  <a:pt x="2150751" y="127861"/>
                  <a:pt x="2147403" y="128800"/>
                  <a:pt x="2143512" y="128800"/>
                </a:cubicBezTo>
                <a:cubicBezTo>
                  <a:pt x="2141160" y="128800"/>
                  <a:pt x="2138536" y="128302"/>
                  <a:pt x="2135641" y="127307"/>
                </a:cubicBezTo>
                <a:close/>
                <a:moveTo>
                  <a:pt x="2244376" y="14115"/>
                </a:moveTo>
                <a:lnTo>
                  <a:pt x="2244376" y="0"/>
                </a:lnTo>
                <a:lnTo>
                  <a:pt x="2256591" y="0"/>
                </a:lnTo>
                <a:lnTo>
                  <a:pt x="2256591" y="14115"/>
                </a:lnTo>
                <a:lnTo>
                  <a:pt x="2244376" y="14115"/>
                </a:lnTo>
                <a:moveTo>
                  <a:pt x="2244376" y="99484"/>
                </a:moveTo>
                <a:lnTo>
                  <a:pt x="2244376" y="27416"/>
                </a:lnTo>
                <a:lnTo>
                  <a:pt x="2256591" y="27416"/>
                </a:lnTo>
                <a:lnTo>
                  <a:pt x="2256591" y="99484"/>
                </a:lnTo>
                <a:lnTo>
                  <a:pt x="2244376" y="99484"/>
                </a:lnTo>
                <a:close/>
                <a:moveTo>
                  <a:pt x="2275162" y="99484"/>
                </a:moveTo>
                <a:lnTo>
                  <a:pt x="2275162" y="27416"/>
                </a:lnTo>
                <a:lnTo>
                  <a:pt x="2286156" y="27416"/>
                </a:lnTo>
                <a:lnTo>
                  <a:pt x="2286156" y="37595"/>
                </a:lnTo>
                <a:cubicBezTo>
                  <a:pt x="2291449" y="29723"/>
                  <a:pt x="2299095" y="25787"/>
                  <a:pt x="2309093" y="25787"/>
                </a:cubicBezTo>
                <a:cubicBezTo>
                  <a:pt x="2313436" y="25787"/>
                  <a:pt x="2317428" y="26568"/>
                  <a:pt x="2321070" y="28128"/>
                </a:cubicBezTo>
                <a:cubicBezTo>
                  <a:pt x="2324712" y="29689"/>
                  <a:pt x="2327438" y="31736"/>
                  <a:pt x="2329247" y="34270"/>
                </a:cubicBezTo>
                <a:cubicBezTo>
                  <a:pt x="2331057" y="36803"/>
                  <a:pt x="2332324" y="39812"/>
                  <a:pt x="2333048" y="43295"/>
                </a:cubicBezTo>
                <a:cubicBezTo>
                  <a:pt x="2333500" y="45557"/>
                  <a:pt x="2333726" y="49516"/>
                  <a:pt x="2333726" y="55171"/>
                </a:cubicBezTo>
                <a:lnTo>
                  <a:pt x="2333726" y="99484"/>
                </a:lnTo>
                <a:lnTo>
                  <a:pt x="2321511" y="99484"/>
                </a:lnTo>
                <a:lnTo>
                  <a:pt x="2321511" y="55599"/>
                </a:lnTo>
                <a:cubicBezTo>
                  <a:pt x="2321511" y="50617"/>
                  <a:pt x="2321036" y="46892"/>
                  <a:pt x="2320086" y="44423"/>
                </a:cubicBezTo>
                <a:cubicBezTo>
                  <a:pt x="2319136" y="41955"/>
                  <a:pt x="2317451" y="39985"/>
                  <a:pt x="2315031" y="38513"/>
                </a:cubicBezTo>
                <a:cubicBezTo>
                  <a:pt x="2312610" y="37041"/>
                  <a:pt x="2309771" y="36306"/>
                  <a:pt x="2306514" y="36306"/>
                </a:cubicBezTo>
                <a:cubicBezTo>
                  <a:pt x="2301311" y="36306"/>
                  <a:pt x="2296821" y="37959"/>
                  <a:pt x="2293044" y="41266"/>
                </a:cubicBezTo>
                <a:cubicBezTo>
                  <a:pt x="2289266" y="44571"/>
                  <a:pt x="2287377" y="50843"/>
                  <a:pt x="2287377" y="60082"/>
                </a:cubicBezTo>
                <a:lnTo>
                  <a:pt x="2287377" y="99484"/>
                </a:lnTo>
                <a:lnTo>
                  <a:pt x="2275162" y="99484"/>
                </a:lnTo>
                <a:close/>
                <a:moveTo>
                  <a:pt x="2399462" y="73018"/>
                </a:moveTo>
                <a:lnTo>
                  <a:pt x="2411473" y="74579"/>
                </a:lnTo>
                <a:cubicBezTo>
                  <a:pt x="2410162" y="82879"/>
                  <a:pt x="2406802" y="89377"/>
                  <a:pt x="2401396" y="94072"/>
                </a:cubicBezTo>
                <a:cubicBezTo>
                  <a:pt x="2395990" y="98766"/>
                  <a:pt x="2389351" y="101113"/>
                  <a:pt x="2381479" y="101113"/>
                </a:cubicBezTo>
                <a:cubicBezTo>
                  <a:pt x="2371616" y="101113"/>
                  <a:pt x="2363688" y="97889"/>
                  <a:pt x="2357694" y="91443"/>
                </a:cubicBezTo>
                <a:cubicBezTo>
                  <a:pt x="2351699" y="84996"/>
                  <a:pt x="2348702" y="75755"/>
                  <a:pt x="2348702" y="63721"/>
                </a:cubicBezTo>
                <a:cubicBezTo>
                  <a:pt x="2348702" y="55940"/>
                  <a:pt x="2349991" y="49131"/>
                  <a:pt x="2352570" y="43295"/>
                </a:cubicBezTo>
                <a:cubicBezTo>
                  <a:pt x="2355149" y="37459"/>
                  <a:pt x="2359074" y="33082"/>
                  <a:pt x="2364344" y="30164"/>
                </a:cubicBezTo>
                <a:cubicBezTo>
                  <a:pt x="2369615" y="27246"/>
                  <a:pt x="2375349" y="25787"/>
                  <a:pt x="2381547" y="25787"/>
                </a:cubicBezTo>
                <a:cubicBezTo>
                  <a:pt x="2389373" y="25787"/>
                  <a:pt x="2395775" y="27773"/>
                  <a:pt x="2400751" y="31744"/>
                </a:cubicBezTo>
                <a:cubicBezTo>
                  <a:pt x="2405728" y="35714"/>
                  <a:pt x="2408917" y="41351"/>
                  <a:pt x="2410320" y="48656"/>
                </a:cubicBezTo>
                <a:lnTo>
                  <a:pt x="2398444" y="50489"/>
                </a:lnTo>
                <a:cubicBezTo>
                  <a:pt x="2397313" y="45670"/>
                  <a:pt x="2395311" y="42045"/>
                  <a:pt x="2392438" y="39614"/>
                </a:cubicBezTo>
                <a:cubicBezTo>
                  <a:pt x="2389566" y="37182"/>
                  <a:pt x="2386093" y="35966"/>
                  <a:pt x="2382022" y="35966"/>
                </a:cubicBezTo>
                <a:cubicBezTo>
                  <a:pt x="2375869" y="35966"/>
                  <a:pt x="2370870" y="38161"/>
                  <a:pt x="2367025" y="42551"/>
                </a:cubicBezTo>
                <a:cubicBezTo>
                  <a:pt x="2363179" y="46939"/>
                  <a:pt x="2361256" y="53883"/>
                  <a:pt x="2361256" y="63382"/>
                </a:cubicBezTo>
                <a:cubicBezTo>
                  <a:pt x="2361256" y="73017"/>
                  <a:pt x="2363111" y="80018"/>
                  <a:pt x="2366821" y="84385"/>
                </a:cubicBezTo>
                <a:cubicBezTo>
                  <a:pt x="2370531" y="88751"/>
                  <a:pt x="2375371" y="90934"/>
                  <a:pt x="2381343" y="90934"/>
                </a:cubicBezTo>
                <a:cubicBezTo>
                  <a:pt x="2386139" y="90934"/>
                  <a:pt x="2390143" y="89469"/>
                  <a:pt x="2393355" y="86540"/>
                </a:cubicBezTo>
                <a:cubicBezTo>
                  <a:pt x="2396567" y="83610"/>
                  <a:pt x="2398603" y="79103"/>
                  <a:pt x="2399462" y="73018"/>
                </a:cubicBezTo>
                <a:close/>
                <a:moveTo>
                  <a:pt x="2421789" y="99484"/>
                </a:moveTo>
                <a:lnTo>
                  <a:pt x="2421789" y="27416"/>
                </a:lnTo>
                <a:lnTo>
                  <a:pt x="2432782" y="27416"/>
                </a:lnTo>
                <a:lnTo>
                  <a:pt x="2432782" y="38274"/>
                </a:lnTo>
                <a:cubicBezTo>
                  <a:pt x="2435587" y="33190"/>
                  <a:pt x="2438177" y="29838"/>
                  <a:pt x="2440552" y="28217"/>
                </a:cubicBezTo>
                <a:cubicBezTo>
                  <a:pt x="2442928" y="26597"/>
                  <a:pt x="2445540" y="25787"/>
                  <a:pt x="2448390" y="25787"/>
                </a:cubicBezTo>
                <a:cubicBezTo>
                  <a:pt x="2452507" y="25787"/>
                  <a:pt x="2456692" y="27093"/>
                  <a:pt x="2460945" y="29706"/>
                </a:cubicBezTo>
                <a:lnTo>
                  <a:pt x="2456737" y="40988"/>
                </a:lnTo>
                <a:cubicBezTo>
                  <a:pt x="2453751" y="39224"/>
                  <a:pt x="2450765" y="38341"/>
                  <a:pt x="2447780" y="38341"/>
                </a:cubicBezTo>
                <a:cubicBezTo>
                  <a:pt x="2445110" y="38341"/>
                  <a:pt x="2442713" y="39146"/>
                  <a:pt x="2440586" y="40755"/>
                </a:cubicBezTo>
                <a:cubicBezTo>
                  <a:pt x="2438460" y="42362"/>
                  <a:pt x="2436944" y="44592"/>
                  <a:pt x="2436040" y="47445"/>
                </a:cubicBezTo>
                <a:cubicBezTo>
                  <a:pt x="2434682" y="51793"/>
                  <a:pt x="2434004" y="56548"/>
                  <a:pt x="2434004" y="61711"/>
                </a:cubicBezTo>
                <a:lnTo>
                  <a:pt x="2434004" y="99484"/>
                </a:lnTo>
                <a:lnTo>
                  <a:pt x="2421789" y="99484"/>
                </a:lnTo>
                <a:close/>
                <a:moveTo>
                  <a:pt x="2517540" y="76276"/>
                </a:moveTo>
                <a:lnTo>
                  <a:pt x="2530162" y="77836"/>
                </a:lnTo>
                <a:cubicBezTo>
                  <a:pt x="2528171" y="85211"/>
                  <a:pt x="2524484" y="90934"/>
                  <a:pt x="2519100" y="95005"/>
                </a:cubicBezTo>
                <a:cubicBezTo>
                  <a:pt x="2513717" y="99077"/>
                  <a:pt x="2506840" y="101113"/>
                  <a:pt x="2498471" y="101113"/>
                </a:cubicBezTo>
                <a:cubicBezTo>
                  <a:pt x="2487930" y="101113"/>
                  <a:pt x="2479571" y="97867"/>
                  <a:pt x="2473396" y="91375"/>
                </a:cubicBezTo>
                <a:cubicBezTo>
                  <a:pt x="2467221" y="84883"/>
                  <a:pt x="2464133" y="75778"/>
                  <a:pt x="2464133" y="64061"/>
                </a:cubicBezTo>
                <a:cubicBezTo>
                  <a:pt x="2464133" y="51936"/>
                  <a:pt x="2467255" y="42526"/>
                  <a:pt x="2473498" y="35831"/>
                </a:cubicBezTo>
                <a:cubicBezTo>
                  <a:pt x="2479741" y="29135"/>
                  <a:pt x="2487839" y="25787"/>
                  <a:pt x="2497792" y="25787"/>
                </a:cubicBezTo>
                <a:cubicBezTo>
                  <a:pt x="2507428" y="25787"/>
                  <a:pt x="2515300" y="29062"/>
                  <a:pt x="2521408" y="35612"/>
                </a:cubicBezTo>
                <a:cubicBezTo>
                  <a:pt x="2527515" y="42161"/>
                  <a:pt x="2530569" y="51374"/>
                  <a:pt x="2530569" y="63253"/>
                </a:cubicBezTo>
                <a:cubicBezTo>
                  <a:pt x="2530569" y="63975"/>
                  <a:pt x="2530546" y="65059"/>
                  <a:pt x="2530501" y="66504"/>
                </a:cubicBezTo>
                <a:lnTo>
                  <a:pt x="2476755" y="66504"/>
                </a:lnTo>
                <a:cubicBezTo>
                  <a:pt x="2477208" y="74398"/>
                  <a:pt x="2479447" y="80443"/>
                  <a:pt x="2483473" y="84640"/>
                </a:cubicBezTo>
                <a:cubicBezTo>
                  <a:pt x="2487500" y="88836"/>
                  <a:pt x="2492521" y="90934"/>
                  <a:pt x="2498538" y="90934"/>
                </a:cubicBezTo>
                <a:cubicBezTo>
                  <a:pt x="2503017" y="90934"/>
                  <a:pt x="2506840" y="89769"/>
                  <a:pt x="2510007" y="87439"/>
                </a:cubicBezTo>
                <a:cubicBezTo>
                  <a:pt x="2513174" y="85107"/>
                  <a:pt x="2515685" y="81386"/>
                  <a:pt x="2517540" y="76276"/>
                </a:cubicBezTo>
                <a:moveTo>
                  <a:pt x="2477434" y="56325"/>
                </a:moveTo>
                <a:lnTo>
                  <a:pt x="2517675" y="56325"/>
                </a:lnTo>
                <a:cubicBezTo>
                  <a:pt x="2517132" y="50361"/>
                  <a:pt x="2515594" y="45889"/>
                  <a:pt x="2513061" y="42907"/>
                </a:cubicBezTo>
                <a:cubicBezTo>
                  <a:pt x="2509170" y="38280"/>
                  <a:pt x="2504126" y="35966"/>
                  <a:pt x="2497928" y="35966"/>
                </a:cubicBezTo>
                <a:cubicBezTo>
                  <a:pt x="2492318" y="35966"/>
                  <a:pt x="2487602" y="37813"/>
                  <a:pt x="2483779" y="41508"/>
                </a:cubicBezTo>
                <a:cubicBezTo>
                  <a:pt x="2479956" y="45200"/>
                  <a:pt x="2477841" y="50139"/>
                  <a:pt x="2477434" y="56325"/>
                </a:cubicBezTo>
                <a:close/>
                <a:moveTo>
                  <a:pt x="2592690" y="90586"/>
                </a:moveTo>
                <a:cubicBezTo>
                  <a:pt x="2588166" y="94434"/>
                  <a:pt x="2583812" y="97151"/>
                  <a:pt x="2579627" y="98736"/>
                </a:cubicBezTo>
                <a:cubicBezTo>
                  <a:pt x="2575442" y="100320"/>
                  <a:pt x="2570952" y="101113"/>
                  <a:pt x="2566157" y="101113"/>
                </a:cubicBezTo>
                <a:cubicBezTo>
                  <a:pt x="2558240" y="101113"/>
                  <a:pt x="2552155" y="99177"/>
                  <a:pt x="2547902" y="95306"/>
                </a:cubicBezTo>
                <a:cubicBezTo>
                  <a:pt x="2543649" y="91436"/>
                  <a:pt x="2541523" y="86489"/>
                  <a:pt x="2541523" y="80468"/>
                </a:cubicBezTo>
                <a:cubicBezTo>
                  <a:pt x="2541523" y="76938"/>
                  <a:pt x="2542326" y="73713"/>
                  <a:pt x="2543932" y="70794"/>
                </a:cubicBezTo>
                <a:cubicBezTo>
                  <a:pt x="2545538" y="67873"/>
                  <a:pt x="2547642" y="65530"/>
                  <a:pt x="2550243" y="63764"/>
                </a:cubicBezTo>
                <a:cubicBezTo>
                  <a:pt x="2552845" y="61998"/>
                  <a:pt x="2555774" y="60663"/>
                  <a:pt x="2559031" y="59758"/>
                </a:cubicBezTo>
                <a:cubicBezTo>
                  <a:pt x="2561429" y="59123"/>
                  <a:pt x="2565048" y="58512"/>
                  <a:pt x="2569889" y="57924"/>
                </a:cubicBezTo>
                <a:cubicBezTo>
                  <a:pt x="2579751" y="56756"/>
                  <a:pt x="2587013" y="55363"/>
                  <a:pt x="2591672" y="53746"/>
                </a:cubicBezTo>
                <a:cubicBezTo>
                  <a:pt x="2591718" y="52079"/>
                  <a:pt x="2591740" y="51020"/>
                  <a:pt x="2591740" y="50569"/>
                </a:cubicBezTo>
                <a:cubicBezTo>
                  <a:pt x="2591740" y="45611"/>
                  <a:pt x="2590587" y="42118"/>
                  <a:pt x="2588279" y="40091"/>
                </a:cubicBezTo>
                <a:cubicBezTo>
                  <a:pt x="2585158" y="37341"/>
                  <a:pt x="2580521" y="35966"/>
                  <a:pt x="2574368" y="35966"/>
                </a:cubicBezTo>
                <a:cubicBezTo>
                  <a:pt x="2568622" y="35966"/>
                  <a:pt x="2564381" y="36973"/>
                  <a:pt x="2561644" y="38986"/>
                </a:cubicBezTo>
                <a:cubicBezTo>
                  <a:pt x="2558907" y="40999"/>
                  <a:pt x="2556882" y="44562"/>
                  <a:pt x="2555570" y="49674"/>
                </a:cubicBezTo>
                <a:lnTo>
                  <a:pt x="2543627" y="48046"/>
                </a:lnTo>
                <a:cubicBezTo>
                  <a:pt x="2544713" y="42918"/>
                  <a:pt x="2546500" y="38777"/>
                  <a:pt x="2548988" y="35623"/>
                </a:cubicBezTo>
                <a:cubicBezTo>
                  <a:pt x="2551476" y="32469"/>
                  <a:pt x="2555073" y="30041"/>
                  <a:pt x="2559778" y="28340"/>
                </a:cubicBezTo>
                <a:cubicBezTo>
                  <a:pt x="2564483" y="26638"/>
                  <a:pt x="2569934" y="25787"/>
                  <a:pt x="2576132" y="25787"/>
                </a:cubicBezTo>
                <a:cubicBezTo>
                  <a:pt x="2582285" y="25787"/>
                  <a:pt x="2587284" y="26511"/>
                  <a:pt x="2591129" y="27959"/>
                </a:cubicBezTo>
                <a:cubicBezTo>
                  <a:pt x="2594975" y="29406"/>
                  <a:pt x="2597802" y="31227"/>
                  <a:pt x="2599612" y="33422"/>
                </a:cubicBezTo>
                <a:cubicBezTo>
                  <a:pt x="2601422" y="35616"/>
                  <a:pt x="2602688" y="38387"/>
                  <a:pt x="2603412" y="41734"/>
                </a:cubicBezTo>
                <a:cubicBezTo>
                  <a:pt x="2603819" y="43816"/>
                  <a:pt x="2604023" y="47571"/>
                  <a:pt x="2604023" y="52999"/>
                </a:cubicBezTo>
                <a:lnTo>
                  <a:pt x="2604023" y="69286"/>
                </a:lnTo>
                <a:cubicBezTo>
                  <a:pt x="2604023" y="80641"/>
                  <a:pt x="2604283" y="87823"/>
                  <a:pt x="2604803" y="90832"/>
                </a:cubicBezTo>
                <a:cubicBezTo>
                  <a:pt x="2605324" y="93840"/>
                  <a:pt x="2606353" y="96724"/>
                  <a:pt x="2607891" y="99484"/>
                </a:cubicBezTo>
                <a:lnTo>
                  <a:pt x="2595133" y="99484"/>
                </a:lnTo>
                <a:cubicBezTo>
                  <a:pt x="2593866" y="96948"/>
                  <a:pt x="2593052" y="93982"/>
                  <a:pt x="2592690" y="90586"/>
                </a:cubicBezTo>
                <a:moveTo>
                  <a:pt x="2591672" y="63246"/>
                </a:moveTo>
                <a:cubicBezTo>
                  <a:pt x="2587239" y="65072"/>
                  <a:pt x="2580588" y="66622"/>
                  <a:pt x="2571721" y="67899"/>
                </a:cubicBezTo>
                <a:cubicBezTo>
                  <a:pt x="2566700" y="68626"/>
                  <a:pt x="2563148" y="69444"/>
                  <a:pt x="2561067" y="70353"/>
                </a:cubicBezTo>
                <a:cubicBezTo>
                  <a:pt x="2558986" y="71260"/>
                  <a:pt x="2557380" y="72589"/>
                  <a:pt x="2556249" y="74340"/>
                </a:cubicBezTo>
                <a:cubicBezTo>
                  <a:pt x="2555118" y="76088"/>
                  <a:pt x="2554552" y="78030"/>
                  <a:pt x="2554552" y="80165"/>
                </a:cubicBezTo>
                <a:cubicBezTo>
                  <a:pt x="2554552" y="83435"/>
                  <a:pt x="2555785" y="86161"/>
                  <a:pt x="2558251" y="88342"/>
                </a:cubicBezTo>
                <a:cubicBezTo>
                  <a:pt x="2560716" y="90522"/>
                  <a:pt x="2564324" y="91612"/>
                  <a:pt x="2569075" y="91612"/>
                </a:cubicBezTo>
                <a:cubicBezTo>
                  <a:pt x="2573780" y="91612"/>
                  <a:pt x="2577964" y="90578"/>
                  <a:pt x="2581629" y="88510"/>
                </a:cubicBezTo>
                <a:cubicBezTo>
                  <a:pt x="2585293" y="86441"/>
                  <a:pt x="2587985" y="83612"/>
                  <a:pt x="2589704" y="80021"/>
                </a:cubicBezTo>
                <a:cubicBezTo>
                  <a:pt x="2591016" y="77247"/>
                  <a:pt x="2591672" y="73155"/>
                  <a:pt x="2591672" y="67746"/>
                </a:cubicBezTo>
                <a:lnTo>
                  <a:pt x="2591672" y="63246"/>
                </a:lnTo>
                <a:close/>
                <a:moveTo>
                  <a:pt x="2617911" y="77904"/>
                </a:moveTo>
                <a:lnTo>
                  <a:pt x="2629990" y="76004"/>
                </a:lnTo>
                <a:cubicBezTo>
                  <a:pt x="2630669" y="80824"/>
                  <a:pt x="2632558" y="84517"/>
                  <a:pt x="2635657" y="87085"/>
                </a:cubicBezTo>
                <a:cubicBezTo>
                  <a:pt x="2638756" y="89651"/>
                  <a:pt x="2643088" y="90934"/>
                  <a:pt x="2648652" y="90934"/>
                </a:cubicBezTo>
                <a:cubicBezTo>
                  <a:pt x="2654262" y="90934"/>
                  <a:pt x="2658424" y="89800"/>
                  <a:pt x="2661139" y="87534"/>
                </a:cubicBezTo>
                <a:cubicBezTo>
                  <a:pt x="2663853" y="85267"/>
                  <a:pt x="2665210" y="82607"/>
                  <a:pt x="2665210" y="79556"/>
                </a:cubicBezTo>
                <a:cubicBezTo>
                  <a:pt x="2665210" y="76818"/>
                  <a:pt x="2664011" y="74663"/>
                  <a:pt x="2661614" y="73093"/>
                </a:cubicBezTo>
                <a:cubicBezTo>
                  <a:pt x="2659940" y="72015"/>
                  <a:pt x="2655778" y="70646"/>
                  <a:pt x="2649127" y="68985"/>
                </a:cubicBezTo>
                <a:cubicBezTo>
                  <a:pt x="2640170" y="66721"/>
                  <a:pt x="2633960" y="64763"/>
                  <a:pt x="2630499" y="63111"/>
                </a:cubicBezTo>
                <a:cubicBezTo>
                  <a:pt x="2627038" y="61458"/>
                  <a:pt x="2624414" y="59171"/>
                  <a:pt x="2622627" y="56250"/>
                </a:cubicBezTo>
                <a:cubicBezTo>
                  <a:pt x="2620840" y="53329"/>
                  <a:pt x="2619947" y="50103"/>
                  <a:pt x="2619947" y="46572"/>
                </a:cubicBezTo>
                <a:cubicBezTo>
                  <a:pt x="2619947" y="43357"/>
                  <a:pt x="2620682" y="40379"/>
                  <a:pt x="2622152" y="37639"/>
                </a:cubicBezTo>
                <a:cubicBezTo>
                  <a:pt x="2623623" y="34900"/>
                  <a:pt x="2625625" y="32624"/>
                  <a:pt x="2628158" y="30813"/>
                </a:cubicBezTo>
                <a:cubicBezTo>
                  <a:pt x="2630058" y="29409"/>
                  <a:pt x="2632648" y="28221"/>
                  <a:pt x="2635928" y="27248"/>
                </a:cubicBezTo>
                <a:cubicBezTo>
                  <a:pt x="2639208" y="26274"/>
                  <a:pt x="2642726" y="25787"/>
                  <a:pt x="2646481" y="25787"/>
                </a:cubicBezTo>
                <a:cubicBezTo>
                  <a:pt x="2652136" y="25787"/>
                  <a:pt x="2657101" y="26607"/>
                  <a:pt x="2661376" y="28247"/>
                </a:cubicBezTo>
                <a:cubicBezTo>
                  <a:pt x="2665651" y="29886"/>
                  <a:pt x="2668807" y="32106"/>
                  <a:pt x="2670843" y="34908"/>
                </a:cubicBezTo>
                <a:cubicBezTo>
                  <a:pt x="2672878" y="37709"/>
                  <a:pt x="2674281" y="41455"/>
                  <a:pt x="2675050" y="46145"/>
                </a:cubicBezTo>
                <a:lnTo>
                  <a:pt x="2663107" y="47774"/>
                </a:lnTo>
                <a:cubicBezTo>
                  <a:pt x="2662564" y="44064"/>
                  <a:pt x="2660992" y="41169"/>
                  <a:pt x="2658390" y="39088"/>
                </a:cubicBezTo>
                <a:cubicBezTo>
                  <a:pt x="2655789" y="37007"/>
                  <a:pt x="2652113" y="35966"/>
                  <a:pt x="2647363" y="35966"/>
                </a:cubicBezTo>
                <a:cubicBezTo>
                  <a:pt x="2641753" y="35966"/>
                  <a:pt x="2637749" y="36889"/>
                  <a:pt x="2635351" y="38736"/>
                </a:cubicBezTo>
                <a:cubicBezTo>
                  <a:pt x="2632954" y="40581"/>
                  <a:pt x="2631755" y="42742"/>
                  <a:pt x="2631755" y="45219"/>
                </a:cubicBezTo>
                <a:cubicBezTo>
                  <a:pt x="2631755" y="46794"/>
                  <a:pt x="2632252" y="48212"/>
                  <a:pt x="2633248" y="49473"/>
                </a:cubicBezTo>
                <a:cubicBezTo>
                  <a:pt x="2634243" y="50778"/>
                  <a:pt x="2635804" y="51858"/>
                  <a:pt x="2637930" y="52713"/>
                </a:cubicBezTo>
                <a:cubicBezTo>
                  <a:pt x="2639152" y="53164"/>
                  <a:pt x="2642748" y="54200"/>
                  <a:pt x="2648720" y="55820"/>
                </a:cubicBezTo>
                <a:cubicBezTo>
                  <a:pt x="2657361" y="58126"/>
                  <a:pt x="2663389" y="60013"/>
                  <a:pt x="2666805" y="61482"/>
                </a:cubicBezTo>
                <a:cubicBezTo>
                  <a:pt x="2670221" y="62951"/>
                  <a:pt x="2672901" y="65087"/>
                  <a:pt x="2674846" y="67891"/>
                </a:cubicBezTo>
                <a:cubicBezTo>
                  <a:pt x="2676792" y="70693"/>
                  <a:pt x="2677764" y="74173"/>
                  <a:pt x="2677764" y="78331"/>
                </a:cubicBezTo>
                <a:cubicBezTo>
                  <a:pt x="2677764" y="82399"/>
                  <a:pt x="2676577" y="86231"/>
                  <a:pt x="2674202" y="89825"/>
                </a:cubicBezTo>
                <a:cubicBezTo>
                  <a:pt x="2671827" y="93417"/>
                  <a:pt x="2668400" y="96196"/>
                  <a:pt x="2663921" y="98163"/>
                </a:cubicBezTo>
                <a:cubicBezTo>
                  <a:pt x="2659442" y="100129"/>
                  <a:pt x="2654375" y="101113"/>
                  <a:pt x="2648720" y="101113"/>
                </a:cubicBezTo>
                <a:cubicBezTo>
                  <a:pt x="2639355" y="101113"/>
                  <a:pt x="2632218" y="99162"/>
                  <a:pt x="2627310" y="95260"/>
                </a:cubicBezTo>
                <a:cubicBezTo>
                  <a:pt x="2622401" y="91358"/>
                  <a:pt x="2619268" y="85573"/>
                  <a:pt x="2617911" y="77904"/>
                </a:cubicBezTo>
                <a:close/>
                <a:moveTo>
                  <a:pt x="2692355" y="14115"/>
                </a:moveTo>
                <a:lnTo>
                  <a:pt x="2692355" y="0"/>
                </a:lnTo>
                <a:lnTo>
                  <a:pt x="2704569" y="0"/>
                </a:lnTo>
                <a:lnTo>
                  <a:pt x="2704569" y="14115"/>
                </a:lnTo>
                <a:lnTo>
                  <a:pt x="2692355" y="14115"/>
                </a:lnTo>
                <a:moveTo>
                  <a:pt x="2692355" y="99484"/>
                </a:moveTo>
                <a:lnTo>
                  <a:pt x="2692355" y="27416"/>
                </a:lnTo>
                <a:lnTo>
                  <a:pt x="2704569" y="27416"/>
                </a:lnTo>
                <a:lnTo>
                  <a:pt x="2704569" y="99484"/>
                </a:lnTo>
                <a:lnTo>
                  <a:pt x="2692355" y="99484"/>
                </a:lnTo>
                <a:close/>
                <a:moveTo>
                  <a:pt x="2723326" y="99484"/>
                </a:moveTo>
                <a:lnTo>
                  <a:pt x="2723326" y="27416"/>
                </a:lnTo>
                <a:lnTo>
                  <a:pt x="2734319" y="27416"/>
                </a:lnTo>
                <a:lnTo>
                  <a:pt x="2734319" y="37595"/>
                </a:lnTo>
                <a:cubicBezTo>
                  <a:pt x="2739613" y="29723"/>
                  <a:pt x="2747258" y="25787"/>
                  <a:pt x="2757256" y="25787"/>
                </a:cubicBezTo>
                <a:cubicBezTo>
                  <a:pt x="2761600" y="25787"/>
                  <a:pt x="2765592" y="26568"/>
                  <a:pt x="2769234" y="28128"/>
                </a:cubicBezTo>
                <a:cubicBezTo>
                  <a:pt x="2772876" y="29689"/>
                  <a:pt x="2775602" y="31736"/>
                  <a:pt x="2777411" y="34270"/>
                </a:cubicBezTo>
                <a:cubicBezTo>
                  <a:pt x="2779221" y="36803"/>
                  <a:pt x="2780487" y="39812"/>
                  <a:pt x="2781211" y="43295"/>
                </a:cubicBezTo>
                <a:cubicBezTo>
                  <a:pt x="2781664" y="45557"/>
                  <a:pt x="2781890" y="49516"/>
                  <a:pt x="2781890" y="55171"/>
                </a:cubicBezTo>
                <a:lnTo>
                  <a:pt x="2781890" y="99484"/>
                </a:lnTo>
                <a:lnTo>
                  <a:pt x="2769675" y="99484"/>
                </a:lnTo>
                <a:lnTo>
                  <a:pt x="2769675" y="55599"/>
                </a:lnTo>
                <a:cubicBezTo>
                  <a:pt x="2769675" y="50617"/>
                  <a:pt x="2769200" y="46892"/>
                  <a:pt x="2768250" y="44423"/>
                </a:cubicBezTo>
                <a:cubicBezTo>
                  <a:pt x="2767300" y="41955"/>
                  <a:pt x="2765615" y="39985"/>
                  <a:pt x="2763194" y="38513"/>
                </a:cubicBezTo>
                <a:cubicBezTo>
                  <a:pt x="2760774" y="37041"/>
                  <a:pt x="2757935" y="36306"/>
                  <a:pt x="2754678" y="36306"/>
                </a:cubicBezTo>
                <a:cubicBezTo>
                  <a:pt x="2749475" y="36306"/>
                  <a:pt x="2744985" y="37959"/>
                  <a:pt x="2741207" y="41266"/>
                </a:cubicBezTo>
                <a:cubicBezTo>
                  <a:pt x="2737430" y="44571"/>
                  <a:pt x="2735541" y="50843"/>
                  <a:pt x="2735541" y="60082"/>
                </a:cubicBezTo>
                <a:lnTo>
                  <a:pt x="2735541" y="99484"/>
                </a:lnTo>
                <a:lnTo>
                  <a:pt x="2723326" y="99484"/>
                </a:lnTo>
                <a:close/>
                <a:moveTo>
                  <a:pt x="2798220" y="105456"/>
                </a:moveTo>
                <a:lnTo>
                  <a:pt x="2810096" y="107220"/>
                </a:lnTo>
                <a:cubicBezTo>
                  <a:pt x="2810593" y="110885"/>
                  <a:pt x="2811973" y="113554"/>
                  <a:pt x="2814235" y="115228"/>
                </a:cubicBezTo>
                <a:cubicBezTo>
                  <a:pt x="2817266" y="117490"/>
                  <a:pt x="2821406" y="118621"/>
                  <a:pt x="2826654" y="118621"/>
                </a:cubicBezTo>
                <a:cubicBezTo>
                  <a:pt x="2832309" y="118621"/>
                  <a:pt x="2836674" y="117487"/>
                  <a:pt x="2839751" y="115219"/>
                </a:cubicBezTo>
                <a:cubicBezTo>
                  <a:pt x="2842827" y="112953"/>
                  <a:pt x="2844908" y="109779"/>
                  <a:pt x="2845994" y="105698"/>
                </a:cubicBezTo>
                <a:cubicBezTo>
                  <a:pt x="2846627" y="103205"/>
                  <a:pt x="2846921" y="97969"/>
                  <a:pt x="2846876" y="89988"/>
                </a:cubicBezTo>
                <a:cubicBezTo>
                  <a:pt x="2841538" y="96319"/>
                  <a:pt x="2834887" y="99484"/>
                  <a:pt x="2826925" y="99484"/>
                </a:cubicBezTo>
                <a:cubicBezTo>
                  <a:pt x="2817017" y="99484"/>
                  <a:pt x="2809349" y="95910"/>
                  <a:pt x="2803920" y="88762"/>
                </a:cubicBezTo>
                <a:cubicBezTo>
                  <a:pt x="2798491" y="81614"/>
                  <a:pt x="2795777" y="73041"/>
                  <a:pt x="2795777" y="63043"/>
                </a:cubicBezTo>
                <a:cubicBezTo>
                  <a:pt x="2795777" y="56166"/>
                  <a:pt x="2797021" y="49821"/>
                  <a:pt x="2799509" y="44008"/>
                </a:cubicBezTo>
                <a:cubicBezTo>
                  <a:pt x="2801998" y="38194"/>
                  <a:pt x="2805605" y="33704"/>
                  <a:pt x="2810333" y="30537"/>
                </a:cubicBezTo>
                <a:cubicBezTo>
                  <a:pt x="2815061" y="27371"/>
                  <a:pt x="2820614" y="25787"/>
                  <a:pt x="2826993" y="25787"/>
                </a:cubicBezTo>
                <a:cubicBezTo>
                  <a:pt x="2835498" y="25787"/>
                  <a:pt x="2842510" y="29248"/>
                  <a:pt x="2848030" y="36170"/>
                </a:cubicBezTo>
                <a:lnTo>
                  <a:pt x="2848030" y="27416"/>
                </a:lnTo>
                <a:lnTo>
                  <a:pt x="2859295" y="27416"/>
                </a:lnTo>
                <a:lnTo>
                  <a:pt x="2859295" y="89755"/>
                </a:lnTo>
                <a:cubicBezTo>
                  <a:pt x="2859295" y="100981"/>
                  <a:pt x="2858152" y="108937"/>
                  <a:pt x="2855868" y="113623"/>
                </a:cubicBezTo>
                <a:cubicBezTo>
                  <a:pt x="2853583" y="118308"/>
                  <a:pt x="2849964" y="122008"/>
                  <a:pt x="2845010" y="124724"/>
                </a:cubicBezTo>
                <a:cubicBezTo>
                  <a:pt x="2840056" y="127441"/>
                  <a:pt x="2833960" y="128800"/>
                  <a:pt x="2826722" y="128800"/>
                </a:cubicBezTo>
                <a:cubicBezTo>
                  <a:pt x="2818126" y="128800"/>
                  <a:pt x="2811181" y="126860"/>
                  <a:pt x="2805888" y="122981"/>
                </a:cubicBezTo>
                <a:cubicBezTo>
                  <a:pt x="2800595" y="119102"/>
                  <a:pt x="2798039" y="113260"/>
                  <a:pt x="2798220" y="105456"/>
                </a:cubicBezTo>
                <a:moveTo>
                  <a:pt x="2808331" y="62163"/>
                </a:moveTo>
                <a:cubicBezTo>
                  <a:pt x="2808331" y="71594"/>
                  <a:pt x="2810209" y="78476"/>
                  <a:pt x="2813964" y="82807"/>
                </a:cubicBezTo>
                <a:cubicBezTo>
                  <a:pt x="2817719" y="87139"/>
                  <a:pt x="2822424" y="89305"/>
                  <a:pt x="2828079" y="89305"/>
                </a:cubicBezTo>
                <a:cubicBezTo>
                  <a:pt x="2833689" y="89305"/>
                  <a:pt x="2838394" y="87150"/>
                  <a:pt x="2842194" y="82841"/>
                </a:cubicBezTo>
                <a:cubicBezTo>
                  <a:pt x="2845994" y="78532"/>
                  <a:pt x="2847894" y="71774"/>
                  <a:pt x="2847894" y="62568"/>
                </a:cubicBezTo>
                <a:cubicBezTo>
                  <a:pt x="2847894" y="53768"/>
                  <a:pt x="2845937" y="47135"/>
                  <a:pt x="2842024" y="42668"/>
                </a:cubicBezTo>
                <a:cubicBezTo>
                  <a:pt x="2838111" y="38200"/>
                  <a:pt x="2833394" y="35966"/>
                  <a:pt x="2827875" y="35966"/>
                </a:cubicBezTo>
                <a:cubicBezTo>
                  <a:pt x="2822446" y="35966"/>
                  <a:pt x="2817832" y="38166"/>
                  <a:pt x="2814032" y="42566"/>
                </a:cubicBezTo>
                <a:cubicBezTo>
                  <a:pt x="2810231" y="46965"/>
                  <a:pt x="2808331" y="53498"/>
                  <a:pt x="2808331" y="62163"/>
                </a:cubicBezTo>
                <a:close/>
                <a:moveTo>
                  <a:pt x="2943177" y="88694"/>
                </a:moveTo>
                <a:lnTo>
                  <a:pt x="2944942" y="99484"/>
                </a:lnTo>
                <a:cubicBezTo>
                  <a:pt x="2941504" y="100117"/>
                  <a:pt x="2938427" y="100434"/>
                  <a:pt x="2935713" y="100434"/>
                </a:cubicBezTo>
                <a:cubicBezTo>
                  <a:pt x="2931279" y="100434"/>
                  <a:pt x="2927841" y="99733"/>
                  <a:pt x="2925398" y="98330"/>
                </a:cubicBezTo>
                <a:cubicBezTo>
                  <a:pt x="2922955" y="96928"/>
                  <a:pt x="2921236" y="95084"/>
                  <a:pt x="2920240" y="92800"/>
                </a:cubicBezTo>
                <a:cubicBezTo>
                  <a:pt x="2919245" y="90515"/>
                  <a:pt x="2918748" y="85708"/>
                  <a:pt x="2918748" y="78379"/>
                </a:cubicBezTo>
                <a:lnTo>
                  <a:pt x="2918748" y="36916"/>
                </a:lnTo>
                <a:lnTo>
                  <a:pt x="2909790" y="36916"/>
                </a:lnTo>
                <a:lnTo>
                  <a:pt x="2909790" y="27416"/>
                </a:lnTo>
                <a:lnTo>
                  <a:pt x="2918748" y="27416"/>
                </a:lnTo>
                <a:lnTo>
                  <a:pt x="2918748" y="9520"/>
                </a:lnTo>
                <a:lnTo>
                  <a:pt x="2930895" y="2172"/>
                </a:lnTo>
                <a:lnTo>
                  <a:pt x="2930895" y="27416"/>
                </a:lnTo>
                <a:lnTo>
                  <a:pt x="2943177" y="27416"/>
                </a:lnTo>
                <a:lnTo>
                  <a:pt x="2943177" y="36916"/>
                </a:lnTo>
                <a:lnTo>
                  <a:pt x="2930895" y="36916"/>
                </a:lnTo>
                <a:lnTo>
                  <a:pt x="2930895" y="79058"/>
                </a:lnTo>
                <a:cubicBezTo>
                  <a:pt x="2930895" y="82542"/>
                  <a:pt x="2931110" y="84781"/>
                  <a:pt x="2931539" y="85776"/>
                </a:cubicBezTo>
                <a:cubicBezTo>
                  <a:pt x="2931969" y="86771"/>
                  <a:pt x="2932670" y="87563"/>
                  <a:pt x="2933643" y="88151"/>
                </a:cubicBezTo>
                <a:cubicBezTo>
                  <a:pt x="2934616" y="88739"/>
                  <a:pt x="2936007" y="89034"/>
                  <a:pt x="2937816" y="89034"/>
                </a:cubicBezTo>
                <a:cubicBezTo>
                  <a:pt x="2939174" y="89034"/>
                  <a:pt x="2940961" y="88920"/>
                  <a:pt x="2943177" y="88694"/>
                </a:cubicBezTo>
                <a:close/>
                <a:moveTo>
                  <a:pt x="2955005" y="99484"/>
                </a:moveTo>
                <a:lnTo>
                  <a:pt x="2955005" y="0"/>
                </a:lnTo>
                <a:lnTo>
                  <a:pt x="2967220" y="0"/>
                </a:lnTo>
                <a:lnTo>
                  <a:pt x="2967220" y="35695"/>
                </a:lnTo>
                <a:cubicBezTo>
                  <a:pt x="2972920" y="29090"/>
                  <a:pt x="2980114" y="25787"/>
                  <a:pt x="2988800" y="25787"/>
                </a:cubicBezTo>
                <a:cubicBezTo>
                  <a:pt x="2994138" y="25787"/>
                  <a:pt x="2998776" y="26839"/>
                  <a:pt x="3002711" y="28943"/>
                </a:cubicBezTo>
                <a:cubicBezTo>
                  <a:pt x="3006647" y="31046"/>
                  <a:pt x="3009464" y="33953"/>
                  <a:pt x="3011160" y="37663"/>
                </a:cubicBezTo>
                <a:cubicBezTo>
                  <a:pt x="3012857" y="41373"/>
                  <a:pt x="3013705" y="46756"/>
                  <a:pt x="3013705" y="53814"/>
                </a:cubicBezTo>
                <a:lnTo>
                  <a:pt x="3013705" y="99484"/>
                </a:lnTo>
                <a:lnTo>
                  <a:pt x="3001490" y="99484"/>
                </a:lnTo>
                <a:lnTo>
                  <a:pt x="3001490" y="53814"/>
                </a:lnTo>
                <a:cubicBezTo>
                  <a:pt x="3001490" y="47706"/>
                  <a:pt x="3000167" y="43261"/>
                  <a:pt x="2997520" y="40479"/>
                </a:cubicBezTo>
                <a:cubicBezTo>
                  <a:pt x="2994874" y="37697"/>
                  <a:pt x="2991130" y="36306"/>
                  <a:pt x="2986289" y="36306"/>
                </a:cubicBezTo>
                <a:cubicBezTo>
                  <a:pt x="2982670" y="36306"/>
                  <a:pt x="2979265" y="37244"/>
                  <a:pt x="2976076" y="39122"/>
                </a:cubicBezTo>
                <a:cubicBezTo>
                  <a:pt x="2972887" y="40999"/>
                  <a:pt x="2970613" y="43544"/>
                  <a:pt x="2969256" y="46756"/>
                </a:cubicBezTo>
                <a:cubicBezTo>
                  <a:pt x="2967899" y="49968"/>
                  <a:pt x="2967220" y="54402"/>
                  <a:pt x="2967220" y="60057"/>
                </a:cubicBezTo>
                <a:lnTo>
                  <a:pt x="2967220" y="99484"/>
                </a:lnTo>
                <a:lnTo>
                  <a:pt x="2955005" y="99484"/>
                </a:lnTo>
                <a:close/>
                <a:moveTo>
                  <a:pt x="3081612" y="76276"/>
                </a:moveTo>
                <a:lnTo>
                  <a:pt x="3094234" y="77836"/>
                </a:lnTo>
                <a:cubicBezTo>
                  <a:pt x="3092243" y="85211"/>
                  <a:pt x="3088556" y="90934"/>
                  <a:pt x="3083173" y="95005"/>
                </a:cubicBezTo>
                <a:cubicBezTo>
                  <a:pt x="3077789" y="99077"/>
                  <a:pt x="3070912" y="101113"/>
                  <a:pt x="3062543" y="101113"/>
                </a:cubicBezTo>
                <a:cubicBezTo>
                  <a:pt x="3052002" y="101113"/>
                  <a:pt x="3043644" y="97867"/>
                  <a:pt x="3037468" y="91375"/>
                </a:cubicBezTo>
                <a:cubicBezTo>
                  <a:pt x="3031293" y="84883"/>
                  <a:pt x="3028205" y="75778"/>
                  <a:pt x="3028205" y="64061"/>
                </a:cubicBezTo>
                <a:cubicBezTo>
                  <a:pt x="3028205" y="51936"/>
                  <a:pt x="3031327" y="42526"/>
                  <a:pt x="3037570" y="35831"/>
                </a:cubicBezTo>
                <a:cubicBezTo>
                  <a:pt x="3043813" y="29135"/>
                  <a:pt x="3051911" y="25787"/>
                  <a:pt x="3061864" y="25787"/>
                </a:cubicBezTo>
                <a:cubicBezTo>
                  <a:pt x="3071500" y="25787"/>
                  <a:pt x="3079372" y="29062"/>
                  <a:pt x="3085480" y="35612"/>
                </a:cubicBezTo>
                <a:cubicBezTo>
                  <a:pt x="3091587" y="42161"/>
                  <a:pt x="3094641" y="51374"/>
                  <a:pt x="3094641" y="63253"/>
                </a:cubicBezTo>
                <a:cubicBezTo>
                  <a:pt x="3094641" y="63975"/>
                  <a:pt x="3094618" y="65059"/>
                  <a:pt x="3094573" y="66504"/>
                </a:cubicBezTo>
                <a:lnTo>
                  <a:pt x="3040827" y="66504"/>
                </a:lnTo>
                <a:cubicBezTo>
                  <a:pt x="3041280" y="74398"/>
                  <a:pt x="3043519" y="80443"/>
                  <a:pt x="3047546" y="84640"/>
                </a:cubicBezTo>
                <a:cubicBezTo>
                  <a:pt x="3051572" y="88836"/>
                  <a:pt x="3056594" y="90934"/>
                  <a:pt x="3062611" y="90934"/>
                </a:cubicBezTo>
                <a:cubicBezTo>
                  <a:pt x="3067090" y="90934"/>
                  <a:pt x="3070912" y="89769"/>
                  <a:pt x="3074079" y="87439"/>
                </a:cubicBezTo>
                <a:cubicBezTo>
                  <a:pt x="3077246" y="85107"/>
                  <a:pt x="3079757" y="81386"/>
                  <a:pt x="3081612" y="76276"/>
                </a:cubicBezTo>
                <a:moveTo>
                  <a:pt x="3041506" y="56325"/>
                </a:moveTo>
                <a:lnTo>
                  <a:pt x="3081747" y="56325"/>
                </a:lnTo>
                <a:cubicBezTo>
                  <a:pt x="3081205" y="50361"/>
                  <a:pt x="3079666" y="45889"/>
                  <a:pt x="3077133" y="42907"/>
                </a:cubicBezTo>
                <a:cubicBezTo>
                  <a:pt x="3073242" y="38280"/>
                  <a:pt x="3068198" y="35966"/>
                  <a:pt x="3062000" y="35966"/>
                </a:cubicBezTo>
                <a:cubicBezTo>
                  <a:pt x="3056390" y="35966"/>
                  <a:pt x="3051674" y="37813"/>
                  <a:pt x="3047851" y="41508"/>
                </a:cubicBezTo>
                <a:cubicBezTo>
                  <a:pt x="3044028" y="45200"/>
                  <a:pt x="3041913" y="50139"/>
                  <a:pt x="3041506" y="563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amountofcurrencyavailableformilitaryspending.">
            <a:extLst xmlns:a="http://schemas.openxmlformats.org/drawingml/2006/main">
              <a:ext uri="{FF2B5EF4-FFF2-40B4-BE49-F238E27FC236}">
                <a16:creationId xmlns:a16="http://schemas.microsoft.com/office/drawing/2014/main" id="{FC3B4918-E199-4807-903B-BAFAB5B8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0783" y="1344691"/>
            <a:ext cx="3080447" cy="130429"/>
          </a:xfrm>
          <a:custGeom xmlns:a="http://schemas.openxmlformats.org/drawingml/2006/main">
            <a:pathLst>
              <a:path w="3080447" h="130429">
                <a:moveTo>
                  <a:pt x="51167" y="92215"/>
                </a:moveTo>
                <a:cubicBezTo>
                  <a:pt x="46643" y="96063"/>
                  <a:pt x="42289" y="98779"/>
                  <a:pt x="38104" y="100364"/>
                </a:cubicBezTo>
                <a:cubicBezTo>
                  <a:pt x="33919" y="101949"/>
                  <a:pt x="29429" y="102741"/>
                  <a:pt x="24634" y="102741"/>
                </a:cubicBezTo>
                <a:cubicBezTo>
                  <a:pt x="16716" y="102741"/>
                  <a:pt x="10632" y="100806"/>
                  <a:pt x="6379" y="96935"/>
                </a:cubicBezTo>
                <a:cubicBezTo>
                  <a:pt x="2126" y="93064"/>
                  <a:pt x="0" y="88118"/>
                  <a:pt x="0" y="82097"/>
                </a:cubicBezTo>
                <a:cubicBezTo>
                  <a:pt x="0" y="78567"/>
                  <a:pt x="803" y="75342"/>
                  <a:pt x="2409" y="72422"/>
                </a:cubicBezTo>
                <a:cubicBezTo>
                  <a:pt x="4015" y="69502"/>
                  <a:pt x="6119" y="67158"/>
                  <a:pt x="8720" y="65392"/>
                </a:cubicBezTo>
                <a:cubicBezTo>
                  <a:pt x="11321" y="63627"/>
                  <a:pt x="14251" y="62291"/>
                  <a:pt x="17508" y="61387"/>
                </a:cubicBezTo>
                <a:cubicBezTo>
                  <a:pt x="19906" y="60752"/>
                  <a:pt x="23525" y="60140"/>
                  <a:pt x="28366" y="59552"/>
                </a:cubicBezTo>
                <a:cubicBezTo>
                  <a:pt x="38228" y="58384"/>
                  <a:pt x="45489" y="56992"/>
                  <a:pt x="50149" y="55375"/>
                </a:cubicBezTo>
                <a:cubicBezTo>
                  <a:pt x="50194" y="53708"/>
                  <a:pt x="50217" y="52649"/>
                  <a:pt x="50217" y="52198"/>
                </a:cubicBezTo>
                <a:cubicBezTo>
                  <a:pt x="50217" y="47240"/>
                  <a:pt x="49063" y="43747"/>
                  <a:pt x="46756" y="41720"/>
                </a:cubicBezTo>
                <a:cubicBezTo>
                  <a:pt x="43635" y="38970"/>
                  <a:pt x="38997" y="37595"/>
                  <a:pt x="32845" y="37595"/>
                </a:cubicBezTo>
                <a:cubicBezTo>
                  <a:pt x="27099" y="37595"/>
                  <a:pt x="22858" y="38602"/>
                  <a:pt x="20121" y="40615"/>
                </a:cubicBezTo>
                <a:cubicBezTo>
                  <a:pt x="17384" y="42628"/>
                  <a:pt x="15359" y="46191"/>
                  <a:pt x="14047" y="51303"/>
                </a:cubicBezTo>
                <a:lnTo>
                  <a:pt x="2104" y="49674"/>
                </a:lnTo>
                <a:cubicBezTo>
                  <a:pt x="3189" y="44546"/>
                  <a:pt x="4976" y="40406"/>
                  <a:pt x="7465" y="37251"/>
                </a:cubicBezTo>
                <a:cubicBezTo>
                  <a:pt x="9953" y="34097"/>
                  <a:pt x="13550" y="31670"/>
                  <a:pt x="18255" y="29969"/>
                </a:cubicBezTo>
                <a:cubicBezTo>
                  <a:pt x="22960" y="28267"/>
                  <a:pt x="28411" y="27416"/>
                  <a:pt x="34609" y="27416"/>
                </a:cubicBezTo>
                <a:cubicBezTo>
                  <a:pt x="40762" y="27416"/>
                  <a:pt x="45761" y="28140"/>
                  <a:pt x="49606" y="29587"/>
                </a:cubicBezTo>
                <a:cubicBezTo>
                  <a:pt x="53452" y="31035"/>
                  <a:pt x="56279" y="32856"/>
                  <a:pt x="58089" y="35050"/>
                </a:cubicBezTo>
                <a:cubicBezTo>
                  <a:pt x="59899" y="37244"/>
                  <a:pt x="61165" y="40015"/>
                  <a:pt x="61889" y="43363"/>
                </a:cubicBezTo>
                <a:cubicBezTo>
                  <a:pt x="62296" y="45444"/>
                  <a:pt x="62500" y="49199"/>
                  <a:pt x="62500" y="54628"/>
                </a:cubicBezTo>
                <a:lnTo>
                  <a:pt x="62500" y="70915"/>
                </a:lnTo>
                <a:cubicBezTo>
                  <a:pt x="62500" y="82270"/>
                  <a:pt x="62760" y="89452"/>
                  <a:pt x="63280" y="92461"/>
                </a:cubicBezTo>
                <a:cubicBezTo>
                  <a:pt x="63801" y="95469"/>
                  <a:pt x="64830" y="98353"/>
                  <a:pt x="66368" y="101113"/>
                </a:cubicBezTo>
                <a:lnTo>
                  <a:pt x="53610" y="101113"/>
                </a:lnTo>
                <a:cubicBezTo>
                  <a:pt x="52343" y="98576"/>
                  <a:pt x="51529" y="95610"/>
                  <a:pt x="51167" y="92215"/>
                </a:cubicBezTo>
                <a:moveTo>
                  <a:pt x="50149" y="64875"/>
                </a:moveTo>
                <a:cubicBezTo>
                  <a:pt x="45716" y="66700"/>
                  <a:pt x="39065" y="68251"/>
                  <a:pt x="30198" y="69528"/>
                </a:cubicBezTo>
                <a:cubicBezTo>
                  <a:pt x="25176" y="70254"/>
                  <a:pt x="21625" y="71072"/>
                  <a:pt x="19544" y="71981"/>
                </a:cubicBezTo>
                <a:cubicBezTo>
                  <a:pt x="17463" y="72889"/>
                  <a:pt x="15857" y="74218"/>
                  <a:pt x="14726" y="75968"/>
                </a:cubicBezTo>
                <a:cubicBezTo>
                  <a:pt x="13595" y="77717"/>
                  <a:pt x="13029" y="79659"/>
                  <a:pt x="13029" y="81794"/>
                </a:cubicBezTo>
                <a:cubicBezTo>
                  <a:pt x="13029" y="85064"/>
                  <a:pt x="14262" y="87789"/>
                  <a:pt x="16728" y="89971"/>
                </a:cubicBezTo>
                <a:cubicBezTo>
                  <a:pt x="19193" y="92151"/>
                  <a:pt x="22801" y="93241"/>
                  <a:pt x="27552" y="93241"/>
                </a:cubicBezTo>
                <a:cubicBezTo>
                  <a:pt x="32257" y="93241"/>
                  <a:pt x="36441" y="92207"/>
                  <a:pt x="40106" y="90138"/>
                </a:cubicBezTo>
                <a:cubicBezTo>
                  <a:pt x="43770" y="88070"/>
                  <a:pt x="46462" y="85240"/>
                  <a:pt x="48181" y="81649"/>
                </a:cubicBezTo>
                <a:cubicBezTo>
                  <a:pt x="49493" y="78876"/>
                  <a:pt x="50149" y="74784"/>
                  <a:pt x="50149" y="69375"/>
                </a:cubicBezTo>
                <a:lnTo>
                  <a:pt x="50149" y="64875"/>
                </a:lnTo>
                <a:close/>
                <a:moveTo>
                  <a:pt x="81412" y="101113"/>
                </a:moveTo>
                <a:lnTo>
                  <a:pt x="81412" y="29044"/>
                </a:lnTo>
                <a:lnTo>
                  <a:pt x="92338" y="29044"/>
                </a:lnTo>
                <a:lnTo>
                  <a:pt x="92338" y="39088"/>
                </a:lnTo>
                <a:cubicBezTo>
                  <a:pt x="94600" y="35579"/>
                  <a:pt x="97608" y="32756"/>
                  <a:pt x="101363" y="30620"/>
                </a:cubicBezTo>
                <a:cubicBezTo>
                  <a:pt x="105118" y="28484"/>
                  <a:pt x="109393" y="27416"/>
                  <a:pt x="114189" y="27416"/>
                </a:cubicBezTo>
                <a:cubicBezTo>
                  <a:pt x="119527" y="27416"/>
                  <a:pt x="123904" y="28519"/>
                  <a:pt x="127320" y="30724"/>
                </a:cubicBezTo>
                <a:cubicBezTo>
                  <a:pt x="130736" y="32928"/>
                  <a:pt x="133145" y="36010"/>
                  <a:pt x="134547" y="39970"/>
                </a:cubicBezTo>
                <a:cubicBezTo>
                  <a:pt x="140247" y="31601"/>
                  <a:pt x="147667" y="27416"/>
                  <a:pt x="156806" y="27416"/>
                </a:cubicBezTo>
                <a:cubicBezTo>
                  <a:pt x="163954" y="27416"/>
                  <a:pt x="169450" y="29395"/>
                  <a:pt x="173296" y="33354"/>
                </a:cubicBezTo>
                <a:cubicBezTo>
                  <a:pt x="177141" y="37312"/>
                  <a:pt x="179064" y="43408"/>
                  <a:pt x="179064" y="51642"/>
                </a:cubicBezTo>
                <a:lnTo>
                  <a:pt x="179064" y="101113"/>
                </a:lnTo>
                <a:lnTo>
                  <a:pt x="166917" y="101113"/>
                </a:lnTo>
                <a:lnTo>
                  <a:pt x="166917" y="55665"/>
                </a:lnTo>
                <a:cubicBezTo>
                  <a:pt x="166917" y="50773"/>
                  <a:pt x="166521" y="47252"/>
                  <a:pt x="165729" y="45102"/>
                </a:cubicBezTo>
                <a:cubicBezTo>
                  <a:pt x="164938" y="42950"/>
                  <a:pt x="163501" y="41218"/>
                  <a:pt x="161420" y="39904"/>
                </a:cubicBezTo>
                <a:cubicBezTo>
                  <a:pt x="159339" y="38591"/>
                  <a:pt x="156896" y="37934"/>
                  <a:pt x="154091" y="37934"/>
                </a:cubicBezTo>
                <a:cubicBezTo>
                  <a:pt x="149024" y="37934"/>
                  <a:pt x="144817" y="39622"/>
                  <a:pt x="141469" y="42996"/>
                </a:cubicBezTo>
                <a:cubicBezTo>
                  <a:pt x="138121" y="46370"/>
                  <a:pt x="136447" y="51770"/>
                  <a:pt x="136447" y="59198"/>
                </a:cubicBezTo>
                <a:lnTo>
                  <a:pt x="136447" y="101113"/>
                </a:lnTo>
                <a:lnTo>
                  <a:pt x="124232" y="101113"/>
                </a:lnTo>
                <a:lnTo>
                  <a:pt x="124232" y="54238"/>
                </a:lnTo>
                <a:cubicBezTo>
                  <a:pt x="124232" y="48803"/>
                  <a:pt x="123237" y="44727"/>
                  <a:pt x="121246" y="42010"/>
                </a:cubicBezTo>
                <a:cubicBezTo>
                  <a:pt x="119256" y="39293"/>
                  <a:pt x="115998" y="37934"/>
                  <a:pt x="111474" y="37934"/>
                </a:cubicBezTo>
                <a:cubicBezTo>
                  <a:pt x="108036" y="37934"/>
                  <a:pt x="104858" y="38840"/>
                  <a:pt x="101940" y="40653"/>
                </a:cubicBezTo>
                <a:cubicBezTo>
                  <a:pt x="99022" y="42464"/>
                  <a:pt x="96907" y="45113"/>
                  <a:pt x="95595" y="48601"/>
                </a:cubicBezTo>
                <a:cubicBezTo>
                  <a:pt x="94283" y="52088"/>
                  <a:pt x="93627" y="57114"/>
                  <a:pt x="93627" y="63681"/>
                </a:cubicBezTo>
                <a:lnTo>
                  <a:pt x="93627" y="101113"/>
                </a:lnTo>
                <a:lnTo>
                  <a:pt x="81412" y="101113"/>
                </a:lnTo>
                <a:close/>
                <a:moveTo>
                  <a:pt x="192635" y="65079"/>
                </a:moveTo>
                <a:cubicBezTo>
                  <a:pt x="192635" y="51733"/>
                  <a:pt x="196345" y="41848"/>
                  <a:pt x="203764" y="35423"/>
                </a:cubicBezTo>
                <a:cubicBezTo>
                  <a:pt x="209962" y="30085"/>
                  <a:pt x="217518" y="27416"/>
                  <a:pt x="226430" y="27416"/>
                </a:cubicBezTo>
                <a:cubicBezTo>
                  <a:pt x="236338" y="27416"/>
                  <a:pt x="244436" y="30662"/>
                  <a:pt x="250724" y="37154"/>
                </a:cubicBezTo>
                <a:cubicBezTo>
                  <a:pt x="257013" y="43646"/>
                  <a:pt x="260157" y="52615"/>
                  <a:pt x="260157" y="64061"/>
                </a:cubicBezTo>
                <a:cubicBezTo>
                  <a:pt x="260157" y="73335"/>
                  <a:pt x="258766" y="80630"/>
                  <a:pt x="255983" y="85946"/>
                </a:cubicBezTo>
                <a:cubicBezTo>
                  <a:pt x="253201" y="91262"/>
                  <a:pt x="249152" y="95390"/>
                  <a:pt x="243836" y="98330"/>
                </a:cubicBezTo>
                <a:cubicBezTo>
                  <a:pt x="238521" y="101271"/>
                  <a:pt x="232718" y="102741"/>
                  <a:pt x="226430" y="102741"/>
                </a:cubicBezTo>
                <a:cubicBezTo>
                  <a:pt x="216341" y="102741"/>
                  <a:pt x="208187" y="99507"/>
                  <a:pt x="201966" y="93037"/>
                </a:cubicBezTo>
                <a:cubicBezTo>
                  <a:pt x="195746" y="86568"/>
                  <a:pt x="192635" y="77248"/>
                  <a:pt x="192635" y="65079"/>
                </a:cubicBezTo>
                <a:moveTo>
                  <a:pt x="205190" y="65045"/>
                </a:moveTo>
                <a:cubicBezTo>
                  <a:pt x="205190" y="74240"/>
                  <a:pt x="207203" y="81125"/>
                  <a:pt x="211229" y="85700"/>
                </a:cubicBezTo>
                <a:cubicBezTo>
                  <a:pt x="215256" y="90275"/>
                  <a:pt x="220323" y="92562"/>
                  <a:pt x="226430" y="92562"/>
                </a:cubicBezTo>
                <a:cubicBezTo>
                  <a:pt x="232492" y="92562"/>
                  <a:pt x="237537" y="90264"/>
                  <a:pt x="241563" y="85666"/>
                </a:cubicBezTo>
                <a:cubicBezTo>
                  <a:pt x="245589" y="81068"/>
                  <a:pt x="247603" y="74060"/>
                  <a:pt x="247603" y="64640"/>
                </a:cubicBezTo>
                <a:cubicBezTo>
                  <a:pt x="247603" y="55760"/>
                  <a:pt x="245578" y="49032"/>
                  <a:pt x="241529" y="44457"/>
                </a:cubicBezTo>
                <a:cubicBezTo>
                  <a:pt x="237480" y="39882"/>
                  <a:pt x="232447" y="37595"/>
                  <a:pt x="226430" y="37595"/>
                </a:cubicBezTo>
                <a:cubicBezTo>
                  <a:pt x="220323" y="37595"/>
                  <a:pt x="215256" y="39871"/>
                  <a:pt x="211229" y="44423"/>
                </a:cubicBezTo>
                <a:cubicBezTo>
                  <a:pt x="207203" y="48976"/>
                  <a:pt x="205190" y="55850"/>
                  <a:pt x="205190" y="65045"/>
                </a:cubicBezTo>
                <a:close/>
                <a:moveTo>
                  <a:pt x="321685" y="101113"/>
                </a:moveTo>
                <a:lnTo>
                  <a:pt x="321685" y="90526"/>
                </a:lnTo>
                <a:cubicBezTo>
                  <a:pt x="316076" y="98670"/>
                  <a:pt x="308452" y="102741"/>
                  <a:pt x="298816" y="102741"/>
                </a:cubicBezTo>
                <a:cubicBezTo>
                  <a:pt x="294564" y="102741"/>
                  <a:pt x="290594" y="101927"/>
                  <a:pt x="286907" y="100298"/>
                </a:cubicBezTo>
                <a:cubicBezTo>
                  <a:pt x="283220" y="98670"/>
                  <a:pt x="280482" y="96623"/>
                  <a:pt x="278695" y="94157"/>
                </a:cubicBezTo>
                <a:cubicBezTo>
                  <a:pt x="276908" y="91691"/>
                  <a:pt x="275653" y="88672"/>
                  <a:pt x="274929" y="85098"/>
                </a:cubicBezTo>
                <a:cubicBezTo>
                  <a:pt x="274432" y="82700"/>
                  <a:pt x="274183" y="78900"/>
                  <a:pt x="274183" y="73697"/>
                </a:cubicBezTo>
                <a:lnTo>
                  <a:pt x="274183" y="29044"/>
                </a:lnTo>
                <a:lnTo>
                  <a:pt x="286398" y="29044"/>
                </a:lnTo>
                <a:lnTo>
                  <a:pt x="286398" y="69015"/>
                </a:lnTo>
                <a:cubicBezTo>
                  <a:pt x="286398" y="75393"/>
                  <a:pt x="286647" y="79691"/>
                  <a:pt x="287144" y="81908"/>
                </a:cubicBezTo>
                <a:cubicBezTo>
                  <a:pt x="287913" y="85120"/>
                  <a:pt x="289542" y="87642"/>
                  <a:pt x="292030" y="89475"/>
                </a:cubicBezTo>
                <a:cubicBezTo>
                  <a:pt x="294518" y="91307"/>
                  <a:pt x="297595" y="92223"/>
                  <a:pt x="301259" y="92223"/>
                </a:cubicBezTo>
                <a:cubicBezTo>
                  <a:pt x="304924" y="92223"/>
                  <a:pt x="308362" y="91284"/>
                  <a:pt x="311574" y="89407"/>
                </a:cubicBezTo>
                <a:cubicBezTo>
                  <a:pt x="314786" y="87529"/>
                  <a:pt x="317060" y="84973"/>
                  <a:pt x="318394" y="81738"/>
                </a:cubicBezTo>
                <a:cubicBezTo>
                  <a:pt x="319729" y="78504"/>
                  <a:pt x="320396" y="73810"/>
                  <a:pt x="320396" y="67657"/>
                </a:cubicBezTo>
                <a:lnTo>
                  <a:pt x="320396" y="29044"/>
                </a:lnTo>
                <a:lnTo>
                  <a:pt x="332611" y="29044"/>
                </a:lnTo>
                <a:lnTo>
                  <a:pt x="332611" y="101113"/>
                </a:lnTo>
                <a:lnTo>
                  <a:pt x="321685" y="101113"/>
                </a:lnTo>
                <a:close/>
                <a:moveTo>
                  <a:pt x="351727" y="101113"/>
                </a:moveTo>
                <a:lnTo>
                  <a:pt x="351727" y="29044"/>
                </a:lnTo>
                <a:lnTo>
                  <a:pt x="362720" y="29044"/>
                </a:lnTo>
                <a:lnTo>
                  <a:pt x="362720" y="39224"/>
                </a:lnTo>
                <a:cubicBezTo>
                  <a:pt x="368013" y="31352"/>
                  <a:pt x="375659" y="27416"/>
                  <a:pt x="385657" y="27416"/>
                </a:cubicBezTo>
                <a:cubicBezTo>
                  <a:pt x="390000" y="27416"/>
                  <a:pt x="393993" y="28196"/>
                  <a:pt x="397635" y="29757"/>
                </a:cubicBezTo>
                <a:cubicBezTo>
                  <a:pt x="401276" y="31318"/>
                  <a:pt x="404002" y="33365"/>
                  <a:pt x="405812" y="35898"/>
                </a:cubicBezTo>
                <a:cubicBezTo>
                  <a:pt x="407621" y="38432"/>
                  <a:pt x="408888" y="41440"/>
                  <a:pt x="409612" y="44924"/>
                </a:cubicBezTo>
                <a:cubicBezTo>
                  <a:pt x="410064" y="47186"/>
                  <a:pt x="410291" y="51145"/>
                  <a:pt x="410291" y="56800"/>
                </a:cubicBezTo>
                <a:lnTo>
                  <a:pt x="410291" y="101113"/>
                </a:lnTo>
                <a:lnTo>
                  <a:pt x="398076" y="101113"/>
                </a:lnTo>
                <a:lnTo>
                  <a:pt x="398076" y="57228"/>
                </a:lnTo>
                <a:cubicBezTo>
                  <a:pt x="398076" y="52246"/>
                  <a:pt x="397601" y="48521"/>
                  <a:pt x="396651" y="46052"/>
                </a:cubicBezTo>
                <a:cubicBezTo>
                  <a:pt x="395701" y="43584"/>
                  <a:pt x="394015" y="41614"/>
                  <a:pt x="391595" y="40142"/>
                </a:cubicBezTo>
                <a:cubicBezTo>
                  <a:pt x="389175" y="38670"/>
                  <a:pt x="386336" y="37934"/>
                  <a:pt x="383078" y="37934"/>
                </a:cubicBezTo>
                <a:cubicBezTo>
                  <a:pt x="377876" y="37934"/>
                  <a:pt x="373386" y="39588"/>
                  <a:pt x="369608" y="42894"/>
                </a:cubicBezTo>
                <a:cubicBezTo>
                  <a:pt x="365830" y="46200"/>
                  <a:pt x="363942" y="52472"/>
                  <a:pt x="363942" y="61711"/>
                </a:cubicBezTo>
                <a:lnTo>
                  <a:pt x="363942" y="101113"/>
                </a:lnTo>
                <a:lnTo>
                  <a:pt x="351727" y="101113"/>
                </a:lnTo>
                <a:close/>
                <a:moveTo>
                  <a:pt x="455853" y="90323"/>
                </a:moveTo>
                <a:lnTo>
                  <a:pt x="457618" y="101113"/>
                </a:lnTo>
                <a:cubicBezTo>
                  <a:pt x="454180" y="101746"/>
                  <a:pt x="451103" y="102063"/>
                  <a:pt x="448389" y="102063"/>
                </a:cubicBezTo>
                <a:cubicBezTo>
                  <a:pt x="443955" y="102063"/>
                  <a:pt x="440517" y="101362"/>
                  <a:pt x="438074" y="99959"/>
                </a:cubicBezTo>
                <a:cubicBezTo>
                  <a:pt x="435631" y="98557"/>
                  <a:pt x="433912" y="96713"/>
                  <a:pt x="432916" y="94428"/>
                </a:cubicBezTo>
                <a:cubicBezTo>
                  <a:pt x="431921" y="92144"/>
                  <a:pt x="431423" y="87337"/>
                  <a:pt x="431423" y="80008"/>
                </a:cubicBezTo>
                <a:lnTo>
                  <a:pt x="431423" y="38545"/>
                </a:lnTo>
                <a:lnTo>
                  <a:pt x="422466" y="38545"/>
                </a:lnTo>
                <a:lnTo>
                  <a:pt x="422466" y="29044"/>
                </a:lnTo>
                <a:lnTo>
                  <a:pt x="431423" y="29044"/>
                </a:lnTo>
                <a:lnTo>
                  <a:pt x="431423" y="11148"/>
                </a:lnTo>
                <a:lnTo>
                  <a:pt x="443571" y="3800"/>
                </a:lnTo>
                <a:lnTo>
                  <a:pt x="443571" y="29044"/>
                </a:lnTo>
                <a:lnTo>
                  <a:pt x="455853" y="29044"/>
                </a:lnTo>
                <a:lnTo>
                  <a:pt x="455853" y="38545"/>
                </a:lnTo>
                <a:lnTo>
                  <a:pt x="443571" y="38545"/>
                </a:lnTo>
                <a:lnTo>
                  <a:pt x="443571" y="80687"/>
                </a:lnTo>
                <a:cubicBezTo>
                  <a:pt x="443571" y="84170"/>
                  <a:pt x="443785" y="86410"/>
                  <a:pt x="444215" y="87405"/>
                </a:cubicBezTo>
                <a:cubicBezTo>
                  <a:pt x="444645" y="88400"/>
                  <a:pt x="445346" y="89192"/>
                  <a:pt x="446319" y="89780"/>
                </a:cubicBezTo>
                <a:cubicBezTo>
                  <a:pt x="447292" y="90368"/>
                  <a:pt x="448683" y="90662"/>
                  <a:pt x="450492" y="90662"/>
                </a:cubicBezTo>
                <a:cubicBezTo>
                  <a:pt x="451850" y="90662"/>
                  <a:pt x="453637" y="90549"/>
                  <a:pt x="455853" y="90323"/>
                </a:cubicBezTo>
                <a:close/>
                <a:moveTo>
                  <a:pt x="501771" y="65079"/>
                </a:moveTo>
                <a:cubicBezTo>
                  <a:pt x="501771" y="51733"/>
                  <a:pt x="505481" y="41848"/>
                  <a:pt x="512901" y="35423"/>
                </a:cubicBezTo>
                <a:cubicBezTo>
                  <a:pt x="519098" y="30085"/>
                  <a:pt x="526654" y="27416"/>
                  <a:pt x="535566" y="27416"/>
                </a:cubicBezTo>
                <a:cubicBezTo>
                  <a:pt x="545474" y="27416"/>
                  <a:pt x="553572" y="30662"/>
                  <a:pt x="559860" y="37154"/>
                </a:cubicBezTo>
                <a:cubicBezTo>
                  <a:pt x="566149" y="43646"/>
                  <a:pt x="569293" y="52615"/>
                  <a:pt x="569293" y="64061"/>
                </a:cubicBezTo>
                <a:cubicBezTo>
                  <a:pt x="569293" y="73335"/>
                  <a:pt x="567902" y="80630"/>
                  <a:pt x="565119" y="85946"/>
                </a:cubicBezTo>
                <a:cubicBezTo>
                  <a:pt x="562337" y="91262"/>
                  <a:pt x="558288" y="95390"/>
                  <a:pt x="552972" y="98330"/>
                </a:cubicBezTo>
                <a:cubicBezTo>
                  <a:pt x="547657" y="101271"/>
                  <a:pt x="541855" y="102741"/>
                  <a:pt x="535566" y="102741"/>
                </a:cubicBezTo>
                <a:cubicBezTo>
                  <a:pt x="525477" y="102741"/>
                  <a:pt x="517323" y="99507"/>
                  <a:pt x="511102" y="93037"/>
                </a:cubicBezTo>
                <a:cubicBezTo>
                  <a:pt x="504882" y="86568"/>
                  <a:pt x="501771" y="77248"/>
                  <a:pt x="501771" y="65079"/>
                </a:cubicBezTo>
                <a:moveTo>
                  <a:pt x="514326" y="65045"/>
                </a:moveTo>
                <a:cubicBezTo>
                  <a:pt x="514326" y="74240"/>
                  <a:pt x="516339" y="81125"/>
                  <a:pt x="520365" y="85700"/>
                </a:cubicBezTo>
                <a:cubicBezTo>
                  <a:pt x="524392" y="90275"/>
                  <a:pt x="529459" y="92562"/>
                  <a:pt x="535566" y="92562"/>
                </a:cubicBezTo>
                <a:cubicBezTo>
                  <a:pt x="541628" y="92562"/>
                  <a:pt x="546673" y="90264"/>
                  <a:pt x="550699" y="85666"/>
                </a:cubicBezTo>
                <a:cubicBezTo>
                  <a:pt x="554725" y="81068"/>
                  <a:pt x="556739" y="74060"/>
                  <a:pt x="556739" y="64640"/>
                </a:cubicBezTo>
                <a:cubicBezTo>
                  <a:pt x="556739" y="55760"/>
                  <a:pt x="554714" y="49032"/>
                  <a:pt x="550665" y="44457"/>
                </a:cubicBezTo>
                <a:cubicBezTo>
                  <a:pt x="546616" y="39882"/>
                  <a:pt x="541583" y="37595"/>
                  <a:pt x="535566" y="37595"/>
                </a:cubicBezTo>
                <a:cubicBezTo>
                  <a:pt x="529459" y="37595"/>
                  <a:pt x="524392" y="39871"/>
                  <a:pt x="520365" y="44423"/>
                </a:cubicBezTo>
                <a:cubicBezTo>
                  <a:pt x="516339" y="48976"/>
                  <a:pt x="514326" y="55850"/>
                  <a:pt x="514326" y="65045"/>
                </a:cubicBezTo>
                <a:close/>
                <a:moveTo>
                  <a:pt x="586508" y="101113"/>
                </a:moveTo>
                <a:lnTo>
                  <a:pt x="586508" y="38545"/>
                </a:lnTo>
                <a:lnTo>
                  <a:pt x="575718" y="38545"/>
                </a:lnTo>
                <a:lnTo>
                  <a:pt x="575718" y="29044"/>
                </a:lnTo>
                <a:lnTo>
                  <a:pt x="586508" y="29044"/>
                </a:lnTo>
                <a:lnTo>
                  <a:pt x="586508" y="21393"/>
                </a:lnTo>
                <a:cubicBezTo>
                  <a:pt x="586508" y="16564"/>
                  <a:pt x="586938" y="12976"/>
                  <a:pt x="587798" y="10629"/>
                </a:cubicBezTo>
                <a:cubicBezTo>
                  <a:pt x="588974" y="7470"/>
                  <a:pt x="591044" y="4909"/>
                  <a:pt x="594007" y="2946"/>
                </a:cubicBezTo>
                <a:cubicBezTo>
                  <a:pt x="596970" y="982"/>
                  <a:pt x="601121" y="0"/>
                  <a:pt x="606459" y="0"/>
                </a:cubicBezTo>
                <a:cubicBezTo>
                  <a:pt x="609898" y="0"/>
                  <a:pt x="613698" y="407"/>
                  <a:pt x="617860" y="1222"/>
                </a:cubicBezTo>
                <a:lnTo>
                  <a:pt x="616028" y="11876"/>
                </a:lnTo>
                <a:cubicBezTo>
                  <a:pt x="613494" y="11423"/>
                  <a:pt x="611097" y="11197"/>
                  <a:pt x="608834" y="11197"/>
                </a:cubicBezTo>
                <a:cubicBezTo>
                  <a:pt x="605125" y="11197"/>
                  <a:pt x="602501" y="11986"/>
                  <a:pt x="600963" y="13564"/>
                </a:cubicBezTo>
                <a:cubicBezTo>
                  <a:pt x="599424" y="15141"/>
                  <a:pt x="598655" y="18093"/>
                  <a:pt x="598655" y="22420"/>
                </a:cubicBezTo>
                <a:lnTo>
                  <a:pt x="598655" y="29044"/>
                </a:lnTo>
                <a:lnTo>
                  <a:pt x="612703" y="29044"/>
                </a:lnTo>
                <a:lnTo>
                  <a:pt x="612703" y="38545"/>
                </a:lnTo>
                <a:lnTo>
                  <a:pt x="598655" y="38545"/>
                </a:lnTo>
                <a:lnTo>
                  <a:pt x="598655" y="101113"/>
                </a:lnTo>
                <a:lnTo>
                  <a:pt x="586508" y="101113"/>
                </a:lnTo>
                <a:close/>
                <a:moveTo>
                  <a:pt x="707845" y="74647"/>
                </a:moveTo>
                <a:lnTo>
                  <a:pt x="719856" y="76208"/>
                </a:lnTo>
                <a:cubicBezTo>
                  <a:pt x="718544" y="84508"/>
                  <a:pt x="715185" y="91006"/>
                  <a:pt x="709779" y="95701"/>
                </a:cubicBezTo>
                <a:cubicBezTo>
                  <a:pt x="704373" y="100395"/>
                  <a:pt x="697734" y="102741"/>
                  <a:pt x="689862" y="102741"/>
                </a:cubicBezTo>
                <a:cubicBezTo>
                  <a:pt x="679999" y="102741"/>
                  <a:pt x="672071" y="99518"/>
                  <a:pt x="666077" y="93071"/>
                </a:cubicBezTo>
                <a:cubicBezTo>
                  <a:pt x="660082" y="86624"/>
                  <a:pt x="657085" y="77384"/>
                  <a:pt x="657085" y="65350"/>
                </a:cubicBezTo>
                <a:cubicBezTo>
                  <a:pt x="657085" y="57569"/>
                  <a:pt x="658374" y="50760"/>
                  <a:pt x="660953" y="44924"/>
                </a:cubicBezTo>
                <a:cubicBezTo>
                  <a:pt x="663532" y="39088"/>
                  <a:pt x="667456" y="34711"/>
                  <a:pt x="672727" y="31793"/>
                </a:cubicBezTo>
                <a:cubicBezTo>
                  <a:pt x="677997" y="28875"/>
                  <a:pt x="683732" y="27416"/>
                  <a:pt x="689930" y="27416"/>
                </a:cubicBezTo>
                <a:cubicBezTo>
                  <a:pt x="697756" y="27416"/>
                  <a:pt x="704158" y="29401"/>
                  <a:pt x="709134" y="33373"/>
                </a:cubicBezTo>
                <a:cubicBezTo>
                  <a:pt x="714111" y="37343"/>
                  <a:pt x="717300" y="42980"/>
                  <a:pt x="718703" y="50285"/>
                </a:cubicBezTo>
                <a:lnTo>
                  <a:pt x="706827" y="52117"/>
                </a:lnTo>
                <a:cubicBezTo>
                  <a:pt x="705696" y="47299"/>
                  <a:pt x="703694" y="43674"/>
                  <a:pt x="700821" y="41242"/>
                </a:cubicBezTo>
                <a:cubicBezTo>
                  <a:pt x="697949" y="38811"/>
                  <a:pt x="694476" y="37595"/>
                  <a:pt x="690405" y="37595"/>
                </a:cubicBezTo>
                <a:cubicBezTo>
                  <a:pt x="684252" y="37595"/>
                  <a:pt x="679253" y="39790"/>
                  <a:pt x="675407" y="44180"/>
                </a:cubicBezTo>
                <a:cubicBezTo>
                  <a:pt x="671562" y="48568"/>
                  <a:pt x="669639" y="55512"/>
                  <a:pt x="669639" y="65011"/>
                </a:cubicBezTo>
                <a:cubicBezTo>
                  <a:pt x="669639" y="74646"/>
                  <a:pt x="671494" y="81647"/>
                  <a:pt x="675204" y="86014"/>
                </a:cubicBezTo>
                <a:cubicBezTo>
                  <a:pt x="678914" y="90379"/>
                  <a:pt x="683754" y="92562"/>
                  <a:pt x="689726" y="92562"/>
                </a:cubicBezTo>
                <a:cubicBezTo>
                  <a:pt x="694522" y="92562"/>
                  <a:pt x="698525" y="91098"/>
                  <a:pt x="701737" y="88168"/>
                </a:cubicBezTo>
                <a:cubicBezTo>
                  <a:pt x="704950" y="85239"/>
                  <a:pt x="706985" y="80732"/>
                  <a:pt x="707845" y="74647"/>
                </a:cubicBezTo>
                <a:close/>
                <a:moveTo>
                  <a:pt x="777538" y="101113"/>
                </a:moveTo>
                <a:lnTo>
                  <a:pt x="777538" y="90526"/>
                </a:lnTo>
                <a:cubicBezTo>
                  <a:pt x="771928" y="98670"/>
                  <a:pt x="764305" y="102741"/>
                  <a:pt x="754669" y="102741"/>
                </a:cubicBezTo>
                <a:cubicBezTo>
                  <a:pt x="750416" y="102741"/>
                  <a:pt x="746446" y="101927"/>
                  <a:pt x="742759" y="100298"/>
                </a:cubicBezTo>
                <a:cubicBezTo>
                  <a:pt x="739072" y="98670"/>
                  <a:pt x="736335" y="96623"/>
                  <a:pt x="734548" y="94157"/>
                </a:cubicBezTo>
                <a:cubicBezTo>
                  <a:pt x="732761" y="91691"/>
                  <a:pt x="731505" y="88672"/>
                  <a:pt x="730782" y="85098"/>
                </a:cubicBezTo>
                <a:cubicBezTo>
                  <a:pt x="730284" y="82700"/>
                  <a:pt x="730035" y="78900"/>
                  <a:pt x="730035" y="73697"/>
                </a:cubicBezTo>
                <a:lnTo>
                  <a:pt x="730035" y="29044"/>
                </a:lnTo>
                <a:lnTo>
                  <a:pt x="742250" y="29044"/>
                </a:lnTo>
                <a:lnTo>
                  <a:pt x="742250" y="69015"/>
                </a:lnTo>
                <a:cubicBezTo>
                  <a:pt x="742250" y="75393"/>
                  <a:pt x="742499" y="79691"/>
                  <a:pt x="742997" y="81908"/>
                </a:cubicBezTo>
                <a:cubicBezTo>
                  <a:pt x="743766" y="85120"/>
                  <a:pt x="745394" y="87642"/>
                  <a:pt x="747883" y="89475"/>
                </a:cubicBezTo>
                <a:cubicBezTo>
                  <a:pt x="750371" y="91307"/>
                  <a:pt x="753447" y="92223"/>
                  <a:pt x="757112" y="92223"/>
                </a:cubicBezTo>
                <a:cubicBezTo>
                  <a:pt x="760776" y="92223"/>
                  <a:pt x="764214" y="91284"/>
                  <a:pt x="767426" y="89407"/>
                </a:cubicBezTo>
                <a:cubicBezTo>
                  <a:pt x="770639" y="87529"/>
                  <a:pt x="772912" y="84973"/>
                  <a:pt x="774247" y="81738"/>
                </a:cubicBezTo>
                <a:cubicBezTo>
                  <a:pt x="775581" y="78504"/>
                  <a:pt x="776248" y="73810"/>
                  <a:pt x="776248" y="67657"/>
                </a:cubicBezTo>
                <a:lnTo>
                  <a:pt x="776248" y="29044"/>
                </a:lnTo>
                <a:lnTo>
                  <a:pt x="788463" y="29044"/>
                </a:lnTo>
                <a:lnTo>
                  <a:pt x="788463" y="101113"/>
                </a:lnTo>
                <a:lnTo>
                  <a:pt x="777538" y="101113"/>
                </a:lnTo>
                <a:close/>
                <a:moveTo>
                  <a:pt x="807443" y="101113"/>
                </a:moveTo>
                <a:lnTo>
                  <a:pt x="807443" y="29044"/>
                </a:lnTo>
                <a:lnTo>
                  <a:pt x="818437" y="29044"/>
                </a:lnTo>
                <a:lnTo>
                  <a:pt x="818437" y="39902"/>
                </a:lnTo>
                <a:cubicBezTo>
                  <a:pt x="821241" y="34818"/>
                  <a:pt x="823831" y="31466"/>
                  <a:pt x="826207" y="29846"/>
                </a:cubicBezTo>
                <a:cubicBezTo>
                  <a:pt x="828582" y="28226"/>
                  <a:pt x="831194" y="27416"/>
                  <a:pt x="834045" y="27416"/>
                </a:cubicBezTo>
                <a:cubicBezTo>
                  <a:pt x="838161" y="27416"/>
                  <a:pt x="842346" y="28722"/>
                  <a:pt x="846599" y="31335"/>
                </a:cubicBezTo>
                <a:lnTo>
                  <a:pt x="842391" y="42617"/>
                </a:lnTo>
                <a:cubicBezTo>
                  <a:pt x="839406" y="40852"/>
                  <a:pt x="836420" y="39970"/>
                  <a:pt x="833434" y="39970"/>
                </a:cubicBezTo>
                <a:cubicBezTo>
                  <a:pt x="830765" y="39970"/>
                  <a:pt x="828367" y="40775"/>
                  <a:pt x="826241" y="42383"/>
                </a:cubicBezTo>
                <a:cubicBezTo>
                  <a:pt x="824114" y="43991"/>
                  <a:pt x="822599" y="46221"/>
                  <a:pt x="821694" y="49074"/>
                </a:cubicBezTo>
                <a:cubicBezTo>
                  <a:pt x="820337" y="53421"/>
                  <a:pt x="819658" y="58177"/>
                  <a:pt x="819658" y="63340"/>
                </a:cubicBezTo>
                <a:lnTo>
                  <a:pt x="819658" y="101113"/>
                </a:lnTo>
                <a:lnTo>
                  <a:pt x="807443" y="101113"/>
                </a:lnTo>
                <a:close/>
                <a:moveTo>
                  <a:pt x="853724" y="101113"/>
                </a:moveTo>
                <a:lnTo>
                  <a:pt x="853724" y="29044"/>
                </a:lnTo>
                <a:lnTo>
                  <a:pt x="864717" y="29044"/>
                </a:lnTo>
                <a:lnTo>
                  <a:pt x="864717" y="39902"/>
                </a:lnTo>
                <a:cubicBezTo>
                  <a:pt x="867522" y="34818"/>
                  <a:pt x="870112" y="31466"/>
                  <a:pt x="872487" y="29846"/>
                </a:cubicBezTo>
                <a:cubicBezTo>
                  <a:pt x="874862" y="28226"/>
                  <a:pt x="877475" y="27416"/>
                  <a:pt x="880325" y="27416"/>
                </a:cubicBezTo>
                <a:cubicBezTo>
                  <a:pt x="884442" y="27416"/>
                  <a:pt x="888627" y="28722"/>
                  <a:pt x="892879" y="31335"/>
                </a:cubicBezTo>
                <a:lnTo>
                  <a:pt x="888672" y="42617"/>
                </a:lnTo>
                <a:cubicBezTo>
                  <a:pt x="885686" y="40852"/>
                  <a:pt x="882700" y="39970"/>
                  <a:pt x="879714" y="39970"/>
                </a:cubicBezTo>
                <a:cubicBezTo>
                  <a:pt x="877045" y="39970"/>
                  <a:pt x="874647" y="40775"/>
                  <a:pt x="872521" y="42383"/>
                </a:cubicBezTo>
                <a:cubicBezTo>
                  <a:pt x="870395" y="43991"/>
                  <a:pt x="868879" y="46221"/>
                  <a:pt x="867975" y="49074"/>
                </a:cubicBezTo>
                <a:cubicBezTo>
                  <a:pt x="866617" y="53421"/>
                  <a:pt x="865939" y="58177"/>
                  <a:pt x="865939" y="63340"/>
                </a:cubicBezTo>
                <a:lnTo>
                  <a:pt x="865939" y="101113"/>
                </a:lnTo>
                <a:lnTo>
                  <a:pt x="853724" y="101113"/>
                </a:lnTo>
                <a:close/>
                <a:moveTo>
                  <a:pt x="949474" y="77904"/>
                </a:moveTo>
                <a:lnTo>
                  <a:pt x="962096" y="79465"/>
                </a:lnTo>
                <a:cubicBezTo>
                  <a:pt x="960106" y="86839"/>
                  <a:pt x="956419" y="92562"/>
                  <a:pt x="951035" y="96634"/>
                </a:cubicBezTo>
                <a:cubicBezTo>
                  <a:pt x="945651" y="100706"/>
                  <a:pt x="938775" y="102741"/>
                  <a:pt x="930405" y="102741"/>
                </a:cubicBezTo>
                <a:cubicBezTo>
                  <a:pt x="919864" y="102741"/>
                  <a:pt x="911506" y="99495"/>
                  <a:pt x="905331" y="93003"/>
                </a:cubicBezTo>
                <a:cubicBezTo>
                  <a:pt x="899155" y="86511"/>
                  <a:pt x="896068" y="77407"/>
                  <a:pt x="896068" y="65689"/>
                </a:cubicBezTo>
                <a:cubicBezTo>
                  <a:pt x="896068" y="53565"/>
                  <a:pt x="899189" y="44155"/>
                  <a:pt x="905432" y="37459"/>
                </a:cubicBezTo>
                <a:cubicBezTo>
                  <a:pt x="911676" y="30764"/>
                  <a:pt x="919774" y="27416"/>
                  <a:pt x="929727" y="27416"/>
                </a:cubicBezTo>
                <a:cubicBezTo>
                  <a:pt x="939363" y="27416"/>
                  <a:pt x="947235" y="30691"/>
                  <a:pt x="953342" y="37241"/>
                </a:cubicBezTo>
                <a:cubicBezTo>
                  <a:pt x="959450" y="43789"/>
                  <a:pt x="962503" y="53003"/>
                  <a:pt x="962503" y="64881"/>
                </a:cubicBezTo>
                <a:cubicBezTo>
                  <a:pt x="962503" y="65604"/>
                  <a:pt x="962481" y="66687"/>
                  <a:pt x="962436" y="68132"/>
                </a:cubicBezTo>
                <a:lnTo>
                  <a:pt x="908690" y="68132"/>
                </a:lnTo>
                <a:cubicBezTo>
                  <a:pt x="909142" y="76027"/>
                  <a:pt x="911382" y="82072"/>
                  <a:pt x="915408" y="86268"/>
                </a:cubicBezTo>
                <a:cubicBezTo>
                  <a:pt x="919434" y="90464"/>
                  <a:pt x="924456" y="92562"/>
                  <a:pt x="930473" y="92562"/>
                </a:cubicBezTo>
                <a:cubicBezTo>
                  <a:pt x="934952" y="92562"/>
                  <a:pt x="938775" y="91397"/>
                  <a:pt x="941942" y="89067"/>
                </a:cubicBezTo>
                <a:cubicBezTo>
                  <a:pt x="945108" y="86736"/>
                  <a:pt x="947619" y="83015"/>
                  <a:pt x="949474" y="77904"/>
                </a:cubicBezTo>
                <a:moveTo>
                  <a:pt x="909368" y="57953"/>
                </a:moveTo>
                <a:lnTo>
                  <a:pt x="949610" y="57953"/>
                </a:lnTo>
                <a:cubicBezTo>
                  <a:pt x="949067" y="51990"/>
                  <a:pt x="947529" y="47517"/>
                  <a:pt x="944995" y="44536"/>
                </a:cubicBezTo>
                <a:cubicBezTo>
                  <a:pt x="941105" y="39909"/>
                  <a:pt x="936060" y="37595"/>
                  <a:pt x="929862" y="37595"/>
                </a:cubicBezTo>
                <a:cubicBezTo>
                  <a:pt x="924252" y="37595"/>
                  <a:pt x="919536" y="39442"/>
                  <a:pt x="915713" y="43136"/>
                </a:cubicBezTo>
                <a:cubicBezTo>
                  <a:pt x="911890" y="46829"/>
                  <a:pt x="909775" y="51768"/>
                  <a:pt x="909368" y="57953"/>
                </a:cubicBezTo>
                <a:close/>
                <a:moveTo>
                  <a:pt x="977412" y="101113"/>
                </a:moveTo>
                <a:lnTo>
                  <a:pt x="977412" y="29044"/>
                </a:lnTo>
                <a:lnTo>
                  <a:pt x="988405" y="29044"/>
                </a:lnTo>
                <a:lnTo>
                  <a:pt x="988405" y="39224"/>
                </a:lnTo>
                <a:cubicBezTo>
                  <a:pt x="993698" y="31352"/>
                  <a:pt x="1001344" y="27416"/>
                  <a:pt x="1011342" y="27416"/>
                </a:cubicBezTo>
                <a:cubicBezTo>
                  <a:pt x="1015685" y="27416"/>
                  <a:pt x="1019678" y="28196"/>
                  <a:pt x="1023320" y="29757"/>
                </a:cubicBezTo>
                <a:cubicBezTo>
                  <a:pt x="1026962" y="31318"/>
                  <a:pt x="1029687" y="33365"/>
                  <a:pt x="1031497" y="35898"/>
                </a:cubicBezTo>
                <a:cubicBezTo>
                  <a:pt x="1033307" y="38432"/>
                  <a:pt x="1034573" y="41440"/>
                  <a:pt x="1035297" y="44924"/>
                </a:cubicBezTo>
                <a:cubicBezTo>
                  <a:pt x="1035750" y="47186"/>
                  <a:pt x="1035976" y="51145"/>
                  <a:pt x="1035976" y="56800"/>
                </a:cubicBezTo>
                <a:lnTo>
                  <a:pt x="1035976" y="101113"/>
                </a:lnTo>
                <a:lnTo>
                  <a:pt x="1023761" y="101113"/>
                </a:lnTo>
                <a:lnTo>
                  <a:pt x="1023761" y="57228"/>
                </a:lnTo>
                <a:cubicBezTo>
                  <a:pt x="1023761" y="52246"/>
                  <a:pt x="1023286" y="48521"/>
                  <a:pt x="1022336" y="46052"/>
                </a:cubicBezTo>
                <a:cubicBezTo>
                  <a:pt x="1021386" y="43584"/>
                  <a:pt x="1019700" y="41614"/>
                  <a:pt x="1017280" y="40142"/>
                </a:cubicBezTo>
                <a:cubicBezTo>
                  <a:pt x="1014860" y="38670"/>
                  <a:pt x="1012021" y="37934"/>
                  <a:pt x="1008763" y="37934"/>
                </a:cubicBezTo>
                <a:cubicBezTo>
                  <a:pt x="1003561" y="37934"/>
                  <a:pt x="999071" y="39588"/>
                  <a:pt x="995293" y="42894"/>
                </a:cubicBezTo>
                <a:cubicBezTo>
                  <a:pt x="991515" y="46200"/>
                  <a:pt x="989627" y="52472"/>
                  <a:pt x="989627" y="61711"/>
                </a:cubicBezTo>
                <a:lnTo>
                  <a:pt x="989627" y="101113"/>
                </a:lnTo>
                <a:lnTo>
                  <a:pt x="977412" y="101113"/>
                </a:lnTo>
                <a:close/>
                <a:moveTo>
                  <a:pt x="1101851" y="74647"/>
                </a:moveTo>
                <a:lnTo>
                  <a:pt x="1113862" y="76208"/>
                </a:lnTo>
                <a:cubicBezTo>
                  <a:pt x="1112550" y="84508"/>
                  <a:pt x="1109191" y="91006"/>
                  <a:pt x="1103785" y="95701"/>
                </a:cubicBezTo>
                <a:cubicBezTo>
                  <a:pt x="1098379" y="100395"/>
                  <a:pt x="1091739" y="102741"/>
                  <a:pt x="1083868" y="102741"/>
                </a:cubicBezTo>
                <a:cubicBezTo>
                  <a:pt x="1074005" y="102741"/>
                  <a:pt x="1066077" y="99518"/>
                  <a:pt x="1060082" y="93071"/>
                </a:cubicBezTo>
                <a:cubicBezTo>
                  <a:pt x="1054088" y="86624"/>
                  <a:pt x="1051091" y="77384"/>
                  <a:pt x="1051091" y="65350"/>
                </a:cubicBezTo>
                <a:cubicBezTo>
                  <a:pt x="1051091" y="57569"/>
                  <a:pt x="1052380" y="50760"/>
                  <a:pt x="1054959" y="44924"/>
                </a:cubicBezTo>
                <a:cubicBezTo>
                  <a:pt x="1057538" y="39088"/>
                  <a:pt x="1061462" y="34711"/>
                  <a:pt x="1066733" y="31793"/>
                </a:cubicBezTo>
                <a:cubicBezTo>
                  <a:pt x="1072003" y="28875"/>
                  <a:pt x="1077737" y="27416"/>
                  <a:pt x="1083935" y="27416"/>
                </a:cubicBezTo>
                <a:cubicBezTo>
                  <a:pt x="1091762" y="27416"/>
                  <a:pt x="1098164" y="29401"/>
                  <a:pt x="1103140" y="33373"/>
                </a:cubicBezTo>
                <a:cubicBezTo>
                  <a:pt x="1108117" y="37343"/>
                  <a:pt x="1111306" y="42980"/>
                  <a:pt x="1112708" y="50285"/>
                </a:cubicBezTo>
                <a:lnTo>
                  <a:pt x="1100833" y="52117"/>
                </a:lnTo>
                <a:cubicBezTo>
                  <a:pt x="1099702" y="47299"/>
                  <a:pt x="1097700" y="43674"/>
                  <a:pt x="1094827" y="41242"/>
                </a:cubicBezTo>
                <a:cubicBezTo>
                  <a:pt x="1091954" y="38811"/>
                  <a:pt x="1088482" y="37595"/>
                  <a:pt x="1084410" y="37595"/>
                </a:cubicBezTo>
                <a:cubicBezTo>
                  <a:pt x="1078258" y="37595"/>
                  <a:pt x="1073259" y="39790"/>
                  <a:pt x="1069413" y="44180"/>
                </a:cubicBezTo>
                <a:cubicBezTo>
                  <a:pt x="1065568" y="48568"/>
                  <a:pt x="1063645" y="55512"/>
                  <a:pt x="1063645" y="65011"/>
                </a:cubicBezTo>
                <a:cubicBezTo>
                  <a:pt x="1063645" y="74646"/>
                  <a:pt x="1065500" y="81647"/>
                  <a:pt x="1069210" y="86014"/>
                </a:cubicBezTo>
                <a:cubicBezTo>
                  <a:pt x="1072919" y="90379"/>
                  <a:pt x="1077760" y="92562"/>
                  <a:pt x="1083732" y="92562"/>
                </a:cubicBezTo>
                <a:cubicBezTo>
                  <a:pt x="1088527" y="92562"/>
                  <a:pt x="1092531" y="91098"/>
                  <a:pt x="1095743" y="88168"/>
                </a:cubicBezTo>
                <a:cubicBezTo>
                  <a:pt x="1098955" y="85239"/>
                  <a:pt x="1100991" y="80732"/>
                  <a:pt x="1101851" y="74647"/>
                </a:cubicBezTo>
                <a:close/>
                <a:moveTo>
                  <a:pt x="1123770" y="128936"/>
                </a:moveTo>
                <a:lnTo>
                  <a:pt x="1122413" y="117467"/>
                </a:lnTo>
                <a:cubicBezTo>
                  <a:pt x="1125082" y="118191"/>
                  <a:pt x="1127412" y="118553"/>
                  <a:pt x="1129403" y="118553"/>
                </a:cubicBezTo>
                <a:cubicBezTo>
                  <a:pt x="1132117" y="118553"/>
                  <a:pt x="1134289" y="118095"/>
                  <a:pt x="1135917" y="117179"/>
                </a:cubicBezTo>
                <a:cubicBezTo>
                  <a:pt x="1137546" y="116264"/>
                  <a:pt x="1138880" y="114983"/>
                  <a:pt x="1139921" y="113334"/>
                </a:cubicBezTo>
                <a:cubicBezTo>
                  <a:pt x="1140690" y="112098"/>
                  <a:pt x="1141934" y="109032"/>
                  <a:pt x="1143653" y="104135"/>
                </a:cubicBezTo>
                <a:cubicBezTo>
                  <a:pt x="1143880" y="103448"/>
                  <a:pt x="1144241" y="102440"/>
                  <a:pt x="1144739" y="101113"/>
                </a:cubicBezTo>
                <a:lnTo>
                  <a:pt x="1117391" y="29044"/>
                </a:lnTo>
                <a:lnTo>
                  <a:pt x="1130556" y="29044"/>
                </a:lnTo>
                <a:lnTo>
                  <a:pt x="1145553" y="70681"/>
                </a:lnTo>
                <a:cubicBezTo>
                  <a:pt x="1147499" y="75963"/>
                  <a:pt x="1149241" y="81515"/>
                  <a:pt x="1150779" y="87337"/>
                </a:cubicBezTo>
                <a:cubicBezTo>
                  <a:pt x="1152181" y="81740"/>
                  <a:pt x="1153855" y="76279"/>
                  <a:pt x="1155800" y="70953"/>
                </a:cubicBezTo>
                <a:lnTo>
                  <a:pt x="1171205" y="29044"/>
                </a:lnTo>
                <a:lnTo>
                  <a:pt x="1183420" y="29044"/>
                </a:lnTo>
                <a:lnTo>
                  <a:pt x="1156004" y="102383"/>
                </a:lnTo>
                <a:cubicBezTo>
                  <a:pt x="1153063" y="110306"/>
                  <a:pt x="1150779" y="115761"/>
                  <a:pt x="1149150" y="118748"/>
                </a:cubicBezTo>
                <a:cubicBezTo>
                  <a:pt x="1146978" y="122777"/>
                  <a:pt x="1144490" y="125731"/>
                  <a:pt x="1141685" y="127610"/>
                </a:cubicBezTo>
                <a:cubicBezTo>
                  <a:pt x="1138880" y="129489"/>
                  <a:pt x="1135533" y="130429"/>
                  <a:pt x="1131642" y="130429"/>
                </a:cubicBezTo>
                <a:cubicBezTo>
                  <a:pt x="1129289" y="130429"/>
                  <a:pt x="1126665" y="129931"/>
                  <a:pt x="1123770" y="128936"/>
                </a:cubicBezTo>
                <a:close/>
                <a:moveTo>
                  <a:pt x="1279327" y="92215"/>
                </a:moveTo>
                <a:cubicBezTo>
                  <a:pt x="1274803" y="96063"/>
                  <a:pt x="1270449" y="98779"/>
                  <a:pt x="1266264" y="100364"/>
                </a:cubicBezTo>
                <a:cubicBezTo>
                  <a:pt x="1262079" y="101949"/>
                  <a:pt x="1257589" y="102741"/>
                  <a:pt x="1252794" y="102741"/>
                </a:cubicBezTo>
                <a:cubicBezTo>
                  <a:pt x="1244876" y="102741"/>
                  <a:pt x="1238792" y="100806"/>
                  <a:pt x="1234539" y="96935"/>
                </a:cubicBezTo>
                <a:cubicBezTo>
                  <a:pt x="1230286" y="93064"/>
                  <a:pt x="1228160" y="88118"/>
                  <a:pt x="1228160" y="82097"/>
                </a:cubicBezTo>
                <a:cubicBezTo>
                  <a:pt x="1228160" y="78567"/>
                  <a:pt x="1228963" y="75342"/>
                  <a:pt x="1230569" y="72422"/>
                </a:cubicBezTo>
                <a:cubicBezTo>
                  <a:pt x="1232175" y="69502"/>
                  <a:pt x="1234279" y="67158"/>
                  <a:pt x="1236880" y="65392"/>
                </a:cubicBezTo>
                <a:cubicBezTo>
                  <a:pt x="1239482" y="63627"/>
                  <a:pt x="1242411" y="62291"/>
                  <a:pt x="1245668" y="61387"/>
                </a:cubicBezTo>
                <a:cubicBezTo>
                  <a:pt x="1248066" y="60752"/>
                  <a:pt x="1251685" y="60140"/>
                  <a:pt x="1256526" y="59552"/>
                </a:cubicBezTo>
                <a:cubicBezTo>
                  <a:pt x="1266388" y="58384"/>
                  <a:pt x="1273650" y="56992"/>
                  <a:pt x="1278309" y="55375"/>
                </a:cubicBezTo>
                <a:cubicBezTo>
                  <a:pt x="1278355" y="53708"/>
                  <a:pt x="1278377" y="52649"/>
                  <a:pt x="1278377" y="52198"/>
                </a:cubicBezTo>
                <a:cubicBezTo>
                  <a:pt x="1278377" y="47240"/>
                  <a:pt x="1277224" y="43747"/>
                  <a:pt x="1274916" y="41720"/>
                </a:cubicBezTo>
                <a:cubicBezTo>
                  <a:pt x="1271795" y="38970"/>
                  <a:pt x="1267157" y="37595"/>
                  <a:pt x="1261005" y="37595"/>
                </a:cubicBezTo>
                <a:cubicBezTo>
                  <a:pt x="1255259" y="37595"/>
                  <a:pt x="1251018" y="38602"/>
                  <a:pt x="1248281" y="40615"/>
                </a:cubicBezTo>
                <a:cubicBezTo>
                  <a:pt x="1245544" y="42628"/>
                  <a:pt x="1243519" y="46191"/>
                  <a:pt x="1242207" y="51303"/>
                </a:cubicBezTo>
                <a:lnTo>
                  <a:pt x="1230264" y="49674"/>
                </a:lnTo>
                <a:cubicBezTo>
                  <a:pt x="1231350" y="44546"/>
                  <a:pt x="1233137" y="40406"/>
                  <a:pt x="1235625" y="37251"/>
                </a:cubicBezTo>
                <a:cubicBezTo>
                  <a:pt x="1238113" y="34097"/>
                  <a:pt x="1241710" y="31670"/>
                  <a:pt x="1246415" y="29969"/>
                </a:cubicBezTo>
                <a:cubicBezTo>
                  <a:pt x="1251120" y="28267"/>
                  <a:pt x="1256571" y="27416"/>
                  <a:pt x="1262769" y="27416"/>
                </a:cubicBezTo>
                <a:cubicBezTo>
                  <a:pt x="1268922" y="27416"/>
                  <a:pt x="1273921" y="28140"/>
                  <a:pt x="1277766" y="29587"/>
                </a:cubicBezTo>
                <a:cubicBezTo>
                  <a:pt x="1281612" y="31035"/>
                  <a:pt x="1284439" y="32856"/>
                  <a:pt x="1286249" y="35050"/>
                </a:cubicBezTo>
                <a:cubicBezTo>
                  <a:pt x="1288059" y="37244"/>
                  <a:pt x="1289325" y="40015"/>
                  <a:pt x="1290049" y="43363"/>
                </a:cubicBezTo>
                <a:cubicBezTo>
                  <a:pt x="1290456" y="45444"/>
                  <a:pt x="1290660" y="49199"/>
                  <a:pt x="1290660" y="54628"/>
                </a:cubicBezTo>
                <a:lnTo>
                  <a:pt x="1290660" y="70915"/>
                </a:lnTo>
                <a:cubicBezTo>
                  <a:pt x="1290660" y="82270"/>
                  <a:pt x="1290920" y="89452"/>
                  <a:pt x="1291440" y="92461"/>
                </a:cubicBezTo>
                <a:cubicBezTo>
                  <a:pt x="1291961" y="95469"/>
                  <a:pt x="1292990" y="98353"/>
                  <a:pt x="1294528" y="101113"/>
                </a:cubicBezTo>
                <a:lnTo>
                  <a:pt x="1281770" y="101113"/>
                </a:lnTo>
                <a:cubicBezTo>
                  <a:pt x="1280503" y="98576"/>
                  <a:pt x="1279689" y="95610"/>
                  <a:pt x="1279327" y="92215"/>
                </a:cubicBezTo>
                <a:moveTo>
                  <a:pt x="1278309" y="64875"/>
                </a:moveTo>
                <a:cubicBezTo>
                  <a:pt x="1273876" y="66700"/>
                  <a:pt x="1267225" y="68251"/>
                  <a:pt x="1258358" y="69528"/>
                </a:cubicBezTo>
                <a:cubicBezTo>
                  <a:pt x="1253336" y="70254"/>
                  <a:pt x="1249785" y="71072"/>
                  <a:pt x="1247704" y="71981"/>
                </a:cubicBezTo>
                <a:cubicBezTo>
                  <a:pt x="1245623" y="72889"/>
                  <a:pt x="1244017" y="74218"/>
                  <a:pt x="1242886" y="75968"/>
                </a:cubicBezTo>
                <a:cubicBezTo>
                  <a:pt x="1241755" y="77717"/>
                  <a:pt x="1241189" y="79659"/>
                  <a:pt x="1241189" y="81794"/>
                </a:cubicBezTo>
                <a:cubicBezTo>
                  <a:pt x="1241189" y="85064"/>
                  <a:pt x="1242422" y="87789"/>
                  <a:pt x="1244888" y="89971"/>
                </a:cubicBezTo>
                <a:cubicBezTo>
                  <a:pt x="1247353" y="92151"/>
                  <a:pt x="1250961" y="93241"/>
                  <a:pt x="1255712" y="93241"/>
                </a:cubicBezTo>
                <a:cubicBezTo>
                  <a:pt x="1260417" y="93241"/>
                  <a:pt x="1264601" y="92207"/>
                  <a:pt x="1268266" y="90138"/>
                </a:cubicBezTo>
                <a:cubicBezTo>
                  <a:pt x="1271930" y="88070"/>
                  <a:pt x="1274622" y="85240"/>
                  <a:pt x="1276341" y="81649"/>
                </a:cubicBezTo>
                <a:cubicBezTo>
                  <a:pt x="1277653" y="78876"/>
                  <a:pt x="1278309" y="74784"/>
                  <a:pt x="1278309" y="69375"/>
                </a:cubicBezTo>
                <a:lnTo>
                  <a:pt x="1278309" y="64875"/>
                </a:lnTo>
                <a:close/>
                <a:moveTo>
                  <a:pt x="1329591" y="101113"/>
                </a:moveTo>
                <a:lnTo>
                  <a:pt x="1302175" y="29044"/>
                </a:lnTo>
                <a:lnTo>
                  <a:pt x="1315069" y="29044"/>
                </a:lnTo>
                <a:lnTo>
                  <a:pt x="1330541" y="72204"/>
                </a:lnTo>
                <a:cubicBezTo>
                  <a:pt x="1332215" y="76864"/>
                  <a:pt x="1333753" y="81705"/>
                  <a:pt x="1335156" y="86726"/>
                </a:cubicBezTo>
                <a:cubicBezTo>
                  <a:pt x="1336241" y="82926"/>
                  <a:pt x="1337757" y="78357"/>
                  <a:pt x="1339702" y="73018"/>
                </a:cubicBezTo>
                <a:lnTo>
                  <a:pt x="1355718" y="29044"/>
                </a:lnTo>
                <a:lnTo>
                  <a:pt x="1368272" y="29044"/>
                </a:lnTo>
                <a:lnTo>
                  <a:pt x="1340992" y="101113"/>
                </a:lnTo>
                <a:lnTo>
                  <a:pt x="1329591" y="101113"/>
                </a:lnTo>
                <a:close/>
                <a:moveTo>
                  <a:pt x="1426090" y="92215"/>
                </a:moveTo>
                <a:cubicBezTo>
                  <a:pt x="1421565" y="96063"/>
                  <a:pt x="1417211" y="98779"/>
                  <a:pt x="1413026" y="100364"/>
                </a:cubicBezTo>
                <a:cubicBezTo>
                  <a:pt x="1408842" y="101949"/>
                  <a:pt x="1404351" y="102741"/>
                  <a:pt x="1399556" y="102741"/>
                </a:cubicBezTo>
                <a:cubicBezTo>
                  <a:pt x="1391639" y="102741"/>
                  <a:pt x="1385554" y="100806"/>
                  <a:pt x="1381301" y="96935"/>
                </a:cubicBezTo>
                <a:cubicBezTo>
                  <a:pt x="1377049" y="93064"/>
                  <a:pt x="1374922" y="88118"/>
                  <a:pt x="1374922" y="82097"/>
                </a:cubicBezTo>
                <a:cubicBezTo>
                  <a:pt x="1374922" y="78567"/>
                  <a:pt x="1375725" y="75342"/>
                  <a:pt x="1377331" y="72422"/>
                </a:cubicBezTo>
                <a:cubicBezTo>
                  <a:pt x="1378938" y="69502"/>
                  <a:pt x="1381041" y="67158"/>
                  <a:pt x="1383643" y="65392"/>
                </a:cubicBezTo>
                <a:cubicBezTo>
                  <a:pt x="1386244" y="63627"/>
                  <a:pt x="1389173" y="62291"/>
                  <a:pt x="1392431" y="61387"/>
                </a:cubicBezTo>
                <a:cubicBezTo>
                  <a:pt x="1394828" y="60752"/>
                  <a:pt x="1398448" y="60140"/>
                  <a:pt x="1403288" y="59552"/>
                </a:cubicBezTo>
                <a:cubicBezTo>
                  <a:pt x="1413151" y="58384"/>
                  <a:pt x="1420412" y="56992"/>
                  <a:pt x="1425072" y="55375"/>
                </a:cubicBezTo>
                <a:cubicBezTo>
                  <a:pt x="1425117" y="53708"/>
                  <a:pt x="1425139" y="52649"/>
                  <a:pt x="1425139" y="52198"/>
                </a:cubicBezTo>
                <a:cubicBezTo>
                  <a:pt x="1425139" y="47240"/>
                  <a:pt x="1423986" y="43747"/>
                  <a:pt x="1421679" y="41720"/>
                </a:cubicBezTo>
                <a:cubicBezTo>
                  <a:pt x="1418557" y="38970"/>
                  <a:pt x="1413920" y="37595"/>
                  <a:pt x="1407767" y="37595"/>
                </a:cubicBezTo>
                <a:cubicBezTo>
                  <a:pt x="1402022" y="37595"/>
                  <a:pt x="1397780" y="38602"/>
                  <a:pt x="1395043" y="40615"/>
                </a:cubicBezTo>
                <a:cubicBezTo>
                  <a:pt x="1392306" y="42628"/>
                  <a:pt x="1390282" y="46191"/>
                  <a:pt x="1388970" y="51303"/>
                </a:cubicBezTo>
                <a:lnTo>
                  <a:pt x="1377026" y="49674"/>
                </a:lnTo>
                <a:cubicBezTo>
                  <a:pt x="1378112" y="44546"/>
                  <a:pt x="1379899" y="40406"/>
                  <a:pt x="1382387" y="37251"/>
                </a:cubicBezTo>
                <a:cubicBezTo>
                  <a:pt x="1384875" y="34097"/>
                  <a:pt x="1388472" y="31670"/>
                  <a:pt x="1393177" y="29969"/>
                </a:cubicBezTo>
                <a:cubicBezTo>
                  <a:pt x="1397882" y="28267"/>
                  <a:pt x="1403334" y="27416"/>
                  <a:pt x="1409531" y="27416"/>
                </a:cubicBezTo>
                <a:cubicBezTo>
                  <a:pt x="1415684" y="27416"/>
                  <a:pt x="1420683" y="28140"/>
                  <a:pt x="1424529" y="29587"/>
                </a:cubicBezTo>
                <a:cubicBezTo>
                  <a:pt x="1428374" y="31035"/>
                  <a:pt x="1431202" y="32856"/>
                  <a:pt x="1433011" y="35050"/>
                </a:cubicBezTo>
                <a:cubicBezTo>
                  <a:pt x="1434821" y="37244"/>
                  <a:pt x="1436088" y="40015"/>
                  <a:pt x="1436812" y="43363"/>
                </a:cubicBezTo>
                <a:cubicBezTo>
                  <a:pt x="1437219" y="45444"/>
                  <a:pt x="1437422" y="49199"/>
                  <a:pt x="1437422" y="54628"/>
                </a:cubicBezTo>
                <a:lnTo>
                  <a:pt x="1437422" y="70915"/>
                </a:lnTo>
                <a:cubicBezTo>
                  <a:pt x="1437422" y="82270"/>
                  <a:pt x="1437682" y="89452"/>
                  <a:pt x="1438203" y="92461"/>
                </a:cubicBezTo>
                <a:cubicBezTo>
                  <a:pt x="1438723" y="95469"/>
                  <a:pt x="1439752" y="98353"/>
                  <a:pt x="1441290" y="101113"/>
                </a:cubicBezTo>
                <a:lnTo>
                  <a:pt x="1428533" y="101113"/>
                </a:lnTo>
                <a:cubicBezTo>
                  <a:pt x="1427266" y="98576"/>
                  <a:pt x="1426451" y="95610"/>
                  <a:pt x="1426090" y="92215"/>
                </a:cubicBezTo>
                <a:moveTo>
                  <a:pt x="1425072" y="64875"/>
                </a:moveTo>
                <a:cubicBezTo>
                  <a:pt x="1420638" y="66700"/>
                  <a:pt x="1413988" y="68251"/>
                  <a:pt x="1405121" y="69528"/>
                </a:cubicBezTo>
                <a:cubicBezTo>
                  <a:pt x="1400099" y="70254"/>
                  <a:pt x="1396547" y="71072"/>
                  <a:pt x="1394466" y="71981"/>
                </a:cubicBezTo>
                <a:cubicBezTo>
                  <a:pt x="1392385" y="72889"/>
                  <a:pt x="1390779" y="74218"/>
                  <a:pt x="1389648" y="75968"/>
                </a:cubicBezTo>
                <a:cubicBezTo>
                  <a:pt x="1388517" y="77717"/>
                  <a:pt x="1387952" y="79659"/>
                  <a:pt x="1387952" y="81794"/>
                </a:cubicBezTo>
                <a:cubicBezTo>
                  <a:pt x="1387952" y="85064"/>
                  <a:pt x="1389185" y="87789"/>
                  <a:pt x="1391650" y="89971"/>
                </a:cubicBezTo>
                <a:cubicBezTo>
                  <a:pt x="1394116" y="92151"/>
                  <a:pt x="1397724" y="93241"/>
                  <a:pt x="1402474" y="93241"/>
                </a:cubicBezTo>
                <a:cubicBezTo>
                  <a:pt x="1407179" y="93241"/>
                  <a:pt x="1411364" y="92207"/>
                  <a:pt x="1415028" y="90138"/>
                </a:cubicBezTo>
                <a:cubicBezTo>
                  <a:pt x="1418693" y="88070"/>
                  <a:pt x="1421385" y="85240"/>
                  <a:pt x="1423104" y="81649"/>
                </a:cubicBezTo>
                <a:cubicBezTo>
                  <a:pt x="1424416" y="78876"/>
                  <a:pt x="1425072" y="74784"/>
                  <a:pt x="1425072" y="69375"/>
                </a:cubicBezTo>
                <a:lnTo>
                  <a:pt x="1425072" y="64875"/>
                </a:lnTo>
                <a:close/>
                <a:moveTo>
                  <a:pt x="1456541" y="15744"/>
                </a:moveTo>
                <a:lnTo>
                  <a:pt x="1456541" y="1629"/>
                </a:lnTo>
                <a:lnTo>
                  <a:pt x="1468756" y="1629"/>
                </a:lnTo>
                <a:lnTo>
                  <a:pt x="1468756" y="15744"/>
                </a:lnTo>
                <a:lnTo>
                  <a:pt x="1456541" y="15744"/>
                </a:lnTo>
                <a:moveTo>
                  <a:pt x="1456541" y="101113"/>
                </a:moveTo>
                <a:lnTo>
                  <a:pt x="1456541" y="29044"/>
                </a:lnTo>
                <a:lnTo>
                  <a:pt x="1468756" y="29044"/>
                </a:lnTo>
                <a:lnTo>
                  <a:pt x="1468756" y="101113"/>
                </a:lnTo>
                <a:lnTo>
                  <a:pt x="1456541" y="101113"/>
                </a:lnTo>
                <a:close/>
                <a:moveTo>
                  <a:pt x="1487055" y="101113"/>
                </a:moveTo>
                <a:lnTo>
                  <a:pt x="1487055" y="1629"/>
                </a:lnTo>
                <a:lnTo>
                  <a:pt x="1499270" y="1629"/>
                </a:lnTo>
                <a:lnTo>
                  <a:pt x="1499270" y="101113"/>
                </a:lnTo>
                <a:lnTo>
                  <a:pt x="1487055" y="101113"/>
                </a:lnTo>
                <a:close/>
                <a:moveTo>
                  <a:pt x="1565207" y="92215"/>
                </a:moveTo>
                <a:cubicBezTo>
                  <a:pt x="1560683" y="96063"/>
                  <a:pt x="1556328" y="98779"/>
                  <a:pt x="1552144" y="100364"/>
                </a:cubicBezTo>
                <a:cubicBezTo>
                  <a:pt x="1547959" y="101949"/>
                  <a:pt x="1543469" y="102741"/>
                  <a:pt x="1538673" y="102741"/>
                </a:cubicBezTo>
                <a:cubicBezTo>
                  <a:pt x="1530756" y="102741"/>
                  <a:pt x="1524671" y="100806"/>
                  <a:pt x="1520419" y="96935"/>
                </a:cubicBezTo>
                <a:cubicBezTo>
                  <a:pt x="1516166" y="93064"/>
                  <a:pt x="1514040" y="88118"/>
                  <a:pt x="1514040" y="82097"/>
                </a:cubicBezTo>
                <a:cubicBezTo>
                  <a:pt x="1514040" y="78567"/>
                  <a:pt x="1514843" y="75342"/>
                  <a:pt x="1516449" y="72422"/>
                </a:cubicBezTo>
                <a:cubicBezTo>
                  <a:pt x="1518055" y="69502"/>
                  <a:pt x="1520159" y="67158"/>
                  <a:pt x="1522760" y="65392"/>
                </a:cubicBezTo>
                <a:cubicBezTo>
                  <a:pt x="1525361" y="63627"/>
                  <a:pt x="1528291" y="62291"/>
                  <a:pt x="1531548" y="61387"/>
                </a:cubicBezTo>
                <a:cubicBezTo>
                  <a:pt x="1533946" y="60752"/>
                  <a:pt x="1537565" y="60140"/>
                  <a:pt x="1542406" y="59552"/>
                </a:cubicBezTo>
                <a:cubicBezTo>
                  <a:pt x="1552268" y="58384"/>
                  <a:pt x="1559529" y="56992"/>
                  <a:pt x="1564189" y="55375"/>
                </a:cubicBezTo>
                <a:cubicBezTo>
                  <a:pt x="1564234" y="53708"/>
                  <a:pt x="1564257" y="52649"/>
                  <a:pt x="1564257" y="52198"/>
                </a:cubicBezTo>
                <a:cubicBezTo>
                  <a:pt x="1564257" y="47240"/>
                  <a:pt x="1563103" y="43747"/>
                  <a:pt x="1560796" y="41720"/>
                </a:cubicBezTo>
                <a:cubicBezTo>
                  <a:pt x="1557674" y="38970"/>
                  <a:pt x="1553037" y="37595"/>
                  <a:pt x="1546884" y="37595"/>
                </a:cubicBezTo>
                <a:cubicBezTo>
                  <a:pt x="1541139" y="37595"/>
                  <a:pt x="1536898" y="38602"/>
                  <a:pt x="1534161" y="40615"/>
                </a:cubicBezTo>
                <a:cubicBezTo>
                  <a:pt x="1531424" y="42628"/>
                  <a:pt x="1529399" y="46191"/>
                  <a:pt x="1528087" y="51303"/>
                </a:cubicBezTo>
                <a:lnTo>
                  <a:pt x="1516143" y="49674"/>
                </a:lnTo>
                <a:cubicBezTo>
                  <a:pt x="1517229" y="44546"/>
                  <a:pt x="1519016" y="40406"/>
                  <a:pt x="1521505" y="37251"/>
                </a:cubicBezTo>
                <a:cubicBezTo>
                  <a:pt x="1523993" y="34097"/>
                  <a:pt x="1527589" y="31670"/>
                  <a:pt x="1532294" y="29969"/>
                </a:cubicBezTo>
                <a:cubicBezTo>
                  <a:pt x="1536999" y="28267"/>
                  <a:pt x="1542451" y="27416"/>
                  <a:pt x="1548649" y="27416"/>
                </a:cubicBezTo>
                <a:cubicBezTo>
                  <a:pt x="1554802" y="27416"/>
                  <a:pt x="1559801" y="28140"/>
                  <a:pt x="1563646" y="29587"/>
                </a:cubicBezTo>
                <a:cubicBezTo>
                  <a:pt x="1567492" y="31035"/>
                  <a:pt x="1570319" y="32856"/>
                  <a:pt x="1572129" y="35050"/>
                </a:cubicBezTo>
                <a:cubicBezTo>
                  <a:pt x="1573938" y="37244"/>
                  <a:pt x="1575205" y="40015"/>
                  <a:pt x="1575929" y="43363"/>
                </a:cubicBezTo>
                <a:cubicBezTo>
                  <a:pt x="1576336" y="45444"/>
                  <a:pt x="1576540" y="49199"/>
                  <a:pt x="1576540" y="54628"/>
                </a:cubicBezTo>
                <a:lnTo>
                  <a:pt x="1576540" y="70915"/>
                </a:lnTo>
                <a:cubicBezTo>
                  <a:pt x="1576540" y="82270"/>
                  <a:pt x="1576800" y="89452"/>
                  <a:pt x="1577320" y="92461"/>
                </a:cubicBezTo>
                <a:cubicBezTo>
                  <a:pt x="1577840" y="95469"/>
                  <a:pt x="1578870" y="98353"/>
                  <a:pt x="1580408" y="101113"/>
                </a:cubicBezTo>
                <a:lnTo>
                  <a:pt x="1567650" y="101113"/>
                </a:lnTo>
                <a:cubicBezTo>
                  <a:pt x="1566383" y="98576"/>
                  <a:pt x="1565569" y="95610"/>
                  <a:pt x="1565207" y="92215"/>
                </a:cubicBezTo>
                <a:moveTo>
                  <a:pt x="1564189" y="64875"/>
                </a:moveTo>
                <a:cubicBezTo>
                  <a:pt x="1559755" y="66700"/>
                  <a:pt x="1553105" y="68251"/>
                  <a:pt x="1544238" y="69528"/>
                </a:cubicBezTo>
                <a:cubicBezTo>
                  <a:pt x="1539216" y="70254"/>
                  <a:pt x="1535665" y="71072"/>
                  <a:pt x="1533584" y="71981"/>
                </a:cubicBezTo>
                <a:cubicBezTo>
                  <a:pt x="1531503" y="72889"/>
                  <a:pt x="1529897" y="74218"/>
                  <a:pt x="1528766" y="75968"/>
                </a:cubicBezTo>
                <a:cubicBezTo>
                  <a:pt x="1527635" y="77717"/>
                  <a:pt x="1527069" y="79659"/>
                  <a:pt x="1527069" y="81794"/>
                </a:cubicBezTo>
                <a:cubicBezTo>
                  <a:pt x="1527069" y="85064"/>
                  <a:pt x="1528302" y="87789"/>
                  <a:pt x="1530768" y="89971"/>
                </a:cubicBezTo>
                <a:cubicBezTo>
                  <a:pt x="1533233" y="92151"/>
                  <a:pt x="1536841" y="93241"/>
                  <a:pt x="1541591" y="93241"/>
                </a:cubicBezTo>
                <a:cubicBezTo>
                  <a:pt x="1546296" y="93241"/>
                  <a:pt x="1550481" y="92207"/>
                  <a:pt x="1554146" y="90138"/>
                </a:cubicBezTo>
                <a:cubicBezTo>
                  <a:pt x="1557810" y="88070"/>
                  <a:pt x="1560502" y="85240"/>
                  <a:pt x="1562221" y="81649"/>
                </a:cubicBezTo>
                <a:cubicBezTo>
                  <a:pt x="1563533" y="78876"/>
                  <a:pt x="1564189" y="74784"/>
                  <a:pt x="1564189" y="69375"/>
                </a:cubicBezTo>
                <a:lnTo>
                  <a:pt x="1564189" y="64875"/>
                </a:lnTo>
                <a:close/>
                <a:moveTo>
                  <a:pt x="1606717" y="101113"/>
                </a:moveTo>
                <a:lnTo>
                  <a:pt x="1595384" y="101113"/>
                </a:lnTo>
                <a:lnTo>
                  <a:pt x="1595384" y="1629"/>
                </a:lnTo>
                <a:lnTo>
                  <a:pt x="1607599" y="1629"/>
                </a:lnTo>
                <a:lnTo>
                  <a:pt x="1607599" y="37251"/>
                </a:lnTo>
                <a:cubicBezTo>
                  <a:pt x="1612757" y="30694"/>
                  <a:pt x="1619339" y="27416"/>
                  <a:pt x="1627347" y="27416"/>
                </a:cubicBezTo>
                <a:cubicBezTo>
                  <a:pt x="1631780" y="27416"/>
                  <a:pt x="1635976" y="28309"/>
                  <a:pt x="1639935" y="30096"/>
                </a:cubicBezTo>
                <a:cubicBezTo>
                  <a:pt x="1643894" y="31883"/>
                  <a:pt x="1647151" y="34394"/>
                  <a:pt x="1649707" y="37629"/>
                </a:cubicBezTo>
                <a:cubicBezTo>
                  <a:pt x="1652263" y="40864"/>
                  <a:pt x="1654265" y="44766"/>
                  <a:pt x="1655713" y="49335"/>
                </a:cubicBezTo>
                <a:cubicBezTo>
                  <a:pt x="1657160" y="53904"/>
                  <a:pt x="1657884" y="58790"/>
                  <a:pt x="1657884" y="63993"/>
                </a:cubicBezTo>
                <a:cubicBezTo>
                  <a:pt x="1657884" y="76344"/>
                  <a:pt x="1654830" y="85889"/>
                  <a:pt x="1648723" y="92630"/>
                </a:cubicBezTo>
                <a:cubicBezTo>
                  <a:pt x="1642615" y="99371"/>
                  <a:pt x="1635286" y="102741"/>
                  <a:pt x="1626736" y="102741"/>
                </a:cubicBezTo>
                <a:cubicBezTo>
                  <a:pt x="1618231" y="102741"/>
                  <a:pt x="1611558" y="99145"/>
                  <a:pt x="1606717" y="91952"/>
                </a:cubicBezTo>
                <a:lnTo>
                  <a:pt x="1606717" y="101113"/>
                </a:lnTo>
                <a:moveTo>
                  <a:pt x="1606581" y="64538"/>
                </a:moveTo>
                <a:cubicBezTo>
                  <a:pt x="1606581" y="73136"/>
                  <a:pt x="1607758" y="79349"/>
                  <a:pt x="1610110" y="83176"/>
                </a:cubicBezTo>
                <a:cubicBezTo>
                  <a:pt x="1613956" y="89434"/>
                  <a:pt x="1619158" y="92562"/>
                  <a:pt x="1625718" y="92562"/>
                </a:cubicBezTo>
                <a:cubicBezTo>
                  <a:pt x="1631056" y="92562"/>
                  <a:pt x="1635671" y="90255"/>
                  <a:pt x="1639562" y="85640"/>
                </a:cubicBezTo>
                <a:cubicBezTo>
                  <a:pt x="1643452" y="81026"/>
                  <a:pt x="1645398" y="74149"/>
                  <a:pt x="1645398" y="65011"/>
                </a:cubicBezTo>
                <a:cubicBezTo>
                  <a:pt x="1645398" y="55647"/>
                  <a:pt x="1643532" y="48738"/>
                  <a:pt x="1639799" y="44281"/>
                </a:cubicBezTo>
                <a:cubicBezTo>
                  <a:pt x="1636067" y="39824"/>
                  <a:pt x="1631554" y="37595"/>
                  <a:pt x="1626261" y="37595"/>
                </a:cubicBezTo>
                <a:cubicBezTo>
                  <a:pt x="1620923" y="37595"/>
                  <a:pt x="1616308" y="39902"/>
                  <a:pt x="1612417" y="44517"/>
                </a:cubicBezTo>
                <a:cubicBezTo>
                  <a:pt x="1608527" y="49131"/>
                  <a:pt x="1606581" y="55805"/>
                  <a:pt x="1606581" y="64538"/>
                </a:cubicBezTo>
                <a:close/>
                <a:moveTo>
                  <a:pt x="1672453" y="101113"/>
                </a:moveTo>
                <a:lnTo>
                  <a:pt x="1672453" y="1629"/>
                </a:lnTo>
                <a:lnTo>
                  <a:pt x="1684668" y="1629"/>
                </a:lnTo>
                <a:lnTo>
                  <a:pt x="1684668" y="101113"/>
                </a:lnTo>
                <a:lnTo>
                  <a:pt x="1672453" y="101113"/>
                </a:lnTo>
                <a:close/>
                <a:moveTo>
                  <a:pt x="1752913" y="77904"/>
                </a:moveTo>
                <a:lnTo>
                  <a:pt x="1765535" y="79465"/>
                </a:lnTo>
                <a:cubicBezTo>
                  <a:pt x="1763544" y="86839"/>
                  <a:pt x="1759857" y="92562"/>
                  <a:pt x="1754473" y="96634"/>
                </a:cubicBezTo>
                <a:cubicBezTo>
                  <a:pt x="1749090" y="100706"/>
                  <a:pt x="1742213" y="102741"/>
                  <a:pt x="1733844" y="102741"/>
                </a:cubicBezTo>
                <a:cubicBezTo>
                  <a:pt x="1723303" y="102741"/>
                  <a:pt x="1714944" y="99495"/>
                  <a:pt x="1708769" y="93003"/>
                </a:cubicBezTo>
                <a:cubicBezTo>
                  <a:pt x="1702594" y="86511"/>
                  <a:pt x="1699506" y="77407"/>
                  <a:pt x="1699506" y="65689"/>
                </a:cubicBezTo>
                <a:cubicBezTo>
                  <a:pt x="1699506" y="53565"/>
                  <a:pt x="1702628" y="44155"/>
                  <a:pt x="1708871" y="37459"/>
                </a:cubicBezTo>
                <a:cubicBezTo>
                  <a:pt x="1715114" y="30764"/>
                  <a:pt x="1723212" y="27416"/>
                  <a:pt x="1733165" y="27416"/>
                </a:cubicBezTo>
                <a:cubicBezTo>
                  <a:pt x="1742801" y="27416"/>
                  <a:pt x="1750673" y="30691"/>
                  <a:pt x="1756781" y="37241"/>
                </a:cubicBezTo>
                <a:cubicBezTo>
                  <a:pt x="1762888" y="43789"/>
                  <a:pt x="1765942" y="53003"/>
                  <a:pt x="1765942" y="64881"/>
                </a:cubicBezTo>
                <a:cubicBezTo>
                  <a:pt x="1765942" y="65604"/>
                  <a:pt x="1765919" y="66687"/>
                  <a:pt x="1765874" y="68132"/>
                </a:cubicBezTo>
                <a:lnTo>
                  <a:pt x="1712128" y="68132"/>
                </a:lnTo>
                <a:cubicBezTo>
                  <a:pt x="1712581" y="76027"/>
                  <a:pt x="1714820" y="82072"/>
                  <a:pt x="1718846" y="86268"/>
                </a:cubicBezTo>
                <a:cubicBezTo>
                  <a:pt x="1722873" y="90464"/>
                  <a:pt x="1727894" y="92562"/>
                  <a:pt x="1733911" y="92562"/>
                </a:cubicBezTo>
                <a:cubicBezTo>
                  <a:pt x="1738390" y="92562"/>
                  <a:pt x="1742213" y="91397"/>
                  <a:pt x="1745380" y="89067"/>
                </a:cubicBezTo>
                <a:cubicBezTo>
                  <a:pt x="1748547" y="86736"/>
                  <a:pt x="1751058" y="83015"/>
                  <a:pt x="1752913" y="77904"/>
                </a:cubicBezTo>
                <a:moveTo>
                  <a:pt x="1712807" y="57953"/>
                </a:moveTo>
                <a:lnTo>
                  <a:pt x="1753048" y="57953"/>
                </a:lnTo>
                <a:cubicBezTo>
                  <a:pt x="1752505" y="51990"/>
                  <a:pt x="1750967" y="47517"/>
                  <a:pt x="1748434" y="44536"/>
                </a:cubicBezTo>
                <a:cubicBezTo>
                  <a:pt x="1744543" y="39909"/>
                  <a:pt x="1739499" y="37595"/>
                  <a:pt x="1733301" y="37595"/>
                </a:cubicBezTo>
                <a:cubicBezTo>
                  <a:pt x="1727691" y="37595"/>
                  <a:pt x="1722975" y="39442"/>
                  <a:pt x="1719152" y="43136"/>
                </a:cubicBezTo>
                <a:cubicBezTo>
                  <a:pt x="1715329" y="46829"/>
                  <a:pt x="1713214" y="51768"/>
                  <a:pt x="1712807" y="57953"/>
                </a:cubicBezTo>
                <a:close/>
                <a:moveTo>
                  <a:pt x="1822404" y="101113"/>
                </a:moveTo>
                <a:lnTo>
                  <a:pt x="1822404" y="38545"/>
                </a:lnTo>
                <a:lnTo>
                  <a:pt x="1811615" y="38545"/>
                </a:lnTo>
                <a:lnTo>
                  <a:pt x="1811615" y="29044"/>
                </a:lnTo>
                <a:lnTo>
                  <a:pt x="1822404" y="29044"/>
                </a:lnTo>
                <a:lnTo>
                  <a:pt x="1822404" y="21393"/>
                </a:lnTo>
                <a:cubicBezTo>
                  <a:pt x="1822404" y="16564"/>
                  <a:pt x="1822834" y="12976"/>
                  <a:pt x="1823694" y="10629"/>
                </a:cubicBezTo>
                <a:cubicBezTo>
                  <a:pt x="1824870" y="7470"/>
                  <a:pt x="1826940" y="4909"/>
                  <a:pt x="1829903" y="2946"/>
                </a:cubicBezTo>
                <a:cubicBezTo>
                  <a:pt x="1832866" y="982"/>
                  <a:pt x="1837017" y="0"/>
                  <a:pt x="1842356" y="0"/>
                </a:cubicBezTo>
                <a:cubicBezTo>
                  <a:pt x="1845794" y="0"/>
                  <a:pt x="1849594" y="407"/>
                  <a:pt x="1853756" y="1222"/>
                </a:cubicBezTo>
                <a:lnTo>
                  <a:pt x="1851924" y="11876"/>
                </a:lnTo>
                <a:cubicBezTo>
                  <a:pt x="1849390" y="11423"/>
                  <a:pt x="1846993" y="11197"/>
                  <a:pt x="1844731" y="11197"/>
                </a:cubicBezTo>
                <a:cubicBezTo>
                  <a:pt x="1841021" y="11197"/>
                  <a:pt x="1838397" y="11986"/>
                  <a:pt x="1836859" y="13564"/>
                </a:cubicBezTo>
                <a:cubicBezTo>
                  <a:pt x="1835321" y="15141"/>
                  <a:pt x="1834552" y="18093"/>
                  <a:pt x="1834552" y="22420"/>
                </a:cubicBezTo>
                <a:lnTo>
                  <a:pt x="1834552" y="29044"/>
                </a:lnTo>
                <a:lnTo>
                  <a:pt x="1848599" y="29044"/>
                </a:lnTo>
                <a:lnTo>
                  <a:pt x="1848599" y="38545"/>
                </a:lnTo>
                <a:lnTo>
                  <a:pt x="1834552" y="38545"/>
                </a:lnTo>
                <a:lnTo>
                  <a:pt x="1834552" y="101113"/>
                </a:lnTo>
                <a:lnTo>
                  <a:pt x="1822404" y="101113"/>
                </a:lnTo>
                <a:close/>
                <a:moveTo>
                  <a:pt x="1853577" y="65079"/>
                </a:moveTo>
                <a:cubicBezTo>
                  <a:pt x="1853577" y="51733"/>
                  <a:pt x="1857287" y="41848"/>
                  <a:pt x="1864706" y="35423"/>
                </a:cubicBezTo>
                <a:cubicBezTo>
                  <a:pt x="1870904" y="30085"/>
                  <a:pt x="1878459" y="27416"/>
                  <a:pt x="1887372" y="27416"/>
                </a:cubicBezTo>
                <a:cubicBezTo>
                  <a:pt x="1897279" y="27416"/>
                  <a:pt x="1905377" y="30662"/>
                  <a:pt x="1911666" y="37154"/>
                </a:cubicBezTo>
                <a:cubicBezTo>
                  <a:pt x="1917954" y="43646"/>
                  <a:pt x="1921098" y="52615"/>
                  <a:pt x="1921098" y="64061"/>
                </a:cubicBezTo>
                <a:cubicBezTo>
                  <a:pt x="1921098" y="73335"/>
                  <a:pt x="1919707" y="80630"/>
                  <a:pt x="1916925" y="85946"/>
                </a:cubicBezTo>
                <a:cubicBezTo>
                  <a:pt x="1914143" y="91262"/>
                  <a:pt x="1910094" y="95390"/>
                  <a:pt x="1904778" y="98330"/>
                </a:cubicBezTo>
                <a:cubicBezTo>
                  <a:pt x="1899462" y="101271"/>
                  <a:pt x="1893660" y="102741"/>
                  <a:pt x="1887372" y="102741"/>
                </a:cubicBezTo>
                <a:cubicBezTo>
                  <a:pt x="1877283" y="102741"/>
                  <a:pt x="1869128" y="99507"/>
                  <a:pt x="1862908" y="93037"/>
                </a:cubicBezTo>
                <a:cubicBezTo>
                  <a:pt x="1856687" y="86568"/>
                  <a:pt x="1853577" y="77248"/>
                  <a:pt x="1853577" y="65079"/>
                </a:cubicBezTo>
                <a:moveTo>
                  <a:pt x="1866131" y="65045"/>
                </a:moveTo>
                <a:cubicBezTo>
                  <a:pt x="1866131" y="74240"/>
                  <a:pt x="1868144" y="81125"/>
                  <a:pt x="1872171" y="85700"/>
                </a:cubicBezTo>
                <a:cubicBezTo>
                  <a:pt x="1876197" y="90275"/>
                  <a:pt x="1881264" y="92562"/>
                  <a:pt x="1887372" y="92562"/>
                </a:cubicBezTo>
                <a:cubicBezTo>
                  <a:pt x="1893434" y="92562"/>
                  <a:pt x="1898478" y="90264"/>
                  <a:pt x="1902505" y="85666"/>
                </a:cubicBezTo>
                <a:cubicBezTo>
                  <a:pt x="1906531" y="81068"/>
                  <a:pt x="1908544" y="74060"/>
                  <a:pt x="1908544" y="64640"/>
                </a:cubicBezTo>
                <a:cubicBezTo>
                  <a:pt x="1908544" y="55760"/>
                  <a:pt x="1906520" y="49032"/>
                  <a:pt x="1902471" y="44457"/>
                </a:cubicBezTo>
                <a:cubicBezTo>
                  <a:pt x="1898422" y="39882"/>
                  <a:pt x="1893389" y="37595"/>
                  <a:pt x="1887372" y="37595"/>
                </a:cubicBezTo>
                <a:cubicBezTo>
                  <a:pt x="1881264" y="37595"/>
                  <a:pt x="1876197" y="39871"/>
                  <a:pt x="1872171" y="44423"/>
                </a:cubicBezTo>
                <a:cubicBezTo>
                  <a:pt x="1868144" y="48976"/>
                  <a:pt x="1866131" y="55850"/>
                  <a:pt x="1866131" y="65045"/>
                </a:cubicBezTo>
                <a:close/>
                <a:moveTo>
                  <a:pt x="1935260" y="101113"/>
                </a:moveTo>
                <a:lnTo>
                  <a:pt x="1935260" y="29044"/>
                </a:lnTo>
                <a:lnTo>
                  <a:pt x="1946254" y="29044"/>
                </a:lnTo>
                <a:lnTo>
                  <a:pt x="1946254" y="39902"/>
                </a:lnTo>
                <a:cubicBezTo>
                  <a:pt x="1949059" y="34818"/>
                  <a:pt x="1951649" y="31466"/>
                  <a:pt x="1954024" y="29846"/>
                </a:cubicBezTo>
                <a:cubicBezTo>
                  <a:pt x="1956399" y="28226"/>
                  <a:pt x="1959012" y="27416"/>
                  <a:pt x="1961862" y="27416"/>
                </a:cubicBezTo>
                <a:cubicBezTo>
                  <a:pt x="1965979" y="27416"/>
                  <a:pt x="1970163" y="28722"/>
                  <a:pt x="1974416" y="31335"/>
                </a:cubicBezTo>
                <a:lnTo>
                  <a:pt x="1970209" y="42617"/>
                </a:lnTo>
                <a:cubicBezTo>
                  <a:pt x="1967223" y="40852"/>
                  <a:pt x="1964237" y="39970"/>
                  <a:pt x="1961251" y="39970"/>
                </a:cubicBezTo>
                <a:cubicBezTo>
                  <a:pt x="1958582" y="39970"/>
                  <a:pt x="1956184" y="40775"/>
                  <a:pt x="1954058" y="42383"/>
                </a:cubicBezTo>
                <a:cubicBezTo>
                  <a:pt x="1951931" y="43991"/>
                  <a:pt x="1950416" y="46221"/>
                  <a:pt x="1949511" y="49074"/>
                </a:cubicBezTo>
                <a:cubicBezTo>
                  <a:pt x="1948154" y="53421"/>
                  <a:pt x="1947475" y="58177"/>
                  <a:pt x="1947475" y="63340"/>
                </a:cubicBezTo>
                <a:lnTo>
                  <a:pt x="1947475" y="101113"/>
                </a:lnTo>
                <a:lnTo>
                  <a:pt x="1935260" y="101113"/>
                </a:lnTo>
                <a:close/>
                <a:moveTo>
                  <a:pt x="2020313" y="101113"/>
                </a:moveTo>
                <a:lnTo>
                  <a:pt x="2020313" y="29044"/>
                </a:lnTo>
                <a:lnTo>
                  <a:pt x="2031238" y="29044"/>
                </a:lnTo>
                <a:lnTo>
                  <a:pt x="2031238" y="39088"/>
                </a:lnTo>
                <a:cubicBezTo>
                  <a:pt x="2033500" y="35579"/>
                  <a:pt x="2036509" y="32756"/>
                  <a:pt x="2040264" y="30620"/>
                </a:cubicBezTo>
                <a:cubicBezTo>
                  <a:pt x="2044019" y="28484"/>
                  <a:pt x="2048294" y="27416"/>
                  <a:pt x="2053089" y="27416"/>
                </a:cubicBezTo>
                <a:cubicBezTo>
                  <a:pt x="2058428" y="27416"/>
                  <a:pt x="2062805" y="28519"/>
                  <a:pt x="2066221" y="30724"/>
                </a:cubicBezTo>
                <a:cubicBezTo>
                  <a:pt x="2069636" y="32928"/>
                  <a:pt x="2072045" y="36010"/>
                  <a:pt x="2073448" y="39970"/>
                </a:cubicBezTo>
                <a:cubicBezTo>
                  <a:pt x="2079148" y="31601"/>
                  <a:pt x="2086568" y="27416"/>
                  <a:pt x="2095706" y="27416"/>
                </a:cubicBezTo>
                <a:cubicBezTo>
                  <a:pt x="2102854" y="27416"/>
                  <a:pt x="2108351" y="29395"/>
                  <a:pt x="2112196" y="33354"/>
                </a:cubicBezTo>
                <a:cubicBezTo>
                  <a:pt x="2116042" y="37312"/>
                  <a:pt x="2117965" y="43408"/>
                  <a:pt x="2117965" y="51642"/>
                </a:cubicBezTo>
                <a:lnTo>
                  <a:pt x="2117965" y="101113"/>
                </a:lnTo>
                <a:lnTo>
                  <a:pt x="2105817" y="101113"/>
                </a:lnTo>
                <a:lnTo>
                  <a:pt x="2105817" y="55665"/>
                </a:lnTo>
                <a:cubicBezTo>
                  <a:pt x="2105817" y="50773"/>
                  <a:pt x="2105422" y="47252"/>
                  <a:pt x="2104630" y="45102"/>
                </a:cubicBezTo>
                <a:cubicBezTo>
                  <a:pt x="2103838" y="42950"/>
                  <a:pt x="2102402" y="41218"/>
                  <a:pt x="2100321" y="39904"/>
                </a:cubicBezTo>
                <a:cubicBezTo>
                  <a:pt x="2098240" y="38591"/>
                  <a:pt x="2095797" y="37934"/>
                  <a:pt x="2092992" y="37934"/>
                </a:cubicBezTo>
                <a:cubicBezTo>
                  <a:pt x="2087925" y="37934"/>
                  <a:pt x="2083717" y="39622"/>
                  <a:pt x="2080370" y="42996"/>
                </a:cubicBezTo>
                <a:cubicBezTo>
                  <a:pt x="2077022" y="46370"/>
                  <a:pt x="2075348" y="51770"/>
                  <a:pt x="2075348" y="59198"/>
                </a:cubicBezTo>
                <a:lnTo>
                  <a:pt x="2075348" y="101113"/>
                </a:lnTo>
                <a:lnTo>
                  <a:pt x="2063133" y="101113"/>
                </a:lnTo>
                <a:lnTo>
                  <a:pt x="2063133" y="54238"/>
                </a:lnTo>
                <a:cubicBezTo>
                  <a:pt x="2063133" y="48803"/>
                  <a:pt x="2062138" y="44727"/>
                  <a:pt x="2060147" y="42010"/>
                </a:cubicBezTo>
                <a:cubicBezTo>
                  <a:pt x="2058156" y="39293"/>
                  <a:pt x="2054899" y="37934"/>
                  <a:pt x="2050375" y="37934"/>
                </a:cubicBezTo>
                <a:cubicBezTo>
                  <a:pt x="2046937" y="37934"/>
                  <a:pt x="2043759" y="38840"/>
                  <a:pt x="2040841" y="40653"/>
                </a:cubicBezTo>
                <a:cubicBezTo>
                  <a:pt x="2037923" y="42464"/>
                  <a:pt x="2035808" y="45113"/>
                  <a:pt x="2034496" y="48601"/>
                </a:cubicBezTo>
                <a:cubicBezTo>
                  <a:pt x="2033184" y="52088"/>
                  <a:pt x="2032528" y="57114"/>
                  <a:pt x="2032528" y="63681"/>
                </a:cubicBezTo>
                <a:lnTo>
                  <a:pt x="2032528" y="101113"/>
                </a:lnTo>
                <a:lnTo>
                  <a:pt x="2020313" y="101113"/>
                </a:lnTo>
                <a:close/>
                <a:moveTo>
                  <a:pt x="2136150" y="15744"/>
                </a:moveTo>
                <a:lnTo>
                  <a:pt x="2136150" y="1629"/>
                </a:lnTo>
                <a:lnTo>
                  <a:pt x="2148365" y="1629"/>
                </a:lnTo>
                <a:lnTo>
                  <a:pt x="2148365" y="15744"/>
                </a:lnTo>
                <a:lnTo>
                  <a:pt x="2136150" y="15744"/>
                </a:lnTo>
                <a:moveTo>
                  <a:pt x="2136150" y="101113"/>
                </a:moveTo>
                <a:lnTo>
                  <a:pt x="2136150" y="29044"/>
                </a:lnTo>
                <a:lnTo>
                  <a:pt x="2148365" y="29044"/>
                </a:lnTo>
                <a:lnTo>
                  <a:pt x="2148365" y="101113"/>
                </a:lnTo>
                <a:lnTo>
                  <a:pt x="2136150" y="101113"/>
                </a:lnTo>
                <a:close/>
                <a:moveTo>
                  <a:pt x="2166664" y="101113"/>
                </a:moveTo>
                <a:lnTo>
                  <a:pt x="2166664" y="1629"/>
                </a:lnTo>
                <a:lnTo>
                  <a:pt x="2178879" y="1629"/>
                </a:lnTo>
                <a:lnTo>
                  <a:pt x="2178879" y="101113"/>
                </a:lnTo>
                <a:lnTo>
                  <a:pt x="2166664" y="101113"/>
                </a:lnTo>
                <a:close/>
                <a:moveTo>
                  <a:pt x="2197995" y="15744"/>
                </a:moveTo>
                <a:lnTo>
                  <a:pt x="2197995" y="1629"/>
                </a:lnTo>
                <a:lnTo>
                  <a:pt x="2210210" y="1629"/>
                </a:lnTo>
                <a:lnTo>
                  <a:pt x="2210210" y="15744"/>
                </a:lnTo>
                <a:lnTo>
                  <a:pt x="2197995" y="15744"/>
                </a:lnTo>
                <a:moveTo>
                  <a:pt x="2197995" y="101113"/>
                </a:moveTo>
                <a:lnTo>
                  <a:pt x="2197995" y="29044"/>
                </a:lnTo>
                <a:lnTo>
                  <a:pt x="2210210" y="29044"/>
                </a:lnTo>
                <a:lnTo>
                  <a:pt x="2210210" y="101113"/>
                </a:lnTo>
                <a:lnTo>
                  <a:pt x="2197995" y="101113"/>
                </a:lnTo>
                <a:close/>
                <a:moveTo>
                  <a:pt x="2255449" y="90323"/>
                </a:moveTo>
                <a:lnTo>
                  <a:pt x="2257214" y="101113"/>
                </a:lnTo>
                <a:cubicBezTo>
                  <a:pt x="2253775" y="101746"/>
                  <a:pt x="2250699" y="102063"/>
                  <a:pt x="2247984" y="102063"/>
                </a:cubicBezTo>
                <a:cubicBezTo>
                  <a:pt x="2243551" y="102063"/>
                  <a:pt x="2240113" y="101362"/>
                  <a:pt x="2237670" y="99959"/>
                </a:cubicBezTo>
                <a:cubicBezTo>
                  <a:pt x="2235227" y="98557"/>
                  <a:pt x="2233507" y="96713"/>
                  <a:pt x="2232512" y="94428"/>
                </a:cubicBezTo>
                <a:cubicBezTo>
                  <a:pt x="2231517" y="92144"/>
                  <a:pt x="2231019" y="87337"/>
                  <a:pt x="2231019" y="80008"/>
                </a:cubicBezTo>
                <a:lnTo>
                  <a:pt x="2231019" y="38545"/>
                </a:lnTo>
                <a:lnTo>
                  <a:pt x="2222062" y="38545"/>
                </a:lnTo>
                <a:lnTo>
                  <a:pt x="2222062" y="29044"/>
                </a:lnTo>
                <a:lnTo>
                  <a:pt x="2231019" y="29044"/>
                </a:lnTo>
                <a:lnTo>
                  <a:pt x="2231019" y="11148"/>
                </a:lnTo>
                <a:lnTo>
                  <a:pt x="2243166" y="3800"/>
                </a:lnTo>
                <a:lnTo>
                  <a:pt x="2243166" y="29044"/>
                </a:lnTo>
                <a:lnTo>
                  <a:pt x="2255449" y="29044"/>
                </a:lnTo>
                <a:lnTo>
                  <a:pt x="2255449" y="38545"/>
                </a:lnTo>
                <a:lnTo>
                  <a:pt x="2243166" y="38545"/>
                </a:lnTo>
                <a:lnTo>
                  <a:pt x="2243166" y="80687"/>
                </a:lnTo>
                <a:cubicBezTo>
                  <a:pt x="2243166" y="84170"/>
                  <a:pt x="2243381" y="86410"/>
                  <a:pt x="2243811" y="87405"/>
                </a:cubicBezTo>
                <a:cubicBezTo>
                  <a:pt x="2244241" y="88400"/>
                  <a:pt x="2244942" y="89192"/>
                  <a:pt x="2245915" y="89780"/>
                </a:cubicBezTo>
                <a:cubicBezTo>
                  <a:pt x="2246887" y="90368"/>
                  <a:pt x="2248279" y="90662"/>
                  <a:pt x="2250088" y="90662"/>
                </a:cubicBezTo>
                <a:cubicBezTo>
                  <a:pt x="2251445" y="90662"/>
                  <a:pt x="2253232" y="90549"/>
                  <a:pt x="2255449" y="90323"/>
                </a:cubicBezTo>
                <a:close/>
                <a:moveTo>
                  <a:pt x="2314443" y="92215"/>
                </a:moveTo>
                <a:cubicBezTo>
                  <a:pt x="2309919" y="96063"/>
                  <a:pt x="2305565" y="98779"/>
                  <a:pt x="2301380" y="100364"/>
                </a:cubicBezTo>
                <a:cubicBezTo>
                  <a:pt x="2297195" y="101949"/>
                  <a:pt x="2292705" y="102741"/>
                  <a:pt x="2287910" y="102741"/>
                </a:cubicBezTo>
                <a:cubicBezTo>
                  <a:pt x="2279992" y="102741"/>
                  <a:pt x="2273908" y="100806"/>
                  <a:pt x="2269655" y="96935"/>
                </a:cubicBezTo>
                <a:cubicBezTo>
                  <a:pt x="2265402" y="93064"/>
                  <a:pt x="2263276" y="88118"/>
                  <a:pt x="2263276" y="82097"/>
                </a:cubicBezTo>
                <a:cubicBezTo>
                  <a:pt x="2263276" y="78567"/>
                  <a:pt x="2264079" y="75342"/>
                  <a:pt x="2265685" y="72422"/>
                </a:cubicBezTo>
                <a:cubicBezTo>
                  <a:pt x="2267291" y="69502"/>
                  <a:pt x="2269395" y="67158"/>
                  <a:pt x="2271996" y="65392"/>
                </a:cubicBezTo>
                <a:cubicBezTo>
                  <a:pt x="2274597" y="63627"/>
                  <a:pt x="2277527" y="62291"/>
                  <a:pt x="2280784" y="61387"/>
                </a:cubicBezTo>
                <a:cubicBezTo>
                  <a:pt x="2283182" y="60752"/>
                  <a:pt x="2286801" y="60140"/>
                  <a:pt x="2291642" y="59552"/>
                </a:cubicBezTo>
                <a:cubicBezTo>
                  <a:pt x="2301504" y="58384"/>
                  <a:pt x="2308765" y="56992"/>
                  <a:pt x="2313425" y="55375"/>
                </a:cubicBezTo>
                <a:cubicBezTo>
                  <a:pt x="2313470" y="53708"/>
                  <a:pt x="2313493" y="52649"/>
                  <a:pt x="2313493" y="52198"/>
                </a:cubicBezTo>
                <a:cubicBezTo>
                  <a:pt x="2313493" y="47240"/>
                  <a:pt x="2312339" y="43747"/>
                  <a:pt x="2310032" y="41720"/>
                </a:cubicBezTo>
                <a:cubicBezTo>
                  <a:pt x="2306911" y="38970"/>
                  <a:pt x="2302273" y="37595"/>
                  <a:pt x="2296121" y="37595"/>
                </a:cubicBezTo>
                <a:cubicBezTo>
                  <a:pt x="2290375" y="37595"/>
                  <a:pt x="2286134" y="38602"/>
                  <a:pt x="2283397" y="40615"/>
                </a:cubicBezTo>
                <a:cubicBezTo>
                  <a:pt x="2280660" y="42628"/>
                  <a:pt x="2278635" y="46191"/>
                  <a:pt x="2277323" y="51303"/>
                </a:cubicBezTo>
                <a:lnTo>
                  <a:pt x="2265380" y="49674"/>
                </a:lnTo>
                <a:cubicBezTo>
                  <a:pt x="2266465" y="44546"/>
                  <a:pt x="2268252" y="40406"/>
                  <a:pt x="2270741" y="37251"/>
                </a:cubicBezTo>
                <a:cubicBezTo>
                  <a:pt x="2273229" y="34097"/>
                  <a:pt x="2276826" y="31670"/>
                  <a:pt x="2281531" y="29969"/>
                </a:cubicBezTo>
                <a:cubicBezTo>
                  <a:pt x="2286236" y="28267"/>
                  <a:pt x="2291687" y="27416"/>
                  <a:pt x="2297885" y="27416"/>
                </a:cubicBezTo>
                <a:cubicBezTo>
                  <a:pt x="2304038" y="27416"/>
                  <a:pt x="2309037" y="28140"/>
                  <a:pt x="2312882" y="29587"/>
                </a:cubicBezTo>
                <a:cubicBezTo>
                  <a:pt x="2316728" y="31035"/>
                  <a:pt x="2319555" y="32856"/>
                  <a:pt x="2321365" y="35050"/>
                </a:cubicBezTo>
                <a:cubicBezTo>
                  <a:pt x="2323175" y="37244"/>
                  <a:pt x="2324441" y="40015"/>
                  <a:pt x="2325165" y="43363"/>
                </a:cubicBezTo>
                <a:cubicBezTo>
                  <a:pt x="2325572" y="45444"/>
                  <a:pt x="2325776" y="49199"/>
                  <a:pt x="2325776" y="54628"/>
                </a:cubicBezTo>
                <a:lnTo>
                  <a:pt x="2325776" y="70915"/>
                </a:lnTo>
                <a:cubicBezTo>
                  <a:pt x="2325776" y="82270"/>
                  <a:pt x="2326036" y="89452"/>
                  <a:pt x="2326556" y="92461"/>
                </a:cubicBezTo>
                <a:cubicBezTo>
                  <a:pt x="2327077" y="95469"/>
                  <a:pt x="2328106" y="98353"/>
                  <a:pt x="2329644" y="101113"/>
                </a:cubicBezTo>
                <a:lnTo>
                  <a:pt x="2316886" y="101113"/>
                </a:lnTo>
                <a:cubicBezTo>
                  <a:pt x="2315619" y="98576"/>
                  <a:pt x="2314805" y="95610"/>
                  <a:pt x="2314443" y="92215"/>
                </a:cubicBezTo>
                <a:moveTo>
                  <a:pt x="2313425" y="64875"/>
                </a:moveTo>
                <a:cubicBezTo>
                  <a:pt x="2308992" y="66700"/>
                  <a:pt x="2302341" y="68251"/>
                  <a:pt x="2293474" y="69528"/>
                </a:cubicBezTo>
                <a:cubicBezTo>
                  <a:pt x="2288452" y="70254"/>
                  <a:pt x="2284901" y="71072"/>
                  <a:pt x="2282820" y="71981"/>
                </a:cubicBezTo>
                <a:cubicBezTo>
                  <a:pt x="2280739" y="72889"/>
                  <a:pt x="2279133" y="74218"/>
                  <a:pt x="2278002" y="75968"/>
                </a:cubicBezTo>
                <a:cubicBezTo>
                  <a:pt x="2276871" y="77717"/>
                  <a:pt x="2276305" y="79659"/>
                  <a:pt x="2276305" y="81794"/>
                </a:cubicBezTo>
                <a:cubicBezTo>
                  <a:pt x="2276305" y="85064"/>
                  <a:pt x="2277538" y="87789"/>
                  <a:pt x="2280004" y="89971"/>
                </a:cubicBezTo>
                <a:cubicBezTo>
                  <a:pt x="2282469" y="92151"/>
                  <a:pt x="2286077" y="93241"/>
                  <a:pt x="2290828" y="93241"/>
                </a:cubicBezTo>
                <a:cubicBezTo>
                  <a:pt x="2295533" y="93241"/>
                  <a:pt x="2299717" y="92207"/>
                  <a:pt x="2303382" y="90138"/>
                </a:cubicBezTo>
                <a:cubicBezTo>
                  <a:pt x="2307046" y="88070"/>
                  <a:pt x="2309738" y="85240"/>
                  <a:pt x="2311457" y="81649"/>
                </a:cubicBezTo>
                <a:cubicBezTo>
                  <a:pt x="2312769" y="78876"/>
                  <a:pt x="2313425" y="74784"/>
                  <a:pt x="2313425" y="69375"/>
                </a:cubicBezTo>
                <a:lnTo>
                  <a:pt x="2313425" y="64875"/>
                </a:lnTo>
                <a:close/>
                <a:moveTo>
                  <a:pt x="2344414" y="101113"/>
                </a:moveTo>
                <a:lnTo>
                  <a:pt x="2344414" y="29044"/>
                </a:lnTo>
                <a:lnTo>
                  <a:pt x="2355408" y="29044"/>
                </a:lnTo>
                <a:lnTo>
                  <a:pt x="2355408" y="39902"/>
                </a:lnTo>
                <a:cubicBezTo>
                  <a:pt x="2358213" y="34818"/>
                  <a:pt x="2360803" y="31466"/>
                  <a:pt x="2363178" y="29846"/>
                </a:cubicBezTo>
                <a:cubicBezTo>
                  <a:pt x="2365553" y="28226"/>
                  <a:pt x="2368166" y="27416"/>
                  <a:pt x="2371016" y="27416"/>
                </a:cubicBezTo>
                <a:cubicBezTo>
                  <a:pt x="2375133" y="27416"/>
                  <a:pt x="2379317" y="28722"/>
                  <a:pt x="2383570" y="31335"/>
                </a:cubicBezTo>
                <a:lnTo>
                  <a:pt x="2379363" y="42617"/>
                </a:lnTo>
                <a:cubicBezTo>
                  <a:pt x="2376377" y="40852"/>
                  <a:pt x="2373391" y="39970"/>
                  <a:pt x="2370405" y="39970"/>
                </a:cubicBezTo>
                <a:cubicBezTo>
                  <a:pt x="2367736" y="39970"/>
                  <a:pt x="2365338" y="40775"/>
                  <a:pt x="2363212" y="42383"/>
                </a:cubicBezTo>
                <a:cubicBezTo>
                  <a:pt x="2361085" y="43991"/>
                  <a:pt x="2359570" y="46221"/>
                  <a:pt x="2358665" y="49074"/>
                </a:cubicBezTo>
                <a:cubicBezTo>
                  <a:pt x="2357308" y="53421"/>
                  <a:pt x="2356629" y="58177"/>
                  <a:pt x="2356629" y="63340"/>
                </a:cubicBezTo>
                <a:lnTo>
                  <a:pt x="2356629" y="101113"/>
                </a:lnTo>
                <a:lnTo>
                  <a:pt x="2344414" y="101113"/>
                </a:lnTo>
                <a:close/>
                <a:moveTo>
                  <a:pt x="2390287" y="128936"/>
                </a:moveTo>
                <a:lnTo>
                  <a:pt x="2388930" y="117467"/>
                </a:lnTo>
                <a:cubicBezTo>
                  <a:pt x="2391599" y="118191"/>
                  <a:pt x="2393929" y="118553"/>
                  <a:pt x="2395920" y="118553"/>
                </a:cubicBezTo>
                <a:cubicBezTo>
                  <a:pt x="2398634" y="118553"/>
                  <a:pt x="2400806" y="118095"/>
                  <a:pt x="2402434" y="117179"/>
                </a:cubicBezTo>
                <a:cubicBezTo>
                  <a:pt x="2404063" y="116264"/>
                  <a:pt x="2405398" y="114983"/>
                  <a:pt x="2406438" y="113334"/>
                </a:cubicBezTo>
                <a:cubicBezTo>
                  <a:pt x="2407207" y="112098"/>
                  <a:pt x="2408451" y="109032"/>
                  <a:pt x="2410170" y="104135"/>
                </a:cubicBezTo>
                <a:cubicBezTo>
                  <a:pt x="2410397" y="103448"/>
                  <a:pt x="2410759" y="102440"/>
                  <a:pt x="2411256" y="101113"/>
                </a:cubicBezTo>
                <a:lnTo>
                  <a:pt x="2383908" y="29044"/>
                </a:lnTo>
                <a:lnTo>
                  <a:pt x="2397073" y="29044"/>
                </a:lnTo>
                <a:lnTo>
                  <a:pt x="2412071" y="70681"/>
                </a:lnTo>
                <a:cubicBezTo>
                  <a:pt x="2414016" y="75963"/>
                  <a:pt x="2415758" y="81515"/>
                  <a:pt x="2417296" y="87337"/>
                </a:cubicBezTo>
                <a:cubicBezTo>
                  <a:pt x="2418698" y="81740"/>
                  <a:pt x="2420372" y="76279"/>
                  <a:pt x="2422318" y="70953"/>
                </a:cubicBezTo>
                <a:lnTo>
                  <a:pt x="2437722" y="29044"/>
                </a:lnTo>
                <a:lnTo>
                  <a:pt x="2449937" y="29044"/>
                </a:lnTo>
                <a:lnTo>
                  <a:pt x="2422521" y="102383"/>
                </a:lnTo>
                <a:cubicBezTo>
                  <a:pt x="2419581" y="110306"/>
                  <a:pt x="2417296" y="115761"/>
                  <a:pt x="2415667" y="118748"/>
                </a:cubicBezTo>
                <a:cubicBezTo>
                  <a:pt x="2413496" y="122777"/>
                  <a:pt x="2411007" y="125731"/>
                  <a:pt x="2408202" y="127610"/>
                </a:cubicBezTo>
                <a:cubicBezTo>
                  <a:pt x="2405398" y="129489"/>
                  <a:pt x="2402050" y="130429"/>
                  <a:pt x="2398159" y="130429"/>
                </a:cubicBezTo>
                <a:cubicBezTo>
                  <a:pt x="2395807" y="130429"/>
                  <a:pt x="2393183" y="129931"/>
                  <a:pt x="2390287" y="128936"/>
                </a:cubicBezTo>
                <a:close/>
                <a:moveTo>
                  <a:pt x="2494162" y="79533"/>
                </a:moveTo>
                <a:lnTo>
                  <a:pt x="2506242" y="77633"/>
                </a:lnTo>
                <a:cubicBezTo>
                  <a:pt x="2506920" y="82452"/>
                  <a:pt x="2508809" y="86146"/>
                  <a:pt x="2511908" y="88713"/>
                </a:cubicBezTo>
                <a:cubicBezTo>
                  <a:pt x="2515007" y="91279"/>
                  <a:pt x="2519339" y="92562"/>
                  <a:pt x="2524903" y="92562"/>
                </a:cubicBezTo>
                <a:cubicBezTo>
                  <a:pt x="2530513" y="92562"/>
                  <a:pt x="2534675" y="91429"/>
                  <a:pt x="2537390" y="89163"/>
                </a:cubicBezTo>
                <a:cubicBezTo>
                  <a:pt x="2540104" y="86895"/>
                  <a:pt x="2541462" y="84236"/>
                  <a:pt x="2541462" y="81185"/>
                </a:cubicBezTo>
                <a:cubicBezTo>
                  <a:pt x="2541462" y="78447"/>
                  <a:pt x="2540263" y="76292"/>
                  <a:pt x="2537865" y="74721"/>
                </a:cubicBezTo>
                <a:cubicBezTo>
                  <a:pt x="2536191" y="73644"/>
                  <a:pt x="2532029" y="72275"/>
                  <a:pt x="2525379" y="70614"/>
                </a:cubicBezTo>
                <a:cubicBezTo>
                  <a:pt x="2516421" y="68350"/>
                  <a:pt x="2510212" y="66392"/>
                  <a:pt x="2506751" y="64739"/>
                </a:cubicBezTo>
                <a:cubicBezTo>
                  <a:pt x="2503290" y="63087"/>
                  <a:pt x="2500666" y="60800"/>
                  <a:pt x="2498879" y="57879"/>
                </a:cubicBezTo>
                <a:cubicBezTo>
                  <a:pt x="2497092" y="54958"/>
                  <a:pt x="2496198" y="51732"/>
                  <a:pt x="2496198" y="48200"/>
                </a:cubicBezTo>
                <a:cubicBezTo>
                  <a:pt x="2496198" y="44985"/>
                  <a:pt x="2496933" y="42008"/>
                  <a:pt x="2498404" y="39268"/>
                </a:cubicBezTo>
                <a:cubicBezTo>
                  <a:pt x="2499874" y="36528"/>
                  <a:pt x="2501876" y="34253"/>
                  <a:pt x="2504409" y="32442"/>
                </a:cubicBezTo>
                <a:cubicBezTo>
                  <a:pt x="2506310" y="31038"/>
                  <a:pt x="2508900" y="29850"/>
                  <a:pt x="2512180" y="28877"/>
                </a:cubicBezTo>
                <a:cubicBezTo>
                  <a:pt x="2515460" y="27903"/>
                  <a:pt x="2518977" y="27416"/>
                  <a:pt x="2522732" y="27416"/>
                </a:cubicBezTo>
                <a:cubicBezTo>
                  <a:pt x="2528387" y="27416"/>
                  <a:pt x="2533352" y="28236"/>
                  <a:pt x="2537627" y="29876"/>
                </a:cubicBezTo>
                <a:cubicBezTo>
                  <a:pt x="2541903" y="31514"/>
                  <a:pt x="2545058" y="33735"/>
                  <a:pt x="2547094" y="36537"/>
                </a:cubicBezTo>
                <a:cubicBezTo>
                  <a:pt x="2549130" y="39337"/>
                  <a:pt x="2550532" y="43083"/>
                  <a:pt x="2551301" y="47774"/>
                </a:cubicBezTo>
                <a:lnTo>
                  <a:pt x="2539358" y="49403"/>
                </a:lnTo>
                <a:cubicBezTo>
                  <a:pt x="2538815" y="45693"/>
                  <a:pt x="2537243" y="42798"/>
                  <a:pt x="2534642" y="40717"/>
                </a:cubicBezTo>
                <a:cubicBezTo>
                  <a:pt x="2532040" y="38635"/>
                  <a:pt x="2528364" y="37595"/>
                  <a:pt x="2523614" y="37595"/>
                </a:cubicBezTo>
                <a:cubicBezTo>
                  <a:pt x="2518004" y="37595"/>
                  <a:pt x="2514001" y="38518"/>
                  <a:pt x="2511603" y="40365"/>
                </a:cubicBezTo>
                <a:cubicBezTo>
                  <a:pt x="2509205" y="42209"/>
                  <a:pt x="2508006" y="44370"/>
                  <a:pt x="2508006" y="46847"/>
                </a:cubicBezTo>
                <a:cubicBezTo>
                  <a:pt x="2508006" y="48422"/>
                  <a:pt x="2508504" y="49840"/>
                  <a:pt x="2509499" y="51101"/>
                </a:cubicBezTo>
                <a:cubicBezTo>
                  <a:pt x="2510494" y="52406"/>
                  <a:pt x="2512055" y="53486"/>
                  <a:pt x="2514181" y="54342"/>
                </a:cubicBezTo>
                <a:cubicBezTo>
                  <a:pt x="2515403" y="54793"/>
                  <a:pt x="2519000" y="55828"/>
                  <a:pt x="2524971" y="57449"/>
                </a:cubicBezTo>
                <a:cubicBezTo>
                  <a:pt x="2533612" y="59754"/>
                  <a:pt x="2539641" y="61642"/>
                  <a:pt x="2543056" y="63111"/>
                </a:cubicBezTo>
                <a:cubicBezTo>
                  <a:pt x="2546472" y="64580"/>
                  <a:pt x="2549152" y="66716"/>
                  <a:pt x="2551098" y="69519"/>
                </a:cubicBezTo>
                <a:cubicBezTo>
                  <a:pt x="2553043" y="72321"/>
                  <a:pt x="2554016" y="75801"/>
                  <a:pt x="2554016" y="79959"/>
                </a:cubicBezTo>
                <a:cubicBezTo>
                  <a:pt x="2554016" y="84028"/>
                  <a:pt x="2552828" y="87859"/>
                  <a:pt x="2550453" y="91453"/>
                </a:cubicBezTo>
                <a:cubicBezTo>
                  <a:pt x="2548078" y="95046"/>
                  <a:pt x="2544651" y="97825"/>
                  <a:pt x="2540172" y="99792"/>
                </a:cubicBezTo>
                <a:cubicBezTo>
                  <a:pt x="2535693" y="101758"/>
                  <a:pt x="2530626" y="102741"/>
                  <a:pt x="2524971" y="102741"/>
                </a:cubicBezTo>
                <a:cubicBezTo>
                  <a:pt x="2515607" y="102741"/>
                  <a:pt x="2508470" y="100790"/>
                  <a:pt x="2503561" y="96888"/>
                </a:cubicBezTo>
                <a:cubicBezTo>
                  <a:pt x="2498653" y="92986"/>
                  <a:pt x="2495520" y="87201"/>
                  <a:pt x="2494162" y="79533"/>
                </a:cubicBezTo>
                <a:close/>
                <a:moveTo>
                  <a:pt x="2568537" y="128800"/>
                </a:moveTo>
                <a:lnTo>
                  <a:pt x="2568537" y="29044"/>
                </a:lnTo>
                <a:lnTo>
                  <a:pt x="2579666" y="29044"/>
                </a:lnTo>
                <a:lnTo>
                  <a:pt x="2579666" y="38341"/>
                </a:lnTo>
                <a:cubicBezTo>
                  <a:pt x="2582290" y="34700"/>
                  <a:pt x="2585254" y="31968"/>
                  <a:pt x="2588556" y="30147"/>
                </a:cubicBezTo>
                <a:cubicBezTo>
                  <a:pt x="2591859" y="28326"/>
                  <a:pt x="2595863" y="27416"/>
                  <a:pt x="2600568" y="27416"/>
                </a:cubicBezTo>
                <a:cubicBezTo>
                  <a:pt x="2606720" y="27416"/>
                  <a:pt x="2612149" y="28999"/>
                  <a:pt x="2616854" y="32166"/>
                </a:cubicBezTo>
                <a:cubicBezTo>
                  <a:pt x="2621559" y="35333"/>
                  <a:pt x="2625111" y="39800"/>
                  <a:pt x="2627508" y="45569"/>
                </a:cubicBezTo>
                <a:cubicBezTo>
                  <a:pt x="2629906" y="51337"/>
                  <a:pt x="2631105" y="57659"/>
                  <a:pt x="2631105" y="64536"/>
                </a:cubicBezTo>
                <a:cubicBezTo>
                  <a:pt x="2631105" y="71910"/>
                  <a:pt x="2629782" y="78549"/>
                  <a:pt x="2627135" y="84453"/>
                </a:cubicBezTo>
                <a:cubicBezTo>
                  <a:pt x="2624489" y="90357"/>
                  <a:pt x="2620643" y="94881"/>
                  <a:pt x="2615599" y="98025"/>
                </a:cubicBezTo>
                <a:cubicBezTo>
                  <a:pt x="2610554" y="101169"/>
                  <a:pt x="2605250" y="102741"/>
                  <a:pt x="2599685" y="102741"/>
                </a:cubicBezTo>
                <a:cubicBezTo>
                  <a:pt x="2595614" y="102741"/>
                  <a:pt x="2591960" y="101871"/>
                  <a:pt x="2588726" y="100129"/>
                </a:cubicBezTo>
                <a:cubicBezTo>
                  <a:pt x="2585491" y="98386"/>
                  <a:pt x="2582833" y="96184"/>
                  <a:pt x="2580752" y="93525"/>
                </a:cubicBezTo>
                <a:lnTo>
                  <a:pt x="2580752" y="128800"/>
                </a:lnTo>
                <a:lnTo>
                  <a:pt x="2568537" y="128800"/>
                </a:lnTo>
                <a:moveTo>
                  <a:pt x="2579598" y="65384"/>
                </a:moveTo>
                <a:cubicBezTo>
                  <a:pt x="2579598" y="74647"/>
                  <a:pt x="2581476" y="81492"/>
                  <a:pt x="2585231" y="85920"/>
                </a:cubicBezTo>
                <a:cubicBezTo>
                  <a:pt x="2588986" y="90348"/>
                  <a:pt x="2593533" y="92562"/>
                  <a:pt x="2598871" y="92562"/>
                </a:cubicBezTo>
                <a:cubicBezTo>
                  <a:pt x="2604300" y="92562"/>
                  <a:pt x="2608948" y="90269"/>
                  <a:pt x="2612816" y="85683"/>
                </a:cubicBezTo>
                <a:cubicBezTo>
                  <a:pt x="2616684" y="81097"/>
                  <a:pt x="2618619" y="73991"/>
                  <a:pt x="2618619" y="64366"/>
                </a:cubicBezTo>
                <a:cubicBezTo>
                  <a:pt x="2618619" y="55194"/>
                  <a:pt x="2616730" y="48325"/>
                  <a:pt x="2612952" y="43762"/>
                </a:cubicBezTo>
                <a:cubicBezTo>
                  <a:pt x="2609175" y="39198"/>
                  <a:pt x="2604662" y="36916"/>
                  <a:pt x="2599414" y="36916"/>
                </a:cubicBezTo>
                <a:cubicBezTo>
                  <a:pt x="2594211" y="36916"/>
                  <a:pt x="2589608" y="39345"/>
                  <a:pt x="2585604" y="44203"/>
                </a:cubicBezTo>
                <a:cubicBezTo>
                  <a:pt x="2581600" y="49061"/>
                  <a:pt x="2579598" y="56121"/>
                  <a:pt x="2579598" y="65384"/>
                </a:cubicBezTo>
                <a:close/>
                <a:moveTo>
                  <a:pt x="2695007" y="77904"/>
                </a:moveTo>
                <a:lnTo>
                  <a:pt x="2707630" y="79465"/>
                </a:lnTo>
                <a:cubicBezTo>
                  <a:pt x="2705639" y="86839"/>
                  <a:pt x="2701952" y="92562"/>
                  <a:pt x="2696568" y="96634"/>
                </a:cubicBezTo>
                <a:cubicBezTo>
                  <a:pt x="2691185" y="100706"/>
                  <a:pt x="2684308" y="102741"/>
                  <a:pt x="2675938" y="102741"/>
                </a:cubicBezTo>
                <a:cubicBezTo>
                  <a:pt x="2665397" y="102741"/>
                  <a:pt x="2657039" y="99495"/>
                  <a:pt x="2650864" y="93003"/>
                </a:cubicBezTo>
                <a:cubicBezTo>
                  <a:pt x="2644689" y="86511"/>
                  <a:pt x="2641601" y="77407"/>
                  <a:pt x="2641601" y="65689"/>
                </a:cubicBezTo>
                <a:cubicBezTo>
                  <a:pt x="2641601" y="53565"/>
                  <a:pt x="2644722" y="44155"/>
                  <a:pt x="2650966" y="37459"/>
                </a:cubicBezTo>
                <a:cubicBezTo>
                  <a:pt x="2657209" y="30764"/>
                  <a:pt x="2665307" y="27416"/>
                  <a:pt x="2675260" y="27416"/>
                </a:cubicBezTo>
                <a:cubicBezTo>
                  <a:pt x="2684896" y="27416"/>
                  <a:pt x="2692768" y="30691"/>
                  <a:pt x="2698875" y="37241"/>
                </a:cubicBezTo>
                <a:cubicBezTo>
                  <a:pt x="2704983" y="43789"/>
                  <a:pt x="2708037" y="53003"/>
                  <a:pt x="2708037" y="64881"/>
                </a:cubicBezTo>
                <a:cubicBezTo>
                  <a:pt x="2708037" y="65604"/>
                  <a:pt x="2708014" y="66687"/>
                  <a:pt x="2707969" y="68132"/>
                </a:cubicBezTo>
                <a:lnTo>
                  <a:pt x="2654223" y="68132"/>
                </a:lnTo>
                <a:cubicBezTo>
                  <a:pt x="2654675" y="76027"/>
                  <a:pt x="2656915" y="82072"/>
                  <a:pt x="2660941" y="86268"/>
                </a:cubicBezTo>
                <a:cubicBezTo>
                  <a:pt x="2664968" y="90464"/>
                  <a:pt x="2669989" y="92562"/>
                  <a:pt x="2676006" y="92562"/>
                </a:cubicBezTo>
                <a:cubicBezTo>
                  <a:pt x="2680485" y="92562"/>
                  <a:pt x="2684308" y="91397"/>
                  <a:pt x="2687475" y="89067"/>
                </a:cubicBezTo>
                <a:cubicBezTo>
                  <a:pt x="2690642" y="86736"/>
                  <a:pt x="2693153" y="83015"/>
                  <a:pt x="2695007" y="77904"/>
                </a:cubicBezTo>
                <a:moveTo>
                  <a:pt x="2654902" y="57953"/>
                </a:moveTo>
                <a:lnTo>
                  <a:pt x="2695143" y="57953"/>
                </a:lnTo>
                <a:cubicBezTo>
                  <a:pt x="2694600" y="51990"/>
                  <a:pt x="2693062" y="47517"/>
                  <a:pt x="2690529" y="44536"/>
                </a:cubicBezTo>
                <a:cubicBezTo>
                  <a:pt x="2686638" y="39909"/>
                  <a:pt x="2681594" y="37595"/>
                  <a:pt x="2675396" y="37595"/>
                </a:cubicBezTo>
                <a:cubicBezTo>
                  <a:pt x="2669786" y="37595"/>
                  <a:pt x="2665069" y="39442"/>
                  <a:pt x="2661247" y="43136"/>
                </a:cubicBezTo>
                <a:cubicBezTo>
                  <a:pt x="2657424" y="46829"/>
                  <a:pt x="2655309" y="51768"/>
                  <a:pt x="2654902" y="57953"/>
                </a:cubicBezTo>
                <a:close/>
                <a:moveTo>
                  <a:pt x="2722945" y="101113"/>
                </a:moveTo>
                <a:lnTo>
                  <a:pt x="2722945" y="29044"/>
                </a:lnTo>
                <a:lnTo>
                  <a:pt x="2733939" y="29044"/>
                </a:lnTo>
                <a:lnTo>
                  <a:pt x="2733939" y="39224"/>
                </a:lnTo>
                <a:cubicBezTo>
                  <a:pt x="2739232" y="31352"/>
                  <a:pt x="2746877" y="27416"/>
                  <a:pt x="2756876" y="27416"/>
                </a:cubicBezTo>
                <a:cubicBezTo>
                  <a:pt x="2761219" y="27416"/>
                  <a:pt x="2765211" y="28196"/>
                  <a:pt x="2768853" y="29757"/>
                </a:cubicBezTo>
                <a:cubicBezTo>
                  <a:pt x="2772495" y="31318"/>
                  <a:pt x="2775221" y="33365"/>
                  <a:pt x="2777030" y="35898"/>
                </a:cubicBezTo>
                <a:cubicBezTo>
                  <a:pt x="2778840" y="38432"/>
                  <a:pt x="2780107" y="41440"/>
                  <a:pt x="2780830" y="44924"/>
                </a:cubicBezTo>
                <a:cubicBezTo>
                  <a:pt x="2781283" y="47186"/>
                  <a:pt x="2781509" y="51145"/>
                  <a:pt x="2781509" y="56800"/>
                </a:cubicBezTo>
                <a:lnTo>
                  <a:pt x="2781509" y="101113"/>
                </a:lnTo>
                <a:lnTo>
                  <a:pt x="2769294" y="101113"/>
                </a:lnTo>
                <a:lnTo>
                  <a:pt x="2769294" y="57228"/>
                </a:lnTo>
                <a:cubicBezTo>
                  <a:pt x="2769294" y="52246"/>
                  <a:pt x="2768819" y="48521"/>
                  <a:pt x="2767869" y="46052"/>
                </a:cubicBezTo>
                <a:cubicBezTo>
                  <a:pt x="2766919" y="43584"/>
                  <a:pt x="2765234" y="41614"/>
                  <a:pt x="2762813" y="40142"/>
                </a:cubicBezTo>
                <a:cubicBezTo>
                  <a:pt x="2760393" y="38670"/>
                  <a:pt x="2757554" y="37934"/>
                  <a:pt x="2754297" y="37934"/>
                </a:cubicBezTo>
                <a:cubicBezTo>
                  <a:pt x="2749094" y="37934"/>
                  <a:pt x="2744604" y="39588"/>
                  <a:pt x="2740826" y="42894"/>
                </a:cubicBezTo>
                <a:cubicBezTo>
                  <a:pt x="2737049" y="46200"/>
                  <a:pt x="2735160" y="52472"/>
                  <a:pt x="2735160" y="61711"/>
                </a:cubicBezTo>
                <a:lnTo>
                  <a:pt x="2735160" y="101113"/>
                </a:lnTo>
                <a:lnTo>
                  <a:pt x="2722945" y="101113"/>
                </a:lnTo>
                <a:close/>
                <a:moveTo>
                  <a:pt x="2847159" y="101113"/>
                </a:moveTo>
                <a:lnTo>
                  <a:pt x="2847159" y="92019"/>
                </a:lnTo>
                <a:cubicBezTo>
                  <a:pt x="2842590" y="99167"/>
                  <a:pt x="2835872" y="102741"/>
                  <a:pt x="2827005" y="102741"/>
                </a:cubicBezTo>
                <a:cubicBezTo>
                  <a:pt x="2821259" y="102741"/>
                  <a:pt x="2815977" y="101158"/>
                  <a:pt x="2811159" y="97991"/>
                </a:cubicBezTo>
                <a:cubicBezTo>
                  <a:pt x="2806341" y="94824"/>
                  <a:pt x="2802609" y="90402"/>
                  <a:pt x="2799962" y="84724"/>
                </a:cubicBezTo>
                <a:cubicBezTo>
                  <a:pt x="2797316" y="79047"/>
                  <a:pt x="2795992" y="72521"/>
                  <a:pt x="2795992" y="65146"/>
                </a:cubicBezTo>
                <a:cubicBezTo>
                  <a:pt x="2795992" y="57953"/>
                  <a:pt x="2797191" y="51427"/>
                  <a:pt x="2799589" y="45569"/>
                </a:cubicBezTo>
                <a:cubicBezTo>
                  <a:pt x="2801987" y="39710"/>
                  <a:pt x="2805583" y="35220"/>
                  <a:pt x="2810379" y="32098"/>
                </a:cubicBezTo>
                <a:cubicBezTo>
                  <a:pt x="2815174" y="28977"/>
                  <a:pt x="2820535" y="27416"/>
                  <a:pt x="2826462" y="27416"/>
                </a:cubicBezTo>
                <a:cubicBezTo>
                  <a:pt x="2830805" y="27416"/>
                  <a:pt x="2834673" y="28332"/>
                  <a:pt x="2838066" y="30164"/>
                </a:cubicBezTo>
                <a:cubicBezTo>
                  <a:pt x="2841459" y="31996"/>
                  <a:pt x="2844219" y="34383"/>
                  <a:pt x="2846345" y="37324"/>
                </a:cubicBezTo>
                <a:lnTo>
                  <a:pt x="2846345" y="1629"/>
                </a:lnTo>
                <a:lnTo>
                  <a:pt x="2858492" y="1629"/>
                </a:lnTo>
                <a:lnTo>
                  <a:pt x="2858492" y="101113"/>
                </a:lnTo>
                <a:lnTo>
                  <a:pt x="2847159" y="101113"/>
                </a:lnTo>
                <a:moveTo>
                  <a:pt x="2808547" y="65113"/>
                </a:moveTo>
                <a:cubicBezTo>
                  <a:pt x="2808547" y="74308"/>
                  <a:pt x="2810492" y="81181"/>
                  <a:pt x="2814383" y="85734"/>
                </a:cubicBezTo>
                <a:cubicBezTo>
                  <a:pt x="2818273" y="90286"/>
                  <a:pt x="2822865" y="92562"/>
                  <a:pt x="2828158" y="92562"/>
                </a:cubicBezTo>
                <a:cubicBezTo>
                  <a:pt x="2833497" y="92562"/>
                  <a:pt x="2838032" y="90388"/>
                  <a:pt x="2841765" y="86039"/>
                </a:cubicBezTo>
                <a:cubicBezTo>
                  <a:pt x="2845497" y="81689"/>
                  <a:pt x="2847363" y="75051"/>
                  <a:pt x="2847363" y="66126"/>
                </a:cubicBezTo>
                <a:cubicBezTo>
                  <a:pt x="2847363" y="56301"/>
                  <a:pt x="2845463" y="49089"/>
                  <a:pt x="2841663" y="44491"/>
                </a:cubicBezTo>
                <a:cubicBezTo>
                  <a:pt x="2837863" y="39894"/>
                  <a:pt x="2833180" y="37595"/>
                  <a:pt x="2827616" y="37595"/>
                </a:cubicBezTo>
                <a:cubicBezTo>
                  <a:pt x="2822187" y="37595"/>
                  <a:pt x="2817651" y="39804"/>
                  <a:pt x="2814009" y="44222"/>
                </a:cubicBezTo>
                <a:cubicBezTo>
                  <a:pt x="2810368" y="48639"/>
                  <a:pt x="2808547" y="55602"/>
                  <a:pt x="2808547" y="65113"/>
                </a:cubicBezTo>
                <a:close/>
                <a:moveTo>
                  <a:pt x="2877745" y="15744"/>
                </a:moveTo>
                <a:lnTo>
                  <a:pt x="2877745" y="1629"/>
                </a:lnTo>
                <a:lnTo>
                  <a:pt x="2889960" y="1629"/>
                </a:lnTo>
                <a:lnTo>
                  <a:pt x="2889960" y="15744"/>
                </a:lnTo>
                <a:lnTo>
                  <a:pt x="2877745" y="15744"/>
                </a:lnTo>
                <a:moveTo>
                  <a:pt x="2877745" y="101113"/>
                </a:moveTo>
                <a:lnTo>
                  <a:pt x="2877745" y="29044"/>
                </a:lnTo>
                <a:lnTo>
                  <a:pt x="2889960" y="29044"/>
                </a:lnTo>
                <a:lnTo>
                  <a:pt x="2889960" y="101113"/>
                </a:lnTo>
                <a:lnTo>
                  <a:pt x="2877745" y="101113"/>
                </a:lnTo>
                <a:close/>
                <a:moveTo>
                  <a:pt x="2908530" y="101113"/>
                </a:moveTo>
                <a:lnTo>
                  <a:pt x="2908530" y="29044"/>
                </a:lnTo>
                <a:lnTo>
                  <a:pt x="2919523" y="29044"/>
                </a:lnTo>
                <a:lnTo>
                  <a:pt x="2919523" y="39224"/>
                </a:lnTo>
                <a:cubicBezTo>
                  <a:pt x="2924816" y="31352"/>
                  <a:pt x="2932462" y="27416"/>
                  <a:pt x="2942460" y="27416"/>
                </a:cubicBezTo>
                <a:cubicBezTo>
                  <a:pt x="2946803" y="27416"/>
                  <a:pt x="2950796" y="28196"/>
                  <a:pt x="2954438" y="29757"/>
                </a:cubicBezTo>
                <a:cubicBezTo>
                  <a:pt x="2958079" y="31318"/>
                  <a:pt x="2960805" y="33365"/>
                  <a:pt x="2962615" y="35898"/>
                </a:cubicBezTo>
                <a:cubicBezTo>
                  <a:pt x="2964424" y="38432"/>
                  <a:pt x="2965691" y="41440"/>
                  <a:pt x="2966415" y="44924"/>
                </a:cubicBezTo>
                <a:cubicBezTo>
                  <a:pt x="2966867" y="47186"/>
                  <a:pt x="2967094" y="51145"/>
                  <a:pt x="2967094" y="56800"/>
                </a:cubicBezTo>
                <a:lnTo>
                  <a:pt x="2967094" y="101113"/>
                </a:lnTo>
                <a:lnTo>
                  <a:pt x="2954879" y="101113"/>
                </a:lnTo>
                <a:lnTo>
                  <a:pt x="2954879" y="57228"/>
                </a:lnTo>
                <a:cubicBezTo>
                  <a:pt x="2954879" y="52246"/>
                  <a:pt x="2954404" y="48521"/>
                  <a:pt x="2953454" y="46052"/>
                </a:cubicBezTo>
                <a:cubicBezTo>
                  <a:pt x="2952504" y="43584"/>
                  <a:pt x="2950818" y="41614"/>
                  <a:pt x="2948398" y="40142"/>
                </a:cubicBezTo>
                <a:cubicBezTo>
                  <a:pt x="2945978" y="38670"/>
                  <a:pt x="2943139" y="37934"/>
                  <a:pt x="2939881" y="37934"/>
                </a:cubicBezTo>
                <a:cubicBezTo>
                  <a:pt x="2934679" y="37934"/>
                  <a:pt x="2930189" y="39588"/>
                  <a:pt x="2926411" y="42894"/>
                </a:cubicBezTo>
                <a:cubicBezTo>
                  <a:pt x="2922633" y="46200"/>
                  <a:pt x="2920745" y="52472"/>
                  <a:pt x="2920745" y="61711"/>
                </a:cubicBezTo>
                <a:lnTo>
                  <a:pt x="2920745" y="101113"/>
                </a:lnTo>
                <a:lnTo>
                  <a:pt x="2908530" y="101113"/>
                </a:lnTo>
                <a:close/>
                <a:moveTo>
                  <a:pt x="2983701" y="107085"/>
                </a:moveTo>
                <a:lnTo>
                  <a:pt x="2995577" y="108849"/>
                </a:lnTo>
                <a:cubicBezTo>
                  <a:pt x="2996075" y="112513"/>
                  <a:pt x="2997455" y="115183"/>
                  <a:pt x="2999717" y="116857"/>
                </a:cubicBezTo>
                <a:cubicBezTo>
                  <a:pt x="3002748" y="119119"/>
                  <a:pt x="3006887" y="120250"/>
                  <a:pt x="3012135" y="120250"/>
                </a:cubicBezTo>
                <a:cubicBezTo>
                  <a:pt x="3017790" y="120250"/>
                  <a:pt x="3022156" y="119116"/>
                  <a:pt x="3025232" y="116848"/>
                </a:cubicBezTo>
                <a:cubicBezTo>
                  <a:pt x="3028309" y="114582"/>
                  <a:pt x="3030390" y="111408"/>
                  <a:pt x="3031475" y="107326"/>
                </a:cubicBezTo>
                <a:cubicBezTo>
                  <a:pt x="3032109" y="104834"/>
                  <a:pt x="3032403" y="99597"/>
                  <a:pt x="3032358" y="91616"/>
                </a:cubicBezTo>
                <a:cubicBezTo>
                  <a:pt x="3027019" y="97947"/>
                  <a:pt x="3020369" y="101113"/>
                  <a:pt x="3012407" y="101113"/>
                </a:cubicBezTo>
                <a:cubicBezTo>
                  <a:pt x="3002499" y="101113"/>
                  <a:pt x="2994831" y="97539"/>
                  <a:pt x="2989402" y="90391"/>
                </a:cubicBezTo>
                <a:cubicBezTo>
                  <a:pt x="2983973" y="83243"/>
                  <a:pt x="2981258" y="74670"/>
                  <a:pt x="2981258" y="64671"/>
                </a:cubicBezTo>
                <a:cubicBezTo>
                  <a:pt x="2981258" y="57795"/>
                  <a:pt x="2982502" y="51450"/>
                  <a:pt x="2984991" y="45636"/>
                </a:cubicBezTo>
                <a:cubicBezTo>
                  <a:pt x="2987479" y="39823"/>
                  <a:pt x="2991087" y="35333"/>
                  <a:pt x="2995815" y="32166"/>
                </a:cubicBezTo>
                <a:cubicBezTo>
                  <a:pt x="3000542" y="28999"/>
                  <a:pt x="3006095" y="27416"/>
                  <a:pt x="3012474" y="27416"/>
                </a:cubicBezTo>
                <a:cubicBezTo>
                  <a:pt x="3020980" y="27416"/>
                  <a:pt x="3027992" y="30877"/>
                  <a:pt x="3033511" y="37799"/>
                </a:cubicBezTo>
                <a:lnTo>
                  <a:pt x="3033511" y="29044"/>
                </a:lnTo>
                <a:lnTo>
                  <a:pt x="3044776" y="29044"/>
                </a:lnTo>
                <a:lnTo>
                  <a:pt x="3044776" y="91383"/>
                </a:lnTo>
                <a:cubicBezTo>
                  <a:pt x="3044776" y="102610"/>
                  <a:pt x="3043634" y="110566"/>
                  <a:pt x="3041349" y="115251"/>
                </a:cubicBezTo>
                <a:cubicBezTo>
                  <a:pt x="3039065" y="119936"/>
                  <a:pt x="3035445" y="123637"/>
                  <a:pt x="3030491" y="126353"/>
                </a:cubicBezTo>
                <a:cubicBezTo>
                  <a:pt x="3025538" y="129070"/>
                  <a:pt x="3019441" y="130429"/>
                  <a:pt x="3012203" y="130429"/>
                </a:cubicBezTo>
                <a:cubicBezTo>
                  <a:pt x="3003607" y="130429"/>
                  <a:pt x="2996663" y="128489"/>
                  <a:pt x="2991370" y="124610"/>
                </a:cubicBezTo>
                <a:cubicBezTo>
                  <a:pt x="2986076" y="120730"/>
                  <a:pt x="2983520" y="114889"/>
                  <a:pt x="2983701" y="107085"/>
                </a:cubicBezTo>
                <a:moveTo>
                  <a:pt x="2993813" y="63791"/>
                </a:moveTo>
                <a:cubicBezTo>
                  <a:pt x="2993813" y="73223"/>
                  <a:pt x="2995690" y="80104"/>
                  <a:pt x="2999445" y="84436"/>
                </a:cubicBezTo>
                <a:cubicBezTo>
                  <a:pt x="3003200" y="88768"/>
                  <a:pt x="3007905" y="90934"/>
                  <a:pt x="3013560" y="90934"/>
                </a:cubicBezTo>
                <a:cubicBezTo>
                  <a:pt x="3019170" y="90934"/>
                  <a:pt x="3023875" y="88779"/>
                  <a:pt x="3027675" y="84470"/>
                </a:cubicBezTo>
                <a:cubicBezTo>
                  <a:pt x="3031475" y="80161"/>
                  <a:pt x="3033376" y="73403"/>
                  <a:pt x="3033376" y="64196"/>
                </a:cubicBezTo>
                <a:cubicBezTo>
                  <a:pt x="3033376" y="55397"/>
                  <a:pt x="3031419" y="48764"/>
                  <a:pt x="3027506" y="44296"/>
                </a:cubicBezTo>
                <a:cubicBezTo>
                  <a:pt x="3023592" y="39829"/>
                  <a:pt x="3018876" y="37595"/>
                  <a:pt x="3013357" y="37595"/>
                </a:cubicBezTo>
                <a:cubicBezTo>
                  <a:pt x="3007928" y="37595"/>
                  <a:pt x="3003313" y="39795"/>
                  <a:pt x="2999513" y="44194"/>
                </a:cubicBezTo>
                <a:cubicBezTo>
                  <a:pt x="2995713" y="48594"/>
                  <a:pt x="2993813" y="55126"/>
                  <a:pt x="2993813" y="63791"/>
                </a:cubicBezTo>
                <a:close/>
                <a:moveTo>
                  <a:pt x="3066536" y="101113"/>
                </a:moveTo>
                <a:lnTo>
                  <a:pt x="3066536" y="87133"/>
                </a:lnTo>
                <a:lnTo>
                  <a:pt x="3080447" y="87133"/>
                </a:lnTo>
                <a:lnTo>
                  <a:pt x="3080447" y="101113"/>
                </a:lnTo>
                <a:lnTo>
                  <a:pt x="3066536" y="1011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bd5f483ddb419d"/>
          <a:stretch xmlns:a="http://schemas.openxmlformats.org/drawingml/2006/main"/>
        </p:blipFill>
        <p:spPr>
          <a:xfrm xmlns:a="http://schemas.openxmlformats.org/drawingml/2006/main">
            <a:off x="7040120" y="2502293"/>
            <a:ext cx="2443485" cy="644352"/>
          </a:xfrm>
          <a:prstGeom xmlns:a="http://schemas.openxmlformats.org/drawingml/2006/main" prst="rect">
            <a:avLst/>
          </a:prstGeom>
        </p:spPr>
      </p:pic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ED697E-038E-42AE-8FD6-9AB1EDBE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142" y="2549529"/>
            <a:ext cx="2349443" cy="548968"/>
          </a:xfrm>
          <a:custGeom xmlns:a="http://schemas.openxmlformats.org/drawingml/2006/main">
            <a:pathLst>
              <a:path w="2349443" h="548968" fill="none">
                <a:moveTo>
                  <a:pt x="87789" y="548968"/>
                </a:moveTo>
                <a:lnTo>
                  <a:pt x="2261654" y="548968"/>
                </a:lnTo>
                <a:cubicBezTo>
                  <a:pt x="2310065" y="548968"/>
                  <a:pt x="2349443" y="509822"/>
                  <a:pt x="2349443" y="461179"/>
                </a:cubicBezTo>
                <a:lnTo>
                  <a:pt x="2349443" y="87789"/>
                </a:lnTo>
                <a:cubicBezTo>
                  <a:pt x="2349443" y="39146"/>
                  <a:pt x="2310065" y="0"/>
                  <a:pt x="2261654" y="0"/>
                </a:cubicBezTo>
                <a:lnTo>
                  <a:pt x="87789" y="0"/>
                </a:lnTo>
                <a:cubicBezTo>
                  <a:pt x="39377" y="0"/>
                  <a:pt x="0" y="39146"/>
                  <a:pt x="0" y="87789"/>
                </a:cubicBezTo>
                <a:lnTo>
                  <a:pt x="0" y="461179"/>
                </a:lnTo>
                <a:cubicBezTo>
                  <a:pt x="0" y="509822"/>
                  <a:pt x="39377" y="548968"/>
                  <a:pt x="87789" y="54896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582" cap="sq">
            <a:solidFill>
              <a:srgbClr val="000000"/>
            </a:solidFill>
            <a:miter/>
          </a:ln>
        </p:spPr>
      </p:sp>
      <p:sp>
        <p:nvSpPr>
          <p:cNvPr id="33" name="Text Suppressingfinancialcrisesrequires">
            <a:extLst xmlns:a="http://schemas.openxmlformats.org/drawingml/2006/main">
              <a:ext uri="{FF2B5EF4-FFF2-40B4-BE49-F238E27FC236}">
                <a16:creationId xmlns:a16="http://schemas.microsoft.com/office/drawing/2014/main" id="{DBC96F3F-6D37-4F32-9663-054DF3B0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6514" y="2608154"/>
            <a:ext cx="2251769" cy="130564"/>
          </a:xfrm>
          <a:custGeom xmlns:a="http://schemas.openxmlformats.org/drawingml/2006/main">
            <a:pathLst>
              <a:path w="2251769" h="130564">
                <a:moveTo>
                  <a:pt x="0" y="69218"/>
                </a:moveTo>
                <a:lnTo>
                  <a:pt x="12419" y="68132"/>
                </a:lnTo>
                <a:cubicBezTo>
                  <a:pt x="13007" y="73109"/>
                  <a:pt x="14375" y="77192"/>
                  <a:pt x="16524" y="80381"/>
                </a:cubicBezTo>
                <a:cubicBezTo>
                  <a:pt x="18673" y="83571"/>
                  <a:pt x="22010" y="86149"/>
                  <a:pt x="26534" y="88117"/>
                </a:cubicBezTo>
                <a:cubicBezTo>
                  <a:pt x="31058" y="90085"/>
                  <a:pt x="36147" y="91069"/>
                  <a:pt x="41802" y="91069"/>
                </a:cubicBezTo>
                <a:cubicBezTo>
                  <a:pt x="46824" y="91069"/>
                  <a:pt x="51258" y="90323"/>
                  <a:pt x="55103" y="88830"/>
                </a:cubicBezTo>
                <a:cubicBezTo>
                  <a:pt x="58949" y="87337"/>
                  <a:pt x="61810" y="85290"/>
                  <a:pt x="63687" y="82689"/>
                </a:cubicBezTo>
                <a:cubicBezTo>
                  <a:pt x="65565" y="80087"/>
                  <a:pt x="66504" y="77248"/>
                  <a:pt x="66504" y="74172"/>
                </a:cubicBezTo>
                <a:cubicBezTo>
                  <a:pt x="66504" y="71050"/>
                  <a:pt x="65599" y="68325"/>
                  <a:pt x="63789" y="65995"/>
                </a:cubicBezTo>
                <a:cubicBezTo>
                  <a:pt x="61980" y="63665"/>
                  <a:pt x="58994" y="61708"/>
                  <a:pt x="54832" y="60125"/>
                </a:cubicBezTo>
                <a:cubicBezTo>
                  <a:pt x="52162" y="59084"/>
                  <a:pt x="46259" y="57467"/>
                  <a:pt x="37120" y="55273"/>
                </a:cubicBezTo>
                <a:cubicBezTo>
                  <a:pt x="27981" y="53079"/>
                  <a:pt x="21580" y="51009"/>
                  <a:pt x="17915" y="49063"/>
                </a:cubicBezTo>
                <a:cubicBezTo>
                  <a:pt x="13165" y="46575"/>
                  <a:pt x="9625" y="43488"/>
                  <a:pt x="7295" y="39800"/>
                </a:cubicBezTo>
                <a:cubicBezTo>
                  <a:pt x="4965" y="36113"/>
                  <a:pt x="3800" y="31985"/>
                  <a:pt x="3800" y="27416"/>
                </a:cubicBezTo>
                <a:cubicBezTo>
                  <a:pt x="3800" y="22394"/>
                  <a:pt x="5225" y="17700"/>
                  <a:pt x="8075" y="13335"/>
                </a:cubicBezTo>
                <a:cubicBezTo>
                  <a:pt x="10926" y="8969"/>
                  <a:pt x="15088" y="5655"/>
                  <a:pt x="20562" y="3393"/>
                </a:cubicBezTo>
                <a:cubicBezTo>
                  <a:pt x="26036" y="1131"/>
                  <a:pt x="32121" y="0"/>
                  <a:pt x="38816" y="0"/>
                </a:cubicBezTo>
                <a:cubicBezTo>
                  <a:pt x="46191" y="0"/>
                  <a:pt x="52694" y="1188"/>
                  <a:pt x="58326" y="3563"/>
                </a:cubicBezTo>
                <a:cubicBezTo>
                  <a:pt x="63959" y="5938"/>
                  <a:pt x="68291" y="9433"/>
                  <a:pt x="71322" y="14047"/>
                </a:cubicBezTo>
                <a:cubicBezTo>
                  <a:pt x="74353" y="18662"/>
                  <a:pt x="75982" y="23887"/>
                  <a:pt x="76208" y="29723"/>
                </a:cubicBezTo>
                <a:lnTo>
                  <a:pt x="63586" y="30673"/>
                </a:lnTo>
                <a:cubicBezTo>
                  <a:pt x="62907" y="24362"/>
                  <a:pt x="60611" y="19595"/>
                  <a:pt x="56698" y="16371"/>
                </a:cubicBezTo>
                <a:cubicBezTo>
                  <a:pt x="52784" y="13148"/>
                  <a:pt x="47005" y="11536"/>
                  <a:pt x="39359" y="11536"/>
                </a:cubicBezTo>
                <a:cubicBezTo>
                  <a:pt x="31397" y="11536"/>
                  <a:pt x="25595" y="12997"/>
                  <a:pt x="21953" y="15918"/>
                </a:cubicBezTo>
                <a:cubicBezTo>
                  <a:pt x="18311" y="18837"/>
                  <a:pt x="16490" y="22357"/>
                  <a:pt x="16490" y="26476"/>
                </a:cubicBezTo>
                <a:cubicBezTo>
                  <a:pt x="16490" y="30053"/>
                  <a:pt x="17780" y="32996"/>
                  <a:pt x="20358" y="35305"/>
                </a:cubicBezTo>
                <a:cubicBezTo>
                  <a:pt x="22892" y="37615"/>
                  <a:pt x="29508" y="39981"/>
                  <a:pt x="40208" y="42402"/>
                </a:cubicBezTo>
                <a:cubicBezTo>
                  <a:pt x="50907" y="44824"/>
                  <a:pt x="58247" y="46941"/>
                  <a:pt x="62228" y="48752"/>
                </a:cubicBezTo>
                <a:cubicBezTo>
                  <a:pt x="68019" y="51422"/>
                  <a:pt x="72295" y="54807"/>
                  <a:pt x="75054" y="58905"/>
                </a:cubicBezTo>
                <a:cubicBezTo>
                  <a:pt x="77814" y="63003"/>
                  <a:pt x="79194" y="67722"/>
                  <a:pt x="79194" y="73065"/>
                </a:cubicBezTo>
                <a:cubicBezTo>
                  <a:pt x="79194" y="78361"/>
                  <a:pt x="77678" y="83352"/>
                  <a:pt x="74647" y="88039"/>
                </a:cubicBezTo>
                <a:cubicBezTo>
                  <a:pt x="71616" y="92724"/>
                  <a:pt x="67261" y="96369"/>
                  <a:pt x="61584" y="98973"/>
                </a:cubicBezTo>
                <a:cubicBezTo>
                  <a:pt x="55906" y="101576"/>
                  <a:pt x="49516" y="102877"/>
                  <a:pt x="42413" y="102877"/>
                </a:cubicBezTo>
                <a:cubicBezTo>
                  <a:pt x="33410" y="102877"/>
                  <a:pt x="25866" y="101565"/>
                  <a:pt x="19781" y="98941"/>
                </a:cubicBezTo>
                <a:cubicBezTo>
                  <a:pt x="13697" y="96317"/>
                  <a:pt x="8924" y="92370"/>
                  <a:pt x="5463" y="87099"/>
                </a:cubicBezTo>
                <a:cubicBezTo>
                  <a:pt x="2002" y="81829"/>
                  <a:pt x="181" y="75869"/>
                  <a:pt x="0" y="69218"/>
                </a:cubicBezTo>
                <a:close/>
                <a:moveTo>
                  <a:pt x="142709" y="101248"/>
                </a:moveTo>
                <a:lnTo>
                  <a:pt x="142709" y="90662"/>
                </a:lnTo>
                <a:cubicBezTo>
                  <a:pt x="137100" y="98806"/>
                  <a:pt x="129476" y="102877"/>
                  <a:pt x="119840" y="102877"/>
                </a:cubicBezTo>
                <a:cubicBezTo>
                  <a:pt x="115588" y="102877"/>
                  <a:pt x="111618" y="102063"/>
                  <a:pt x="107931" y="100434"/>
                </a:cubicBezTo>
                <a:cubicBezTo>
                  <a:pt x="104244" y="98806"/>
                  <a:pt x="101506" y="96758"/>
                  <a:pt x="99719" y="94293"/>
                </a:cubicBezTo>
                <a:cubicBezTo>
                  <a:pt x="97932" y="91827"/>
                  <a:pt x="96677" y="88807"/>
                  <a:pt x="95953" y="85233"/>
                </a:cubicBezTo>
                <a:cubicBezTo>
                  <a:pt x="95456" y="82836"/>
                  <a:pt x="95207" y="79035"/>
                  <a:pt x="95207" y="73833"/>
                </a:cubicBezTo>
                <a:lnTo>
                  <a:pt x="95207" y="29180"/>
                </a:lnTo>
                <a:lnTo>
                  <a:pt x="107422" y="29180"/>
                </a:lnTo>
                <a:lnTo>
                  <a:pt x="107422" y="69150"/>
                </a:lnTo>
                <a:cubicBezTo>
                  <a:pt x="107422" y="75529"/>
                  <a:pt x="107671" y="79827"/>
                  <a:pt x="108168" y="82044"/>
                </a:cubicBezTo>
                <a:cubicBezTo>
                  <a:pt x="108937" y="85256"/>
                  <a:pt x="110566" y="87778"/>
                  <a:pt x="113054" y="89610"/>
                </a:cubicBezTo>
                <a:cubicBezTo>
                  <a:pt x="115542" y="91443"/>
                  <a:pt x="118619" y="92359"/>
                  <a:pt x="122283" y="92359"/>
                </a:cubicBezTo>
                <a:cubicBezTo>
                  <a:pt x="125948" y="92359"/>
                  <a:pt x="129386" y="91420"/>
                  <a:pt x="132598" y="89542"/>
                </a:cubicBezTo>
                <a:cubicBezTo>
                  <a:pt x="135810" y="87665"/>
                  <a:pt x="138084" y="85109"/>
                  <a:pt x="139418" y="81874"/>
                </a:cubicBezTo>
                <a:cubicBezTo>
                  <a:pt x="140753" y="78639"/>
                  <a:pt x="141420" y="73946"/>
                  <a:pt x="141420" y="67793"/>
                </a:cubicBezTo>
                <a:lnTo>
                  <a:pt x="141420" y="29180"/>
                </a:lnTo>
                <a:lnTo>
                  <a:pt x="153635" y="29180"/>
                </a:lnTo>
                <a:lnTo>
                  <a:pt x="153635" y="101248"/>
                </a:lnTo>
                <a:lnTo>
                  <a:pt x="142709" y="101248"/>
                </a:lnTo>
                <a:close/>
                <a:moveTo>
                  <a:pt x="172936" y="128936"/>
                </a:moveTo>
                <a:lnTo>
                  <a:pt x="172936" y="29180"/>
                </a:lnTo>
                <a:lnTo>
                  <a:pt x="184065" y="29180"/>
                </a:lnTo>
                <a:lnTo>
                  <a:pt x="184065" y="38477"/>
                </a:lnTo>
                <a:cubicBezTo>
                  <a:pt x="186689" y="34835"/>
                  <a:pt x="189652" y="32104"/>
                  <a:pt x="192955" y="30283"/>
                </a:cubicBezTo>
                <a:cubicBezTo>
                  <a:pt x="196257" y="28462"/>
                  <a:pt x="200261" y="27552"/>
                  <a:pt x="204966" y="27552"/>
                </a:cubicBezTo>
                <a:cubicBezTo>
                  <a:pt x="211119" y="27552"/>
                  <a:pt x="216548" y="29135"/>
                  <a:pt x="221253" y="32302"/>
                </a:cubicBezTo>
                <a:cubicBezTo>
                  <a:pt x="225958" y="35469"/>
                  <a:pt x="229509" y="39936"/>
                  <a:pt x="231907" y="45704"/>
                </a:cubicBezTo>
                <a:cubicBezTo>
                  <a:pt x="234304" y="51473"/>
                  <a:pt x="235503" y="57795"/>
                  <a:pt x="235503" y="64671"/>
                </a:cubicBezTo>
                <a:cubicBezTo>
                  <a:pt x="235503" y="72046"/>
                  <a:pt x="234180" y="78685"/>
                  <a:pt x="231533" y="84589"/>
                </a:cubicBezTo>
                <a:cubicBezTo>
                  <a:pt x="228887" y="90493"/>
                  <a:pt x="225041" y="95017"/>
                  <a:pt x="219997" y="98161"/>
                </a:cubicBezTo>
                <a:cubicBezTo>
                  <a:pt x="214953" y="101305"/>
                  <a:pt x="209648" y="102877"/>
                  <a:pt x="204084" y="102877"/>
                </a:cubicBezTo>
                <a:cubicBezTo>
                  <a:pt x="200012" y="102877"/>
                  <a:pt x="196359" y="102006"/>
                  <a:pt x="193124" y="100265"/>
                </a:cubicBezTo>
                <a:cubicBezTo>
                  <a:pt x="189889" y="98521"/>
                  <a:pt x="187232" y="96320"/>
                  <a:pt x="185151" y="93661"/>
                </a:cubicBezTo>
                <a:lnTo>
                  <a:pt x="185151" y="128936"/>
                </a:lnTo>
                <a:lnTo>
                  <a:pt x="172936" y="128936"/>
                </a:lnTo>
                <a:moveTo>
                  <a:pt x="183997" y="65520"/>
                </a:moveTo>
                <a:cubicBezTo>
                  <a:pt x="183997" y="74783"/>
                  <a:pt x="185874" y="81628"/>
                  <a:pt x="189629" y="86056"/>
                </a:cubicBezTo>
                <a:cubicBezTo>
                  <a:pt x="193384" y="90484"/>
                  <a:pt x="197931" y="92698"/>
                  <a:pt x="203269" y="92698"/>
                </a:cubicBezTo>
                <a:cubicBezTo>
                  <a:pt x="208698" y="92698"/>
                  <a:pt x="213347" y="90405"/>
                  <a:pt x="217215" y="85819"/>
                </a:cubicBezTo>
                <a:cubicBezTo>
                  <a:pt x="221083" y="81232"/>
                  <a:pt x="223017" y="74127"/>
                  <a:pt x="223017" y="64502"/>
                </a:cubicBezTo>
                <a:cubicBezTo>
                  <a:pt x="223017" y="55329"/>
                  <a:pt x="221128" y="48461"/>
                  <a:pt x="217351" y="43898"/>
                </a:cubicBezTo>
                <a:cubicBezTo>
                  <a:pt x="213573" y="39334"/>
                  <a:pt x="209060" y="37052"/>
                  <a:pt x="203812" y="37052"/>
                </a:cubicBezTo>
                <a:cubicBezTo>
                  <a:pt x="198610" y="37052"/>
                  <a:pt x="194006" y="39481"/>
                  <a:pt x="190003" y="44339"/>
                </a:cubicBezTo>
                <a:cubicBezTo>
                  <a:pt x="185999" y="49196"/>
                  <a:pt x="183997" y="56257"/>
                  <a:pt x="183997" y="65520"/>
                </a:cubicBezTo>
                <a:close/>
                <a:moveTo>
                  <a:pt x="250208" y="128936"/>
                </a:moveTo>
                <a:lnTo>
                  <a:pt x="250208" y="29180"/>
                </a:lnTo>
                <a:lnTo>
                  <a:pt x="261338" y="29180"/>
                </a:lnTo>
                <a:lnTo>
                  <a:pt x="261338" y="38477"/>
                </a:lnTo>
                <a:cubicBezTo>
                  <a:pt x="263962" y="34835"/>
                  <a:pt x="266925" y="32104"/>
                  <a:pt x="270227" y="30283"/>
                </a:cubicBezTo>
                <a:cubicBezTo>
                  <a:pt x="273530" y="28462"/>
                  <a:pt x="277534" y="27552"/>
                  <a:pt x="282239" y="27552"/>
                </a:cubicBezTo>
                <a:cubicBezTo>
                  <a:pt x="288391" y="27552"/>
                  <a:pt x="293820" y="29135"/>
                  <a:pt x="298525" y="32302"/>
                </a:cubicBezTo>
                <a:cubicBezTo>
                  <a:pt x="303230" y="35469"/>
                  <a:pt x="306782" y="39936"/>
                  <a:pt x="309179" y="45704"/>
                </a:cubicBezTo>
                <a:cubicBezTo>
                  <a:pt x="311577" y="51473"/>
                  <a:pt x="312776" y="57795"/>
                  <a:pt x="312776" y="64671"/>
                </a:cubicBezTo>
                <a:cubicBezTo>
                  <a:pt x="312776" y="72046"/>
                  <a:pt x="311453" y="78685"/>
                  <a:pt x="308806" y="84589"/>
                </a:cubicBezTo>
                <a:cubicBezTo>
                  <a:pt x="306160" y="90493"/>
                  <a:pt x="302314" y="95017"/>
                  <a:pt x="297270" y="98161"/>
                </a:cubicBezTo>
                <a:cubicBezTo>
                  <a:pt x="292226" y="101305"/>
                  <a:pt x="286921" y="102877"/>
                  <a:pt x="281357" y="102877"/>
                </a:cubicBezTo>
                <a:cubicBezTo>
                  <a:pt x="277285" y="102877"/>
                  <a:pt x="273632" y="102006"/>
                  <a:pt x="270397" y="100265"/>
                </a:cubicBezTo>
                <a:cubicBezTo>
                  <a:pt x="267162" y="98521"/>
                  <a:pt x="264504" y="96320"/>
                  <a:pt x="262423" y="93661"/>
                </a:cubicBezTo>
                <a:lnTo>
                  <a:pt x="262423" y="128936"/>
                </a:lnTo>
                <a:lnTo>
                  <a:pt x="250208" y="128936"/>
                </a:lnTo>
                <a:moveTo>
                  <a:pt x="261270" y="65520"/>
                </a:moveTo>
                <a:cubicBezTo>
                  <a:pt x="261270" y="74783"/>
                  <a:pt x="263147" y="81628"/>
                  <a:pt x="266902" y="86056"/>
                </a:cubicBezTo>
                <a:cubicBezTo>
                  <a:pt x="270657" y="90484"/>
                  <a:pt x="275204" y="92698"/>
                  <a:pt x="280542" y="92698"/>
                </a:cubicBezTo>
                <a:cubicBezTo>
                  <a:pt x="285971" y="92698"/>
                  <a:pt x="290620" y="90405"/>
                  <a:pt x="294488" y="85819"/>
                </a:cubicBezTo>
                <a:cubicBezTo>
                  <a:pt x="298356" y="81232"/>
                  <a:pt x="300290" y="74127"/>
                  <a:pt x="300290" y="64502"/>
                </a:cubicBezTo>
                <a:cubicBezTo>
                  <a:pt x="300290" y="55329"/>
                  <a:pt x="298401" y="48461"/>
                  <a:pt x="294623" y="43898"/>
                </a:cubicBezTo>
                <a:cubicBezTo>
                  <a:pt x="290846" y="39334"/>
                  <a:pt x="286333" y="37052"/>
                  <a:pt x="281085" y="37052"/>
                </a:cubicBezTo>
                <a:cubicBezTo>
                  <a:pt x="275882" y="37052"/>
                  <a:pt x="271279" y="39481"/>
                  <a:pt x="267275" y="44339"/>
                </a:cubicBezTo>
                <a:cubicBezTo>
                  <a:pt x="263272" y="49196"/>
                  <a:pt x="261270" y="56257"/>
                  <a:pt x="261270" y="65520"/>
                </a:cubicBezTo>
                <a:close/>
                <a:moveTo>
                  <a:pt x="327346" y="101248"/>
                </a:moveTo>
                <a:lnTo>
                  <a:pt x="327346" y="29180"/>
                </a:lnTo>
                <a:lnTo>
                  <a:pt x="338339" y="29180"/>
                </a:lnTo>
                <a:lnTo>
                  <a:pt x="338339" y="40038"/>
                </a:lnTo>
                <a:cubicBezTo>
                  <a:pt x="341144" y="34954"/>
                  <a:pt x="343734" y="31602"/>
                  <a:pt x="346109" y="29982"/>
                </a:cubicBezTo>
                <a:cubicBezTo>
                  <a:pt x="348484" y="28362"/>
                  <a:pt x="351097" y="27552"/>
                  <a:pt x="353947" y="27552"/>
                </a:cubicBezTo>
                <a:cubicBezTo>
                  <a:pt x="358064" y="27552"/>
                  <a:pt x="362249" y="28858"/>
                  <a:pt x="366501" y="31470"/>
                </a:cubicBezTo>
                <a:lnTo>
                  <a:pt x="362294" y="42752"/>
                </a:lnTo>
                <a:cubicBezTo>
                  <a:pt x="359308" y="40988"/>
                  <a:pt x="356322" y="40106"/>
                  <a:pt x="353336" y="40106"/>
                </a:cubicBezTo>
                <a:cubicBezTo>
                  <a:pt x="350667" y="40106"/>
                  <a:pt x="348270" y="40910"/>
                  <a:pt x="346143" y="42519"/>
                </a:cubicBezTo>
                <a:cubicBezTo>
                  <a:pt x="344017" y="44127"/>
                  <a:pt x="342501" y="46357"/>
                  <a:pt x="341597" y="49210"/>
                </a:cubicBezTo>
                <a:cubicBezTo>
                  <a:pt x="340239" y="53557"/>
                  <a:pt x="339561" y="58312"/>
                  <a:pt x="339561" y="63475"/>
                </a:cubicBezTo>
                <a:lnTo>
                  <a:pt x="339561" y="101248"/>
                </a:lnTo>
                <a:lnTo>
                  <a:pt x="327346" y="101248"/>
                </a:lnTo>
                <a:close/>
                <a:moveTo>
                  <a:pt x="423096" y="78040"/>
                </a:moveTo>
                <a:lnTo>
                  <a:pt x="435719" y="79601"/>
                </a:lnTo>
                <a:cubicBezTo>
                  <a:pt x="433728" y="86975"/>
                  <a:pt x="430041" y="92698"/>
                  <a:pt x="424657" y="96770"/>
                </a:cubicBezTo>
                <a:cubicBezTo>
                  <a:pt x="419274" y="100841"/>
                  <a:pt x="412397" y="102877"/>
                  <a:pt x="404027" y="102877"/>
                </a:cubicBezTo>
                <a:cubicBezTo>
                  <a:pt x="393486" y="102877"/>
                  <a:pt x="385128" y="99631"/>
                  <a:pt x="378953" y="93139"/>
                </a:cubicBezTo>
                <a:cubicBezTo>
                  <a:pt x="372778" y="86647"/>
                  <a:pt x="369690" y="77542"/>
                  <a:pt x="369690" y="65825"/>
                </a:cubicBezTo>
                <a:cubicBezTo>
                  <a:pt x="369690" y="53701"/>
                  <a:pt x="372811" y="44291"/>
                  <a:pt x="379055" y="37595"/>
                </a:cubicBezTo>
                <a:cubicBezTo>
                  <a:pt x="385298" y="30899"/>
                  <a:pt x="393396" y="27552"/>
                  <a:pt x="403349" y="27552"/>
                </a:cubicBezTo>
                <a:cubicBezTo>
                  <a:pt x="412985" y="27552"/>
                  <a:pt x="420857" y="30827"/>
                  <a:pt x="426964" y="37377"/>
                </a:cubicBezTo>
                <a:cubicBezTo>
                  <a:pt x="433072" y="43925"/>
                  <a:pt x="436126" y="53139"/>
                  <a:pt x="436126" y="65017"/>
                </a:cubicBezTo>
                <a:cubicBezTo>
                  <a:pt x="436126" y="65740"/>
                  <a:pt x="436103" y="66823"/>
                  <a:pt x="436058" y="68268"/>
                </a:cubicBezTo>
                <a:lnTo>
                  <a:pt x="382312" y="68268"/>
                </a:lnTo>
                <a:cubicBezTo>
                  <a:pt x="382764" y="76163"/>
                  <a:pt x="385004" y="82208"/>
                  <a:pt x="389030" y="86404"/>
                </a:cubicBezTo>
                <a:cubicBezTo>
                  <a:pt x="393057" y="90600"/>
                  <a:pt x="398078" y="92698"/>
                  <a:pt x="404095" y="92698"/>
                </a:cubicBezTo>
                <a:cubicBezTo>
                  <a:pt x="408574" y="92698"/>
                  <a:pt x="412397" y="91533"/>
                  <a:pt x="415564" y="89203"/>
                </a:cubicBezTo>
                <a:cubicBezTo>
                  <a:pt x="418731" y="86872"/>
                  <a:pt x="421242" y="83151"/>
                  <a:pt x="423096" y="78040"/>
                </a:cubicBezTo>
                <a:moveTo>
                  <a:pt x="382991" y="58089"/>
                </a:moveTo>
                <a:lnTo>
                  <a:pt x="423232" y="58089"/>
                </a:lnTo>
                <a:cubicBezTo>
                  <a:pt x="422689" y="52126"/>
                  <a:pt x="421151" y="47653"/>
                  <a:pt x="418618" y="44672"/>
                </a:cubicBezTo>
                <a:cubicBezTo>
                  <a:pt x="414727" y="40044"/>
                  <a:pt x="409683" y="37731"/>
                  <a:pt x="403485" y="37731"/>
                </a:cubicBezTo>
                <a:cubicBezTo>
                  <a:pt x="397875" y="37731"/>
                  <a:pt x="393158" y="39578"/>
                  <a:pt x="389336" y="43272"/>
                </a:cubicBezTo>
                <a:cubicBezTo>
                  <a:pt x="385513" y="46965"/>
                  <a:pt x="383398" y="51904"/>
                  <a:pt x="382991" y="58089"/>
                </a:cubicBezTo>
                <a:close/>
                <a:moveTo>
                  <a:pt x="446148" y="79669"/>
                </a:moveTo>
                <a:lnTo>
                  <a:pt x="458227" y="77769"/>
                </a:lnTo>
                <a:cubicBezTo>
                  <a:pt x="458906" y="82588"/>
                  <a:pt x="460795" y="86282"/>
                  <a:pt x="463894" y="88849"/>
                </a:cubicBezTo>
                <a:cubicBezTo>
                  <a:pt x="466993" y="91415"/>
                  <a:pt x="471324" y="92698"/>
                  <a:pt x="476889" y="92698"/>
                </a:cubicBezTo>
                <a:cubicBezTo>
                  <a:pt x="482499" y="92698"/>
                  <a:pt x="486661" y="91565"/>
                  <a:pt x="489375" y="89299"/>
                </a:cubicBezTo>
                <a:cubicBezTo>
                  <a:pt x="492090" y="87031"/>
                  <a:pt x="493447" y="84372"/>
                  <a:pt x="493447" y="81321"/>
                </a:cubicBezTo>
                <a:cubicBezTo>
                  <a:pt x="493447" y="78582"/>
                  <a:pt x="492248" y="76428"/>
                  <a:pt x="489850" y="74857"/>
                </a:cubicBezTo>
                <a:cubicBezTo>
                  <a:pt x="488177" y="73780"/>
                  <a:pt x="484014" y="72410"/>
                  <a:pt x="477364" y="70749"/>
                </a:cubicBezTo>
                <a:cubicBezTo>
                  <a:pt x="468406" y="68486"/>
                  <a:pt x="462197" y="66528"/>
                  <a:pt x="458736" y="64875"/>
                </a:cubicBezTo>
                <a:cubicBezTo>
                  <a:pt x="455275" y="63222"/>
                  <a:pt x="452651" y="60936"/>
                  <a:pt x="450864" y="58015"/>
                </a:cubicBezTo>
                <a:cubicBezTo>
                  <a:pt x="449077" y="55094"/>
                  <a:pt x="448184" y="51868"/>
                  <a:pt x="448184" y="48336"/>
                </a:cubicBezTo>
                <a:cubicBezTo>
                  <a:pt x="448184" y="45121"/>
                  <a:pt x="448919" y="42144"/>
                  <a:pt x="450389" y="39404"/>
                </a:cubicBezTo>
                <a:cubicBezTo>
                  <a:pt x="451860" y="36664"/>
                  <a:pt x="453862" y="34389"/>
                  <a:pt x="456395" y="32577"/>
                </a:cubicBezTo>
                <a:cubicBezTo>
                  <a:pt x="458295" y="31174"/>
                  <a:pt x="460885" y="29985"/>
                  <a:pt x="464165" y="29013"/>
                </a:cubicBezTo>
                <a:cubicBezTo>
                  <a:pt x="467445" y="28039"/>
                  <a:pt x="470963" y="27552"/>
                  <a:pt x="474717" y="27552"/>
                </a:cubicBezTo>
                <a:cubicBezTo>
                  <a:pt x="480373" y="27552"/>
                  <a:pt x="485338" y="28372"/>
                  <a:pt x="489613" y="30011"/>
                </a:cubicBezTo>
                <a:cubicBezTo>
                  <a:pt x="493888" y="31650"/>
                  <a:pt x="497044" y="33870"/>
                  <a:pt x="499080" y="36672"/>
                </a:cubicBezTo>
                <a:cubicBezTo>
                  <a:pt x="501115" y="39473"/>
                  <a:pt x="502518" y="43219"/>
                  <a:pt x="503287" y="47910"/>
                </a:cubicBezTo>
                <a:lnTo>
                  <a:pt x="491343" y="49538"/>
                </a:lnTo>
                <a:cubicBezTo>
                  <a:pt x="490801" y="45829"/>
                  <a:pt x="489228" y="42933"/>
                  <a:pt x="486627" y="40852"/>
                </a:cubicBezTo>
                <a:cubicBezTo>
                  <a:pt x="484026" y="38771"/>
                  <a:pt x="480350" y="37731"/>
                  <a:pt x="475600" y="37731"/>
                </a:cubicBezTo>
                <a:cubicBezTo>
                  <a:pt x="469990" y="37731"/>
                  <a:pt x="465986" y="38654"/>
                  <a:pt x="463588" y="40500"/>
                </a:cubicBezTo>
                <a:cubicBezTo>
                  <a:pt x="461191" y="42345"/>
                  <a:pt x="459992" y="44506"/>
                  <a:pt x="459992" y="46983"/>
                </a:cubicBezTo>
                <a:cubicBezTo>
                  <a:pt x="459992" y="48558"/>
                  <a:pt x="460489" y="49976"/>
                  <a:pt x="461485" y="51237"/>
                </a:cubicBezTo>
                <a:cubicBezTo>
                  <a:pt x="462480" y="52542"/>
                  <a:pt x="464041" y="53622"/>
                  <a:pt x="466167" y="54477"/>
                </a:cubicBezTo>
                <a:cubicBezTo>
                  <a:pt x="467389" y="54928"/>
                  <a:pt x="470985" y="55964"/>
                  <a:pt x="476957" y="57584"/>
                </a:cubicBezTo>
                <a:cubicBezTo>
                  <a:pt x="485598" y="59890"/>
                  <a:pt x="491626" y="61777"/>
                  <a:pt x="495042" y="63246"/>
                </a:cubicBezTo>
                <a:cubicBezTo>
                  <a:pt x="498458" y="64715"/>
                  <a:pt x="501138" y="66851"/>
                  <a:pt x="503083" y="69655"/>
                </a:cubicBezTo>
                <a:cubicBezTo>
                  <a:pt x="505029" y="72457"/>
                  <a:pt x="506001" y="75937"/>
                  <a:pt x="506001" y="80095"/>
                </a:cubicBezTo>
                <a:cubicBezTo>
                  <a:pt x="506001" y="84164"/>
                  <a:pt x="504814" y="87995"/>
                  <a:pt x="502439" y="91589"/>
                </a:cubicBezTo>
                <a:cubicBezTo>
                  <a:pt x="500064" y="95181"/>
                  <a:pt x="496637" y="97961"/>
                  <a:pt x="492158" y="99927"/>
                </a:cubicBezTo>
                <a:cubicBezTo>
                  <a:pt x="487679" y="101894"/>
                  <a:pt x="482612" y="102877"/>
                  <a:pt x="476957" y="102877"/>
                </a:cubicBezTo>
                <a:cubicBezTo>
                  <a:pt x="467592" y="102877"/>
                  <a:pt x="460455" y="100926"/>
                  <a:pt x="455547" y="97024"/>
                </a:cubicBezTo>
                <a:cubicBezTo>
                  <a:pt x="450638" y="93122"/>
                  <a:pt x="447505" y="87337"/>
                  <a:pt x="446148" y="79669"/>
                </a:cubicBezTo>
                <a:close/>
                <a:moveTo>
                  <a:pt x="515637" y="79669"/>
                </a:moveTo>
                <a:lnTo>
                  <a:pt x="527716" y="77769"/>
                </a:lnTo>
                <a:cubicBezTo>
                  <a:pt x="528395" y="82588"/>
                  <a:pt x="530283" y="86282"/>
                  <a:pt x="533382" y="88849"/>
                </a:cubicBezTo>
                <a:cubicBezTo>
                  <a:pt x="536481" y="91415"/>
                  <a:pt x="540813" y="92698"/>
                  <a:pt x="546378" y="92698"/>
                </a:cubicBezTo>
                <a:cubicBezTo>
                  <a:pt x="551988" y="92698"/>
                  <a:pt x="556150" y="91565"/>
                  <a:pt x="558864" y="89299"/>
                </a:cubicBezTo>
                <a:cubicBezTo>
                  <a:pt x="561579" y="87031"/>
                  <a:pt x="562936" y="84372"/>
                  <a:pt x="562936" y="81321"/>
                </a:cubicBezTo>
                <a:cubicBezTo>
                  <a:pt x="562936" y="78582"/>
                  <a:pt x="561737" y="76428"/>
                  <a:pt x="559339" y="74857"/>
                </a:cubicBezTo>
                <a:cubicBezTo>
                  <a:pt x="557665" y="73780"/>
                  <a:pt x="553503" y="72410"/>
                  <a:pt x="546853" y="70749"/>
                </a:cubicBezTo>
                <a:cubicBezTo>
                  <a:pt x="537895" y="68486"/>
                  <a:pt x="531686" y="66528"/>
                  <a:pt x="528225" y="64875"/>
                </a:cubicBezTo>
                <a:cubicBezTo>
                  <a:pt x="524764" y="63222"/>
                  <a:pt x="522140" y="60936"/>
                  <a:pt x="520353" y="58015"/>
                </a:cubicBezTo>
                <a:cubicBezTo>
                  <a:pt x="518566" y="55094"/>
                  <a:pt x="517673" y="51868"/>
                  <a:pt x="517673" y="48336"/>
                </a:cubicBezTo>
                <a:cubicBezTo>
                  <a:pt x="517673" y="45121"/>
                  <a:pt x="518408" y="42144"/>
                  <a:pt x="519878" y="39404"/>
                </a:cubicBezTo>
                <a:cubicBezTo>
                  <a:pt x="521348" y="36664"/>
                  <a:pt x="523350" y="34389"/>
                  <a:pt x="525884" y="32577"/>
                </a:cubicBezTo>
                <a:cubicBezTo>
                  <a:pt x="527784" y="31174"/>
                  <a:pt x="530374" y="29985"/>
                  <a:pt x="533654" y="29013"/>
                </a:cubicBezTo>
                <a:cubicBezTo>
                  <a:pt x="536934" y="28039"/>
                  <a:pt x="540451" y="27552"/>
                  <a:pt x="544206" y="27552"/>
                </a:cubicBezTo>
                <a:cubicBezTo>
                  <a:pt x="549861" y="27552"/>
                  <a:pt x="554826" y="28372"/>
                  <a:pt x="559102" y="30011"/>
                </a:cubicBezTo>
                <a:cubicBezTo>
                  <a:pt x="563377" y="31650"/>
                  <a:pt x="566532" y="33870"/>
                  <a:pt x="568568" y="36672"/>
                </a:cubicBezTo>
                <a:cubicBezTo>
                  <a:pt x="570604" y="39473"/>
                  <a:pt x="572007" y="43219"/>
                  <a:pt x="572776" y="47910"/>
                </a:cubicBezTo>
                <a:lnTo>
                  <a:pt x="560832" y="49538"/>
                </a:lnTo>
                <a:cubicBezTo>
                  <a:pt x="560289" y="45829"/>
                  <a:pt x="558717" y="42933"/>
                  <a:pt x="556116" y="40852"/>
                </a:cubicBezTo>
                <a:cubicBezTo>
                  <a:pt x="553514" y="38771"/>
                  <a:pt x="549839" y="37731"/>
                  <a:pt x="545088" y="37731"/>
                </a:cubicBezTo>
                <a:cubicBezTo>
                  <a:pt x="539479" y="37731"/>
                  <a:pt x="535475" y="38654"/>
                  <a:pt x="533077" y="40500"/>
                </a:cubicBezTo>
                <a:cubicBezTo>
                  <a:pt x="530679" y="42345"/>
                  <a:pt x="529480" y="44506"/>
                  <a:pt x="529480" y="46983"/>
                </a:cubicBezTo>
                <a:cubicBezTo>
                  <a:pt x="529480" y="48558"/>
                  <a:pt x="529978" y="49976"/>
                  <a:pt x="530973" y="51237"/>
                </a:cubicBezTo>
                <a:cubicBezTo>
                  <a:pt x="531969" y="52542"/>
                  <a:pt x="533529" y="53622"/>
                  <a:pt x="535656" y="54477"/>
                </a:cubicBezTo>
                <a:cubicBezTo>
                  <a:pt x="536877" y="54928"/>
                  <a:pt x="540474" y="55964"/>
                  <a:pt x="546446" y="57584"/>
                </a:cubicBezTo>
                <a:cubicBezTo>
                  <a:pt x="555087" y="59890"/>
                  <a:pt x="561115" y="61777"/>
                  <a:pt x="564531" y="63246"/>
                </a:cubicBezTo>
                <a:cubicBezTo>
                  <a:pt x="567946" y="64715"/>
                  <a:pt x="570627" y="66851"/>
                  <a:pt x="572572" y="69655"/>
                </a:cubicBezTo>
                <a:cubicBezTo>
                  <a:pt x="574517" y="72457"/>
                  <a:pt x="575490" y="75937"/>
                  <a:pt x="575490" y="80095"/>
                </a:cubicBezTo>
                <a:cubicBezTo>
                  <a:pt x="575490" y="84164"/>
                  <a:pt x="574302" y="87995"/>
                  <a:pt x="571927" y="91589"/>
                </a:cubicBezTo>
                <a:cubicBezTo>
                  <a:pt x="569552" y="95181"/>
                  <a:pt x="566125" y="97961"/>
                  <a:pt x="561646" y="99927"/>
                </a:cubicBezTo>
                <a:cubicBezTo>
                  <a:pt x="557168" y="101894"/>
                  <a:pt x="552101" y="102877"/>
                  <a:pt x="546446" y="102877"/>
                </a:cubicBezTo>
                <a:cubicBezTo>
                  <a:pt x="537081" y="102877"/>
                  <a:pt x="529944" y="100926"/>
                  <a:pt x="525035" y="97024"/>
                </a:cubicBezTo>
                <a:cubicBezTo>
                  <a:pt x="520127" y="93122"/>
                  <a:pt x="516994" y="87337"/>
                  <a:pt x="515637" y="79669"/>
                </a:cubicBezTo>
                <a:close/>
                <a:moveTo>
                  <a:pt x="590081" y="15879"/>
                </a:moveTo>
                <a:lnTo>
                  <a:pt x="590081" y="1764"/>
                </a:lnTo>
                <a:lnTo>
                  <a:pt x="602296" y="1764"/>
                </a:lnTo>
                <a:lnTo>
                  <a:pt x="602296" y="15879"/>
                </a:lnTo>
                <a:lnTo>
                  <a:pt x="590081" y="15879"/>
                </a:lnTo>
                <a:moveTo>
                  <a:pt x="590081" y="101248"/>
                </a:moveTo>
                <a:lnTo>
                  <a:pt x="590081" y="29180"/>
                </a:lnTo>
                <a:lnTo>
                  <a:pt x="602296" y="29180"/>
                </a:lnTo>
                <a:lnTo>
                  <a:pt x="602296" y="101248"/>
                </a:lnTo>
                <a:lnTo>
                  <a:pt x="590081" y="101248"/>
                </a:lnTo>
                <a:close/>
                <a:moveTo>
                  <a:pt x="620866" y="101248"/>
                </a:moveTo>
                <a:lnTo>
                  <a:pt x="620866" y="29180"/>
                </a:lnTo>
                <a:lnTo>
                  <a:pt x="631860" y="29180"/>
                </a:lnTo>
                <a:lnTo>
                  <a:pt x="631860" y="39359"/>
                </a:lnTo>
                <a:cubicBezTo>
                  <a:pt x="637153" y="31487"/>
                  <a:pt x="644799" y="27552"/>
                  <a:pt x="654797" y="27552"/>
                </a:cubicBezTo>
                <a:cubicBezTo>
                  <a:pt x="659140" y="27552"/>
                  <a:pt x="663132" y="28332"/>
                  <a:pt x="666774" y="29893"/>
                </a:cubicBezTo>
                <a:cubicBezTo>
                  <a:pt x="670416" y="31454"/>
                  <a:pt x="673142" y="33501"/>
                  <a:pt x="674952" y="36034"/>
                </a:cubicBezTo>
                <a:cubicBezTo>
                  <a:pt x="676761" y="38568"/>
                  <a:pt x="678028" y="41576"/>
                  <a:pt x="678752" y="45060"/>
                </a:cubicBezTo>
                <a:cubicBezTo>
                  <a:pt x="679204" y="47322"/>
                  <a:pt x="679430" y="51280"/>
                  <a:pt x="679430" y="56935"/>
                </a:cubicBezTo>
                <a:lnTo>
                  <a:pt x="679430" y="101248"/>
                </a:lnTo>
                <a:lnTo>
                  <a:pt x="667215" y="101248"/>
                </a:lnTo>
                <a:lnTo>
                  <a:pt x="667215" y="57364"/>
                </a:lnTo>
                <a:cubicBezTo>
                  <a:pt x="667215" y="52382"/>
                  <a:pt x="666740" y="48656"/>
                  <a:pt x="665790" y="46188"/>
                </a:cubicBezTo>
                <a:cubicBezTo>
                  <a:pt x="664840" y="43719"/>
                  <a:pt x="663155" y="41749"/>
                  <a:pt x="660735" y="40278"/>
                </a:cubicBezTo>
                <a:cubicBezTo>
                  <a:pt x="658314" y="38806"/>
                  <a:pt x="655475" y="38070"/>
                  <a:pt x="652218" y="38070"/>
                </a:cubicBezTo>
                <a:cubicBezTo>
                  <a:pt x="647015" y="38070"/>
                  <a:pt x="642525" y="39723"/>
                  <a:pt x="638748" y="43030"/>
                </a:cubicBezTo>
                <a:cubicBezTo>
                  <a:pt x="634970" y="46336"/>
                  <a:pt x="633081" y="52608"/>
                  <a:pt x="633081" y="61847"/>
                </a:cubicBezTo>
                <a:lnTo>
                  <a:pt x="633081" y="101248"/>
                </a:lnTo>
                <a:lnTo>
                  <a:pt x="620866" y="101248"/>
                </a:lnTo>
                <a:close/>
                <a:moveTo>
                  <a:pt x="696038" y="107220"/>
                </a:moveTo>
                <a:lnTo>
                  <a:pt x="707913" y="108985"/>
                </a:lnTo>
                <a:cubicBezTo>
                  <a:pt x="708411" y="112649"/>
                  <a:pt x="709791" y="115318"/>
                  <a:pt x="712053" y="116992"/>
                </a:cubicBezTo>
                <a:cubicBezTo>
                  <a:pt x="715084" y="119254"/>
                  <a:pt x="719224" y="120385"/>
                  <a:pt x="724472" y="120385"/>
                </a:cubicBezTo>
                <a:cubicBezTo>
                  <a:pt x="730127" y="120385"/>
                  <a:pt x="734492" y="119251"/>
                  <a:pt x="737569" y="116984"/>
                </a:cubicBezTo>
                <a:cubicBezTo>
                  <a:pt x="740645" y="114717"/>
                  <a:pt x="742726" y="111544"/>
                  <a:pt x="743812" y="107462"/>
                </a:cubicBezTo>
                <a:cubicBezTo>
                  <a:pt x="744445" y="104970"/>
                  <a:pt x="744739" y="99733"/>
                  <a:pt x="744694" y="91752"/>
                </a:cubicBezTo>
                <a:cubicBezTo>
                  <a:pt x="739356" y="98083"/>
                  <a:pt x="732705" y="101248"/>
                  <a:pt x="724743" y="101248"/>
                </a:cubicBezTo>
                <a:cubicBezTo>
                  <a:pt x="714835" y="101248"/>
                  <a:pt x="707167" y="97674"/>
                  <a:pt x="701738" y="90526"/>
                </a:cubicBezTo>
                <a:cubicBezTo>
                  <a:pt x="696309" y="83378"/>
                  <a:pt x="693595" y="74805"/>
                  <a:pt x="693595" y="64807"/>
                </a:cubicBezTo>
                <a:cubicBezTo>
                  <a:pt x="693595" y="57931"/>
                  <a:pt x="694839" y="51586"/>
                  <a:pt x="697327" y="45772"/>
                </a:cubicBezTo>
                <a:cubicBezTo>
                  <a:pt x="699815" y="39959"/>
                  <a:pt x="703423" y="35469"/>
                  <a:pt x="708151" y="32302"/>
                </a:cubicBezTo>
                <a:cubicBezTo>
                  <a:pt x="712879" y="29135"/>
                  <a:pt x="718432" y="27552"/>
                  <a:pt x="724811" y="27552"/>
                </a:cubicBezTo>
                <a:cubicBezTo>
                  <a:pt x="733316" y="27552"/>
                  <a:pt x="740328" y="31012"/>
                  <a:pt x="745848" y="37934"/>
                </a:cubicBezTo>
                <a:lnTo>
                  <a:pt x="745848" y="29180"/>
                </a:lnTo>
                <a:lnTo>
                  <a:pt x="757113" y="29180"/>
                </a:lnTo>
                <a:lnTo>
                  <a:pt x="757113" y="91519"/>
                </a:lnTo>
                <a:cubicBezTo>
                  <a:pt x="757113" y="102746"/>
                  <a:pt x="755970" y="110702"/>
                  <a:pt x="753686" y="115387"/>
                </a:cubicBezTo>
                <a:cubicBezTo>
                  <a:pt x="751401" y="120072"/>
                  <a:pt x="747782" y="123773"/>
                  <a:pt x="742828" y="126489"/>
                </a:cubicBezTo>
                <a:cubicBezTo>
                  <a:pt x="737874" y="129206"/>
                  <a:pt x="731778" y="130564"/>
                  <a:pt x="724539" y="130564"/>
                </a:cubicBezTo>
                <a:cubicBezTo>
                  <a:pt x="715944" y="130564"/>
                  <a:pt x="708999" y="128625"/>
                  <a:pt x="703706" y="124745"/>
                </a:cubicBezTo>
                <a:cubicBezTo>
                  <a:pt x="698413" y="120866"/>
                  <a:pt x="695857" y="115024"/>
                  <a:pt x="696038" y="107220"/>
                </a:cubicBezTo>
                <a:moveTo>
                  <a:pt x="706149" y="63927"/>
                </a:moveTo>
                <a:cubicBezTo>
                  <a:pt x="706149" y="73358"/>
                  <a:pt x="708027" y="80240"/>
                  <a:pt x="711782" y="84572"/>
                </a:cubicBezTo>
                <a:cubicBezTo>
                  <a:pt x="715537" y="88903"/>
                  <a:pt x="720242" y="91069"/>
                  <a:pt x="725897" y="91069"/>
                </a:cubicBezTo>
                <a:cubicBezTo>
                  <a:pt x="731506" y="91069"/>
                  <a:pt x="736211" y="88915"/>
                  <a:pt x="740012" y="84606"/>
                </a:cubicBezTo>
                <a:cubicBezTo>
                  <a:pt x="743812" y="80296"/>
                  <a:pt x="745712" y="73539"/>
                  <a:pt x="745712" y="64332"/>
                </a:cubicBezTo>
                <a:cubicBezTo>
                  <a:pt x="745712" y="55533"/>
                  <a:pt x="743755" y="48899"/>
                  <a:pt x="739842" y="44432"/>
                </a:cubicBezTo>
                <a:cubicBezTo>
                  <a:pt x="735929" y="39964"/>
                  <a:pt x="731212" y="37731"/>
                  <a:pt x="725693" y="37731"/>
                </a:cubicBezTo>
                <a:cubicBezTo>
                  <a:pt x="720264" y="37731"/>
                  <a:pt x="715650" y="39930"/>
                  <a:pt x="711849" y="44330"/>
                </a:cubicBezTo>
                <a:cubicBezTo>
                  <a:pt x="708049" y="48730"/>
                  <a:pt x="706149" y="55262"/>
                  <a:pt x="706149" y="63927"/>
                </a:cubicBezTo>
                <a:close/>
                <a:moveTo>
                  <a:pt x="817013" y="101248"/>
                </a:moveTo>
                <a:lnTo>
                  <a:pt x="817013" y="38681"/>
                </a:lnTo>
                <a:lnTo>
                  <a:pt x="806223" y="38681"/>
                </a:lnTo>
                <a:lnTo>
                  <a:pt x="806223" y="29180"/>
                </a:lnTo>
                <a:lnTo>
                  <a:pt x="817013" y="29180"/>
                </a:lnTo>
                <a:lnTo>
                  <a:pt x="817013" y="21529"/>
                </a:lnTo>
                <a:cubicBezTo>
                  <a:pt x="817013" y="16699"/>
                  <a:pt x="817442" y="13111"/>
                  <a:pt x="818302" y="10764"/>
                </a:cubicBezTo>
                <a:cubicBezTo>
                  <a:pt x="819478" y="7606"/>
                  <a:pt x="821548" y="5045"/>
                  <a:pt x="824511" y="3081"/>
                </a:cubicBezTo>
                <a:cubicBezTo>
                  <a:pt x="827474" y="1118"/>
                  <a:pt x="831625" y="136"/>
                  <a:pt x="836964" y="136"/>
                </a:cubicBezTo>
                <a:cubicBezTo>
                  <a:pt x="840402" y="136"/>
                  <a:pt x="844202" y="543"/>
                  <a:pt x="848364" y="1357"/>
                </a:cubicBezTo>
                <a:lnTo>
                  <a:pt x="846532" y="12011"/>
                </a:lnTo>
                <a:cubicBezTo>
                  <a:pt x="843999" y="11559"/>
                  <a:pt x="841601" y="11333"/>
                  <a:pt x="839339" y="11333"/>
                </a:cubicBezTo>
                <a:cubicBezTo>
                  <a:pt x="835629" y="11333"/>
                  <a:pt x="833005" y="12122"/>
                  <a:pt x="831467" y="13699"/>
                </a:cubicBezTo>
                <a:cubicBezTo>
                  <a:pt x="829929" y="15277"/>
                  <a:pt x="829160" y="18229"/>
                  <a:pt x="829160" y="22555"/>
                </a:cubicBezTo>
                <a:lnTo>
                  <a:pt x="829160" y="29180"/>
                </a:lnTo>
                <a:lnTo>
                  <a:pt x="843207" y="29180"/>
                </a:lnTo>
                <a:lnTo>
                  <a:pt x="843207" y="38681"/>
                </a:lnTo>
                <a:lnTo>
                  <a:pt x="829160" y="38681"/>
                </a:lnTo>
                <a:lnTo>
                  <a:pt x="829160" y="101248"/>
                </a:lnTo>
                <a:lnTo>
                  <a:pt x="817013" y="101248"/>
                </a:lnTo>
                <a:close/>
                <a:moveTo>
                  <a:pt x="852845" y="15879"/>
                </a:moveTo>
                <a:lnTo>
                  <a:pt x="852845" y="1764"/>
                </a:lnTo>
                <a:lnTo>
                  <a:pt x="865060" y="1764"/>
                </a:lnTo>
                <a:lnTo>
                  <a:pt x="865060" y="15879"/>
                </a:lnTo>
                <a:lnTo>
                  <a:pt x="852845" y="15879"/>
                </a:lnTo>
                <a:moveTo>
                  <a:pt x="852845" y="101248"/>
                </a:moveTo>
                <a:lnTo>
                  <a:pt x="852845" y="29180"/>
                </a:lnTo>
                <a:lnTo>
                  <a:pt x="865060" y="29180"/>
                </a:lnTo>
                <a:lnTo>
                  <a:pt x="865060" y="101248"/>
                </a:lnTo>
                <a:lnTo>
                  <a:pt x="852845" y="101248"/>
                </a:lnTo>
                <a:close/>
                <a:moveTo>
                  <a:pt x="883630" y="101248"/>
                </a:moveTo>
                <a:lnTo>
                  <a:pt x="883630" y="29180"/>
                </a:lnTo>
                <a:lnTo>
                  <a:pt x="894624" y="29180"/>
                </a:lnTo>
                <a:lnTo>
                  <a:pt x="894624" y="39359"/>
                </a:lnTo>
                <a:cubicBezTo>
                  <a:pt x="899917" y="31487"/>
                  <a:pt x="907563" y="27552"/>
                  <a:pt x="917561" y="27552"/>
                </a:cubicBezTo>
                <a:cubicBezTo>
                  <a:pt x="921904" y="27552"/>
                  <a:pt x="925896" y="28332"/>
                  <a:pt x="929538" y="29893"/>
                </a:cubicBezTo>
                <a:cubicBezTo>
                  <a:pt x="933180" y="31454"/>
                  <a:pt x="935906" y="33501"/>
                  <a:pt x="937716" y="36034"/>
                </a:cubicBezTo>
                <a:cubicBezTo>
                  <a:pt x="939525" y="38568"/>
                  <a:pt x="940792" y="41576"/>
                  <a:pt x="941516" y="45060"/>
                </a:cubicBezTo>
                <a:cubicBezTo>
                  <a:pt x="941968" y="47322"/>
                  <a:pt x="942194" y="51280"/>
                  <a:pt x="942194" y="56935"/>
                </a:cubicBezTo>
                <a:lnTo>
                  <a:pt x="942194" y="101248"/>
                </a:lnTo>
                <a:lnTo>
                  <a:pt x="929979" y="101248"/>
                </a:lnTo>
                <a:lnTo>
                  <a:pt x="929979" y="57364"/>
                </a:lnTo>
                <a:cubicBezTo>
                  <a:pt x="929979" y="52382"/>
                  <a:pt x="929504" y="48656"/>
                  <a:pt x="928554" y="46188"/>
                </a:cubicBezTo>
                <a:cubicBezTo>
                  <a:pt x="927604" y="43719"/>
                  <a:pt x="925919" y="41749"/>
                  <a:pt x="923499" y="40278"/>
                </a:cubicBezTo>
                <a:cubicBezTo>
                  <a:pt x="921078" y="38806"/>
                  <a:pt x="918239" y="38070"/>
                  <a:pt x="914982" y="38070"/>
                </a:cubicBezTo>
                <a:cubicBezTo>
                  <a:pt x="909779" y="38070"/>
                  <a:pt x="905289" y="39723"/>
                  <a:pt x="901512" y="43030"/>
                </a:cubicBezTo>
                <a:cubicBezTo>
                  <a:pt x="897734" y="46336"/>
                  <a:pt x="895845" y="52608"/>
                  <a:pt x="895845" y="61847"/>
                </a:cubicBezTo>
                <a:lnTo>
                  <a:pt x="895845" y="101248"/>
                </a:lnTo>
                <a:lnTo>
                  <a:pt x="883630" y="101248"/>
                </a:lnTo>
                <a:close/>
                <a:moveTo>
                  <a:pt x="1007931" y="92350"/>
                </a:moveTo>
                <a:cubicBezTo>
                  <a:pt x="1003407" y="96199"/>
                  <a:pt x="999053" y="98915"/>
                  <a:pt x="994868" y="100500"/>
                </a:cubicBezTo>
                <a:cubicBezTo>
                  <a:pt x="990683" y="102085"/>
                  <a:pt x="986193" y="102877"/>
                  <a:pt x="981397" y="102877"/>
                </a:cubicBezTo>
                <a:cubicBezTo>
                  <a:pt x="973480" y="102877"/>
                  <a:pt x="967395" y="100942"/>
                  <a:pt x="963143" y="97071"/>
                </a:cubicBezTo>
                <a:cubicBezTo>
                  <a:pt x="958890" y="93200"/>
                  <a:pt x="956764" y="88254"/>
                  <a:pt x="956764" y="82233"/>
                </a:cubicBezTo>
                <a:cubicBezTo>
                  <a:pt x="956764" y="78702"/>
                  <a:pt x="957567" y="75478"/>
                  <a:pt x="959173" y="72558"/>
                </a:cubicBezTo>
                <a:cubicBezTo>
                  <a:pt x="960779" y="69637"/>
                  <a:pt x="962883" y="67294"/>
                  <a:pt x="965484" y="65528"/>
                </a:cubicBezTo>
                <a:cubicBezTo>
                  <a:pt x="968085" y="63762"/>
                  <a:pt x="971015" y="62427"/>
                  <a:pt x="974272" y="61522"/>
                </a:cubicBezTo>
                <a:cubicBezTo>
                  <a:pt x="976670" y="60887"/>
                  <a:pt x="980289" y="60276"/>
                  <a:pt x="985130" y="59688"/>
                </a:cubicBezTo>
                <a:cubicBezTo>
                  <a:pt x="994992" y="58520"/>
                  <a:pt x="1002253" y="57128"/>
                  <a:pt x="1006913" y="55510"/>
                </a:cubicBezTo>
                <a:cubicBezTo>
                  <a:pt x="1006958" y="53843"/>
                  <a:pt x="1006981" y="52784"/>
                  <a:pt x="1006981" y="52333"/>
                </a:cubicBezTo>
                <a:cubicBezTo>
                  <a:pt x="1006981" y="47375"/>
                  <a:pt x="1005827" y="43883"/>
                  <a:pt x="1003520" y="41855"/>
                </a:cubicBezTo>
                <a:cubicBezTo>
                  <a:pt x="1000399" y="39106"/>
                  <a:pt x="995761" y="37731"/>
                  <a:pt x="989609" y="37731"/>
                </a:cubicBezTo>
                <a:cubicBezTo>
                  <a:pt x="983863" y="37731"/>
                  <a:pt x="979622" y="38737"/>
                  <a:pt x="976885" y="40750"/>
                </a:cubicBezTo>
                <a:cubicBezTo>
                  <a:pt x="974148" y="42764"/>
                  <a:pt x="972123" y="46326"/>
                  <a:pt x="970811" y="51439"/>
                </a:cubicBezTo>
                <a:lnTo>
                  <a:pt x="958868" y="49810"/>
                </a:lnTo>
                <a:cubicBezTo>
                  <a:pt x="959953" y="44682"/>
                  <a:pt x="961740" y="40541"/>
                  <a:pt x="964229" y="37387"/>
                </a:cubicBezTo>
                <a:cubicBezTo>
                  <a:pt x="966717" y="34233"/>
                  <a:pt x="970314" y="31806"/>
                  <a:pt x="975019" y="30105"/>
                </a:cubicBezTo>
                <a:cubicBezTo>
                  <a:pt x="979724" y="28403"/>
                  <a:pt x="985175" y="27552"/>
                  <a:pt x="991373" y="27552"/>
                </a:cubicBezTo>
                <a:cubicBezTo>
                  <a:pt x="997526" y="27552"/>
                  <a:pt x="1002525" y="28275"/>
                  <a:pt x="1006370" y="29723"/>
                </a:cubicBezTo>
                <a:cubicBezTo>
                  <a:pt x="1010216" y="31171"/>
                  <a:pt x="1013043" y="32992"/>
                  <a:pt x="1014853" y="35186"/>
                </a:cubicBezTo>
                <a:cubicBezTo>
                  <a:pt x="1016663" y="37380"/>
                  <a:pt x="1017929" y="40151"/>
                  <a:pt x="1018653" y="43499"/>
                </a:cubicBezTo>
                <a:cubicBezTo>
                  <a:pt x="1019060" y="45580"/>
                  <a:pt x="1019264" y="49335"/>
                  <a:pt x="1019264" y="54764"/>
                </a:cubicBezTo>
                <a:lnTo>
                  <a:pt x="1019264" y="71050"/>
                </a:lnTo>
                <a:cubicBezTo>
                  <a:pt x="1019264" y="82406"/>
                  <a:pt x="1019524" y="89588"/>
                  <a:pt x="1020044" y="92596"/>
                </a:cubicBezTo>
                <a:cubicBezTo>
                  <a:pt x="1020565" y="95605"/>
                  <a:pt x="1021594" y="98489"/>
                  <a:pt x="1023132" y="101248"/>
                </a:cubicBezTo>
                <a:lnTo>
                  <a:pt x="1010374" y="101248"/>
                </a:lnTo>
                <a:cubicBezTo>
                  <a:pt x="1009107" y="98712"/>
                  <a:pt x="1008293" y="95746"/>
                  <a:pt x="1007931" y="92350"/>
                </a:cubicBezTo>
                <a:moveTo>
                  <a:pt x="1006913" y="65011"/>
                </a:moveTo>
                <a:cubicBezTo>
                  <a:pt x="1002480" y="66836"/>
                  <a:pt x="995829" y="68387"/>
                  <a:pt x="986962" y="69663"/>
                </a:cubicBezTo>
                <a:cubicBezTo>
                  <a:pt x="981940" y="70390"/>
                  <a:pt x="978389" y="71208"/>
                  <a:pt x="976308" y="72117"/>
                </a:cubicBezTo>
                <a:cubicBezTo>
                  <a:pt x="974227" y="73025"/>
                  <a:pt x="972621" y="74354"/>
                  <a:pt x="971490" y="76104"/>
                </a:cubicBezTo>
                <a:cubicBezTo>
                  <a:pt x="970359" y="77853"/>
                  <a:pt x="969793" y="79795"/>
                  <a:pt x="969793" y="81929"/>
                </a:cubicBezTo>
                <a:cubicBezTo>
                  <a:pt x="969793" y="85199"/>
                  <a:pt x="971026" y="87925"/>
                  <a:pt x="973492" y="90107"/>
                </a:cubicBezTo>
                <a:cubicBezTo>
                  <a:pt x="975957" y="92287"/>
                  <a:pt x="979565" y="93377"/>
                  <a:pt x="984315" y="93377"/>
                </a:cubicBezTo>
                <a:cubicBezTo>
                  <a:pt x="989021" y="93377"/>
                  <a:pt x="993205" y="92342"/>
                  <a:pt x="996870" y="90274"/>
                </a:cubicBezTo>
                <a:cubicBezTo>
                  <a:pt x="1000534" y="88206"/>
                  <a:pt x="1003226" y="85376"/>
                  <a:pt x="1004945" y="81785"/>
                </a:cubicBezTo>
                <a:cubicBezTo>
                  <a:pt x="1006257" y="79011"/>
                  <a:pt x="1006913" y="74920"/>
                  <a:pt x="1006913" y="69511"/>
                </a:cubicBezTo>
                <a:lnTo>
                  <a:pt x="1006913" y="65011"/>
                </a:lnTo>
                <a:close/>
                <a:moveTo>
                  <a:pt x="1038176" y="101248"/>
                </a:moveTo>
                <a:lnTo>
                  <a:pt x="1038176" y="29180"/>
                </a:lnTo>
                <a:lnTo>
                  <a:pt x="1049169" y="29180"/>
                </a:lnTo>
                <a:lnTo>
                  <a:pt x="1049169" y="39359"/>
                </a:lnTo>
                <a:cubicBezTo>
                  <a:pt x="1054462" y="31487"/>
                  <a:pt x="1062108" y="27552"/>
                  <a:pt x="1072106" y="27552"/>
                </a:cubicBezTo>
                <a:cubicBezTo>
                  <a:pt x="1076449" y="27552"/>
                  <a:pt x="1080442" y="28332"/>
                  <a:pt x="1084084" y="29893"/>
                </a:cubicBezTo>
                <a:cubicBezTo>
                  <a:pt x="1087725" y="31454"/>
                  <a:pt x="1090451" y="33501"/>
                  <a:pt x="1092261" y="36034"/>
                </a:cubicBezTo>
                <a:cubicBezTo>
                  <a:pt x="1094070" y="38568"/>
                  <a:pt x="1095337" y="41576"/>
                  <a:pt x="1096061" y="45060"/>
                </a:cubicBezTo>
                <a:cubicBezTo>
                  <a:pt x="1096513" y="47322"/>
                  <a:pt x="1096740" y="51280"/>
                  <a:pt x="1096740" y="56935"/>
                </a:cubicBezTo>
                <a:lnTo>
                  <a:pt x="1096740" y="101248"/>
                </a:lnTo>
                <a:lnTo>
                  <a:pt x="1084525" y="101248"/>
                </a:lnTo>
                <a:lnTo>
                  <a:pt x="1084525" y="57364"/>
                </a:lnTo>
                <a:cubicBezTo>
                  <a:pt x="1084525" y="52382"/>
                  <a:pt x="1084050" y="48656"/>
                  <a:pt x="1083100" y="46188"/>
                </a:cubicBezTo>
                <a:cubicBezTo>
                  <a:pt x="1082150" y="43719"/>
                  <a:pt x="1080464" y="41749"/>
                  <a:pt x="1078044" y="40278"/>
                </a:cubicBezTo>
                <a:cubicBezTo>
                  <a:pt x="1075624" y="38806"/>
                  <a:pt x="1072785" y="38070"/>
                  <a:pt x="1069527" y="38070"/>
                </a:cubicBezTo>
                <a:cubicBezTo>
                  <a:pt x="1064325" y="38070"/>
                  <a:pt x="1059835" y="39723"/>
                  <a:pt x="1056057" y="43030"/>
                </a:cubicBezTo>
                <a:cubicBezTo>
                  <a:pt x="1052279" y="46336"/>
                  <a:pt x="1050391" y="52608"/>
                  <a:pt x="1050391" y="61847"/>
                </a:cubicBezTo>
                <a:lnTo>
                  <a:pt x="1050391" y="101248"/>
                </a:lnTo>
                <a:lnTo>
                  <a:pt x="1038176" y="101248"/>
                </a:lnTo>
                <a:close/>
                <a:moveTo>
                  <a:pt x="1162476" y="74783"/>
                </a:moveTo>
                <a:lnTo>
                  <a:pt x="1174488" y="76344"/>
                </a:lnTo>
                <a:cubicBezTo>
                  <a:pt x="1173176" y="84644"/>
                  <a:pt x="1169816" y="91141"/>
                  <a:pt x="1164410" y="95837"/>
                </a:cubicBezTo>
                <a:cubicBezTo>
                  <a:pt x="1159004" y="100530"/>
                  <a:pt x="1152365" y="102877"/>
                  <a:pt x="1144493" y="102877"/>
                </a:cubicBezTo>
                <a:cubicBezTo>
                  <a:pt x="1134631" y="102877"/>
                  <a:pt x="1126702" y="99654"/>
                  <a:pt x="1120708" y="93207"/>
                </a:cubicBezTo>
                <a:cubicBezTo>
                  <a:pt x="1114713" y="86760"/>
                  <a:pt x="1111716" y="77520"/>
                  <a:pt x="1111716" y="65486"/>
                </a:cubicBezTo>
                <a:cubicBezTo>
                  <a:pt x="1111716" y="57704"/>
                  <a:pt x="1113006" y="50896"/>
                  <a:pt x="1115584" y="45060"/>
                </a:cubicBezTo>
                <a:cubicBezTo>
                  <a:pt x="1118163" y="39224"/>
                  <a:pt x="1122088" y="34847"/>
                  <a:pt x="1127358" y="31929"/>
                </a:cubicBezTo>
                <a:cubicBezTo>
                  <a:pt x="1132629" y="29011"/>
                  <a:pt x="1138363" y="27552"/>
                  <a:pt x="1144561" y="27552"/>
                </a:cubicBezTo>
                <a:cubicBezTo>
                  <a:pt x="1152387" y="27552"/>
                  <a:pt x="1158789" y="29537"/>
                  <a:pt x="1163765" y="33508"/>
                </a:cubicBezTo>
                <a:cubicBezTo>
                  <a:pt x="1168742" y="37478"/>
                  <a:pt x="1171931" y="43116"/>
                  <a:pt x="1173334" y="50421"/>
                </a:cubicBezTo>
                <a:lnTo>
                  <a:pt x="1161458" y="52253"/>
                </a:lnTo>
                <a:cubicBezTo>
                  <a:pt x="1160327" y="47435"/>
                  <a:pt x="1158325" y="43810"/>
                  <a:pt x="1155453" y="41378"/>
                </a:cubicBezTo>
                <a:cubicBezTo>
                  <a:pt x="1152580" y="38947"/>
                  <a:pt x="1149108" y="37731"/>
                  <a:pt x="1145036" y="37731"/>
                </a:cubicBezTo>
                <a:cubicBezTo>
                  <a:pt x="1138883" y="37731"/>
                  <a:pt x="1133884" y="39926"/>
                  <a:pt x="1130039" y="44315"/>
                </a:cubicBezTo>
                <a:cubicBezTo>
                  <a:pt x="1126193" y="48704"/>
                  <a:pt x="1124270" y="55647"/>
                  <a:pt x="1124270" y="65146"/>
                </a:cubicBezTo>
                <a:cubicBezTo>
                  <a:pt x="1124270" y="74781"/>
                  <a:pt x="1126125" y="81782"/>
                  <a:pt x="1129835" y="86149"/>
                </a:cubicBezTo>
                <a:cubicBezTo>
                  <a:pt x="1133545" y="90515"/>
                  <a:pt x="1138385" y="92698"/>
                  <a:pt x="1144357" y="92698"/>
                </a:cubicBezTo>
                <a:cubicBezTo>
                  <a:pt x="1149153" y="92698"/>
                  <a:pt x="1153157" y="91233"/>
                  <a:pt x="1156369" y="88304"/>
                </a:cubicBezTo>
                <a:cubicBezTo>
                  <a:pt x="1159581" y="85375"/>
                  <a:pt x="1161617" y="80868"/>
                  <a:pt x="1162476" y="74783"/>
                </a:cubicBezTo>
                <a:close/>
                <a:moveTo>
                  <a:pt x="1185006" y="15879"/>
                </a:moveTo>
                <a:lnTo>
                  <a:pt x="1185006" y="1764"/>
                </a:lnTo>
                <a:lnTo>
                  <a:pt x="1197221" y="1764"/>
                </a:lnTo>
                <a:lnTo>
                  <a:pt x="1197221" y="15879"/>
                </a:lnTo>
                <a:lnTo>
                  <a:pt x="1185006" y="15879"/>
                </a:lnTo>
                <a:moveTo>
                  <a:pt x="1185006" y="101248"/>
                </a:moveTo>
                <a:lnTo>
                  <a:pt x="1185006" y="29180"/>
                </a:lnTo>
                <a:lnTo>
                  <a:pt x="1197221" y="29180"/>
                </a:lnTo>
                <a:lnTo>
                  <a:pt x="1197221" y="101248"/>
                </a:lnTo>
                <a:lnTo>
                  <a:pt x="1185006" y="101248"/>
                </a:lnTo>
                <a:close/>
                <a:moveTo>
                  <a:pt x="1262820" y="92350"/>
                </a:moveTo>
                <a:cubicBezTo>
                  <a:pt x="1258295" y="96199"/>
                  <a:pt x="1253941" y="98915"/>
                  <a:pt x="1249756" y="100500"/>
                </a:cubicBezTo>
                <a:cubicBezTo>
                  <a:pt x="1245572" y="102085"/>
                  <a:pt x="1241081" y="102877"/>
                  <a:pt x="1236286" y="102877"/>
                </a:cubicBezTo>
                <a:cubicBezTo>
                  <a:pt x="1228369" y="102877"/>
                  <a:pt x="1222284" y="100942"/>
                  <a:pt x="1218031" y="97071"/>
                </a:cubicBezTo>
                <a:cubicBezTo>
                  <a:pt x="1213779" y="93200"/>
                  <a:pt x="1211652" y="88254"/>
                  <a:pt x="1211652" y="82233"/>
                </a:cubicBezTo>
                <a:cubicBezTo>
                  <a:pt x="1211652" y="78702"/>
                  <a:pt x="1212455" y="75478"/>
                  <a:pt x="1214061" y="72558"/>
                </a:cubicBezTo>
                <a:cubicBezTo>
                  <a:pt x="1215667" y="69637"/>
                  <a:pt x="1217771" y="67294"/>
                  <a:pt x="1220373" y="65528"/>
                </a:cubicBezTo>
                <a:cubicBezTo>
                  <a:pt x="1222974" y="63762"/>
                  <a:pt x="1225903" y="62427"/>
                  <a:pt x="1229160" y="61522"/>
                </a:cubicBezTo>
                <a:cubicBezTo>
                  <a:pt x="1231558" y="60887"/>
                  <a:pt x="1235177" y="60276"/>
                  <a:pt x="1240018" y="59688"/>
                </a:cubicBezTo>
                <a:cubicBezTo>
                  <a:pt x="1249881" y="58520"/>
                  <a:pt x="1257142" y="57128"/>
                  <a:pt x="1261802" y="55510"/>
                </a:cubicBezTo>
                <a:cubicBezTo>
                  <a:pt x="1261847" y="53843"/>
                  <a:pt x="1261869" y="52784"/>
                  <a:pt x="1261869" y="52333"/>
                </a:cubicBezTo>
                <a:cubicBezTo>
                  <a:pt x="1261869" y="47375"/>
                  <a:pt x="1260716" y="43883"/>
                  <a:pt x="1258409" y="41855"/>
                </a:cubicBezTo>
                <a:cubicBezTo>
                  <a:pt x="1255287" y="39106"/>
                  <a:pt x="1250650" y="37731"/>
                  <a:pt x="1244497" y="37731"/>
                </a:cubicBezTo>
                <a:cubicBezTo>
                  <a:pt x="1238752" y="37731"/>
                  <a:pt x="1234510" y="38737"/>
                  <a:pt x="1231773" y="40750"/>
                </a:cubicBezTo>
                <a:cubicBezTo>
                  <a:pt x="1229036" y="42764"/>
                  <a:pt x="1227012" y="46326"/>
                  <a:pt x="1225700" y="51439"/>
                </a:cubicBezTo>
                <a:lnTo>
                  <a:pt x="1213756" y="49810"/>
                </a:lnTo>
                <a:cubicBezTo>
                  <a:pt x="1214842" y="44682"/>
                  <a:pt x="1216629" y="40541"/>
                  <a:pt x="1219117" y="37387"/>
                </a:cubicBezTo>
                <a:cubicBezTo>
                  <a:pt x="1221605" y="34233"/>
                  <a:pt x="1225202" y="31806"/>
                  <a:pt x="1229907" y="30105"/>
                </a:cubicBezTo>
                <a:cubicBezTo>
                  <a:pt x="1234612" y="28403"/>
                  <a:pt x="1240063" y="27552"/>
                  <a:pt x="1246261" y="27552"/>
                </a:cubicBezTo>
                <a:cubicBezTo>
                  <a:pt x="1252414" y="27552"/>
                  <a:pt x="1257413" y="28275"/>
                  <a:pt x="1261259" y="29723"/>
                </a:cubicBezTo>
                <a:cubicBezTo>
                  <a:pt x="1265104" y="31171"/>
                  <a:pt x="1267932" y="32992"/>
                  <a:pt x="1269741" y="35186"/>
                </a:cubicBezTo>
                <a:cubicBezTo>
                  <a:pt x="1271551" y="37380"/>
                  <a:pt x="1272818" y="40151"/>
                  <a:pt x="1273542" y="43499"/>
                </a:cubicBezTo>
                <a:cubicBezTo>
                  <a:pt x="1273949" y="45580"/>
                  <a:pt x="1274152" y="49335"/>
                  <a:pt x="1274152" y="54764"/>
                </a:cubicBezTo>
                <a:lnTo>
                  <a:pt x="1274152" y="71050"/>
                </a:lnTo>
                <a:cubicBezTo>
                  <a:pt x="1274152" y="82406"/>
                  <a:pt x="1274412" y="89588"/>
                  <a:pt x="1274933" y="92596"/>
                </a:cubicBezTo>
                <a:cubicBezTo>
                  <a:pt x="1275453" y="95605"/>
                  <a:pt x="1276482" y="98489"/>
                  <a:pt x="1278020" y="101248"/>
                </a:cubicBezTo>
                <a:lnTo>
                  <a:pt x="1265263" y="101248"/>
                </a:lnTo>
                <a:cubicBezTo>
                  <a:pt x="1263996" y="98712"/>
                  <a:pt x="1263181" y="95746"/>
                  <a:pt x="1262820" y="92350"/>
                </a:cubicBezTo>
                <a:moveTo>
                  <a:pt x="1261802" y="65011"/>
                </a:moveTo>
                <a:cubicBezTo>
                  <a:pt x="1257368" y="66836"/>
                  <a:pt x="1250718" y="68387"/>
                  <a:pt x="1241850" y="69663"/>
                </a:cubicBezTo>
                <a:cubicBezTo>
                  <a:pt x="1236829" y="70390"/>
                  <a:pt x="1233277" y="71208"/>
                  <a:pt x="1231196" y="72117"/>
                </a:cubicBezTo>
                <a:cubicBezTo>
                  <a:pt x="1229115" y="73025"/>
                  <a:pt x="1227509" y="74354"/>
                  <a:pt x="1226378" y="76104"/>
                </a:cubicBezTo>
                <a:cubicBezTo>
                  <a:pt x="1225247" y="77853"/>
                  <a:pt x="1224682" y="79795"/>
                  <a:pt x="1224682" y="81929"/>
                </a:cubicBezTo>
                <a:cubicBezTo>
                  <a:pt x="1224682" y="85199"/>
                  <a:pt x="1225914" y="87925"/>
                  <a:pt x="1228380" y="90107"/>
                </a:cubicBezTo>
                <a:cubicBezTo>
                  <a:pt x="1230846" y="92287"/>
                  <a:pt x="1234454" y="93377"/>
                  <a:pt x="1239204" y="93377"/>
                </a:cubicBezTo>
                <a:cubicBezTo>
                  <a:pt x="1243909" y="93377"/>
                  <a:pt x="1248094" y="92342"/>
                  <a:pt x="1251758" y="90274"/>
                </a:cubicBezTo>
                <a:cubicBezTo>
                  <a:pt x="1255423" y="88206"/>
                  <a:pt x="1258114" y="85376"/>
                  <a:pt x="1259834" y="81785"/>
                </a:cubicBezTo>
                <a:cubicBezTo>
                  <a:pt x="1261146" y="79011"/>
                  <a:pt x="1261802" y="74920"/>
                  <a:pt x="1261802" y="69511"/>
                </a:cubicBezTo>
                <a:lnTo>
                  <a:pt x="1261802" y="65011"/>
                </a:lnTo>
                <a:close/>
                <a:moveTo>
                  <a:pt x="1292793" y="101248"/>
                </a:moveTo>
                <a:lnTo>
                  <a:pt x="1292793" y="1764"/>
                </a:lnTo>
                <a:lnTo>
                  <a:pt x="1305008" y="1764"/>
                </a:lnTo>
                <a:lnTo>
                  <a:pt x="1305008" y="101248"/>
                </a:lnTo>
                <a:lnTo>
                  <a:pt x="1292793" y="101248"/>
                </a:lnTo>
                <a:close/>
                <a:moveTo>
                  <a:pt x="1409627" y="74783"/>
                </a:moveTo>
                <a:lnTo>
                  <a:pt x="1421638" y="76344"/>
                </a:lnTo>
                <a:cubicBezTo>
                  <a:pt x="1420326" y="84644"/>
                  <a:pt x="1416967" y="91141"/>
                  <a:pt x="1411561" y="95837"/>
                </a:cubicBezTo>
                <a:cubicBezTo>
                  <a:pt x="1406155" y="100530"/>
                  <a:pt x="1399516" y="102877"/>
                  <a:pt x="1391644" y="102877"/>
                </a:cubicBezTo>
                <a:cubicBezTo>
                  <a:pt x="1381781" y="102877"/>
                  <a:pt x="1373853" y="99654"/>
                  <a:pt x="1367859" y="93207"/>
                </a:cubicBezTo>
                <a:cubicBezTo>
                  <a:pt x="1361864" y="86760"/>
                  <a:pt x="1358867" y="77520"/>
                  <a:pt x="1358867" y="65486"/>
                </a:cubicBezTo>
                <a:cubicBezTo>
                  <a:pt x="1358867" y="57704"/>
                  <a:pt x="1360156" y="50896"/>
                  <a:pt x="1362735" y="45060"/>
                </a:cubicBezTo>
                <a:cubicBezTo>
                  <a:pt x="1365314" y="39224"/>
                  <a:pt x="1369238" y="34847"/>
                  <a:pt x="1374509" y="31929"/>
                </a:cubicBezTo>
                <a:cubicBezTo>
                  <a:pt x="1379780" y="29011"/>
                  <a:pt x="1385514" y="27552"/>
                  <a:pt x="1391712" y="27552"/>
                </a:cubicBezTo>
                <a:cubicBezTo>
                  <a:pt x="1399538" y="27552"/>
                  <a:pt x="1405940" y="29537"/>
                  <a:pt x="1410916" y="33508"/>
                </a:cubicBezTo>
                <a:cubicBezTo>
                  <a:pt x="1415893" y="37478"/>
                  <a:pt x="1419082" y="43116"/>
                  <a:pt x="1420485" y="50421"/>
                </a:cubicBezTo>
                <a:lnTo>
                  <a:pt x="1408609" y="52253"/>
                </a:lnTo>
                <a:cubicBezTo>
                  <a:pt x="1407478" y="47435"/>
                  <a:pt x="1405476" y="43810"/>
                  <a:pt x="1402603" y="41378"/>
                </a:cubicBezTo>
                <a:cubicBezTo>
                  <a:pt x="1399731" y="38947"/>
                  <a:pt x="1396258" y="37731"/>
                  <a:pt x="1392187" y="37731"/>
                </a:cubicBezTo>
                <a:cubicBezTo>
                  <a:pt x="1386034" y="37731"/>
                  <a:pt x="1381035" y="39926"/>
                  <a:pt x="1377189" y="44315"/>
                </a:cubicBezTo>
                <a:cubicBezTo>
                  <a:pt x="1373344" y="48704"/>
                  <a:pt x="1371421" y="55647"/>
                  <a:pt x="1371421" y="65146"/>
                </a:cubicBezTo>
                <a:cubicBezTo>
                  <a:pt x="1371421" y="74781"/>
                  <a:pt x="1373276" y="81782"/>
                  <a:pt x="1376986" y="86149"/>
                </a:cubicBezTo>
                <a:cubicBezTo>
                  <a:pt x="1380696" y="90515"/>
                  <a:pt x="1385536" y="92698"/>
                  <a:pt x="1391508" y="92698"/>
                </a:cubicBezTo>
                <a:cubicBezTo>
                  <a:pt x="1396304" y="92698"/>
                  <a:pt x="1400307" y="91233"/>
                  <a:pt x="1403520" y="88304"/>
                </a:cubicBezTo>
                <a:cubicBezTo>
                  <a:pt x="1406732" y="85375"/>
                  <a:pt x="1408767" y="80868"/>
                  <a:pt x="1409627" y="74783"/>
                </a:cubicBezTo>
                <a:close/>
                <a:moveTo>
                  <a:pt x="1431954" y="101248"/>
                </a:moveTo>
                <a:lnTo>
                  <a:pt x="1431954" y="29180"/>
                </a:lnTo>
                <a:lnTo>
                  <a:pt x="1442948" y="29180"/>
                </a:lnTo>
                <a:lnTo>
                  <a:pt x="1442948" y="40038"/>
                </a:lnTo>
                <a:cubicBezTo>
                  <a:pt x="1445753" y="34954"/>
                  <a:pt x="1448343" y="31602"/>
                  <a:pt x="1450718" y="29982"/>
                </a:cubicBezTo>
                <a:cubicBezTo>
                  <a:pt x="1453093" y="28362"/>
                  <a:pt x="1455706" y="27552"/>
                  <a:pt x="1458556" y="27552"/>
                </a:cubicBezTo>
                <a:cubicBezTo>
                  <a:pt x="1462673" y="27552"/>
                  <a:pt x="1466857" y="28858"/>
                  <a:pt x="1471110" y="31470"/>
                </a:cubicBezTo>
                <a:lnTo>
                  <a:pt x="1466903" y="42752"/>
                </a:lnTo>
                <a:cubicBezTo>
                  <a:pt x="1463917" y="40988"/>
                  <a:pt x="1460931" y="40106"/>
                  <a:pt x="1457945" y="40106"/>
                </a:cubicBezTo>
                <a:cubicBezTo>
                  <a:pt x="1455276" y="40106"/>
                  <a:pt x="1452878" y="40910"/>
                  <a:pt x="1450752" y="42519"/>
                </a:cubicBezTo>
                <a:cubicBezTo>
                  <a:pt x="1448626" y="44127"/>
                  <a:pt x="1447110" y="46357"/>
                  <a:pt x="1446205" y="49210"/>
                </a:cubicBezTo>
                <a:cubicBezTo>
                  <a:pt x="1444848" y="53557"/>
                  <a:pt x="1444169" y="58312"/>
                  <a:pt x="1444169" y="63475"/>
                </a:cubicBezTo>
                <a:lnTo>
                  <a:pt x="1444169" y="101248"/>
                </a:lnTo>
                <a:lnTo>
                  <a:pt x="1431954" y="101248"/>
                </a:lnTo>
                <a:close/>
                <a:moveTo>
                  <a:pt x="1478438" y="15879"/>
                </a:moveTo>
                <a:lnTo>
                  <a:pt x="1478438" y="1764"/>
                </a:lnTo>
                <a:lnTo>
                  <a:pt x="1490653" y="1764"/>
                </a:lnTo>
                <a:lnTo>
                  <a:pt x="1490653" y="15879"/>
                </a:lnTo>
                <a:lnTo>
                  <a:pt x="1478438" y="15879"/>
                </a:lnTo>
                <a:moveTo>
                  <a:pt x="1478438" y="101248"/>
                </a:moveTo>
                <a:lnTo>
                  <a:pt x="1478438" y="29180"/>
                </a:lnTo>
                <a:lnTo>
                  <a:pt x="1490653" y="29180"/>
                </a:lnTo>
                <a:lnTo>
                  <a:pt x="1490653" y="101248"/>
                </a:lnTo>
                <a:lnTo>
                  <a:pt x="1478438" y="101248"/>
                </a:lnTo>
                <a:close/>
                <a:moveTo>
                  <a:pt x="1504337" y="79669"/>
                </a:moveTo>
                <a:lnTo>
                  <a:pt x="1516416" y="77769"/>
                </a:lnTo>
                <a:cubicBezTo>
                  <a:pt x="1517095" y="82588"/>
                  <a:pt x="1518984" y="86282"/>
                  <a:pt x="1522083" y="88849"/>
                </a:cubicBezTo>
                <a:cubicBezTo>
                  <a:pt x="1525181" y="91415"/>
                  <a:pt x="1529513" y="92698"/>
                  <a:pt x="1535078" y="92698"/>
                </a:cubicBezTo>
                <a:cubicBezTo>
                  <a:pt x="1540688" y="92698"/>
                  <a:pt x="1544850" y="91565"/>
                  <a:pt x="1547564" y="89299"/>
                </a:cubicBezTo>
                <a:cubicBezTo>
                  <a:pt x="1550279" y="87031"/>
                  <a:pt x="1551636" y="84372"/>
                  <a:pt x="1551636" y="81321"/>
                </a:cubicBezTo>
                <a:cubicBezTo>
                  <a:pt x="1551636" y="78582"/>
                  <a:pt x="1550437" y="76428"/>
                  <a:pt x="1548039" y="74857"/>
                </a:cubicBezTo>
                <a:cubicBezTo>
                  <a:pt x="1546365" y="73780"/>
                  <a:pt x="1542203" y="72410"/>
                  <a:pt x="1535553" y="70749"/>
                </a:cubicBezTo>
                <a:cubicBezTo>
                  <a:pt x="1526595" y="68486"/>
                  <a:pt x="1520386" y="66528"/>
                  <a:pt x="1516925" y="64875"/>
                </a:cubicBezTo>
                <a:cubicBezTo>
                  <a:pt x="1513464" y="63222"/>
                  <a:pt x="1510840" y="60936"/>
                  <a:pt x="1509053" y="58015"/>
                </a:cubicBezTo>
                <a:cubicBezTo>
                  <a:pt x="1507266" y="55094"/>
                  <a:pt x="1506373" y="51868"/>
                  <a:pt x="1506373" y="48336"/>
                </a:cubicBezTo>
                <a:cubicBezTo>
                  <a:pt x="1506373" y="45121"/>
                  <a:pt x="1507108" y="42144"/>
                  <a:pt x="1508578" y="39404"/>
                </a:cubicBezTo>
                <a:cubicBezTo>
                  <a:pt x="1510048" y="36664"/>
                  <a:pt x="1512050" y="34389"/>
                  <a:pt x="1514584" y="32577"/>
                </a:cubicBezTo>
                <a:cubicBezTo>
                  <a:pt x="1516484" y="31174"/>
                  <a:pt x="1519074" y="29985"/>
                  <a:pt x="1522354" y="29013"/>
                </a:cubicBezTo>
                <a:cubicBezTo>
                  <a:pt x="1525634" y="28039"/>
                  <a:pt x="1529151" y="27552"/>
                  <a:pt x="1532906" y="27552"/>
                </a:cubicBezTo>
                <a:cubicBezTo>
                  <a:pt x="1538561" y="27552"/>
                  <a:pt x="1543527" y="28372"/>
                  <a:pt x="1547802" y="30011"/>
                </a:cubicBezTo>
                <a:cubicBezTo>
                  <a:pt x="1552077" y="31650"/>
                  <a:pt x="1555233" y="33870"/>
                  <a:pt x="1557268" y="36672"/>
                </a:cubicBezTo>
                <a:cubicBezTo>
                  <a:pt x="1559304" y="39473"/>
                  <a:pt x="1560707" y="43219"/>
                  <a:pt x="1561476" y="47910"/>
                </a:cubicBezTo>
                <a:lnTo>
                  <a:pt x="1549532" y="49538"/>
                </a:lnTo>
                <a:cubicBezTo>
                  <a:pt x="1548989" y="45829"/>
                  <a:pt x="1547417" y="42933"/>
                  <a:pt x="1544816" y="40852"/>
                </a:cubicBezTo>
                <a:cubicBezTo>
                  <a:pt x="1542215" y="38771"/>
                  <a:pt x="1538539" y="37731"/>
                  <a:pt x="1533789" y="37731"/>
                </a:cubicBezTo>
                <a:cubicBezTo>
                  <a:pt x="1528179" y="37731"/>
                  <a:pt x="1524175" y="38654"/>
                  <a:pt x="1521777" y="40500"/>
                </a:cubicBezTo>
                <a:cubicBezTo>
                  <a:pt x="1519379" y="42345"/>
                  <a:pt x="1518180" y="44506"/>
                  <a:pt x="1518180" y="46983"/>
                </a:cubicBezTo>
                <a:cubicBezTo>
                  <a:pt x="1518180" y="48558"/>
                  <a:pt x="1518678" y="49976"/>
                  <a:pt x="1519673" y="51237"/>
                </a:cubicBezTo>
                <a:cubicBezTo>
                  <a:pt x="1520669" y="52542"/>
                  <a:pt x="1522230" y="53622"/>
                  <a:pt x="1524356" y="54477"/>
                </a:cubicBezTo>
                <a:cubicBezTo>
                  <a:pt x="1525577" y="54928"/>
                  <a:pt x="1529174" y="55964"/>
                  <a:pt x="1535146" y="57584"/>
                </a:cubicBezTo>
                <a:cubicBezTo>
                  <a:pt x="1543787" y="59890"/>
                  <a:pt x="1549815" y="61777"/>
                  <a:pt x="1553231" y="63246"/>
                </a:cubicBezTo>
                <a:cubicBezTo>
                  <a:pt x="1556646" y="64715"/>
                  <a:pt x="1559327" y="66851"/>
                  <a:pt x="1561272" y="69655"/>
                </a:cubicBezTo>
                <a:cubicBezTo>
                  <a:pt x="1563218" y="72457"/>
                  <a:pt x="1564190" y="75937"/>
                  <a:pt x="1564190" y="80095"/>
                </a:cubicBezTo>
                <a:cubicBezTo>
                  <a:pt x="1564190" y="84164"/>
                  <a:pt x="1563003" y="87995"/>
                  <a:pt x="1560628" y="91589"/>
                </a:cubicBezTo>
                <a:cubicBezTo>
                  <a:pt x="1558252" y="95181"/>
                  <a:pt x="1554825" y="97961"/>
                  <a:pt x="1550347" y="99927"/>
                </a:cubicBezTo>
                <a:cubicBezTo>
                  <a:pt x="1545868" y="101894"/>
                  <a:pt x="1540801" y="102877"/>
                  <a:pt x="1535146" y="102877"/>
                </a:cubicBezTo>
                <a:cubicBezTo>
                  <a:pt x="1525781" y="102877"/>
                  <a:pt x="1518644" y="100926"/>
                  <a:pt x="1513736" y="97024"/>
                </a:cubicBezTo>
                <a:cubicBezTo>
                  <a:pt x="1508827" y="93122"/>
                  <a:pt x="1505694" y="87337"/>
                  <a:pt x="1504337" y="79669"/>
                </a:cubicBezTo>
                <a:close/>
                <a:moveTo>
                  <a:pt x="1628048" y="78040"/>
                </a:moveTo>
                <a:lnTo>
                  <a:pt x="1640670" y="79601"/>
                </a:lnTo>
                <a:cubicBezTo>
                  <a:pt x="1638680" y="86975"/>
                  <a:pt x="1634993" y="92698"/>
                  <a:pt x="1629609" y="96770"/>
                </a:cubicBezTo>
                <a:cubicBezTo>
                  <a:pt x="1624225" y="100841"/>
                  <a:pt x="1617349" y="102877"/>
                  <a:pt x="1608979" y="102877"/>
                </a:cubicBezTo>
                <a:cubicBezTo>
                  <a:pt x="1598438" y="102877"/>
                  <a:pt x="1590080" y="99631"/>
                  <a:pt x="1583905" y="93139"/>
                </a:cubicBezTo>
                <a:cubicBezTo>
                  <a:pt x="1577729" y="86647"/>
                  <a:pt x="1574642" y="77542"/>
                  <a:pt x="1574642" y="65825"/>
                </a:cubicBezTo>
                <a:cubicBezTo>
                  <a:pt x="1574642" y="53701"/>
                  <a:pt x="1577763" y="44291"/>
                  <a:pt x="1584006" y="37595"/>
                </a:cubicBezTo>
                <a:cubicBezTo>
                  <a:pt x="1590250" y="30899"/>
                  <a:pt x="1598348" y="27552"/>
                  <a:pt x="1608301" y="27552"/>
                </a:cubicBezTo>
                <a:cubicBezTo>
                  <a:pt x="1617937" y="27552"/>
                  <a:pt x="1625809" y="30827"/>
                  <a:pt x="1631916" y="37377"/>
                </a:cubicBezTo>
                <a:cubicBezTo>
                  <a:pt x="1638024" y="43925"/>
                  <a:pt x="1641077" y="53139"/>
                  <a:pt x="1641077" y="65017"/>
                </a:cubicBezTo>
                <a:cubicBezTo>
                  <a:pt x="1641077" y="65740"/>
                  <a:pt x="1641055" y="66823"/>
                  <a:pt x="1641010" y="68268"/>
                </a:cubicBezTo>
                <a:lnTo>
                  <a:pt x="1587264" y="68268"/>
                </a:lnTo>
                <a:cubicBezTo>
                  <a:pt x="1587716" y="76163"/>
                  <a:pt x="1589956" y="82208"/>
                  <a:pt x="1593982" y="86404"/>
                </a:cubicBezTo>
                <a:cubicBezTo>
                  <a:pt x="1598008" y="90600"/>
                  <a:pt x="1603030" y="92698"/>
                  <a:pt x="1609047" y="92698"/>
                </a:cubicBezTo>
                <a:cubicBezTo>
                  <a:pt x="1613526" y="92698"/>
                  <a:pt x="1617349" y="91533"/>
                  <a:pt x="1620516" y="89203"/>
                </a:cubicBezTo>
                <a:cubicBezTo>
                  <a:pt x="1623682" y="86872"/>
                  <a:pt x="1626193" y="83151"/>
                  <a:pt x="1628048" y="78040"/>
                </a:cubicBezTo>
                <a:moveTo>
                  <a:pt x="1587942" y="58089"/>
                </a:moveTo>
                <a:lnTo>
                  <a:pt x="1628184" y="58089"/>
                </a:lnTo>
                <a:cubicBezTo>
                  <a:pt x="1627641" y="52126"/>
                  <a:pt x="1626103" y="47653"/>
                  <a:pt x="1623569" y="44672"/>
                </a:cubicBezTo>
                <a:cubicBezTo>
                  <a:pt x="1619679" y="40044"/>
                  <a:pt x="1614634" y="37731"/>
                  <a:pt x="1608436" y="37731"/>
                </a:cubicBezTo>
                <a:cubicBezTo>
                  <a:pt x="1602827" y="37731"/>
                  <a:pt x="1598110" y="39578"/>
                  <a:pt x="1594287" y="43272"/>
                </a:cubicBezTo>
                <a:cubicBezTo>
                  <a:pt x="1590465" y="46965"/>
                  <a:pt x="1588350" y="51904"/>
                  <a:pt x="1587942" y="58089"/>
                </a:cubicBezTo>
                <a:close/>
                <a:moveTo>
                  <a:pt x="1651099" y="79669"/>
                </a:moveTo>
                <a:lnTo>
                  <a:pt x="1663179" y="77769"/>
                </a:lnTo>
                <a:cubicBezTo>
                  <a:pt x="1663857" y="82588"/>
                  <a:pt x="1665746" y="86282"/>
                  <a:pt x="1668845" y="88849"/>
                </a:cubicBezTo>
                <a:cubicBezTo>
                  <a:pt x="1671944" y="91415"/>
                  <a:pt x="1676276" y="92698"/>
                  <a:pt x="1681840" y="92698"/>
                </a:cubicBezTo>
                <a:cubicBezTo>
                  <a:pt x="1687450" y="92698"/>
                  <a:pt x="1691612" y="91565"/>
                  <a:pt x="1694327" y="89299"/>
                </a:cubicBezTo>
                <a:cubicBezTo>
                  <a:pt x="1697041" y="87031"/>
                  <a:pt x="1698399" y="84372"/>
                  <a:pt x="1698399" y="81321"/>
                </a:cubicBezTo>
                <a:cubicBezTo>
                  <a:pt x="1698399" y="78582"/>
                  <a:pt x="1697200" y="76428"/>
                  <a:pt x="1694802" y="74857"/>
                </a:cubicBezTo>
                <a:cubicBezTo>
                  <a:pt x="1693128" y="73780"/>
                  <a:pt x="1688966" y="72410"/>
                  <a:pt x="1682316" y="70749"/>
                </a:cubicBezTo>
                <a:cubicBezTo>
                  <a:pt x="1673358" y="68486"/>
                  <a:pt x="1667149" y="66528"/>
                  <a:pt x="1663688" y="64875"/>
                </a:cubicBezTo>
                <a:cubicBezTo>
                  <a:pt x="1660227" y="63222"/>
                  <a:pt x="1657603" y="60936"/>
                  <a:pt x="1655816" y="58015"/>
                </a:cubicBezTo>
                <a:cubicBezTo>
                  <a:pt x="1654029" y="55094"/>
                  <a:pt x="1653135" y="51868"/>
                  <a:pt x="1653135" y="48336"/>
                </a:cubicBezTo>
                <a:cubicBezTo>
                  <a:pt x="1653135" y="45121"/>
                  <a:pt x="1653870" y="42144"/>
                  <a:pt x="1655341" y="39404"/>
                </a:cubicBezTo>
                <a:cubicBezTo>
                  <a:pt x="1656811" y="36664"/>
                  <a:pt x="1658813" y="34389"/>
                  <a:pt x="1661346" y="32577"/>
                </a:cubicBezTo>
                <a:cubicBezTo>
                  <a:pt x="1663247" y="31174"/>
                  <a:pt x="1665837" y="29985"/>
                  <a:pt x="1669117" y="29013"/>
                </a:cubicBezTo>
                <a:cubicBezTo>
                  <a:pt x="1672397" y="28039"/>
                  <a:pt x="1675914" y="27552"/>
                  <a:pt x="1679669" y="27552"/>
                </a:cubicBezTo>
                <a:cubicBezTo>
                  <a:pt x="1685324" y="27552"/>
                  <a:pt x="1690289" y="28372"/>
                  <a:pt x="1694564" y="30011"/>
                </a:cubicBezTo>
                <a:cubicBezTo>
                  <a:pt x="1698840" y="31650"/>
                  <a:pt x="1701995" y="33870"/>
                  <a:pt x="1704031" y="36672"/>
                </a:cubicBezTo>
                <a:cubicBezTo>
                  <a:pt x="1706067" y="39473"/>
                  <a:pt x="1707469" y="43219"/>
                  <a:pt x="1708238" y="47910"/>
                </a:cubicBezTo>
                <a:lnTo>
                  <a:pt x="1696295" y="49538"/>
                </a:lnTo>
                <a:cubicBezTo>
                  <a:pt x="1695752" y="45829"/>
                  <a:pt x="1694180" y="42933"/>
                  <a:pt x="1691579" y="40852"/>
                </a:cubicBezTo>
                <a:cubicBezTo>
                  <a:pt x="1688977" y="38771"/>
                  <a:pt x="1685301" y="37731"/>
                  <a:pt x="1680551" y="37731"/>
                </a:cubicBezTo>
                <a:cubicBezTo>
                  <a:pt x="1674941" y="37731"/>
                  <a:pt x="1670938" y="38654"/>
                  <a:pt x="1668540" y="40500"/>
                </a:cubicBezTo>
                <a:cubicBezTo>
                  <a:pt x="1666142" y="42345"/>
                  <a:pt x="1664943" y="44506"/>
                  <a:pt x="1664943" y="46983"/>
                </a:cubicBezTo>
                <a:cubicBezTo>
                  <a:pt x="1664943" y="48558"/>
                  <a:pt x="1665441" y="49976"/>
                  <a:pt x="1666436" y="51237"/>
                </a:cubicBezTo>
                <a:cubicBezTo>
                  <a:pt x="1667431" y="52542"/>
                  <a:pt x="1668992" y="53622"/>
                  <a:pt x="1671118" y="54477"/>
                </a:cubicBezTo>
                <a:cubicBezTo>
                  <a:pt x="1672340" y="54928"/>
                  <a:pt x="1675937" y="55964"/>
                  <a:pt x="1681908" y="57584"/>
                </a:cubicBezTo>
                <a:cubicBezTo>
                  <a:pt x="1690549" y="59890"/>
                  <a:pt x="1696578" y="61777"/>
                  <a:pt x="1699993" y="63246"/>
                </a:cubicBezTo>
                <a:cubicBezTo>
                  <a:pt x="1703409" y="64715"/>
                  <a:pt x="1706089" y="66851"/>
                  <a:pt x="1708035" y="69655"/>
                </a:cubicBezTo>
                <a:cubicBezTo>
                  <a:pt x="1709980" y="72457"/>
                  <a:pt x="1710953" y="75937"/>
                  <a:pt x="1710953" y="80095"/>
                </a:cubicBezTo>
                <a:cubicBezTo>
                  <a:pt x="1710953" y="84164"/>
                  <a:pt x="1709765" y="87995"/>
                  <a:pt x="1707390" y="91589"/>
                </a:cubicBezTo>
                <a:cubicBezTo>
                  <a:pt x="1705015" y="95181"/>
                  <a:pt x="1701588" y="97961"/>
                  <a:pt x="1697109" y="99927"/>
                </a:cubicBezTo>
                <a:cubicBezTo>
                  <a:pt x="1692630" y="101894"/>
                  <a:pt x="1687563" y="102877"/>
                  <a:pt x="1681908" y="102877"/>
                </a:cubicBezTo>
                <a:cubicBezTo>
                  <a:pt x="1672544" y="102877"/>
                  <a:pt x="1665407" y="100926"/>
                  <a:pt x="1660498" y="97024"/>
                </a:cubicBezTo>
                <a:cubicBezTo>
                  <a:pt x="1655590" y="93122"/>
                  <a:pt x="1652457" y="87337"/>
                  <a:pt x="1651099" y="79669"/>
                </a:cubicBezTo>
                <a:close/>
                <a:moveTo>
                  <a:pt x="1764114" y="101248"/>
                </a:moveTo>
                <a:lnTo>
                  <a:pt x="1764114" y="29180"/>
                </a:lnTo>
                <a:lnTo>
                  <a:pt x="1775107" y="29180"/>
                </a:lnTo>
                <a:lnTo>
                  <a:pt x="1775107" y="40038"/>
                </a:lnTo>
                <a:cubicBezTo>
                  <a:pt x="1777912" y="34954"/>
                  <a:pt x="1780502" y="31602"/>
                  <a:pt x="1782877" y="29982"/>
                </a:cubicBezTo>
                <a:cubicBezTo>
                  <a:pt x="1785253" y="28362"/>
                  <a:pt x="1787865" y="27552"/>
                  <a:pt x="1790715" y="27552"/>
                </a:cubicBezTo>
                <a:cubicBezTo>
                  <a:pt x="1794832" y="27552"/>
                  <a:pt x="1799017" y="28858"/>
                  <a:pt x="1803270" y="31470"/>
                </a:cubicBezTo>
                <a:lnTo>
                  <a:pt x="1799062" y="42752"/>
                </a:lnTo>
                <a:cubicBezTo>
                  <a:pt x="1796076" y="40988"/>
                  <a:pt x="1793090" y="40106"/>
                  <a:pt x="1790105" y="40106"/>
                </a:cubicBezTo>
                <a:cubicBezTo>
                  <a:pt x="1787435" y="40106"/>
                  <a:pt x="1785038" y="40910"/>
                  <a:pt x="1782911" y="42519"/>
                </a:cubicBezTo>
                <a:cubicBezTo>
                  <a:pt x="1780785" y="44127"/>
                  <a:pt x="1779269" y="46357"/>
                  <a:pt x="1778365" y="49210"/>
                </a:cubicBezTo>
                <a:cubicBezTo>
                  <a:pt x="1777007" y="53557"/>
                  <a:pt x="1776329" y="58312"/>
                  <a:pt x="1776329" y="63475"/>
                </a:cubicBezTo>
                <a:lnTo>
                  <a:pt x="1776329" y="101248"/>
                </a:lnTo>
                <a:lnTo>
                  <a:pt x="1764114" y="101248"/>
                </a:lnTo>
                <a:close/>
                <a:moveTo>
                  <a:pt x="1859679" y="78040"/>
                </a:moveTo>
                <a:lnTo>
                  <a:pt x="1872301" y="79601"/>
                </a:lnTo>
                <a:cubicBezTo>
                  <a:pt x="1870310" y="86975"/>
                  <a:pt x="1866623" y="92698"/>
                  <a:pt x="1861240" y="96770"/>
                </a:cubicBezTo>
                <a:cubicBezTo>
                  <a:pt x="1855856" y="100841"/>
                  <a:pt x="1848979" y="102877"/>
                  <a:pt x="1840610" y="102877"/>
                </a:cubicBezTo>
                <a:cubicBezTo>
                  <a:pt x="1830069" y="102877"/>
                  <a:pt x="1821711" y="99631"/>
                  <a:pt x="1815535" y="93139"/>
                </a:cubicBezTo>
                <a:cubicBezTo>
                  <a:pt x="1809360" y="86647"/>
                  <a:pt x="1806272" y="77542"/>
                  <a:pt x="1806272" y="65825"/>
                </a:cubicBezTo>
                <a:cubicBezTo>
                  <a:pt x="1806272" y="53701"/>
                  <a:pt x="1809394" y="44291"/>
                  <a:pt x="1815637" y="37595"/>
                </a:cubicBezTo>
                <a:cubicBezTo>
                  <a:pt x="1821880" y="30899"/>
                  <a:pt x="1829978" y="27552"/>
                  <a:pt x="1839931" y="27552"/>
                </a:cubicBezTo>
                <a:cubicBezTo>
                  <a:pt x="1849568" y="27552"/>
                  <a:pt x="1857439" y="30827"/>
                  <a:pt x="1863547" y="37377"/>
                </a:cubicBezTo>
                <a:cubicBezTo>
                  <a:pt x="1869654" y="43925"/>
                  <a:pt x="1872708" y="53139"/>
                  <a:pt x="1872708" y="65017"/>
                </a:cubicBezTo>
                <a:cubicBezTo>
                  <a:pt x="1872708" y="65740"/>
                  <a:pt x="1872685" y="66823"/>
                  <a:pt x="1872640" y="68268"/>
                </a:cubicBezTo>
                <a:lnTo>
                  <a:pt x="1818894" y="68268"/>
                </a:lnTo>
                <a:cubicBezTo>
                  <a:pt x="1819347" y="76163"/>
                  <a:pt x="1821586" y="82208"/>
                  <a:pt x="1825613" y="86404"/>
                </a:cubicBezTo>
                <a:cubicBezTo>
                  <a:pt x="1829639" y="90600"/>
                  <a:pt x="1834661" y="92698"/>
                  <a:pt x="1840678" y="92698"/>
                </a:cubicBezTo>
                <a:cubicBezTo>
                  <a:pt x="1845157" y="92698"/>
                  <a:pt x="1848979" y="91533"/>
                  <a:pt x="1852146" y="89203"/>
                </a:cubicBezTo>
                <a:cubicBezTo>
                  <a:pt x="1855313" y="86872"/>
                  <a:pt x="1857824" y="83151"/>
                  <a:pt x="1859679" y="78040"/>
                </a:cubicBezTo>
                <a:moveTo>
                  <a:pt x="1819573" y="58089"/>
                </a:moveTo>
                <a:lnTo>
                  <a:pt x="1859815" y="58089"/>
                </a:lnTo>
                <a:cubicBezTo>
                  <a:pt x="1859272" y="52126"/>
                  <a:pt x="1857733" y="47653"/>
                  <a:pt x="1855200" y="44672"/>
                </a:cubicBezTo>
                <a:cubicBezTo>
                  <a:pt x="1851309" y="40044"/>
                  <a:pt x="1846265" y="37731"/>
                  <a:pt x="1840067" y="37731"/>
                </a:cubicBezTo>
                <a:cubicBezTo>
                  <a:pt x="1834457" y="37731"/>
                  <a:pt x="1829741" y="39578"/>
                  <a:pt x="1825918" y="43272"/>
                </a:cubicBezTo>
                <a:cubicBezTo>
                  <a:pt x="1822095" y="46965"/>
                  <a:pt x="1819980" y="51904"/>
                  <a:pt x="1819573" y="58089"/>
                </a:cubicBezTo>
                <a:close/>
                <a:moveTo>
                  <a:pt x="1933559" y="128936"/>
                </a:moveTo>
                <a:lnTo>
                  <a:pt x="1933559" y="93455"/>
                </a:lnTo>
                <a:cubicBezTo>
                  <a:pt x="1931659" y="96160"/>
                  <a:pt x="1929001" y="98406"/>
                  <a:pt x="1925586" y="100195"/>
                </a:cubicBezTo>
                <a:cubicBezTo>
                  <a:pt x="1922170" y="101983"/>
                  <a:pt x="1918540" y="102877"/>
                  <a:pt x="1914694" y="102877"/>
                </a:cubicBezTo>
                <a:cubicBezTo>
                  <a:pt x="1906144" y="102877"/>
                  <a:pt x="1898781" y="99461"/>
                  <a:pt x="1892605" y="92630"/>
                </a:cubicBezTo>
                <a:cubicBezTo>
                  <a:pt x="1886430" y="85799"/>
                  <a:pt x="1883342" y="76434"/>
                  <a:pt x="1883342" y="64536"/>
                </a:cubicBezTo>
                <a:cubicBezTo>
                  <a:pt x="1883342" y="57297"/>
                  <a:pt x="1884598" y="50805"/>
                  <a:pt x="1887109" y="45060"/>
                </a:cubicBezTo>
                <a:cubicBezTo>
                  <a:pt x="1889619" y="39314"/>
                  <a:pt x="1893261" y="34960"/>
                  <a:pt x="1898034" y="31996"/>
                </a:cubicBezTo>
                <a:cubicBezTo>
                  <a:pt x="1902807" y="29033"/>
                  <a:pt x="1908044" y="27552"/>
                  <a:pt x="1913744" y="27552"/>
                </a:cubicBezTo>
                <a:cubicBezTo>
                  <a:pt x="1922656" y="27552"/>
                  <a:pt x="1929669" y="31261"/>
                  <a:pt x="1934781" y="38681"/>
                </a:cubicBezTo>
                <a:lnTo>
                  <a:pt x="1934781" y="29180"/>
                </a:lnTo>
                <a:lnTo>
                  <a:pt x="1945774" y="29180"/>
                </a:lnTo>
                <a:lnTo>
                  <a:pt x="1945774" y="128936"/>
                </a:lnTo>
                <a:lnTo>
                  <a:pt x="1933559" y="128936"/>
                </a:lnTo>
                <a:moveTo>
                  <a:pt x="1895897" y="64875"/>
                </a:moveTo>
                <a:cubicBezTo>
                  <a:pt x="1895897" y="74149"/>
                  <a:pt x="1897842" y="81105"/>
                  <a:pt x="1901733" y="85742"/>
                </a:cubicBezTo>
                <a:cubicBezTo>
                  <a:pt x="1905623" y="90379"/>
                  <a:pt x="1910283" y="92698"/>
                  <a:pt x="1915712" y="92698"/>
                </a:cubicBezTo>
                <a:cubicBezTo>
                  <a:pt x="1920915" y="92698"/>
                  <a:pt x="1925393" y="90493"/>
                  <a:pt x="1929148" y="86082"/>
                </a:cubicBezTo>
                <a:cubicBezTo>
                  <a:pt x="1932903" y="81671"/>
                  <a:pt x="1934781" y="74964"/>
                  <a:pt x="1934781" y="65961"/>
                </a:cubicBezTo>
                <a:cubicBezTo>
                  <a:pt x="1934781" y="56370"/>
                  <a:pt x="1932802" y="49154"/>
                  <a:pt x="1928843" y="44313"/>
                </a:cubicBezTo>
                <a:cubicBezTo>
                  <a:pt x="1924885" y="39472"/>
                  <a:pt x="1920236" y="37052"/>
                  <a:pt x="1914898" y="37052"/>
                </a:cubicBezTo>
                <a:cubicBezTo>
                  <a:pt x="1909605" y="37052"/>
                  <a:pt x="1905114" y="39303"/>
                  <a:pt x="1901427" y="43804"/>
                </a:cubicBezTo>
                <a:cubicBezTo>
                  <a:pt x="1897740" y="48306"/>
                  <a:pt x="1895897" y="55329"/>
                  <a:pt x="1895897" y="64875"/>
                </a:cubicBezTo>
                <a:close/>
                <a:moveTo>
                  <a:pt x="2012308" y="101248"/>
                </a:moveTo>
                <a:lnTo>
                  <a:pt x="2012308" y="90662"/>
                </a:lnTo>
                <a:cubicBezTo>
                  <a:pt x="2006698" y="98806"/>
                  <a:pt x="1999075" y="102877"/>
                  <a:pt x="1989438" y="102877"/>
                </a:cubicBezTo>
                <a:cubicBezTo>
                  <a:pt x="1985186" y="102877"/>
                  <a:pt x="1981216" y="102063"/>
                  <a:pt x="1977529" y="100434"/>
                </a:cubicBezTo>
                <a:cubicBezTo>
                  <a:pt x="1973842" y="98806"/>
                  <a:pt x="1971105" y="96758"/>
                  <a:pt x="1969318" y="94293"/>
                </a:cubicBezTo>
                <a:cubicBezTo>
                  <a:pt x="1967531" y="91827"/>
                  <a:pt x="1966275" y="88807"/>
                  <a:pt x="1965551" y="85233"/>
                </a:cubicBezTo>
                <a:cubicBezTo>
                  <a:pt x="1965054" y="82836"/>
                  <a:pt x="1964805" y="79035"/>
                  <a:pt x="1964805" y="73833"/>
                </a:cubicBezTo>
                <a:lnTo>
                  <a:pt x="1964805" y="29180"/>
                </a:lnTo>
                <a:lnTo>
                  <a:pt x="1977020" y="29180"/>
                </a:lnTo>
                <a:lnTo>
                  <a:pt x="1977020" y="69150"/>
                </a:lnTo>
                <a:cubicBezTo>
                  <a:pt x="1977020" y="75529"/>
                  <a:pt x="1977269" y="79827"/>
                  <a:pt x="1977766" y="82044"/>
                </a:cubicBezTo>
                <a:cubicBezTo>
                  <a:pt x="1978535" y="85256"/>
                  <a:pt x="1980164" y="87778"/>
                  <a:pt x="1982652" y="89610"/>
                </a:cubicBezTo>
                <a:cubicBezTo>
                  <a:pt x="1985141" y="91443"/>
                  <a:pt x="1988217" y="92359"/>
                  <a:pt x="1991881" y="92359"/>
                </a:cubicBezTo>
                <a:cubicBezTo>
                  <a:pt x="1995546" y="92359"/>
                  <a:pt x="1998984" y="91420"/>
                  <a:pt x="2002196" y="89542"/>
                </a:cubicBezTo>
                <a:cubicBezTo>
                  <a:pt x="2005408" y="87665"/>
                  <a:pt x="2007682" y="85109"/>
                  <a:pt x="2009016" y="81874"/>
                </a:cubicBezTo>
                <a:cubicBezTo>
                  <a:pt x="2010351" y="78639"/>
                  <a:pt x="2011018" y="73946"/>
                  <a:pt x="2011018" y="67793"/>
                </a:cubicBezTo>
                <a:lnTo>
                  <a:pt x="2011018" y="29180"/>
                </a:lnTo>
                <a:lnTo>
                  <a:pt x="2023233" y="29180"/>
                </a:lnTo>
                <a:lnTo>
                  <a:pt x="2023233" y="101248"/>
                </a:lnTo>
                <a:lnTo>
                  <a:pt x="2012308" y="101248"/>
                </a:lnTo>
                <a:close/>
                <a:moveTo>
                  <a:pt x="2042278" y="15879"/>
                </a:moveTo>
                <a:lnTo>
                  <a:pt x="2042278" y="1764"/>
                </a:lnTo>
                <a:lnTo>
                  <a:pt x="2054493" y="1764"/>
                </a:lnTo>
                <a:lnTo>
                  <a:pt x="2054493" y="15879"/>
                </a:lnTo>
                <a:lnTo>
                  <a:pt x="2042278" y="15879"/>
                </a:lnTo>
                <a:moveTo>
                  <a:pt x="2042278" y="101248"/>
                </a:moveTo>
                <a:lnTo>
                  <a:pt x="2042278" y="29180"/>
                </a:lnTo>
                <a:lnTo>
                  <a:pt x="2054493" y="29180"/>
                </a:lnTo>
                <a:lnTo>
                  <a:pt x="2054493" y="101248"/>
                </a:lnTo>
                <a:lnTo>
                  <a:pt x="2042278" y="101248"/>
                </a:lnTo>
                <a:close/>
                <a:moveTo>
                  <a:pt x="2073114" y="101248"/>
                </a:moveTo>
                <a:lnTo>
                  <a:pt x="2073114" y="29180"/>
                </a:lnTo>
                <a:lnTo>
                  <a:pt x="2084107" y="29180"/>
                </a:lnTo>
                <a:lnTo>
                  <a:pt x="2084107" y="40038"/>
                </a:lnTo>
                <a:cubicBezTo>
                  <a:pt x="2086912" y="34954"/>
                  <a:pt x="2089502" y="31602"/>
                  <a:pt x="2091877" y="29982"/>
                </a:cubicBezTo>
                <a:cubicBezTo>
                  <a:pt x="2094253" y="28362"/>
                  <a:pt x="2096865" y="27552"/>
                  <a:pt x="2099715" y="27552"/>
                </a:cubicBezTo>
                <a:cubicBezTo>
                  <a:pt x="2103832" y="27552"/>
                  <a:pt x="2108017" y="28858"/>
                  <a:pt x="2112270" y="31470"/>
                </a:cubicBezTo>
                <a:lnTo>
                  <a:pt x="2108062" y="42752"/>
                </a:lnTo>
                <a:cubicBezTo>
                  <a:pt x="2105076" y="40988"/>
                  <a:pt x="2102091" y="40106"/>
                  <a:pt x="2099105" y="40106"/>
                </a:cubicBezTo>
                <a:cubicBezTo>
                  <a:pt x="2096435" y="40106"/>
                  <a:pt x="2094038" y="40910"/>
                  <a:pt x="2091911" y="42519"/>
                </a:cubicBezTo>
                <a:cubicBezTo>
                  <a:pt x="2089785" y="44127"/>
                  <a:pt x="2088270" y="46357"/>
                  <a:pt x="2087365" y="49210"/>
                </a:cubicBezTo>
                <a:cubicBezTo>
                  <a:pt x="2086007" y="53557"/>
                  <a:pt x="2085329" y="58312"/>
                  <a:pt x="2085329" y="63475"/>
                </a:cubicBezTo>
                <a:lnTo>
                  <a:pt x="2085329" y="101248"/>
                </a:lnTo>
                <a:lnTo>
                  <a:pt x="2073114" y="101248"/>
                </a:lnTo>
                <a:close/>
                <a:moveTo>
                  <a:pt x="2168864" y="78040"/>
                </a:moveTo>
                <a:lnTo>
                  <a:pt x="2181486" y="79601"/>
                </a:lnTo>
                <a:cubicBezTo>
                  <a:pt x="2179496" y="86975"/>
                  <a:pt x="2175809" y="92698"/>
                  <a:pt x="2170425" y="96770"/>
                </a:cubicBezTo>
                <a:cubicBezTo>
                  <a:pt x="2165041" y="100841"/>
                  <a:pt x="2158165" y="102877"/>
                  <a:pt x="2149795" y="102877"/>
                </a:cubicBezTo>
                <a:cubicBezTo>
                  <a:pt x="2139254" y="102877"/>
                  <a:pt x="2130896" y="99631"/>
                  <a:pt x="2124721" y="93139"/>
                </a:cubicBezTo>
                <a:cubicBezTo>
                  <a:pt x="2118545" y="86647"/>
                  <a:pt x="2115458" y="77542"/>
                  <a:pt x="2115458" y="65825"/>
                </a:cubicBezTo>
                <a:cubicBezTo>
                  <a:pt x="2115458" y="53701"/>
                  <a:pt x="2118579" y="44291"/>
                  <a:pt x="2124823" y="37595"/>
                </a:cubicBezTo>
                <a:cubicBezTo>
                  <a:pt x="2131066" y="30899"/>
                  <a:pt x="2139164" y="27552"/>
                  <a:pt x="2149117" y="27552"/>
                </a:cubicBezTo>
                <a:cubicBezTo>
                  <a:pt x="2158753" y="27552"/>
                  <a:pt x="2166625" y="30827"/>
                  <a:pt x="2172732" y="37377"/>
                </a:cubicBezTo>
                <a:cubicBezTo>
                  <a:pt x="2178840" y="43925"/>
                  <a:pt x="2181894" y="53139"/>
                  <a:pt x="2181894" y="65017"/>
                </a:cubicBezTo>
                <a:cubicBezTo>
                  <a:pt x="2181894" y="65740"/>
                  <a:pt x="2181871" y="66823"/>
                  <a:pt x="2181826" y="68268"/>
                </a:cubicBezTo>
                <a:lnTo>
                  <a:pt x="2128080" y="68268"/>
                </a:lnTo>
                <a:cubicBezTo>
                  <a:pt x="2128532" y="76163"/>
                  <a:pt x="2130772" y="82208"/>
                  <a:pt x="2134798" y="86404"/>
                </a:cubicBezTo>
                <a:cubicBezTo>
                  <a:pt x="2138825" y="90600"/>
                  <a:pt x="2143846" y="92698"/>
                  <a:pt x="2149863" y="92698"/>
                </a:cubicBezTo>
                <a:cubicBezTo>
                  <a:pt x="2154342" y="92698"/>
                  <a:pt x="2158165" y="91533"/>
                  <a:pt x="2161332" y="89203"/>
                </a:cubicBezTo>
                <a:cubicBezTo>
                  <a:pt x="2164499" y="86872"/>
                  <a:pt x="2167009" y="83151"/>
                  <a:pt x="2168864" y="78040"/>
                </a:cubicBezTo>
                <a:moveTo>
                  <a:pt x="2128759" y="58089"/>
                </a:moveTo>
                <a:lnTo>
                  <a:pt x="2169000" y="58089"/>
                </a:lnTo>
                <a:cubicBezTo>
                  <a:pt x="2168457" y="52126"/>
                  <a:pt x="2166919" y="47653"/>
                  <a:pt x="2164385" y="44672"/>
                </a:cubicBezTo>
                <a:cubicBezTo>
                  <a:pt x="2160495" y="40044"/>
                  <a:pt x="2155450" y="37731"/>
                  <a:pt x="2149253" y="37731"/>
                </a:cubicBezTo>
                <a:cubicBezTo>
                  <a:pt x="2143643" y="37731"/>
                  <a:pt x="2138926" y="39578"/>
                  <a:pt x="2135104" y="43272"/>
                </a:cubicBezTo>
                <a:cubicBezTo>
                  <a:pt x="2131281" y="46965"/>
                  <a:pt x="2129166" y="51904"/>
                  <a:pt x="2128759" y="58089"/>
                </a:cubicBezTo>
                <a:close/>
                <a:moveTo>
                  <a:pt x="2191916" y="79669"/>
                </a:moveTo>
                <a:lnTo>
                  <a:pt x="2203995" y="77769"/>
                </a:lnTo>
                <a:cubicBezTo>
                  <a:pt x="2204674" y="82588"/>
                  <a:pt x="2206563" y="86282"/>
                  <a:pt x="2209662" y="88849"/>
                </a:cubicBezTo>
                <a:cubicBezTo>
                  <a:pt x="2212761" y="91415"/>
                  <a:pt x="2217092" y="92698"/>
                  <a:pt x="2222657" y="92698"/>
                </a:cubicBezTo>
                <a:cubicBezTo>
                  <a:pt x="2228267" y="92698"/>
                  <a:pt x="2232429" y="91565"/>
                  <a:pt x="2235143" y="89299"/>
                </a:cubicBezTo>
                <a:cubicBezTo>
                  <a:pt x="2237858" y="87031"/>
                  <a:pt x="2239215" y="84372"/>
                  <a:pt x="2239215" y="81321"/>
                </a:cubicBezTo>
                <a:cubicBezTo>
                  <a:pt x="2239215" y="78582"/>
                  <a:pt x="2238016" y="76428"/>
                  <a:pt x="2235618" y="74857"/>
                </a:cubicBezTo>
                <a:cubicBezTo>
                  <a:pt x="2233944" y="73780"/>
                  <a:pt x="2229782" y="72410"/>
                  <a:pt x="2223132" y="70749"/>
                </a:cubicBezTo>
                <a:cubicBezTo>
                  <a:pt x="2214174" y="68486"/>
                  <a:pt x="2207965" y="66528"/>
                  <a:pt x="2204504" y="64875"/>
                </a:cubicBezTo>
                <a:cubicBezTo>
                  <a:pt x="2201043" y="63222"/>
                  <a:pt x="2198419" y="60936"/>
                  <a:pt x="2196632" y="58015"/>
                </a:cubicBezTo>
                <a:cubicBezTo>
                  <a:pt x="2194845" y="55094"/>
                  <a:pt x="2193952" y="51868"/>
                  <a:pt x="2193952" y="48336"/>
                </a:cubicBezTo>
                <a:cubicBezTo>
                  <a:pt x="2193952" y="45121"/>
                  <a:pt x="2194687" y="42144"/>
                  <a:pt x="2196157" y="39404"/>
                </a:cubicBezTo>
                <a:cubicBezTo>
                  <a:pt x="2197628" y="36664"/>
                  <a:pt x="2199629" y="34389"/>
                  <a:pt x="2202163" y="32577"/>
                </a:cubicBezTo>
                <a:cubicBezTo>
                  <a:pt x="2204063" y="31174"/>
                  <a:pt x="2206653" y="29985"/>
                  <a:pt x="2209933" y="29013"/>
                </a:cubicBezTo>
                <a:cubicBezTo>
                  <a:pt x="2213213" y="28039"/>
                  <a:pt x="2216730" y="27552"/>
                  <a:pt x="2220485" y="27552"/>
                </a:cubicBezTo>
                <a:cubicBezTo>
                  <a:pt x="2226140" y="27552"/>
                  <a:pt x="2231106" y="28372"/>
                  <a:pt x="2235381" y="30011"/>
                </a:cubicBezTo>
                <a:cubicBezTo>
                  <a:pt x="2239656" y="31650"/>
                  <a:pt x="2242812" y="33870"/>
                  <a:pt x="2244847" y="36672"/>
                </a:cubicBezTo>
                <a:cubicBezTo>
                  <a:pt x="2246883" y="39473"/>
                  <a:pt x="2248286" y="43219"/>
                  <a:pt x="2249055" y="47910"/>
                </a:cubicBezTo>
                <a:lnTo>
                  <a:pt x="2237111" y="49538"/>
                </a:lnTo>
                <a:cubicBezTo>
                  <a:pt x="2236568" y="45829"/>
                  <a:pt x="2234996" y="42933"/>
                  <a:pt x="2232395" y="40852"/>
                </a:cubicBezTo>
                <a:cubicBezTo>
                  <a:pt x="2229794" y="38771"/>
                  <a:pt x="2226118" y="37731"/>
                  <a:pt x="2221368" y="37731"/>
                </a:cubicBezTo>
                <a:cubicBezTo>
                  <a:pt x="2215758" y="37731"/>
                  <a:pt x="2211754" y="38654"/>
                  <a:pt x="2209356" y="40500"/>
                </a:cubicBezTo>
                <a:cubicBezTo>
                  <a:pt x="2206958" y="42345"/>
                  <a:pt x="2205760" y="44506"/>
                  <a:pt x="2205760" y="46983"/>
                </a:cubicBezTo>
                <a:cubicBezTo>
                  <a:pt x="2205760" y="48558"/>
                  <a:pt x="2206257" y="49976"/>
                  <a:pt x="2207253" y="51237"/>
                </a:cubicBezTo>
                <a:cubicBezTo>
                  <a:pt x="2208248" y="52542"/>
                  <a:pt x="2209809" y="53622"/>
                  <a:pt x="2211935" y="54477"/>
                </a:cubicBezTo>
                <a:cubicBezTo>
                  <a:pt x="2213156" y="54928"/>
                  <a:pt x="2216753" y="55964"/>
                  <a:pt x="2222725" y="57584"/>
                </a:cubicBezTo>
                <a:cubicBezTo>
                  <a:pt x="2231366" y="59890"/>
                  <a:pt x="2237394" y="61777"/>
                  <a:pt x="2240810" y="63246"/>
                </a:cubicBezTo>
                <a:cubicBezTo>
                  <a:pt x="2244225" y="64715"/>
                  <a:pt x="2246906" y="66851"/>
                  <a:pt x="2248851" y="69655"/>
                </a:cubicBezTo>
                <a:cubicBezTo>
                  <a:pt x="2250797" y="72457"/>
                  <a:pt x="2251769" y="75937"/>
                  <a:pt x="2251769" y="80095"/>
                </a:cubicBezTo>
                <a:cubicBezTo>
                  <a:pt x="2251769" y="84164"/>
                  <a:pt x="2250582" y="87995"/>
                  <a:pt x="2248207" y="91589"/>
                </a:cubicBezTo>
                <a:cubicBezTo>
                  <a:pt x="2245831" y="95181"/>
                  <a:pt x="2242404" y="97961"/>
                  <a:pt x="2237926" y="99927"/>
                </a:cubicBezTo>
                <a:cubicBezTo>
                  <a:pt x="2233447" y="101894"/>
                  <a:pt x="2228380" y="102877"/>
                  <a:pt x="2222725" y="102877"/>
                </a:cubicBezTo>
                <a:cubicBezTo>
                  <a:pt x="2213360" y="102877"/>
                  <a:pt x="2206223" y="100926"/>
                  <a:pt x="2201315" y="97024"/>
                </a:cubicBezTo>
                <a:cubicBezTo>
                  <a:pt x="2196406" y="93122"/>
                  <a:pt x="2193273" y="87337"/>
                  <a:pt x="2191916" y="7966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anappropriateincreaseinthe">
            <a:extLst xmlns:a="http://schemas.openxmlformats.org/drawingml/2006/main">
              <a:ext uri="{FF2B5EF4-FFF2-40B4-BE49-F238E27FC236}">
                <a16:creationId xmlns:a16="http://schemas.microsoft.com/office/drawing/2014/main" id="{DAC1B362-37D4-4D4C-9990-AECB9436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2909" y="2762795"/>
            <a:ext cx="1897801" cy="127171"/>
          </a:xfrm>
          <a:custGeom xmlns:a="http://schemas.openxmlformats.org/drawingml/2006/main">
            <a:pathLst>
              <a:path w="1897801" h="127171">
                <a:moveTo>
                  <a:pt x="51167" y="90586"/>
                </a:moveTo>
                <a:cubicBezTo>
                  <a:pt x="46643" y="94434"/>
                  <a:pt x="42289" y="97151"/>
                  <a:pt x="38104" y="98736"/>
                </a:cubicBezTo>
                <a:cubicBezTo>
                  <a:pt x="33919" y="100320"/>
                  <a:pt x="29429" y="101113"/>
                  <a:pt x="24634" y="101113"/>
                </a:cubicBezTo>
                <a:cubicBezTo>
                  <a:pt x="16716" y="101113"/>
                  <a:pt x="10632" y="99177"/>
                  <a:pt x="6379" y="95306"/>
                </a:cubicBezTo>
                <a:cubicBezTo>
                  <a:pt x="2126" y="91436"/>
                  <a:pt x="0" y="86489"/>
                  <a:pt x="0" y="80468"/>
                </a:cubicBezTo>
                <a:cubicBezTo>
                  <a:pt x="0" y="76938"/>
                  <a:pt x="803" y="73713"/>
                  <a:pt x="2409" y="70794"/>
                </a:cubicBezTo>
                <a:cubicBezTo>
                  <a:pt x="4015" y="67873"/>
                  <a:pt x="6119" y="65530"/>
                  <a:pt x="8720" y="63764"/>
                </a:cubicBezTo>
                <a:cubicBezTo>
                  <a:pt x="11321" y="61998"/>
                  <a:pt x="14251" y="60663"/>
                  <a:pt x="17508" y="59758"/>
                </a:cubicBezTo>
                <a:cubicBezTo>
                  <a:pt x="19906" y="59123"/>
                  <a:pt x="23525" y="58512"/>
                  <a:pt x="28366" y="57924"/>
                </a:cubicBezTo>
                <a:cubicBezTo>
                  <a:pt x="38228" y="56756"/>
                  <a:pt x="45489" y="55363"/>
                  <a:pt x="50149" y="53746"/>
                </a:cubicBezTo>
                <a:cubicBezTo>
                  <a:pt x="50194" y="52079"/>
                  <a:pt x="50217" y="51020"/>
                  <a:pt x="50217" y="50569"/>
                </a:cubicBezTo>
                <a:cubicBezTo>
                  <a:pt x="50217" y="45611"/>
                  <a:pt x="49063" y="42118"/>
                  <a:pt x="46756" y="40091"/>
                </a:cubicBezTo>
                <a:cubicBezTo>
                  <a:pt x="43635" y="37341"/>
                  <a:pt x="38997" y="35966"/>
                  <a:pt x="32845" y="35966"/>
                </a:cubicBezTo>
                <a:cubicBezTo>
                  <a:pt x="27099" y="35966"/>
                  <a:pt x="22858" y="36973"/>
                  <a:pt x="20121" y="38986"/>
                </a:cubicBezTo>
                <a:cubicBezTo>
                  <a:pt x="17384" y="40999"/>
                  <a:pt x="15359" y="44562"/>
                  <a:pt x="14047" y="49674"/>
                </a:cubicBezTo>
                <a:lnTo>
                  <a:pt x="2104" y="48046"/>
                </a:lnTo>
                <a:cubicBezTo>
                  <a:pt x="3189" y="42918"/>
                  <a:pt x="4976" y="38777"/>
                  <a:pt x="7465" y="35623"/>
                </a:cubicBezTo>
                <a:cubicBezTo>
                  <a:pt x="9953" y="32469"/>
                  <a:pt x="13550" y="30041"/>
                  <a:pt x="18255" y="28340"/>
                </a:cubicBezTo>
                <a:cubicBezTo>
                  <a:pt x="22960" y="26638"/>
                  <a:pt x="28411" y="25787"/>
                  <a:pt x="34609" y="25787"/>
                </a:cubicBezTo>
                <a:cubicBezTo>
                  <a:pt x="40762" y="25787"/>
                  <a:pt x="45761" y="26511"/>
                  <a:pt x="49606" y="27959"/>
                </a:cubicBezTo>
                <a:cubicBezTo>
                  <a:pt x="53452" y="29406"/>
                  <a:pt x="56279" y="31227"/>
                  <a:pt x="58089" y="33422"/>
                </a:cubicBezTo>
                <a:cubicBezTo>
                  <a:pt x="59899" y="35616"/>
                  <a:pt x="61165" y="38387"/>
                  <a:pt x="61889" y="41734"/>
                </a:cubicBezTo>
                <a:cubicBezTo>
                  <a:pt x="62296" y="43816"/>
                  <a:pt x="62500" y="47571"/>
                  <a:pt x="62500" y="52999"/>
                </a:cubicBezTo>
                <a:lnTo>
                  <a:pt x="62500" y="69286"/>
                </a:lnTo>
                <a:cubicBezTo>
                  <a:pt x="62500" y="80641"/>
                  <a:pt x="62760" y="87823"/>
                  <a:pt x="63280" y="90832"/>
                </a:cubicBezTo>
                <a:cubicBezTo>
                  <a:pt x="63801" y="93840"/>
                  <a:pt x="64830" y="96724"/>
                  <a:pt x="66368" y="99484"/>
                </a:cubicBezTo>
                <a:lnTo>
                  <a:pt x="53610" y="99484"/>
                </a:lnTo>
                <a:cubicBezTo>
                  <a:pt x="52343" y="96948"/>
                  <a:pt x="51529" y="93982"/>
                  <a:pt x="51167" y="90586"/>
                </a:cubicBezTo>
                <a:moveTo>
                  <a:pt x="50149" y="63246"/>
                </a:moveTo>
                <a:cubicBezTo>
                  <a:pt x="45716" y="65072"/>
                  <a:pt x="39065" y="66622"/>
                  <a:pt x="30198" y="67899"/>
                </a:cubicBezTo>
                <a:cubicBezTo>
                  <a:pt x="25176" y="68626"/>
                  <a:pt x="21625" y="69444"/>
                  <a:pt x="19544" y="70353"/>
                </a:cubicBezTo>
                <a:cubicBezTo>
                  <a:pt x="17463" y="71260"/>
                  <a:pt x="15857" y="72589"/>
                  <a:pt x="14726" y="74340"/>
                </a:cubicBezTo>
                <a:cubicBezTo>
                  <a:pt x="13595" y="76088"/>
                  <a:pt x="13029" y="78030"/>
                  <a:pt x="13029" y="80165"/>
                </a:cubicBezTo>
                <a:cubicBezTo>
                  <a:pt x="13029" y="83435"/>
                  <a:pt x="14262" y="86161"/>
                  <a:pt x="16728" y="88342"/>
                </a:cubicBezTo>
                <a:cubicBezTo>
                  <a:pt x="19193" y="90522"/>
                  <a:pt x="22801" y="91612"/>
                  <a:pt x="27552" y="91612"/>
                </a:cubicBezTo>
                <a:cubicBezTo>
                  <a:pt x="32257" y="91612"/>
                  <a:pt x="36441" y="90578"/>
                  <a:pt x="40106" y="88510"/>
                </a:cubicBezTo>
                <a:cubicBezTo>
                  <a:pt x="43770" y="86441"/>
                  <a:pt x="46462" y="83612"/>
                  <a:pt x="48181" y="80021"/>
                </a:cubicBezTo>
                <a:cubicBezTo>
                  <a:pt x="49493" y="77247"/>
                  <a:pt x="50149" y="73155"/>
                  <a:pt x="50149" y="67746"/>
                </a:cubicBezTo>
                <a:lnTo>
                  <a:pt x="50149" y="63246"/>
                </a:lnTo>
                <a:close/>
                <a:moveTo>
                  <a:pt x="81412" y="99484"/>
                </a:moveTo>
                <a:lnTo>
                  <a:pt x="81412" y="27416"/>
                </a:lnTo>
                <a:lnTo>
                  <a:pt x="92406" y="27416"/>
                </a:lnTo>
                <a:lnTo>
                  <a:pt x="92406" y="37595"/>
                </a:lnTo>
                <a:cubicBezTo>
                  <a:pt x="97699" y="29723"/>
                  <a:pt x="105345" y="25787"/>
                  <a:pt x="115343" y="25787"/>
                </a:cubicBezTo>
                <a:cubicBezTo>
                  <a:pt x="119686" y="25787"/>
                  <a:pt x="123678" y="26568"/>
                  <a:pt x="127320" y="28128"/>
                </a:cubicBezTo>
                <a:cubicBezTo>
                  <a:pt x="130962" y="29689"/>
                  <a:pt x="133688" y="31736"/>
                  <a:pt x="135497" y="34270"/>
                </a:cubicBezTo>
                <a:cubicBezTo>
                  <a:pt x="137307" y="36803"/>
                  <a:pt x="138574" y="39812"/>
                  <a:pt x="139298" y="43295"/>
                </a:cubicBezTo>
                <a:cubicBezTo>
                  <a:pt x="139750" y="45557"/>
                  <a:pt x="139976" y="49516"/>
                  <a:pt x="139976" y="55171"/>
                </a:cubicBezTo>
                <a:lnTo>
                  <a:pt x="139976" y="99484"/>
                </a:lnTo>
                <a:lnTo>
                  <a:pt x="127761" y="99484"/>
                </a:lnTo>
                <a:lnTo>
                  <a:pt x="127761" y="55599"/>
                </a:lnTo>
                <a:cubicBezTo>
                  <a:pt x="127761" y="50617"/>
                  <a:pt x="127286" y="46892"/>
                  <a:pt x="126336" y="44423"/>
                </a:cubicBezTo>
                <a:cubicBezTo>
                  <a:pt x="125386" y="41955"/>
                  <a:pt x="123701" y="39985"/>
                  <a:pt x="121281" y="38513"/>
                </a:cubicBezTo>
                <a:cubicBezTo>
                  <a:pt x="118860" y="37041"/>
                  <a:pt x="116021" y="36306"/>
                  <a:pt x="112764" y="36306"/>
                </a:cubicBezTo>
                <a:cubicBezTo>
                  <a:pt x="107561" y="36306"/>
                  <a:pt x="103071" y="37959"/>
                  <a:pt x="99294" y="41266"/>
                </a:cubicBezTo>
                <a:cubicBezTo>
                  <a:pt x="95516" y="44571"/>
                  <a:pt x="93627" y="50843"/>
                  <a:pt x="93627" y="60082"/>
                </a:cubicBezTo>
                <a:lnTo>
                  <a:pt x="93627" y="99484"/>
                </a:lnTo>
                <a:lnTo>
                  <a:pt x="81412" y="99484"/>
                </a:lnTo>
                <a:close/>
                <a:moveTo>
                  <a:pt x="244349" y="90586"/>
                </a:moveTo>
                <a:cubicBezTo>
                  <a:pt x="239825" y="94434"/>
                  <a:pt x="235471" y="97151"/>
                  <a:pt x="231286" y="98736"/>
                </a:cubicBezTo>
                <a:cubicBezTo>
                  <a:pt x="227101" y="100320"/>
                  <a:pt x="222611" y="101113"/>
                  <a:pt x="217815" y="101113"/>
                </a:cubicBezTo>
                <a:cubicBezTo>
                  <a:pt x="209898" y="101113"/>
                  <a:pt x="203813" y="99177"/>
                  <a:pt x="199561" y="95306"/>
                </a:cubicBezTo>
                <a:cubicBezTo>
                  <a:pt x="195308" y="91436"/>
                  <a:pt x="193182" y="86489"/>
                  <a:pt x="193182" y="80468"/>
                </a:cubicBezTo>
                <a:cubicBezTo>
                  <a:pt x="193182" y="76938"/>
                  <a:pt x="193985" y="73713"/>
                  <a:pt x="195591" y="70794"/>
                </a:cubicBezTo>
                <a:cubicBezTo>
                  <a:pt x="197197" y="67873"/>
                  <a:pt x="199301" y="65530"/>
                  <a:pt x="201902" y="63764"/>
                </a:cubicBezTo>
                <a:cubicBezTo>
                  <a:pt x="204503" y="61998"/>
                  <a:pt x="207433" y="60663"/>
                  <a:pt x="210690" y="59758"/>
                </a:cubicBezTo>
                <a:cubicBezTo>
                  <a:pt x="213088" y="59123"/>
                  <a:pt x="216707" y="58512"/>
                  <a:pt x="221548" y="57924"/>
                </a:cubicBezTo>
                <a:cubicBezTo>
                  <a:pt x="231410" y="56756"/>
                  <a:pt x="238671" y="55363"/>
                  <a:pt x="243331" y="53746"/>
                </a:cubicBezTo>
                <a:cubicBezTo>
                  <a:pt x="243376" y="52079"/>
                  <a:pt x="243399" y="51020"/>
                  <a:pt x="243399" y="50569"/>
                </a:cubicBezTo>
                <a:cubicBezTo>
                  <a:pt x="243399" y="45611"/>
                  <a:pt x="242245" y="42118"/>
                  <a:pt x="239938" y="40091"/>
                </a:cubicBezTo>
                <a:cubicBezTo>
                  <a:pt x="236816" y="37341"/>
                  <a:pt x="232179" y="35966"/>
                  <a:pt x="226027" y="35966"/>
                </a:cubicBezTo>
                <a:cubicBezTo>
                  <a:pt x="220281" y="35966"/>
                  <a:pt x="216040" y="36973"/>
                  <a:pt x="213303" y="38986"/>
                </a:cubicBezTo>
                <a:cubicBezTo>
                  <a:pt x="210566" y="40999"/>
                  <a:pt x="208541" y="44562"/>
                  <a:pt x="207229" y="49674"/>
                </a:cubicBezTo>
                <a:lnTo>
                  <a:pt x="195286" y="48046"/>
                </a:lnTo>
                <a:cubicBezTo>
                  <a:pt x="196371" y="42918"/>
                  <a:pt x="198158" y="38777"/>
                  <a:pt x="200647" y="35623"/>
                </a:cubicBezTo>
                <a:cubicBezTo>
                  <a:pt x="203135" y="32469"/>
                  <a:pt x="206731" y="30041"/>
                  <a:pt x="211436" y="28340"/>
                </a:cubicBezTo>
                <a:cubicBezTo>
                  <a:pt x="216141" y="26638"/>
                  <a:pt x="221593" y="25787"/>
                  <a:pt x="227791" y="25787"/>
                </a:cubicBezTo>
                <a:cubicBezTo>
                  <a:pt x="233944" y="25787"/>
                  <a:pt x="238943" y="26511"/>
                  <a:pt x="242788" y="27959"/>
                </a:cubicBezTo>
                <a:cubicBezTo>
                  <a:pt x="246634" y="29406"/>
                  <a:pt x="249461" y="31227"/>
                  <a:pt x="251271" y="33422"/>
                </a:cubicBezTo>
                <a:cubicBezTo>
                  <a:pt x="253080" y="35616"/>
                  <a:pt x="254347" y="38387"/>
                  <a:pt x="255071" y="41734"/>
                </a:cubicBezTo>
                <a:cubicBezTo>
                  <a:pt x="255478" y="43816"/>
                  <a:pt x="255682" y="47571"/>
                  <a:pt x="255682" y="52999"/>
                </a:cubicBezTo>
                <a:lnTo>
                  <a:pt x="255682" y="69286"/>
                </a:lnTo>
                <a:cubicBezTo>
                  <a:pt x="255682" y="80641"/>
                  <a:pt x="255942" y="87823"/>
                  <a:pt x="256462" y="90832"/>
                </a:cubicBezTo>
                <a:cubicBezTo>
                  <a:pt x="256982" y="93840"/>
                  <a:pt x="258012" y="96724"/>
                  <a:pt x="259550" y="99484"/>
                </a:cubicBezTo>
                <a:lnTo>
                  <a:pt x="246792" y="99484"/>
                </a:lnTo>
                <a:cubicBezTo>
                  <a:pt x="245525" y="96948"/>
                  <a:pt x="244711" y="93982"/>
                  <a:pt x="244349" y="90586"/>
                </a:cubicBezTo>
                <a:moveTo>
                  <a:pt x="243331" y="63246"/>
                </a:moveTo>
                <a:cubicBezTo>
                  <a:pt x="238898" y="65072"/>
                  <a:pt x="232247" y="66622"/>
                  <a:pt x="223380" y="67899"/>
                </a:cubicBezTo>
                <a:cubicBezTo>
                  <a:pt x="218358" y="68626"/>
                  <a:pt x="214807" y="69444"/>
                  <a:pt x="212726" y="70353"/>
                </a:cubicBezTo>
                <a:cubicBezTo>
                  <a:pt x="210645" y="71260"/>
                  <a:pt x="209039" y="72589"/>
                  <a:pt x="207908" y="74340"/>
                </a:cubicBezTo>
                <a:cubicBezTo>
                  <a:pt x="206777" y="76088"/>
                  <a:pt x="206211" y="78030"/>
                  <a:pt x="206211" y="80165"/>
                </a:cubicBezTo>
                <a:cubicBezTo>
                  <a:pt x="206211" y="83435"/>
                  <a:pt x="207444" y="86161"/>
                  <a:pt x="209910" y="88342"/>
                </a:cubicBezTo>
                <a:cubicBezTo>
                  <a:pt x="212375" y="90522"/>
                  <a:pt x="215983" y="91612"/>
                  <a:pt x="220733" y="91612"/>
                </a:cubicBezTo>
                <a:cubicBezTo>
                  <a:pt x="225438" y="91612"/>
                  <a:pt x="229623" y="90578"/>
                  <a:pt x="233288" y="88510"/>
                </a:cubicBezTo>
                <a:cubicBezTo>
                  <a:pt x="236952" y="86441"/>
                  <a:pt x="239644" y="83612"/>
                  <a:pt x="241363" y="80021"/>
                </a:cubicBezTo>
                <a:cubicBezTo>
                  <a:pt x="242675" y="77247"/>
                  <a:pt x="243331" y="73155"/>
                  <a:pt x="243331" y="67746"/>
                </a:cubicBezTo>
                <a:lnTo>
                  <a:pt x="243331" y="63246"/>
                </a:lnTo>
                <a:close/>
                <a:moveTo>
                  <a:pt x="274594" y="127171"/>
                </a:moveTo>
                <a:lnTo>
                  <a:pt x="274594" y="27416"/>
                </a:lnTo>
                <a:lnTo>
                  <a:pt x="285723" y="27416"/>
                </a:lnTo>
                <a:lnTo>
                  <a:pt x="285723" y="36713"/>
                </a:lnTo>
                <a:cubicBezTo>
                  <a:pt x="288347" y="33071"/>
                  <a:pt x="291310" y="30339"/>
                  <a:pt x="294613" y="28519"/>
                </a:cubicBezTo>
                <a:cubicBezTo>
                  <a:pt x="297915" y="26698"/>
                  <a:pt x="301919" y="25787"/>
                  <a:pt x="306624" y="25787"/>
                </a:cubicBezTo>
                <a:cubicBezTo>
                  <a:pt x="312777" y="25787"/>
                  <a:pt x="318206" y="27371"/>
                  <a:pt x="322911" y="30537"/>
                </a:cubicBezTo>
                <a:cubicBezTo>
                  <a:pt x="327616" y="33704"/>
                  <a:pt x="331167" y="38172"/>
                  <a:pt x="333565" y="43940"/>
                </a:cubicBezTo>
                <a:cubicBezTo>
                  <a:pt x="335963" y="49708"/>
                  <a:pt x="337161" y="56031"/>
                  <a:pt x="337161" y="62907"/>
                </a:cubicBezTo>
                <a:cubicBezTo>
                  <a:pt x="337161" y="70281"/>
                  <a:pt x="335838" y="76920"/>
                  <a:pt x="333192" y="82824"/>
                </a:cubicBezTo>
                <a:cubicBezTo>
                  <a:pt x="330545" y="88728"/>
                  <a:pt x="326699" y="93252"/>
                  <a:pt x="321655" y="96396"/>
                </a:cubicBezTo>
                <a:cubicBezTo>
                  <a:pt x="316611" y="99541"/>
                  <a:pt x="311306" y="101113"/>
                  <a:pt x="305742" y="101113"/>
                </a:cubicBezTo>
                <a:cubicBezTo>
                  <a:pt x="301670" y="101113"/>
                  <a:pt x="298017" y="100242"/>
                  <a:pt x="294782" y="98500"/>
                </a:cubicBezTo>
                <a:cubicBezTo>
                  <a:pt x="291548" y="96757"/>
                  <a:pt x="288890" y="94556"/>
                  <a:pt x="286809" y="91896"/>
                </a:cubicBezTo>
                <a:lnTo>
                  <a:pt x="286809" y="127171"/>
                </a:lnTo>
                <a:lnTo>
                  <a:pt x="274594" y="127171"/>
                </a:lnTo>
                <a:moveTo>
                  <a:pt x="285655" y="63755"/>
                </a:moveTo>
                <a:cubicBezTo>
                  <a:pt x="285655" y="73018"/>
                  <a:pt x="287532" y="79864"/>
                  <a:pt x="291287" y="84292"/>
                </a:cubicBezTo>
                <a:cubicBezTo>
                  <a:pt x="295042" y="88720"/>
                  <a:pt x="299589" y="90934"/>
                  <a:pt x="304927" y="90934"/>
                </a:cubicBezTo>
                <a:cubicBezTo>
                  <a:pt x="310356" y="90934"/>
                  <a:pt x="315005" y="88641"/>
                  <a:pt x="318873" y="84054"/>
                </a:cubicBezTo>
                <a:cubicBezTo>
                  <a:pt x="322741" y="79468"/>
                  <a:pt x="324675" y="72362"/>
                  <a:pt x="324675" y="62737"/>
                </a:cubicBezTo>
                <a:cubicBezTo>
                  <a:pt x="324675" y="53565"/>
                  <a:pt x="322786" y="46697"/>
                  <a:pt x="319009" y="42133"/>
                </a:cubicBezTo>
                <a:cubicBezTo>
                  <a:pt x="315231" y="37570"/>
                  <a:pt x="310718" y="35288"/>
                  <a:pt x="305470" y="35288"/>
                </a:cubicBezTo>
                <a:cubicBezTo>
                  <a:pt x="300268" y="35288"/>
                  <a:pt x="295664" y="37717"/>
                  <a:pt x="291661" y="42574"/>
                </a:cubicBezTo>
                <a:cubicBezTo>
                  <a:pt x="287657" y="47432"/>
                  <a:pt x="285655" y="54492"/>
                  <a:pt x="285655" y="63755"/>
                </a:cubicBezTo>
                <a:close/>
                <a:moveTo>
                  <a:pt x="351866" y="127171"/>
                </a:moveTo>
                <a:lnTo>
                  <a:pt x="351866" y="27416"/>
                </a:lnTo>
                <a:lnTo>
                  <a:pt x="362995" y="27416"/>
                </a:lnTo>
                <a:lnTo>
                  <a:pt x="362995" y="36713"/>
                </a:lnTo>
                <a:cubicBezTo>
                  <a:pt x="365619" y="33071"/>
                  <a:pt x="368582" y="30339"/>
                  <a:pt x="371885" y="28519"/>
                </a:cubicBezTo>
                <a:cubicBezTo>
                  <a:pt x="375187" y="26698"/>
                  <a:pt x="379191" y="25787"/>
                  <a:pt x="383896" y="25787"/>
                </a:cubicBezTo>
                <a:cubicBezTo>
                  <a:pt x="390049" y="25787"/>
                  <a:pt x="395478" y="27371"/>
                  <a:pt x="400183" y="30537"/>
                </a:cubicBezTo>
                <a:cubicBezTo>
                  <a:pt x="404888" y="33704"/>
                  <a:pt x="408439" y="38172"/>
                  <a:pt x="410837" y="43940"/>
                </a:cubicBezTo>
                <a:cubicBezTo>
                  <a:pt x="413235" y="49708"/>
                  <a:pt x="414434" y="56031"/>
                  <a:pt x="414434" y="62907"/>
                </a:cubicBezTo>
                <a:cubicBezTo>
                  <a:pt x="414434" y="70281"/>
                  <a:pt x="413110" y="76920"/>
                  <a:pt x="410464" y="82824"/>
                </a:cubicBezTo>
                <a:cubicBezTo>
                  <a:pt x="407817" y="88728"/>
                  <a:pt x="403972" y="93252"/>
                  <a:pt x="398927" y="96396"/>
                </a:cubicBezTo>
                <a:cubicBezTo>
                  <a:pt x="393883" y="99541"/>
                  <a:pt x="388579" y="101113"/>
                  <a:pt x="383014" y="101113"/>
                </a:cubicBezTo>
                <a:cubicBezTo>
                  <a:pt x="378942" y="101113"/>
                  <a:pt x="375289" y="100242"/>
                  <a:pt x="372054" y="98500"/>
                </a:cubicBezTo>
                <a:cubicBezTo>
                  <a:pt x="368820" y="96757"/>
                  <a:pt x="366162" y="94556"/>
                  <a:pt x="364081" y="91896"/>
                </a:cubicBezTo>
                <a:lnTo>
                  <a:pt x="364081" y="127171"/>
                </a:lnTo>
                <a:lnTo>
                  <a:pt x="351866" y="127171"/>
                </a:lnTo>
                <a:moveTo>
                  <a:pt x="362927" y="63755"/>
                </a:moveTo>
                <a:cubicBezTo>
                  <a:pt x="362927" y="73018"/>
                  <a:pt x="364805" y="79864"/>
                  <a:pt x="368560" y="84292"/>
                </a:cubicBezTo>
                <a:cubicBezTo>
                  <a:pt x="372315" y="88720"/>
                  <a:pt x="376861" y="90934"/>
                  <a:pt x="382200" y="90934"/>
                </a:cubicBezTo>
                <a:cubicBezTo>
                  <a:pt x="387629" y="90934"/>
                  <a:pt x="392277" y="88641"/>
                  <a:pt x="396145" y="84054"/>
                </a:cubicBezTo>
                <a:cubicBezTo>
                  <a:pt x="400013" y="79468"/>
                  <a:pt x="401947" y="72362"/>
                  <a:pt x="401947" y="62737"/>
                </a:cubicBezTo>
                <a:cubicBezTo>
                  <a:pt x="401947" y="53565"/>
                  <a:pt x="400058" y="46697"/>
                  <a:pt x="396281" y="42133"/>
                </a:cubicBezTo>
                <a:cubicBezTo>
                  <a:pt x="392503" y="37570"/>
                  <a:pt x="387990" y="35288"/>
                  <a:pt x="382743" y="35288"/>
                </a:cubicBezTo>
                <a:cubicBezTo>
                  <a:pt x="377540" y="35288"/>
                  <a:pt x="372937" y="37717"/>
                  <a:pt x="368933" y="42574"/>
                </a:cubicBezTo>
                <a:cubicBezTo>
                  <a:pt x="364929" y="47432"/>
                  <a:pt x="362927" y="54492"/>
                  <a:pt x="362927" y="63755"/>
                </a:cubicBezTo>
                <a:close/>
                <a:moveTo>
                  <a:pt x="429003" y="99484"/>
                </a:moveTo>
                <a:lnTo>
                  <a:pt x="429003" y="27416"/>
                </a:lnTo>
                <a:lnTo>
                  <a:pt x="439996" y="27416"/>
                </a:lnTo>
                <a:lnTo>
                  <a:pt x="439996" y="38274"/>
                </a:lnTo>
                <a:cubicBezTo>
                  <a:pt x="442801" y="33190"/>
                  <a:pt x="445391" y="29838"/>
                  <a:pt x="447766" y="28217"/>
                </a:cubicBezTo>
                <a:cubicBezTo>
                  <a:pt x="450141" y="26597"/>
                  <a:pt x="452754" y="25787"/>
                  <a:pt x="455604" y="25787"/>
                </a:cubicBezTo>
                <a:cubicBezTo>
                  <a:pt x="459721" y="25787"/>
                  <a:pt x="463906" y="27093"/>
                  <a:pt x="468158" y="29706"/>
                </a:cubicBezTo>
                <a:lnTo>
                  <a:pt x="463951" y="40988"/>
                </a:lnTo>
                <a:cubicBezTo>
                  <a:pt x="460965" y="39224"/>
                  <a:pt x="457979" y="38341"/>
                  <a:pt x="454993" y="38341"/>
                </a:cubicBezTo>
                <a:cubicBezTo>
                  <a:pt x="452324" y="38341"/>
                  <a:pt x="449926" y="39146"/>
                  <a:pt x="447800" y="40755"/>
                </a:cubicBezTo>
                <a:cubicBezTo>
                  <a:pt x="445674" y="42362"/>
                  <a:pt x="444158" y="44592"/>
                  <a:pt x="443253" y="47445"/>
                </a:cubicBezTo>
                <a:cubicBezTo>
                  <a:pt x="441896" y="51793"/>
                  <a:pt x="441218" y="56548"/>
                  <a:pt x="441218" y="61711"/>
                </a:cubicBezTo>
                <a:lnTo>
                  <a:pt x="441218" y="99484"/>
                </a:lnTo>
                <a:lnTo>
                  <a:pt x="429003" y="99484"/>
                </a:lnTo>
                <a:close/>
                <a:moveTo>
                  <a:pt x="470872" y="63450"/>
                </a:moveTo>
                <a:cubicBezTo>
                  <a:pt x="470872" y="50104"/>
                  <a:pt x="474581" y="40219"/>
                  <a:pt x="482001" y="33795"/>
                </a:cubicBezTo>
                <a:cubicBezTo>
                  <a:pt x="488199" y="28456"/>
                  <a:pt x="495754" y="25787"/>
                  <a:pt x="504666" y="25787"/>
                </a:cubicBezTo>
                <a:cubicBezTo>
                  <a:pt x="514574" y="25787"/>
                  <a:pt x="522672" y="29033"/>
                  <a:pt x="528961" y="35525"/>
                </a:cubicBezTo>
                <a:cubicBezTo>
                  <a:pt x="535249" y="42017"/>
                  <a:pt x="538393" y="50986"/>
                  <a:pt x="538393" y="62432"/>
                </a:cubicBezTo>
                <a:cubicBezTo>
                  <a:pt x="538393" y="71706"/>
                  <a:pt x="537002" y="79001"/>
                  <a:pt x="534220" y="84317"/>
                </a:cubicBezTo>
                <a:cubicBezTo>
                  <a:pt x="531438" y="89633"/>
                  <a:pt x="527389" y="93761"/>
                  <a:pt x="522073" y="96702"/>
                </a:cubicBezTo>
                <a:cubicBezTo>
                  <a:pt x="516757" y="99642"/>
                  <a:pt x="510955" y="101113"/>
                  <a:pt x="504666" y="101113"/>
                </a:cubicBezTo>
                <a:cubicBezTo>
                  <a:pt x="494578" y="101113"/>
                  <a:pt x="486423" y="97878"/>
                  <a:pt x="480203" y="91409"/>
                </a:cubicBezTo>
                <a:cubicBezTo>
                  <a:pt x="473982" y="84939"/>
                  <a:pt x="470872" y="75620"/>
                  <a:pt x="470872" y="63450"/>
                </a:cubicBezTo>
                <a:moveTo>
                  <a:pt x="483426" y="63416"/>
                </a:moveTo>
                <a:cubicBezTo>
                  <a:pt x="483426" y="72611"/>
                  <a:pt x="485439" y="79496"/>
                  <a:pt x="489466" y="84071"/>
                </a:cubicBezTo>
                <a:cubicBezTo>
                  <a:pt x="493492" y="88646"/>
                  <a:pt x="498559" y="90934"/>
                  <a:pt x="504666" y="90934"/>
                </a:cubicBezTo>
                <a:cubicBezTo>
                  <a:pt x="510729" y="90934"/>
                  <a:pt x="515773" y="88635"/>
                  <a:pt x="519799" y="84037"/>
                </a:cubicBezTo>
                <a:cubicBezTo>
                  <a:pt x="523826" y="79440"/>
                  <a:pt x="525839" y="72431"/>
                  <a:pt x="525839" y="63011"/>
                </a:cubicBezTo>
                <a:cubicBezTo>
                  <a:pt x="525839" y="54131"/>
                  <a:pt x="523815" y="47404"/>
                  <a:pt x="519766" y="42829"/>
                </a:cubicBezTo>
                <a:cubicBezTo>
                  <a:pt x="515716" y="38254"/>
                  <a:pt x="510683" y="35966"/>
                  <a:pt x="504666" y="35966"/>
                </a:cubicBezTo>
                <a:cubicBezTo>
                  <a:pt x="498559" y="35966"/>
                  <a:pt x="493492" y="38242"/>
                  <a:pt x="489466" y="42795"/>
                </a:cubicBezTo>
                <a:cubicBezTo>
                  <a:pt x="485439" y="47347"/>
                  <a:pt x="483426" y="54221"/>
                  <a:pt x="483426" y="63416"/>
                </a:cubicBezTo>
                <a:close/>
                <a:moveTo>
                  <a:pt x="552877" y="127171"/>
                </a:moveTo>
                <a:lnTo>
                  <a:pt x="552877" y="27416"/>
                </a:lnTo>
                <a:lnTo>
                  <a:pt x="564006" y="27416"/>
                </a:lnTo>
                <a:lnTo>
                  <a:pt x="564006" y="36713"/>
                </a:lnTo>
                <a:cubicBezTo>
                  <a:pt x="566630" y="33071"/>
                  <a:pt x="569594" y="30339"/>
                  <a:pt x="572896" y="28519"/>
                </a:cubicBezTo>
                <a:cubicBezTo>
                  <a:pt x="576199" y="26698"/>
                  <a:pt x="580203" y="25787"/>
                  <a:pt x="584908" y="25787"/>
                </a:cubicBezTo>
                <a:cubicBezTo>
                  <a:pt x="591060" y="25787"/>
                  <a:pt x="596489" y="27371"/>
                  <a:pt x="601194" y="30537"/>
                </a:cubicBezTo>
                <a:cubicBezTo>
                  <a:pt x="605899" y="33704"/>
                  <a:pt x="609451" y="38172"/>
                  <a:pt x="611848" y="43940"/>
                </a:cubicBezTo>
                <a:cubicBezTo>
                  <a:pt x="614246" y="49708"/>
                  <a:pt x="615445" y="56031"/>
                  <a:pt x="615445" y="62907"/>
                </a:cubicBezTo>
                <a:cubicBezTo>
                  <a:pt x="615445" y="70281"/>
                  <a:pt x="614122" y="76920"/>
                  <a:pt x="611475" y="82824"/>
                </a:cubicBezTo>
                <a:cubicBezTo>
                  <a:pt x="608829" y="88728"/>
                  <a:pt x="604983" y="93252"/>
                  <a:pt x="599939" y="96396"/>
                </a:cubicBezTo>
                <a:cubicBezTo>
                  <a:pt x="594894" y="99541"/>
                  <a:pt x="589590" y="101113"/>
                  <a:pt x="584025" y="101113"/>
                </a:cubicBezTo>
                <a:cubicBezTo>
                  <a:pt x="579954" y="101113"/>
                  <a:pt x="576301" y="100242"/>
                  <a:pt x="573066" y="98500"/>
                </a:cubicBezTo>
                <a:cubicBezTo>
                  <a:pt x="569831" y="96757"/>
                  <a:pt x="567173" y="94556"/>
                  <a:pt x="565092" y="91896"/>
                </a:cubicBezTo>
                <a:lnTo>
                  <a:pt x="565092" y="127171"/>
                </a:lnTo>
                <a:lnTo>
                  <a:pt x="552877" y="127171"/>
                </a:lnTo>
                <a:moveTo>
                  <a:pt x="563939" y="63755"/>
                </a:moveTo>
                <a:cubicBezTo>
                  <a:pt x="563939" y="73018"/>
                  <a:pt x="565816" y="79864"/>
                  <a:pt x="569571" y="84292"/>
                </a:cubicBezTo>
                <a:cubicBezTo>
                  <a:pt x="573326" y="88720"/>
                  <a:pt x="577873" y="90934"/>
                  <a:pt x="583211" y="90934"/>
                </a:cubicBezTo>
                <a:cubicBezTo>
                  <a:pt x="588640" y="90934"/>
                  <a:pt x="593288" y="88641"/>
                  <a:pt x="597156" y="84054"/>
                </a:cubicBezTo>
                <a:cubicBezTo>
                  <a:pt x="601025" y="79468"/>
                  <a:pt x="602959" y="72362"/>
                  <a:pt x="602959" y="62737"/>
                </a:cubicBezTo>
                <a:cubicBezTo>
                  <a:pt x="602959" y="53565"/>
                  <a:pt x="601070" y="46697"/>
                  <a:pt x="597292" y="42133"/>
                </a:cubicBezTo>
                <a:cubicBezTo>
                  <a:pt x="593515" y="37570"/>
                  <a:pt x="589002" y="35288"/>
                  <a:pt x="583754" y="35288"/>
                </a:cubicBezTo>
                <a:cubicBezTo>
                  <a:pt x="578551" y="35288"/>
                  <a:pt x="573948" y="37717"/>
                  <a:pt x="569944" y="42574"/>
                </a:cubicBezTo>
                <a:cubicBezTo>
                  <a:pt x="565940" y="47432"/>
                  <a:pt x="563939" y="54492"/>
                  <a:pt x="563939" y="63755"/>
                </a:cubicBezTo>
                <a:close/>
                <a:moveTo>
                  <a:pt x="629875" y="99484"/>
                </a:moveTo>
                <a:lnTo>
                  <a:pt x="629875" y="27416"/>
                </a:lnTo>
                <a:lnTo>
                  <a:pt x="640869" y="27416"/>
                </a:lnTo>
                <a:lnTo>
                  <a:pt x="640869" y="38274"/>
                </a:lnTo>
                <a:cubicBezTo>
                  <a:pt x="643674" y="33190"/>
                  <a:pt x="646264" y="29838"/>
                  <a:pt x="648639" y="28217"/>
                </a:cubicBezTo>
                <a:cubicBezTo>
                  <a:pt x="651014" y="26597"/>
                  <a:pt x="653626" y="25787"/>
                  <a:pt x="656477" y="25787"/>
                </a:cubicBezTo>
                <a:cubicBezTo>
                  <a:pt x="660594" y="25787"/>
                  <a:pt x="664778" y="27093"/>
                  <a:pt x="669031" y="29706"/>
                </a:cubicBezTo>
                <a:lnTo>
                  <a:pt x="664824" y="40988"/>
                </a:lnTo>
                <a:cubicBezTo>
                  <a:pt x="661838" y="39224"/>
                  <a:pt x="658852" y="38341"/>
                  <a:pt x="655866" y="38341"/>
                </a:cubicBezTo>
                <a:cubicBezTo>
                  <a:pt x="653197" y="38341"/>
                  <a:pt x="650799" y="39146"/>
                  <a:pt x="648673" y="40755"/>
                </a:cubicBezTo>
                <a:cubicBezTo>
                  <a:pt x="646546" y="42362"/>
                  <a:pt x="645031" y="44592"/>
                  <a:pt x="644126" y="47445"/>
                </a:cubicBezTo>
                <a:cubicBezTo>
                  <a:pt x="642769" y="51793"/>
                  <a:pt x="642090" y="56548"/>
                  <a:pt x="642090" y="61711"/>
                </a:cubicBezTo>
                <a:lnTo>
                  <a:pt x="642090" y="99484"/>
                </a:lnTo>
                <a:lnTo>
                  <a:pt x="629875" y="99484"/>
                </a:lnTo>
                <a:close/>
                <a:moveTo>
                  <a:pt x="676360" y="14115"/>
                </a:moveTo>
                <a:lnTo>
                  <a:pt x="676360" y="0"/>
                </a:lnTo>
                <a:lnTo>
                  <a:pt x="688575" y="0"/>
                </a:lnTo>
                <a:lnTo>
                  <a:pt x="688575" y="14115"/>
                </a:lnTo>
                <a:lnTo>
                  <a:pt x="676360" y="14115"/>
                </a:lnTo>
                <a:moveTo>
                  <a:pt x="676360" y="99484"/>
                </a:moveTo>
                <a:lnTo>
                  <a:pt x="676360" y="27416"/>
                </a:lnTo>
                <a:lnTo>
                  <a:pt x="688575" y="27416"/>
                </a:lnTo>
                <a:lnTo>
                  <a:pt x="688575" y="99484"/>
                </a:lnTo>
                <a:lnTo>
                  <a:pt x="676360" y="99484"/>
                </a:lnTo>
                <a:close/>
                <a:moveTo>
                  <a:pt x="754172" y="90586"/>
                </a:moveTo>
                <a:cubicBezTo>
                  <a:pt x="749648" y="94434"/>
                  <a:pt x="745294" y="97151"/>
                  <a:pt x="741109" y="98736"/>
                </a:cubicBezTo>
                <a:cubicBezTo>
                  <a:pt x="736924" y="100320"/>
                  <a:pt x="732434" y="101113"/>
                  <a:pt x="727639" y="101113"/>
                </a:cubicBezTo>
                <a:cubicBezTo>
                  <a:pt x="719721" y="101113"/>
                  <a:pt x="713637" y="99177"/>
                  <a:pt x="709384" y="95306"/>
                </a:cubicBezTo>
                <a:cubicBezTo>
                  <a:pt x="705131" y="91436"/>
                  <a:pt x="703005" y="86489"/>
                  <a:pt x="703005" y="80468"/>
                </a:cubicBezTo>
                <a:cubicBezTo>
                  <a:pt x="703005" y="76938"/>
                  <a:pt x="703808" y="73713"/>
                  <a:pt x="705414" y="70794"/>
                </a:cubicBezTo>
                <a:cubicBezTo>
                  <a:pt x="707020" y="67873"/>
                  <a:pt x="709124" y="65530"/>
                  <a:pt x="711725" y="63764"/>
                </a:cubicBezTo>
                <a:cubicBezTo>
                  <a:pt x="714326" y="61998"/>
                  <a:pt x="717256" y="60663"/>
                  <a:pt x="720513" y="59758"/>
                </a:cubicBezTo>
                <a:cubicBezTo>
                  <a:pt x="722911" y="59123"/>
                  <a:pt x="726530" y="58512"/>
                  <a:pt x="731371" y="57924"/>
                </a:cubicBezTo>
                <a:cubicBezTo>
                  <a:pt x="741233" y="56756"/>
                  <a:pt x="748494" y="55363"/>
                  <a:pt x="753154" y="53746"/>
                </a:cubicBezTo>
                <a:cubicBezTo>
                  <a:pt x="753199" y="52079"/>
                  <a:pt x="753222" y="51020"/>
                  <a:pt x="753222" y="50569"/>
                </a:cubicBezTo>
                <a:cubicBezTo>
                  <a:pt x="753222" y="45611"/>
                  <a:pt x="752068" y="42118"/>
                  <a:pt x="749761" y="40091"/>
                </a:cubicBezTo>
                <a:cubicBezTo>
                  <a:pt x="746640" y="37341"/>
                  <a:pt x="742002" y="35966"/>
                  <a:pt x="735850" y="35966"/>
                </a:cubicBezTo>
                <a:cubicBezTo>
                  <a:pt x="730104" y="35966"/>
                  <a:pt x="725863" y="36973"/>
                  <a:pt x="723126" y="38986"/>
                </a:cubicBezTo>
                <a:cubicBezTo>
                  <a:pt x="720389" y="40999"/>
                  <a:pt x="718364" y="44562"/>
                  <a:pt x="717052" y="49674"/>
                </a:cubicBezTo>
                <a:lnTo>
                  <a:pt x="705109" y="48046"/>
                </a:lnTo>
                <a:cubicBezTo>
                  <a:pt x="706194" y="42918"/>
                  <a:pt x="707981" y="38777"/>
                  <a:pt x="710470" y="35623"/>
                </a:cubicBezTo>
                <a:cubicBezTo>
                  <a:pt x="712958" y="32469"/>
                  <a:pt x="716555" y="30041"/>
                  <a:pt x="721260" y="28340"/>
                </a:cubicBezTo>
                <a:cubicBezTo>
                  <a:pt x="725965" y="26638"/>
                  <a:pt x="731416" y="25787"/>
                  <a:pt x="737614" y="25787"/>
                </a:cubicBezTo>
                <a:cubicBezTo>
                  <a:pt x="743767" y="25787"/>
                  <a:pt x="748766" y="26511"/>
                  <a:pt x="752611" y="27959"/>
                </a:cubicBezTo>
                <a:cubicBezTo>
                  <a:pt x="756457" y="29406"/>
                  <a:pt x="759284" y="31227"/>
                  <a:pt x="761094" y="33422"/>
                </a:cubicBezTo>
                <a:cubicBezTo>
                  <a:pt x="762904" y="35616"/>
                  <a:pt x="764170" y="38387"/>
                  <a:pt x="764894" y="41734"/>
                </a:cubicBezTo>
                <a:cubicBezTo>
                  <a:pt x="765301" y="43816"/>
                  <a:pt x="765505" y="47571"/>
                  <a:pt x="765505" y="52999"/>
                </a:cubicBezTo>
                <a:lnTo>
                  <a:pt x="765505" y="69286"/>
                </a:lnTo>
                <a:cubicBezTo>
                  <a:pt x="765505" y="80641"/>
                  <a:pt x="765765" y="87823"/>
                  <a:pt x="766285" y="90832"/>
                </a:cubicBezTo>
                <a:cubicBezTo>
                  <a:pt x="766806" y="93840"/>
                  <a:pt x="767835" y="96724"/>
                  <a:pt x="769373" y="99484"/>
                </a:cubicBezTo>
                <a:lnTo>
                  <a:pt x="756615" y="99484"/>
                </a:lnTo>
                <a:cubicBezTo>
                  <a:pt x="755348" y="96948"/>
                  <a:pt x="754534" y="93982"/>
                  <a:pt x="754172" y="90586"/>
                </a:cubicBezTo>
                <a:moveTo>
                  <a:pt x="753154" y="63246"/>
                </a:moveTo>
                <a:cubicBezTo>
                  <a:pt x="748721" y="65072"/>
                  <a:pt x="742070" y="66622"/>
                  <a:pt x="733203" y="67899"/>
                </a:cubicBezTo>
                <a:cubicBezTo>
                  <a:pt x="728181" y="68626"/>
                  <a:pt x="724630" y="69444"/>
                  <a:pt x="722549" y="70353"/>
                </a:cubicBezTo>
                <a:cubicBezTo>
                  <a:pt x="720468" y="71260"/>
                  <a:pt x="718862" y="72589"/>
                  <a:pt x="717731" y="74340"/>
                </a:cubicBezTo>
                <a:cubicBezTo>
                  <a:pt x="716600" y="76088"/>
                  <a:pt x="716034" y="78030"/>
                  <a:pt x="716034" y="80165"/>
                </a:cubicBezTo>
                <a:cubicBezTo>
                  <a:pt x="716034" y="83435"/>
                  <a:pt x="717267" y="86161"/>
                  <a:pt x="719733" y="88342"/>
                </a:cubicBezTo>
                <a:cubicBezTo>
                  <a:pt x="722198" y="90522"/>
                  <a:pt x="725806" y="91612"/>
                  <a:pt x="730557" y="91612"/>
                </a:cubicBezTo>
                <a:cubicBezTo>
                  <a:pt x="735262" y="91612"/>
                  <a:pt x="739446" y="90578"/>
                  <a:pt x="743111" y="88510"/>
                </a:cubicBezTo>
                <a:cubicBezTo>
                  <a:pt x="746775" y="86441"/>
                  <a:pt x="749467" y="83612"/>
                  <a:pt x="751186" y="80021"/>
                </a:cubicBezTo>
                <a:cubicBezTo>
                  <a:pt x="752498" y="77247"/>
                  <a:pt x="753154" y="73155"/>
                  <a:pt x="753154" y="67746"/>
                </a:cubicBezTo>
                <a:lnTo>
                  <a:pt x="753154" y="63246"/>
                </a:lnTo>
                <a:close/>
                <a:moveTo>
                  <a:pt x="811087" y="88694"/>
                </a:moveTo>
                <a:lnTo>
                  <a:pt x="812851" y="99484"/>
                </a:lnTo>
                <a:cubicBezTo>
                  <a:pt x="809413" y="100117"/>
                  <a:pt x="806337" y="100434"/>
                  <a:pt x="803622" y="100434"/>
                </a:cubicBezTo>
                <a:cubicBezTo>
                  <a:pt x="799189" y="100434"/>
                  <a:pt x="795750" y="99733"/>
                  <a:pt x="793307" y="98330"/>
                </a:cubicBezTo>
                <a:cubicBezTo>
                  <a:pt x="790864" y="96928"/>
                  <a:pt x="789145" y="95084"/>
                  <a:pt x="788150" y="92800"/>
                </a:cubicBezTo>
                <a:cubicBezTo>
                  <a:pt x="787155" y="90515"/>
                  <a:pt x="786657" y="85708"/>
                  <a:pt x="786657" y="78379"/>
                </a:cubicBezTo>
                <a:lnTo>
                  <a:pt x="786657" y="36916"/>
                </a:lnTo>
                <a:lnTo>
                  <a:pt x="777699" y="36916"/>
                </a:lnTo>
                <a:lnTo>
                  <a:pt x="777699" y="27416"/>
                </a:lnTo>
                <a:lnTo>
                  <a:pt x="786657" y="27416"/>
                </a:lnTo>
                <a:lnTo>
                  <a:pt x="786657" y="9520"/>
                </a:lnTo>
                <a:lnTo>
                  <a:pt x="798804" y="2172"/>
                </a:lnTo>
                <a:lnTo>
                  <a:pt x="798804" y="27416"/>
                </a:lnTo>
                <a:lnTo>
                  <a:pt x="811087" y="27416"/>
                </a:lnTo>
                <a:lnTo>
                  <a:pt x="811087" y="36916"/>
                </a:lnTo>
                <a:lnTo>
                  <a:pt x="798804" y="36916"/>
                </a:lnTo>
                <a:lnTo>
                  <a:pt x="798804" y="79058"/>
                </a:lnTo>
                <a:cubicBezTo>
                  <a:pt x="798804" y="82542"/>
                  <a:pt x="799019" y="84781"/>
                  <a:pt x="799449" y="85776"/>
                </a:cubicBezTo>
                <a:cubicBezTo>
                  <a:pt x="799879" y="86771"/>
                  <a:pt x="800580" y="87563"/>
                  <a:pt x="801552" y="88151"/>
                </a:cubicBezTo>
                <a:cubicBezTo>
                  <a:pt x="802525" y="88739"/>
                  <a:pt x="803916" y="89034"/>
                  <a:pt x="805726" y="89034"/>
                </a:cubicBezTo>
                <a:cubicBezTo>
                  <a:pt x="807083" y="89034"/>
                  <a:pt x="808870" y="88920"/>
                  <a:pt x="811087" y="88694"/>
                </a:cubicBezTo>
                <a:close/>
                <a:moveTo>
                  <a:pt x="872527" y="76276"/>
                </a:moveTo>
                <a:lnTo>
                  <a:pt x="885149" y="77836"/>
                </a:lnTo>
                <a:cubicBezTo>
                  <a:pt x="883159" y="85211"/>
                  <a:pt x="879471" y="90934"/>
                  <a:pt x="874088" y="95005"/>
                </a:cubicBezTo>
                <a:cubicBezTo>
                  <a:pt x="868704" y="99077"/>
                  <a:pt x="861828" y="101113"/>
                  <a:pt x="853458" y="101113"/>
                </a:cubicBezTo>
                <a:cubicBezTo>
                  <a:pt x="842917" y="101113"/>
                  <a:pt x="834559" y="97867"/>
                  <a:pt x="828384" y="91375"/>
                </a:cubicBezTo>
                <a:cubicBezTo>
                  <a:pt x="822208" y="84883"/>
                  <a:pt x="819121" y="75778"/>
                  <a:pt x="819121" y="64061"/>
                </a:cubicBezTo>
                <a:cubicBezTo>
                  <a:pt x="819121" y="51936"/>
                  <a:pt x="822242" y="42526"/>
                  <a:pt x="828485" y="35831"/>
                </a:cubicBezTo>
                <a:cubicBezTo>
                  <a:pt x="834729" y="29135"/>
                  <a:pt x="842827" y="25787"/>
                  <a:pt x="852780" y="25787"/>
                </a:cubicBezTo>
                <a:cubicBezTo>
                  <a:pt x="862416" y="25787"/>
                  <a:pt x="870288" y="29062"/>
                  <a:pt x="876395" y="35612"/>
                </a:cubicBezTo>
                <a:cubicBezTo>
                  <a:pt x="882503" y="42161"/>
                  <a:pt x="885556" y="51374"/>
                  <a:pt x="885556" y="63253"/>
                </a:cubicBezTo>
                <a:cubicBezTo>
                  <a:pt x="885556" y="63975"/>
                  <a:pt x="885534" y="65059"/>
                  <a:pt x="885489" y="66504"/>
                </a:cubicBezTo>
                <a:lnTo>
                  <a:pt x="831743" y="66504"/>
                </a:lnTo>
                <a:cubicBezTo>
                  <a:pt x="832195" y="74398"/>
                  <a:pt x="834434" y="80443"/>
                  <a:pt x="838461" y="84640"/>
                </a:cubicBezTo>
                <a:cubicBezTo>
                  <a:pt x="842487" y="88836"/>
                  <a:pt x="847509" y="90934"/>
                  <a:pt x="853526" y="90934"/>
                </a:cubicBezTo>
                <a:cubicBezTo>
                  <a:pt x="858005" y="90934"/>
                  <a:pt x="861828" y="89769"/>
                  <a:pt x="864995" y="87439"/>
                </a:cubicBezTo>
                <a:cubicBezTo>
                  <a:pt x="868161" y="85107"/>
                  <a:pt x="870672" y="81386"/>
                  <a:pt x="872527" y="76276"/>
                </a:cubicBezTo>
                <a:moveTo>
                  <a:pt x="832421" y="56325"/>
                </a:moveTo>
                <a:lnTo>
                  <a:pt x="872663" y="56325"/>
                </a:lnTo>
                <a:cubicBezTo>
                  <a:pt x="872120" y="50361"/>
                  <a:pt x="870582" y="45889"/>
                  <a:pt x="868048" y="42907"/>
                </a:cubicBezTo>
                <a:cubicBezTo>
                  <a:pt x="864158" y="38280"/>
                  <a:pt x="859113" y="35966"/>
                  <a:pt x="852915" y="35966"/>
                </a:cubicBezTo>
                <a:cubicBezTo>
                  <a:pt x="847305" y="35966"/>
                  <a:pt x="842589" y="37813"/>
                  <a:pt x="838766" y="41508"/>
                </a:cubicBezTo>
                <a:cubicBezTo>
                  <a:pt x="834943" y="45200"/>
                  <a:pt x="832828" y="50139"/>
                  <a:pt x="832421" y="56325"/>
                </a:cubicBezTo>
                <a:close/>
                <a:moveTo>
                  <a:pt x="939867" y="17644"/>
                </a:moveTo>
                <a:lnTo>
                  <a:pt x="939867" y="0"/>
                </a:lnTo>
                <a:lnTo>
                  <a:pt x="958936" y="0"/>
                </a:lnTo>
                <a:lnTo>
                  <a:pt x="958936" y="17644"/>
                </a:lnTo>
                <a:lnTo>
                  <a:pt x="939867" y="17644"/>
                </a:lnTo>
                <a:moveTo>
                  <a:pt x="939867" y="99484"/>
                </a:moveTo>
                <a:lnTo>
                  <a:pt x="939867" y="27416"/>
                </a:lnTo>
                <a:lnTo>
                  <a:pt x="958936" y="27416"/>
                </a:lnTo>
                <a:lnTo>
                  <a:pt x="958936" y="99484"/>
                </a:lnTo>
                <a:lnTo>
                  <a:pt x="939867" y="99484"/>
                </a:lnTo>
                <a:close/>
                <a:moveTo>
                  <a:pt x="1044103" y="99484"/>
                </a:moveTo>
                <a:lnTo>
                  <a:pt x="1025034" y="99484"/>
                </a:lnTo>
                <a:lnTo>
                  <a:pt x="1025034" y="62746"/>
                </a:lnTo>
                <a:cubicBezTo>
                  <a:pt x="1025034" y="54973"/>
                  <a:pt x="1024627" y="49946"/>
                  <a:pt x="1023812" y="47664"/>
                </a:cubicBezTo>
                <a:cubicBezTo>
                  <a:pt x="1022998" y="45382"/>
                  <a:pt x="1021675" y="43608"/>
                  <a:pt x="1019843" y="42343"/>
                </a:cubicBezTo>
                <a:cubicBezTo>
                  <a:pt x="1018010" y="41078"/>
                  <a:pt x="1015805" y="40445"/>
                  <a:pt x="1013226" y="40445"/>
                </a:cubicBezTo>
                <a:cubicBezTo>
                  <a:pt x="1009924" y="40445"/>
                  <a:pt x="1006960" y="41349"/>
                  <a:pt x="1004336" y="43157"/>
                </a:cubicBezTo>
                <a:cubicBezTo>
                  <a:pt x="1001712" y="44964"/>
                  <a:pt x="999914" y="47359"/>
                  <a:pt x="998941" y="50342"/>
                </a:cubicBezTo>
                <a:cubicBezTo>
                  <a:pt x="997969" y="53324"/>
                  <a:pt x="997482" y="58837"/>
                  <a:pt x="997482" y="66881"/>
                </a:cubicBezTo>
                <a:lnTo>
                  <a:pt x="997482" y="99484"/>
                </a:lnTo>
                <a:lnTo>
                  <a:pt x="978414" y="99484"/>
                </a:lnTo>
                <a:lnTo>
                  <a:pt x="978414" y="27416"/>
                </a:lnTo>
                <a:lnTo>
                  <a:pt x="996125" y="27416"/>
                </a:lnTo>
                <a:lnTo>
                  <a:pt x="996125" y="38002"/>
                </a:lnTo>
                <a:cubicBezTo>
                  <a:pt x="1002414" y="29859"/>
                  <a:pt x="1010331" y="25787"/>
                  <a:pt x="1019877" y="25787"/>
                </a:cubicBezTo>
                <a:cubicBezTo>
                  <a:pt x="1024084" y="25787"/>
                  <a:pt x="1027929" y="26545"/>
                  <a:pt x="1031413" y="28060"/>
                </a:cubicBezTo>
                <a:cubicBezTo>
                  <a:pt x="1034896" y="29576"/>
                  <a:pt x="1037532" y="31510"/>
                  <a:pt x="1039319" y="33863"/>
                </a:cubicBezTo>
                <a:cubicBezTo>
                  <a:pt x="1041106" y="36215"/>
                  <a:pt x="1042350" y="38884"/>
                  <a:pt x="1043051" y="41870"/>
                </a:cubicBezTo>
                <a:cubicBezTo>
                  <a:pt x="1043752" y="44856"/>
                  <a:pt x="1044103" y="49131"/>
                  <a:pt x="1044103" y="54696"/>
                </a:cubicBezTo>
                <a:lnTo>
                  <a:pt x="1044103" y="99484"/>
                </a:lnTo>
                <a:close/>
                <a:moveTo>
                  <a:pt x="1126166" y="48724"/>
                </a:moveTo>
                <a:lnTo>
                  <a:pt x="1107369" y="52117"/>
                </a:lnTo>
                <a:cubicBezTo>
                  <a:pt x="1106735" y="48385"/>
                  <a:pt x="1105299" y="45574"/>
                  <a:pt x="1103060" y="43685"/>
                </a:cubicBezTo>
                <a:cubicBezTo>
                  <a:pt x="1100820" y="41797"/>
                  <a:pt x="1097913" y="40852"/>
                  <a:pt x="1094339" y="40852"/>
                </a:cubicBezTo>
                <a:cubicBezTo>
                  <a:pt x="1089589" y="40852"/>
                  <a:pt x="1085800" y="42487"/>
                  <a:pt x="1082973" y="45757"/>
                </a:cubicBezTo>
                <a:cubicBezTo>
                  <a:pt x="1080145" y="49027"/>
                  <a:pt x="1078731" y="54496"/>
                  <a:pt x="1078731" y="62163"/>
                </a:cubicBezTo>
                <a:cubicBezTo>
                  <a:pt x="1078731" y="70688"/>
                  <a:pt x="1080168" y="76710"/>
                  <a:pt x="1083041" y="80229"/>
                </a:cubicBezTo>
                <a:cubicBezTo>
                  <a:pt x="1085913" y="83746"/>
                  <a:pt x="1089770" y="85505"/>
                  <a:pt x="1094611" y="85505"/>
                </a:cubicBezTo>
                <a:cubicBezTo>
                  <a:pt x="1098230" y="85505"/>
                  <a:pt x="1101193" y="84476"/>
                  <a:pt x="1103501" y="82417"/>
                </a:cubicBezTo>
                <a:cubicBezTo>
                  <a:pt x="1105808" y="80359"/>
                  <a:pt x="1107437" y="76819"/>
                  <a:pt x="1108387" y="71797"/>
                </a:cubicBezTo>
                <a:lnTo>
                  <a:pt x="1127116" y="75054"/>
                </a:lnTo>
                <a:cubicBezTo>
                  <a:pt x="1125171" y="83650"/>
                  <a:pt x="1121439" y="90142"/>
                  <a:pt x="1115919" y="94530"/>
                </a:cubicBezTo>
                <a:cubicBezTo>
                  <a:pt x="1110400" y="98919"/>
                  <a:pt x="1103003" y="101113"/>
                  <a:pt x="1093729" y="101113"/>
                </a:cubicBezTo>
                <a:cubicBezTo>
                  <a:pt x="1083188" y="101113"/>
                  <a:pt x="1074784" y="97788"/>
                  <a:pt x="1068518" y="91137"/>
                </a:cubicBezTo>
                <a:cubicBezTo>
                  <a:pt x="1062253" y="84487"/>
                  <a:pt x="1059120" y="75280"/>
                  <a:pt x="1059120" y="63518"/>
                </a:cubicBezTo>
                <a:cubicBezTo>
                  <a:pt x="1059120" y="51620"/>
                  <a:pt x="1062264" y="42357"/>
                  <a:pt x="1068552" y="35729"/>
                </a:cubicBezTo>
                <a:cubicBezTo>
                  <a:pt x="1074841" y="29101"/>
                  <a:pt x="1083346" y="25787"/>
                  <a:pt x="1094068" y="25787"/>
                </a:cubicBezTo>
                <a:cubicBezTo>
                  <a:pt x="1102845" y="25787"/>
                  <a:pt x="1109823" y="27676"/>
                  <a:pt x="1115003" y="31454"/>
                </a:cubicBezTo>
                <a:cubicBezTo>
                  <a:pt x="1120183" y="35231"/>
                  <a:pt x="1123904" y="40988"/>
                  <a:pt x="1126166" y="48724"/>
                </a:cubicBezTo>
                <a:close/>
                <a:moveTo>
                  <a:pt x="1158854" y="99484"/>
                </a:moveTo>
                <a:lnTo>
                  <a:pt x="1139785" y="99484"/>
                </a:lnTo>
                <a:lnTo>
                  <a:pt x="1139785" y="27416"/>
                </a:lnTo>
                <a:lnTo>
                  <a:pt x="1157497" y="27416"/>
                </a:lnTo>
                <a:lnTo>
                  <a:pt x="1157497" y="37663"/>
                </a:lnTo>
                <a:cubicBezTo>
                  <a:pt x="1160528" y="32822"/>
                  <a:pt x="1163254" y="29633"/>
                  <a:pt x="1165674" y="28094"/>
                </a:cubicBezTo>
                <a:cubicBezTo>
                  <a:pt x="1168094" y="26556"/>
                  <a:pt x="1170843" y="25787"/>
                  <a:pt x="1173919" y="25787"/>
                </a:cubicBezTo>
                <a:cubicBezTo>
                  <a:pt x="1178262" y="25787"/>
                  <a:pt x="1182447" y="26986"/>
                  <a:pt x="1186473" y="29384"/>
                </a:cubicBezTo>
                <a:lnTo>
                  <a:pt x="1180570" y="46010"/>
                </a:lnTo>
                <a:cubicBezTo>
                  <a:pt x="1177358" y="43929"/>
                  <a:pt x="1174372" y="42888"/>
                  <a:pt x="1171612" y="42888"/>
                </a:cubicBezTo>
                <a:cubicBezTo>
                  <a:pt x="1168943" y="42888"/>
                  <a:pt x="1166681" y="43623"/>
                  <a:pt x="1164826" y="45094"/>
                </a:cubicBezTo>
                <a:cubicBezTo>
                  <a:pt x="1162971" y="46564"/>
                  <a:pt x="1161512" y="49222"/>
                  <a:pt x="1160449" y="53067"/>
                </a:cubicBezTo>
                <a:cubicBezTo>
                  <a:pt x="1159386" y="56913"/>
                  <a:pt x="1158854" y="64966"/>
                  <a:pt x="1158854" y="77226"/>
                </a:cubicBezTo>
                <a:lnTo>
                  <a:pt x="1158854" y="99484"/>
                </a:lnTo>
                <a:close/>
                <a:moveTo>
                  <a:pt x="1236397" y="76547"/>
                </a:moveTo>
                <a:lnTo>
                  <a:pt x="1255398" y="79804"/>
                </a:lnTo>
                <a:cubicBezTo>
                  <a:pt x="1252955" y="86749"/>
                  <a:pt x="1249098" y="92036"/>
                  <a:pt x="1243828" y="95667"/>
                </a:cubicBezTo>
                <a:cubicBezTo>
                  <a:pt x="1238557" y="99297"/>
                  <a:pt x="1231963" y="101113"/>
                  <a:pt x="1224046" y="101113"/>
                </a:cubicBezTo>
                <a:cubicBezTo>
                  <a:pt x="1211515" y="101113"/>
                  <a:pt x="1202240" y="97018"/>
                  <a:pt x="1196223" y="88830"/>
                </a:cubicBezTo>
                <a:cubicBezTo>
                  <a:pt x="1191473" y="82270"/>
                  <a:pt x="1189098" y="73991"/>
                  <a:pt x="1189098" y="63993"/>
                </a:cubicBezTo>
                <a:cubicBezTo>
                  <a:pt x="1189098" y="52049"/>
                  <a:pt x="1192220" y="42696"/>
                  <a:pt x="1198463" y="35932"/>
                </a:cubicBezTo>
                <a:cubicBezTo>
                  <a:pt x="1204706" y="29169"/>
                  <a:pt x="1212600" y="25787"/>
                  <a:pt x="1222146" y="25787"/>
                </a:cubicBezTo>
                <a:cubicBezTo>
                  <a:pt x="1232868" y="25787"/>
                  <a:pt x="1241328" y="29327"/>
                  <a:pt x="1247526" y="36407"/>
                </a:cubicBezTo>
                <a:cubicBezTo>
                  <a:pt x="1253724" y="43488"/>
                  <a:pt x="1256687" y="54334"/>
                  <a:pt x="1256416" y="68947"/>
                </a:cubicBezTo>
                <a:lnTo>
                  <a:pt x="1208642" y="68947"/>
                </a:lnTo>
                <a:cubicBezTo>
                  <a:pt x="1208778" y="74602"/>
                  <a:pt x="1210316" y="79001"/>
                  <a:pt x="1213256" y="82146"/>
                </a:cubicBezTo>
                <a:cubicBezTo>
                  <a:pt x="1216197" y="85290"/>
                  <a:pt x="1219862" y="86862"/>
                  <a:pt x="1224250" y="86862"/>
                </a:cubicBezTo>
                <a:cubicBezTo>
                  <a:pt x="1227236" y="86862"/>
                  <a:pt x="1229747" y="86048"/>
                  <a:pt x="1231782" y="84419"/>
                </a:cubicBezTo>
                <a:cubicBezTo>
                  <a:pt x="1233818" y="82790"/>
                  <a:pt x="1235356" y="80166"/>
                  <a:pt x="1236397" y="76547"/>
                </a:cubicBezTo>
                <a:moveTo>
                  <a:pt x="1237483" y="57275"/>
                </a:moveTo>
                <a:cubicBezTo>
                  <a:pt x="1237347" y="51778"/>
                  <a:pt x="1235922" y="47599"/>
                  <a:pt x="1233208" y="44737"/>
                </a:cubicBezTo>
                <a:cubicBezTo>
                  <a:pt x="1230493" y="41876"/>
                  <a:pt x="1227191" y="40445"/>
                  <a:pt x="1223300" y="40445"/>
                </a:cubicBezTo>
                <a:cubicBezTo>
                  <a:pt x="1219138" y="40445"/>
                  <a:pt x="1215699" y="41954"/>
                  <a:pt x="1212985" y="44973"/>
                </a:cubicBezTo>
                <a:cubicBezTo>
                  <a:pt x="1210271" y="47993"/>
                  <a:pt x="1208936" y="52093"/>
                  <a:pt x="1208981" y="57275"/>
                </a:cubicBezTo>
                <a:lnTo>
                  <a:pt x="1237483" y="57275"/>
                </a:lnTo>
                <a:close/>
                <a:moveTo>
                  <a:pt x="1286186" y="49674"/>
                </a:moveTo>
                <a:lnTo>
                  <a:pt x="1268881" y="46553"/>
                </a:lnTo>
                <a:cubicBezTo>
                  <a:pt x="1270827" y="39494"/>
                  <a:pt x="1274174" y="34268"/>
                  <a:pt x="1278925" y="30877"/>
                </a:cubicBezTo>
                <a:cubicBezTo>
                  <a:pt x="1283675" y="27484"/>
                  <a:pt x="1290733" y="25787"/>
                  <a:pt x="1300097" y="25787"/>
                </a:cubicBezTo>
                <a:cubicBezTo>
                  <a:pt x="1308603" y="25787"/>
                  <a:pt x="1314936" y="26794"/>
                  <a:pt x="1319098" y="28807"/>
                </a:cubicBezTo>
                <a:cubicBezTo>
                  <a:pt x="1323261" y="30820"/>
                  <a:pt x="1326190" y="33376"/>
                  <a:pt x="1327886" y="36475"/>
                </a:cubicBezTo>
                <a:cubicBezTo>
                  <a:pt x="1329583" y="39574"/>
                  <a:pt x="1330431" y="45263"/>
                  <a:pt x="1330431" y="53542"/>
                </a:cubicBezTo>
                <a:lnTo>
                  <a:pt x="1330228" y="75801"/>
                </a:lnTo>
                <a:cubicBezTo>
                  <a:pt x="1330228" y="82134"/>
                  <a:pt x="1330533" y="86805"/>
                  <a:pt x="1331144" y="89814"/>
                </a:cubicBezTo>
                <a:cubicBezTo>
                  <a:pt x="1331754" y="92822"/>
                  <a:pt x="1332897" y="96046"/>
                  <a:pt x="1334571" y="99484"/>
                </a:cubicBezTo>
                <a:lnTo>
                  <a:pt x="1315705" y="99484"/>
                </a:lnTo>
                <a:cubicBezTo>
                  <a:pt x="1315208" y="98217"/>
                  <a:pt x="1314597" y="96340"/>
                  <a:pt x="1313873" y="93852"/>
                </a:cubicBezTo>
                <a:cubicBezTo>
                  <a:pt x="1313556" y="92721"/>
                  <a:pt x="1313330" y="91974"/>
                  <a:pt x="1313194" y="91612"/>
                </a:cubicBezTo>
                <a:cubicBezTo>
                  <a:pt x="1309937" y="94779"/>
                  <a:pt x="1306454" y="97154"/>
                  <a:pt x="1302744" y="98738"/>
                </a:cubicBezTo>
                <a:cubicBezTo>
                  <a:pt x="1299034" y="100321"/>
                  <a:pt x="1295076" y="101113"/>
                  <a:pt x="1290868" y="101113"/>
                </a:cubicBezTo>
                <a:cubicBezTo>
                  <a:pt x="1283449" y="101113"/>
                  <a:pt x="1277601" y="99108"/>
                  <a:pt x="1273326" y="95099"/>
                </a:cubicBezTo>
                <a:cubicBezTo>
                  <a:pt x="1269051" y="91089"/>
                  <a:pt x="1266913" y="86021"/>
                  <a:pt x="1266913" y="79894"/>
                </a:cubicBezTo>
                <a:cubicBezTo>
                  <a:pt x="1266913" y="75839"/>
                  <a:pt x="1267886" y="72224"/>
                  <a:pt x="1269831" y="69048"/>
                </a:cubicBezTo>
                <a:cubicBezTo>
                  <a:pt x="1271777" y="65872"/>
                  <a:pt x="1274502" y="63439"/>
                  <a:pt x="1278009" y="61749"/>
                </a:cubicBezTo>
                <a:cubicBezTo>
                  <a:pt x="1281515" y="60060"/>
                  <a:pt x="1286570" y="58584"/>
                  <a:pt x="1293176" y="57323"/>
                </a:cubicBezTo>
                <a:cubicBezTo>
                  <a:pt x="1302088" y="55657"/>
                  <a:pt x="1308263" y="54102"/>
                  <a:pt x="1311702" y="52660"/>
                </a:cubicBezTo>
                <a:lnTo>
                  <a:pt x="1311702" y="50739"/>
                </a:lnTo>
                <a:cubicBezTo>
                  <a:pt x="1311702" y="47033"/>
                  <a:pt x="1310797" y="44392"/>
                  <a:pt x="1308987" y="42814"/>
                </a:cubicBezTo>
                <a:cubicBezTo>
                  <a:pt x="1307177" y="41235"/>
                  <a:pt x="1303762" y="40445"/>
                  <a:pt x="1298740" y="40445"/>
                </a:cubicBezTo>
                <a:cubicBezTo>
                  <a:pt x="1295347" y="40445"/>
                  <a:pt x="1292700" y="41128"/>
                  <a:pt x="1290800" y="42494"/>
                </a:cubicBezTo>
                <a:cubicBezTo>
                  <a:pt x="1288900" y="43858"/>
                  <a:pt x="1287362" y="46251"/>
                  <a:pt x="1286186" y="49674"/>
                </a:cubicBezTo>
                <a:moveTo>
                  <a:pt x="1311702" y="65146"/>
                </a:moveTo>
                <a:cubicBezTo>
                  <a:pt x="1309259" y="65951"/>
                  <a:pt x="1305390" y="66912"/>
                  <a:pt x="1300097" y="68031"/>
                </a:cubicBezTo>
                <a:cubicBezTo>
                  <a:pt x="1294804" y="69147"/>
                  <a:pt x="1291343" y="70242"/>
                  <a:pt x="1289715" y="71315"/>
                </a:cubicBezTo>
                <a:cubicBezTo>
                  <a:pt x="1287226" y="73059"/>
                  <a:pt x="1285982" y="75271"/>
                  <a:pt x="1285982" y="77953"/>
                </a:cubicBezTo>
                <a:cubicBezTo>
                  <a:pt x="1285982" y="80591"/>
                  <a:pt x="1286978" y="82872"/>
                  <a:pt x="1288968" y="84794"/>
                </a:cubicBezTo>
                <a:cubicBezTo>
                  <a:pt x="1290959" y="86716"/>
                  <a:pt x="1293492" y="87676"/>
                  <a:pt x="1296569" y="87676"/>
                </a:cubicBezTo>
                <a:cubicBezTo>
                  <a:pt x="1300007" y="87676"/>
                  <a:pt x="1303287" y="86559"/>
                  <a:pt x="1306408" y="84324"/>
                </a:cubicBezTo>
                <a:cubicBezTo>
                  <a:pt x="1308716" y="82626"/>
                  <a:pt x="1310231" y="80547"/>
                  <a:pt x="1310955" y="78087"/>
                </a:cubicBezTo>
                <a:cubicBezTo>
                  <a:pt x="1311453" y="76478"/>
                  <a:pt x="1311702" y="73416"/>
                  <a:pt x="1311702" y="68902"/>
                </a:cubicBezTo>
                <a:lnTo>
                  <a:pt x="1311702" y="65146"/>
                </a:lnTo>
                <a:close/>
                <a:moveTo>
                  <a:pt x="1342676" y="78990"/>
                </a:moveTo>
                <a:lnTo>
                  <a:pt x="1361812" y="76004"/>
                </a:lnTo>
                <a:cubicBezTo>
                  <a:pt x="1362627" y="79691"/>
                  <a:pt x="1364278" y="82491"/>
                  <a:pt x="1366766" y="84402"/>
                </a:cubicBezTo>
                <a:cubicBezTo>
                  <a:pt x="1369255" y="86313"/>
                  <a:pt x="1372738" y="87269"/>
                  <a:pt x="1377217" y="87269"/>
                </a:cubicBezTo>
                <a:cubicBezTo>
                  <a:pt x="1382148" y="87269"/>
                  <a:pt x="1385858" y="86366"/>
                  <a:pt x="1388346" y="84559"/>
                </a:cubicBezTo>
                <a:cubicBezTo>
                  <a:pt x="1390020" y="83294"/>
                  <a:pt x="1390857" y="81599"/>
                  <a:pt x="1390857" y="79476"/>
                </a:cubicBezTo>
                <a:cubicBezTo>
                  <a:pt x="1390857" y="78029"/>
                  <a:pt x="1390404" y="76832"/>
                  <a:pt x="1389500" y="75883"/>
                </a:cubicBezTo>
                <a:cubicBezTo>
                  <a:pt x="1388550" y="74980"/>
                  <a:pt x="1386423" y="74144"/>
                  <a:pt x="1383121" y="73377"/>
                </a:cubicBezTo>
                <a:cubicBezTo>
                  <a:pt x="1367739" y="69989"/>
                  <a:pt x="1357990" y="66895"/>
                  <a:pt x="1353873" y="64093"/>
                </a:cubicBezTo>
                <a:cubicBezTo>
                  <a:pt x="1348172" y="60205"/>
                  <a:pt x="1345322" y="54803"/>
                  <a:pt x="1345322" y="47889"/>
                </a:cubicBezTo>
                <a:cubicBezTo>
                  <a:pt x="1345322" y="41651"/>
                  <a:pt x="1347788" y="36408"/>
                  <a:pt x="1352719" y="32160"/>
                </a:cubicBezTo>
                <a:cubicBezTo>
                  <a:pt x="1357650" y="27911"/>
                  <a:pt x="1365296" y="25787"/>
                  <a:pt x="1375656" y="25787"/>
                </a:cubicBezTo>
                <a:cubicBezTo>
                  <a:pt x="1385519" y="25787"/>
                  <a:pt x="1392847" y="27388"/>
                  <a:pt x="1397643" y="30588"/>
                </a:cubicBezTo>
                <a:cubicBezTo>
                  <a:pt x="1402439" y="33789"/>
                  <a:pt x="1405741" y="38522"/>
                  <a:pt x="1407551" y="44788"/>
                </a:cubicBezTo>
                <a:lnTo>
                  <a:pt x="1389568" y="48181"/>
                </a:lnTo>
                <a:cubicBezTo>
                  <a:pt x="1388798" y="45376"/>
                  <a:pt x="1387339" y="43227"/>
                  <a:pt x="1385191" y="41734"/>
                </a:cubicBezTo>
                <a:cubicBezTo>
                  <a:pt x="1383042" y="40242"/>
                  <a:pt x="1379977" y="39495"/>
                  <a:pt x="1375995" y="39495"/>
                </a:cubicBezTo>
                <a:cubicBezTo>
                  <a:pt x="1370974" y="39495"/>
                  <a:pt x="1367377" y="40196"/>
                  <a:pt x="1365205" y="41597"/>
                </a:cubicBezTo>
                <a:cubicBezTo>
                  <a:pt x="1363758" y="42589"/>
                  <a:pt x="1363034" y="43876"/>
                  <a:pt x="1363034" y="45458"/>
                </a:cubicBezTo>
                <a:cubicBezTo>
                  <a:pt x="1363034" y="46813"/>
                  <a:pt x="1363667" y="47964"/>
                  <a:pt x="1364934" y="48913"/>
                </a:cubicBezTo>
                <a:cubicBezTo>
                  <a:pt x="1366653" y="50178"/>
                  <a:pt x="1372591" y="51963"/>
                  <a:pt x="1382748" y="54268"/>
                </a:cubicBezTo>
                <a:cubicBezTo>
                  <a:pt x="1392904" y="56572"/>
                  <a:pt x="1399996" y="59399"/>
                  <a:pt x="1404022" y="62748"/>
                </a:cubicBezTo>
                <a:cubicBezTo>
                  <a:pt x="1408003" y="66144"/>
                  <a:pt x="1409994" y="70874"/>
                  <a:pt x="1409994" y="76939"/>
                </a:cubicBezTo>
                <a:cubicBezTo>
                  <a:pt x="1409994" y="83549"/>
                  <a:pt x="1407234" y="89230"/>
                  <a:pt x="1401715" y="93983"/>
                </a:cubicBezTo>
                <a:cubicBezTo>
                  <a:pt x="1396195" y="98736"/>
                  <a:pt x="1388029" y="101113"/>
                  <a:pt x="1377217" y="101113"/>
                </a:cubicBezTo>
                <a:cubicBezTo>
                  <a:pt x="1367400" y="101113"/>
                  <a:pt x="1359630" y="99129"/>
                  <a:pt x="1353907" y="95160"/>
                </a:cubicBezTo>
                <a:cubicBezTo>
                  <a:pt x="1348184" y="91190"/>
                  <a:pt x="1344440" y="85800"/>
                  <a:pt x="1342676" y="78990"/>
                </a:cubicBezTo>
                <a:close/>
                <a:moveTo>
                  <a:pt x="1468263" y="76547"/>
                </a:moveTo>
                <a:lnTo>
                  <a:pt x="1487264" y="79804"/>
                </a:lnTo>
                <a:cubicBezTo>
                  <a:pt x="1484821" y="86749"/>
                  <a:pt x="1480964" y="92036"/>
                  <a:pt x="1475694" y="95667"/>
                </a:cubicBezTo>
                <a:cubicBezTo>
                  <a:pt x="1470423" y="99297"/>
                  <a:pt x="1463829" y="101113"/>
                  <a:pt x="1455912" y="101113"/>
                </a:cubicBezTo>
                <a:cubicBezTo>
                  <a:pt x="1443381" y="101113"/>
                  <a:pt x="1434106" y="97018"/>
                  <a:pt x="1428089" y="88830"/>
                </a:cubicBezTo>
                <a:cubicBezTo>
                  <a:pt x="1423339" y="82270"/>
                  <a:pt x="1420964" y="73991"/>
                  <a:pt x="1420964" y="63993"/>
                </a:cubicBezTo>
                <a:cubicBezTo>
                  <a:pt x="1420964" y="52049"/>
                  <a:pt x="1424085" y="42696"/>
                  <a:pt x="1430329" y="35932"/>
                </a:cubicBezTo>
                <a:cubicBezTo>
                  <a:pt x="1436572" y="29169"/>
                  <a:pt x="1444466" y="25787"/>
                  <a:pt x="1454012" y="25787"/>
                </a:cubicBezTo>
                <a:cubicBezTo>
                  <a:pt x="1464734" y="25787"/>
                  <a:pt x="1473194" y="29327"/>
                  <a:pt x="1479392" y="36407"/>
                </a:cubicBezTo>
                <a:cubicBezTo>
                  <a:pt x="1485590" y="43488"/>
                  <a:pt x="1488553" y="54334"/>
                  <a:pt x="1488282" y="68947"/>
                </a:cubicBezTo>
                <a:lnTo>
                  <a:pt x="1440508" y="68947"/>
                </a:lnTo>
                <a:cubicBezTo>
                  <a:pt x="1440643" y="74602"/>
                  <a:pt x="1442182" y="79001"/>
                  <a:pt x="1445122" y="82146"/>
                </a:cubicBezTo>
                <a:cubicBezTo>
                  <a:pt x="1448063" y="85290"/>
                  <a:pt x="1451727" y="86862"/>
                  <a:pt x="1456116" y="86862"/>
                </a:cubicBezTo>
                <a:cubicBezTo>
                  <a:pt x="1459102" y="86862"/>
                  <a:pt x="1461612" y="86048"/>
                  <a:pt x="1463648" y="84419"/>
                </a:cubicBezTo>
                <a:cubicBezTo>
                  <a:pt x="1465684" y="82790"/>
                  <a:pt x="1467222" y="80166"/>
                  <a:pt x="1468263" y="76547"/>
                </a:cubicBezTo>
                <a:moveTo>
                  <a:pt x="1469349" y="57275"/>
                </a:moveTo>
                <a:cubicBezTo>
                  <a:pt x="1469213" y="51778"/>
                  <a:pt x="1467788" y="47599"/>
                  <a:pt x="1465073" y="44737"/>
                </a:cubicBezTo>
                <a:cubicBezTo>
                  <a:pt x="1462359" y="41876"/>
                  <a:pt x="1459056" y="40445"/>
                  <a:pt x="1455166" y="40445"/>
                </a:cubicBezTo>
                <a:cubicBezTo>
                  <a:pt x="1451004" y="40445"/>
                  <a:pt x="1447565" y="41954"/>
                  <a:pt x="1444851" y="44973"/>
                </a:cubicBezTo>
                <a:cubicBezTo>
                  <a:pt x="1442136" y="47993"/>
                  <a:pt x="1440802" y="52093"/>
                  <a:pt x="1440847" y="57275"/>
                </a:cubicBezTo>
                <a:lnTo>
                  <a:pt x="1469349" y="57275"/>
                </a:lnTo>
                <a:close/>
                <a:moveTo>
                  <a:pt x="1542575" y="17644"/>
                </a:moveTo>
                <a:lnTo>
                  <a:pt x="1542575" y="0"/>
                </a:lnTo>
                <a:lnTo>
                  <a:pt x="1561644" y="0"/>
                </a:lnTo>
                <a:lnTo>
                  <a:pt x="1561644" y="17644"/>
                </a:lnTo>
                <a:lnTo>
                  <a:pt x="1542575" y="17644"/>
                </a:lnTo>
                <a:moveTo>
                  <a:pt x="1542575" y="99484"/>
                </a:moveTo>
                <a:lnTo>
                  <a:pt x="1542575" y="27416"/>
                </a:lnTo>
                <a:lnTo>
                  <a:pt x="1561644" y="27416"/>
                </a:lnTo>
                <a:lnTo>
                  <a:pt x="1561644" y="99484"/>
                </a:lnTo>
                <a:lnTo>
                  <a:pt x="1542575" y="99484"/>
                </a:lnTo>
                <a:close/>
                <a:moveTo>
                  <a:pt x="1646813" y="99484"/>
                </a:moveTo>
                <a:lnTo>
                  <a:pt x="1627744" y="99484"/>
                </a:lnTo>
                <a:lnTo>
                  <a:pt x="1627744" y="62746"/>
                </a:lnTo>
                <a:cubicBezTo>
                  <a:pt x="1627744" y="54973"/>
                  <a:pt x="1627336" y="49946"/>
                  <a:pt x="1626522" y="47664"/>
                </a:cubicBezTo>
                <a:cubicBezTo>
                  <a:pt x="1625708" y="45382"/>
                  <a:pt x="1624384" y="43608"/>
                  <a:pt x="1622552" y="42343"/>
                </a:cubicBezTo>
                <a:cubicBezTo>
                  <a:pt x="1620720" y="41078"/>
                  <a:pt x="1618515" y="40445"/>
                  <a:pt x="1615936" y="40445"/>
                </a:cubicBezTo>
                <a:cubicBezTo>
                  <a:pt x="1612633" y="40445"/>
                  <a:pt x="1609670" y="41349"/>
                  <a:pt x="1607046" y="43157"/>
                </a:cubicBezTo>
                <a:cubicBezTo>
                  <a:pt x="1604422" y="44964"/>
                  <a:pt x="1602624" y="47359"/>
                  <a:pt x="1601651" y="50342"/>
                </a:cubicBezTo>
                <a:cubicBezTo>
                  <a:pt x="1600678" y="53324"/>
                  <a:pt x="1600192" y="58837"/>
                  <a:pt x="1600192" y="66881"/>
                </a:cubicBezTo>
                <a:lnTo>
                  <a:pt x="1600192" y="99484"/>
                </a:lnTo>
                <a:lnTo>
                  <a:pt x="1581123" y="99484"/>
                </a:lnTo>
                <a:lnTo>
                  <a:pt x="1581123" y="27416"/>
                </a:lnTo>
                <a:lnTo>
                  <a:pt x="1598835" y="27416"/>
                </a:lnTo>
                <a:lnTo>
                  <a:pt x="1598835" y="38002"/>
                </a:lnTo>
                <a:cubicBezTo>
                  <a:pt x="1605123" y="29859"/>
                  <a:pt x="1613040" y="25787"/>
                  <a:pt x="1622586" y="25787"/>
                </a:cubicBezTo>
                <a:cubicBezTo>
                  <a:pt x="1626794" y="25787"/>
                  <a:pt x="1630639" y="26545"/>
                  <a:pt x="1634123" y="28060"/>
                </a:cubicBezTo>
                <a:cubicBezTo>
                  <a:pt x="1637606" y="29576"/>
                  <a:pt x="1640241" y="31510"/>
                  <a:pt x="1642028" y="33863"/>
                </a:cubicBezTo>
                <a:cubicBezTo>
                  <a:pt x="1643815" y="36215"/>
                  <a:pt x="1645059" y="38884"/>
                  <a:pt x="1645761" y="41870"/>
                </a:cubicBezTo>
                <a:cubicBezTo>
                  <a:pt x="1646462" y="44856"/>
                  <a:pt x="1646813" y="49131"/>
                  <a:pt x="1646813" y="54696"/>
                </a:cubicBezTo>
                <a:lnTo>
                  <a:pt x="1646813" y="99484"/>
                </a:lnTo>
                <a:close/>
                <a:moveTo>
                  <a:pt x="1737766" y="27416"/>
                </a:moveTo>
                <a:lnTo>
                  <a:pt x="1737766" y="42617"/>
                </a:lnTo>
                <a:lnTo>
                  <a:pt x="1724737" y="42617"/>
                </a:lnTo>
                <a:lnTo>
                  <a:pt x="1724737" y="71614"/>
                </a:lnTo>
                <a:cubicBezTo>
                  <a:pt x="1724737" y="77487"/>
                  <a:pt x="1724861" y="80909"/>
                  <a:pt x="1725110" y="81881"/>
                </a:cubicBezTo>
                <a:cubicBezTo>
                  <a:pt x="1725359" y="82850"/>
                  <a:pt x="1725924" y="83652"/>
                  <a:pt x="1726806" y="84285"/>
                </a:cubicBezTo>
                <a:cubicBezTo>
                  <a:pt x="1727689" y="84917"/>
                  <a:pt x="1728763" y="85233"/>
                  <a:pt x="1730030" y="85233"/>
                </a:cubicBezTo>
                <a:cubicBezTo>
                  <a:pt x="1731794" y="85233"/>
                  <a:pt x="1734350" y="84623"/>
                  <a:pt x="1737698" y="83401"/>
                </a:cubicBezTo>
                <a:lnTo>
                  <a:pt x="1739327" y="98250"/>
                </a:lnTo>
                <a:cubicBezTo>
                  <a:pt x="1734893" y="100158"/>
                  <a:pt x="1729872" y="101113"/>
                  <a:pt x="1724262" y="101113"/>
                </a:cubicBezTo>
                <a:cubicBezTo>
                  <a:pt x="1720823" y="101113"/>
                  <a:pt x="1717724" y="100536"/>
                  <a:pt x="1714965" y="99382"/>
                </a:cubicBezTo>
                <a:cubicBezTo>
                  <a:pt x="1712205" y="98229"/>
                  <a:pt x="1710181" y="96736"/>
                  <a:pt x="1708891" y="94903"/>
                </a:cubicBezTo>
                <a:cubicBezTo>
                  <a:pt x="1707602" y="93071"/>
                  <a:pt x="1706708" y="90594"/>
                  <a:pt x="1706211" y="87473"/>
                </a:cubicBezTo>
                <a:cubicBezTo>
                  <a:pt x="1705803" y="85256"/>
                  <a:pt x="1705600" y="80777"/>
                  <a:pt x="1705600" y="74036"/>
                </a:cubicBezTo>
                <a:lnTo>
                  <a:pt x="1705600" y="42617"/>
                </a:lnTo>
                <a:lnTo>
                  <a:pt x="1696846" y="42617"/>
                </a:lnTo>
                <a:lnTo>
                  <a:pt x="1696846" y="27416"/>
                </a:lnTo>
                <a:lnTo>
                  <a:pt x="1705600" y="27416"/>
                </a:lnTo>
                <a:lnTo>
                  <a:pt x="1705600" y="13029"/>
                </a:lnTo>
                <a:lnTo>
                  <a:pt x="1724737" y="1764"/>
                </a:lnTo>
                <a:lnTo>
                  <a:pt x="1724737" y="27416"/>
                </a:lnTo>
                <a:lnTo>
                  <a:pt x="1737766" y="27416"/>
                </a:lnTo>
                <a:close/>
                <a:moveTo>
                  <a:pt x="1770000" y="0"/>
                </a:moveTo>
                <a:lnTo>
                  <a:pt x="1770000" y="36628"/>
                </a:lnTo>
                <a:cubicBezTo>
                  <a:pt x="1776152" y="29401"/>
                  <a:pt x="1783504" y="25787"/>
                  <a:pt x="1792055" y="25787"/>
                </a:cubicBezTo>
                <a:cubicBezTo>
                  <a:pt x="1796443" y="25787"/>
                  <a:pt x="1800401" y="26601"/>
                  <a:pt x="1803930" y="28230"/>
                </a:cubicBezTo>
                <a:cubicBezTo>
                  <a:pt x="1807459" y="29859"/>
                  <a:pt x="1810117" y="31940"/>
                  <a:pt x="1811904" y="34473"/>
                </a:cubicBezTo>
                <a:cubicBezTo>
                  <a:pt x="1813691" y="37007"/>
                  <a:pt x="1814912" y="39812"/>
                  <a:pt x="1815568" y="42888"/>
                </a:cubicBezTo>
                <a:cubicBezTo>
                  <a:pt x="1816224" y="45964"/>
                  <a:pt x="1816552" y="50737"/>
                  <a:pt x="1816552" y="57207"/>
                </a:cubicBezTo>
                <a:lnTo>
                  <a:pt x="1816552" y="99484"/>
                </a:lnTo>
                <a:lnTo>
                  <a:pt x="1797483" y="99484"/>
                </a:lnTo>
                <a:lnTo>
                  <a:pt x="1797483" y="61459"/>
                </a:lnTo>
                <a:cubicBezTo>
                  <a:pt x="1797483" y="53912"/>
                  <a:pt x="1797121" y="49122"/>
                  <a:pt x="1796398" y="47089"/>
                </a:cubicBezTo>
                <a:cubicBezTo>
                  <a:pt x="1795674" y="45055"/>
                  <a:pt x="1794396" y="43439"/>
                  <a:pt x="1792563" y="42241"/>
                </a:cubicBezTo>
                <a:cubicBezTo>
                  <a:pt x="1790731" y="41044"/>
                  <a:pt x="1788435" y="40445"/>
                  <a:pt x="1785676" y="40445"/>
                </a:cubicBezTo>
                <a:cubicBezTo>
                  <a:pt x="1782509" y="40445"/>
                  <a:pt x="1779681" y="41213"/>
                  <a:pt x="1777193" y="42750"/>
                </a:cubicBezTo>
                <a:cubicBezTo>
                  <a:pt x="1774705" y="44287"/>
                  <a:pt x="1772884" y="46603"/>
                  <a:pt x="1771730" y="49698"/>
                </a:cubicBezTo>
                <a:cubicBezTo>
                  <a:pt x="1770577" y="52792"/>
                  <a:pt x="1770000" y="57368"/>
                  <a:pt x="1770000" y="63425"/>
                </a:cubicBezTo>
                <a:lnTo>
                  <a:pt x="1770000" y="99484"/>
                </a:lnTo>
                <a:lnTo>
                  <a:pt x="1750931" y="99484"/>
                </a:lnTo>
                <a:lnTo>
                  <a:pt x="1750931" y="0"/>
                </a:lnTo>
                <a:lnTo>
                  <a:pt x="1770000" y="0"/>
                </a:lnTo>
                <a:close/>
                <a:moveTo>
                  <a:pt x="1877510" y="76547"/>
                </a:moveTo>
                <a:lnTo>
                  <a:pt x="1896511" y="79804"/>
                </a:lnTo>
                <a:cubicBezTo>
                  <a:pt x="1894068" y="86749"/>
                  <a:pt x="1890212" y="92036"/>
                  <a:pt x="1884941" y="95667"/>
                </a:cubicBezTo>
                <a:cubicBezTo>
                  <a:pt x="1879671" y="99297"/>
                  <a:pt x="1873077" y="101113"/>
                  <a:pt x="1865160" y="101113"/>
                </a:cubicBezTo>
                <a:cubicBezTo>
                  <a:pt x="1852628" y="101113"/>
                  <a:pt x="1843354" y="97018"/>
                  <a:pt x="1837337" y="88830"/>
                </a:cubicBezTo>
                <a:cubicBezTo>
                  <a:pt x="1832586" y="82270"/>
                  <a:pt x="1830211" y="73991"/>
                  <a:pt x="1830211" y="63993"/>
                </a:cubicBezTo>
                <a:cubicBezTo>
                  <a:pt x="1830211" y="52049"/>
                  <a:pt x="1833333" y="42696"/>
                  <a:pt x="1839576" y="35932"/>
                </a:cubicBezTo>
                <a:cubicBezTo>
                  <a:pt x="1845819" y="29169"/>
                  <a:pt x="1853714" y="25787"/>
                  <a:pt x="1863259" y="25787"/>
                </a:cubicBezTo>
                <a:cubicBezTo>
                  <a:pt x="1873982" y="25787"/>
                  <a:pt x="1882442" y="29327"/>
                  <a:pt x="1888639" y="36407"/>
                </a:cubicBezTo>
                <a:cubicBezTo>
                  <a:pt x="1894837" y="43488"/>
                  <a:pt x="1897801" y="54334"/>
                  <a:pt x="1897529" y="68947"/>
                </a:cubicBezTo>
                <a:lnTo>
                  <a:pt x="1849755" y="68947"/>
                </a:lnTo>
                <a:cubicBezTo>
                  <a:pt x="1849891" y="74602"/>
                  <a:pt x="1851429" y="79001"/>
                  <a:pt x="1854370" y="82146"/>
                </a:cubicBezTo>
                <a:cubicBezTo>
                  <a:pt x="1857310" y="85290"/>
                  <a:pt x="1860975" y="86862"/>
                  <a:pt x="1865363" y="86862"/>
                </a:cubicBezTo>
                <a:cubicBezTo>
                  <a:pt x="1868349" y="86862"/>
                  <a:pt x="1870860" y="86048"/>
                  <a:pt x="1872896" y="84419"/>
                </a:cubicBezTo>
                <a:cubicBezTo>
                  <a:pt x="1874932" y="82790"/>
                  <a:pt x="1876470" y="80166"/>
                  <a:pt x="1877510" y="76547"/>
                </a:cubicBezTo>
                <a:moveTo>
                  <a:pt x="1878596" y="57275"/>
                </a:moveTo>
                <a:cubicBezTo>
                  <a:pt x="1878460" y="51778"/>
                  <a:pt x="1877035" y="47599"/>
                  <a:pt x="1874321" y="44737"/>
                </a:cubicBezTo>
                <a:cubicBezTo>
                  <a:pt x="1871606" y="41876"/>
                  <a:pt x="1868304" y="40445"/>
                  <a:pt x="1864413" y="40445"/>
                </a:cubicBezTo>
                <a:cubicBezTo>
                  <a:pt x="1860251" y="40445"/>
                  <a:pt x="1856813" y="41954"/>
                  <a:pt x="1854098" y="44973"/>
                </a:cubicBezTo>
                <a:cubicBezTo>
                  <a:pt x="1851384" y="47993"/>
                  <a:pt x="1850049" y="52093"/>
                  <a:pt x="1850094" y="57275"/>
                </a:cubicBezTo>
                <a:lnTo>
                  <a:pt x="1878596" y="572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amountofcurrency.">
            <a:extLst xmlns:a="http://schemas.openxmlformats.org/drawingml/2006/main">
              <a:ext uri="{FF2B5EF4-FFF2-40B4-BE49-F238E27FC236}">
                <a16:creationId xmlns:a16="http://schemas.microsoft.com/office/drawing/2014/main" id="{9E26906F-7316-4A5B-A0B6-034BA81E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860" y="2913907"/>
            <a:ext cx="1318950" cy="130564"/>
          </a:xfrm>
          <a:custGeom xmlns:a="http://schemas.openxmlformats.org/drawingml/2006/main">
            <a:pathLst>
              <a:path w="1318950" h="130564">
                <a:moveTo>
                  <a:pt x="19273" y="51439"/>
                </a:moveTo>
                <a:lnTo>
                  <a:pt x="1968" y="48317"/>
                </a:lnTo>
                <a:cubicBezTo>
                  <a:pt x="3913" y="41258"/>
                  <a:pt x="7261" y="36033"/>
                  <a:pt x="12011" y="32641"/>
                </a:cubicBezTo>
                <a:cubicBezTo>
                  <a:pt x="16762" y="29248"/>
                  <a:pt x="23819" y="27552"/>
                  <a:pt x="33184" y="27552"/>
                </a:cubicBezTo>
                <a:cubicBezTo>
                  <a:pt x="41689" y="27552"/>
                  <a:pt x="48023" y="28558"/>
                  <a:pt x="52185" y="30571"/>
                </a:cubicBezTo>
                <a:cubicBezTo>
                  <a:pt x="56347" y="32585"/>
                  <a:pt x="59277" y="35141"/>
                  <a:pt x="60973" y="38240"/>
                </a:cubicBezTo>
                <a:cubicBezTo>
                  <a:pt x="62670" y="41339"/>
                  <a:pt x="63518" y="47028"/>
                  <a:pt x="63518" y="55307"/>
                </a:cubicBezTo>
                <a:lnTo>
                  <a:pt x="63314" y="77565"/>
                </a:lnTo>
                <a:cubicBezTo>
                  <a:pt x="63314" y="83899"/>
                  <a:pt x="63620" y="88570"/>
                  <a:pt x="64230" y="91578"/>
                </a:cubicBezTo>
                <a:cubicBezTo>
                  <a:pt x="64841" y="94587"/>
                  <a:pt x="65983" y="97810"/>
                  <a:pt x="67657" y="101248"/>
                </a:cubicBezTo>
                <a:lnTo>
                  <a:pt x="48792" y="101248"/>
                </a:lnTo>
                <a:cubicBezTo>
                  <a:pt x="48294" y="99982"/>
                  <a:pt x="47684" y="98104"/>
                  <a:pt x="46960" y="95616"/>
                </a:cubicBezTo>
                <a:cubicBezTo>
                  <a:pt x="46643" y="94485"/>
                  <a:pt x="46417" y="93739"/>
                  <a:pt x="46281" y="93377"/>
                </a:cubicBezTo>
                <a:cubicBezTo>
                  <a:pt x="43024" y="96543"/>
                  <a:pt x="39540" y="98919"/>
                  <a:pt x="35831" y="100502"/>
                </a:cubicBezTo>
                <a:cubicBezTo>
                  <a:pt x="32121" y="102085"/>
                  <a:pt x="28162" y="102877"/>
                  <a:pt x="23955" y="102877"/>
                </a:cubicBezTo>
                <a:cubicBezTo>
                  <a:pt x="16535" y="102877"/>
                  <a:pt x="10688" y="100872"/>
                  <a:pt x="6413" y="96863"/>
                </a:cubicBezTo>
                <a:cubicBezTo>
                  <a:pt x="2138" y="92854"/>
                  <a:pt x="0" y="87785"/>
                  <a:pt x="0" y="81658"/>
                </a:cubicBezTo>
                <a:cubicBezTo>
                  <a:pt x="0" y="77603"/>
                  <a:pt x="973" y="73988"/>
                  <a:pt x="2918" y="70813"/>
                </a:cubicBezTo>
                <a:cubicBezTo>
                  <a:pt x="4863" y="67636"/>
                  <a:pt x="7589" y="65203"/>
                  <a:pt x="11095" y="63514"/>
                </a:cubicBezTo>
                <a:cubicBezTo>
                  <a:pt x="14601" y="61824"/>
                  <a:pt x="19657" y="60349"/>
                  <a:pt x="26262" y="59088"/>
                </a:cubicBezTo>
                <a:cubicBezTo>
                  <a:pt x="35175" y="57421"/>
                  <a:pt x="41350" y="55866"/>
                  <a:pt x="44788" y="54424"/>
                </a:cubicBezTo>
                <a:lnTo>
                  <a:pt x="44788" y="52503"/>
                </a:lnTo>
                <a:cubicBezTo>
                  <a:pt x="44788" y="48798"/>
                  <a:pt x="43883" y="46156"/>
                  <a:pt x="42074" y="44578"/>
                </a:cubicBezTo>
                <a:cubicBezTo>
                  <a:pt x="40264" y="42999"/>
                  <a:pt x="36848" y="42209"/>
                  <a:pt x="31827" y="42209"/>
                </a:cubicBezTo>
                <a:cubicBezTo>
                  <a:pt x="28434" y="42209"/>
                  <a:pt x="25787" y="42892"/>
                  <a:pt x="23887" y="44258"/>
                </a:cubicBezTo>
                <a:cubicBezTo>
                  <a:pt x="21987" y="45622"/>
                  <a:pt x="20449" y="48016"/>
                  <a:pt x="19273" y="51439"/>
                </a:cubicBezTo>
                <a:moveTo>
                  <a:pt x="44788" y="66911"/>
                </a:moveTo>
                <a:cubicBezTo>
                  <a:pt x="42345" y="67715"/>
                  <a:pt x="38477" y="68677"/>
                  <a:pt x="33184" y="69795"/>
                </a:cubicBezTo>
                <a:cubicBezTo>
                  <a:pt x="27891" y="70912"/>
                  <a:pt x="24430" y="72007"/>
                  <a:pt x="22801" y="73080"/>
                </a:cubicBezTo>
                <a:cubicBezTo>
                  <a:pt x="20313" y="74823"/>
                  <a:pt x="19069" y="77036"/>
                  <a:pt x="19069" y="79717"/>
                </a:cubicBezTo>
                <a:cubicBezTo>
                  <a:pt x="19069" y="82356"/>
                  <a:pt x="20064" y="84636"/>
                  <a:pt x="22055" y="86559"/>
                </a:cubicBezTo>
                <a:cubicBezTo>
                  <a:pt x="24045" y="88480"/>
                  <a:pt x="26579" y="89441"/>
                  <a:pt x="29655" y="89441"/>
                </a:cubicBezTo>
                <a:cubicBezTo>
                  <a:pt x="33094" y="89441"/>
                  <a:pt x="36373" y="88323"/>
                  <a:pt x="39495" y="86088"/>
                </a:cubicBezTo>
                <a:cubicBezTo>
                  <a:pt x="41802" y="84390"/>
                  <a:pt x="43318" y="82311"/>
                  <a:pt x="44042" y="79851"/>
                </a:cubicBezTo>
                <a:cubicBezTo>
                  <a:pt x="44539" y="78242"/>
                  <a:pt x="44788" y="75181"/>
                  <a:pt x="44788" y="70667"/>
                </a:cubicBezTo>
                <a:lnTo>
                  <a:pt x="44788" y="66911"/>
                </a:lnTo>
                <a:close/>
                <a:moveTo>
                  <a:pt x="80869" y="29180"/>
                </a:moveTo>
                <a:lnTo>
                  <a:pt x="98445" y="29180"/>
                </a:lnTo>
                <a:lnTo>
                  <a:pt x="98445" y="39020"/>
                </a:lnTo>
                <a:cubicBezTo>
                  <a:pt x="104734" y="31374"/>
                  <a:pt x="112221" y="27552"/>
                  <a:pt x="120907" y="27552"/>
                </a:cubicBezTo>
                <a:cubicBezTo>
                  <a:pt x="125522" y="27552"/>
                  <a:pt x="129525" y="28506"/>
                  <a:pt x="132918" y="30414"/>
                </a:cubicBezTo>
                <a:cubicBezTo>
                  <a:pt x="136312" y="32323"/>
                  <a:pt x="139094" y="35209"/>
                  <a:pt x="141265" y="39073"/>
                </a:cubicBezTo>
                <a:cubicBezTo>
                  <a:pt x="144432" y="35209"/>
                  <a:pt x="147848" y="32323"/>
                  <a:pt x="151512" y="30414"/>
                </a:cubicBezTo>
                <a:cubicBezTo>
                  <a:pt x="155177" y="28506"/>
                  <a:pt x="159090" y="27552"/>
                  <a:pt x="163252" y="27552"/>
                </a:cubicBezTo>
                <a:cubicBezTo>
                  <a:pt x="168545" y="27552"/>
                  <a:pt x="173024" y="28626"/>
                  <a:pt x="176689" y="30775"/>
                </a:cubicBezTo>
                <a:cubicBezTo>
                  <a:pt x="180353" y="32924"/>
                  <a:pt x="183090" y="36079"/>
                  <a:pt x="184900" y="40242"/>
                </a:cubicBezTo>
                <a:cubicBezTo>
                  <a:pt x="186212" y="43318"/>
                  <a:pt x="186868" y="48294"/>
                  <a:pt x="186868" y="55171"/>
                </a:cubicBezTo>
                <a:lnTo>
                  <a:pt x="186868" y="101248"/>
                </a:lnTo>
                <a:lnTo>
                  <a:pt x="167799" y="101248"/>
                </a:lnTo>
                <a:lnTo>
                  <a:pt x="167799" y="60104"/>
                </a:lnTo>
                <a:cubicBezTo>
                  <a:pt x="167799" y="52964"/>
                  <a:pt x="167143" y="48355"/>
                  <a:pt x="165831" y="46277"/>
                </a:cubicBezTo>
                <a:cubicBezTo>
                  <a:pt x="164067" y="43565"/>
                  <a:pt x="161352" y="42209"/>
                  <a:pt x="157688" y="42209"/>
                </a:cubicBezTo>
                <a:cubicBezTo>
                  <a:pt x="155019" y="42209"/>
                  <a:pt x="152508" y="43023"/>
                  <a:pt x="150155" y="44650"/>
                </a:cubicBezTo>
                <a:cubicBezTo>
                  <a:pt x="147803" y="46276"/>
                  <a:pt x="146106" y="48660"/>
                  <a:pt x="145066" y="51801"/>
                </a:cubicBezTo>
                <a:cubicBezTo>
                  <a:pt x="144025" y="54941"/>
                  <a:pt x="143505" y="59901"/>
                  <a:pt x="143505" y="66680"/>
                </a:cubicBezTo>
                <a:lnTo>
                  <a:pt x="143505" y="101248"/>
                </a:lnTo>
                <a:lnTo>
                  <a:pt x="124436" y="101248"/>
                </a:lnTo>
                <a:lnTo>
                  <a:pt x="124436" y="61798"/>
                </a:lnTo>
                <a:cubicBezTo>
                  <a:pt x="124436" y="54794"/>
                  <a:pt x="124097" y="50276"/>
                  <a:pt x="123418" y="48243"/>
                </a:cubicBezTo>
                <a:cubicBezTo>
                  <a:pt x="122739" y="46208"/>
                  <a:pt x="121687" y="44694"/>
                  <a:pt x="120262" y="43700"/>
                </a:cubicBezTo>
                <a:cubicBezTo>
                  <a:pt x="118837" y="42706"/>
                  <a:pt x="116903" y="42209"/>
                  <a:pt x="114460" y="42209"/>
                </a:cubicBezTo>
                <a:cubicBezTo>
                  <a:pt x="111520" y="42209"/>
                  <a:pt x="108873" y="43000"/>
                  <a:pt x="106521" y="44583"/>
                </a:cubicBezTo>
                <a:cubicBezTo>
                  <a:pt x="104168" y="46163"/>
                  <a:pt x="102483" y="48445"/>
                  <a:pt x="101465" y="51428"/>
                </a:cubicBezTo>
                <a:cubicBezTo>
                  <a:pt x="100447" y="54411"/>
                  <a:pt x="99938" y="59359"/>
                  <a:pt x="99938" y="66273"/>
                </a:cubicBezTo>
                <a:lnTo>
                  <a:pt x="99938" y="101248"/>
                </a:lnTo>
                <a:lnTo>
                  <a:pt x="80869" y="101248"/>
                </a:lnTo>
                <a:lnTo>
                  <a:pt x="80869" y="29180"/>
                </a:lnTo>
                <a:close/>
                <a:moveTo>
                  <a:pt x="201436" y="64196"/>
                </a:moveTo>
                <a:cubicBezTo>
                  <a:pt x="201436" y="57863"/>
                  <a:pt x="202997" y="51733"/>
                  <a:pt x="206118" y="45806"/>
                </a:cubicBezTo>
                <a:cubicBezTo>
                  <a:pt x="209240" y="39880"/>
                  <a:pt x="213662" y="35356"/>
                  <a:pt x="219385" y="32234"/>
                </a:cubicBezTo>
                <a:cubicBezTo>
                  <a:pt x="225108" y="29112"/>
                  <a:pt x="231498" y="27552"/>
                  <a:pt x="238556" y="27552"/>
                </a:cubicBezTo>
                <a:cubicBezTo>
                  <a:pt x="249459" y="27552"/>
                  <a:pt x="258394" y="31092"/>
                  <a:pt x="265361" y="38172"/>
                </a:cubicBezTo>
                <a:cubicBezTo>
                  <a:pt x="272328" y="45252"/>
                  <a:pt x="275811" y="54198"/>
                  <a:pt x="275811" y="65011"/>
                </a:cubicBezTo>
                <a:cubicBezTo>
                  <a:pt x="275811" y="75914"/>
                  <a:pt x="272294" y="84951"/>
                  <a:pt x="265259" y="92121"/>
                </a:cubicBezTo>
                <a:cubicBezTo>
                  <a:pt x="258224" y="99292"/>
                  <a:pt x="249368" y="102877"/>
                  <a:pt x="238691" y="102877"/>
                </a:cubicBezTo>
                <a:cubicBezTo>
                  <a:pt x="232086" y="102877"/>
                  <a:pt x="225787" y="101384"/>
                  <a:pt x="219792" y="98398"/>
                </a:cubicBezTo>
                <a:cubicBezTo>
                  <a:pt x="213798" y="95412"/>
                  <a:pt x="209240" y="91035"/>
                  <a:pt x="206118" y="85267"/>
                </a:cubicBezTo>
                <a:cubicBezTo>
                  <a:pt x="202997" y="79499"/>
                  <a:pt x="201436" y="72475"/>
                  <a:pt x="201436" y="64196"/>
                </a:cubicBezTo>
                <a:moveTo>
                  <a:pt x="220980" y="65214"/>
                </a:moveTo>
                <a:cubicBezTo>
                  <a:pt x="220980" y="72340"/>
                  <a:pt x="222676" y="77797"/>
                  <a:pt x="226069" y="81586"/>
                </a:cubicBezTo>
                <a:cubicBezTo>
                  <a:pt x="229462" y="85375"/>
                  <a:pt x="233647" y="87269"/>
                  <a:pt x="238624" y="87269"/>
                </a:cubicBezTo>
                <a:cubicBezTo>
                  <a:pt x="243600" y="87269"/>
                  <a:pt x="247774" y="85375"/>
                  <a:pt x="251144" y="81586"/>
                </a:cubicBezTo>
                <a:cubicBezTo>
                  <a:pt x="254514" y="77797"/>
                  <a:pt x="256200" y="72295"/>
                  <a:pt x="256200" y="65079"/>
                </a:cubicBezTo>
                <a:cubicBezTo>
                  <a:pt x="256200" y="58044"/>
                  <a:pt x="254514" y="52632"/>
                  <a:pt x="251144" y="48843"/>
                </a:cubicBezTo>
                <a:cubicBezTo>
                  <a:pt x="247774" y="45054"/>
                  <a:pt x="243600" y="43160"/>
                  <a:pt x="238624" y="43160"/>
                </a:cubicBezTo>
                <a:cubicBezTo>
                  <a:pt x="233647" y="43160"/>
                  <a:pt x="229462" y="45054"/>
                  <a:pt x="226069" y="48843"/>
                </a:cubicBezTo>
                <a:cubicBezTo>
                  <a:pt x="222676" y="52632"/>
                  <a:pt x="220980" y="58089"/>
                  <a:pt x="220980" y="65214"/>
                </a:cubicBezTo>
                <a:close/>
                <a:moveTo>
                  <a:pt x="338291" y="101248"/>
                </a:moveTo>
                <a:lnTo>
                  <a:pt x="338291" y="90459"/>
                </a:lnTo>
                <a:cubicBezTo>
                  <a:pt x="335667" y="94304"/>
                  <a:pt x="332217" y="97335"/>
                  <a:pt x="327942" y="99552"/>
                </a:cubicBezTo>
                <a:cubicBezTo>
                  <a:pt x="323667" y="101769"/>
                  <a:pt x="319154" y="102877"/>
                  <a:pt x="314404" y="102877"/>
                </a:cubicBezTo>
                <a:cubicBezTo>
                  <a:pt x="309563" y="102877"/>
                  <a:pt x="305220" y="101814"/>
                  <a:pt x="301374" y="99688"/>
                </a:cubicBezTo>
                <a:cubicBezTo>
                  <a:pt x="297529" y="97561"/>
                  <a:pt x="294747" y="94576"/>
                  <a:pt x="293028" y="90730"/>
                </a:cubicBezTo>
                <a:cubicBezTo>
                  <a:pt x="291308" y="86885"/>
                  <a:pt x="290449" y="81569"/>
                  <a:pt x="290449" y="74783"/>
                </a:cubicBezTo>
                <a:lnTo>
                  <a:pt x="290449" y="29180"/>
                </a:lnTo>
                <a:lnTo>
                  <a:pt x="309518" y="29180"/>
                </a:lnTo>
                <a:lnTo>
                  <a:pt x="309518" y="62220"/>
                </a:lnTo>
                <a:cubicBezTo>
                  <a:pt x="309518" y="72331"/>
                  <a:pt x="309868" y="78526"/>
                  <a:pt x="310570" y="80805"/>
                </a:cubicBezTo>
                <a:cubicBezTo>
                  <a:pt x="311271" y="83084"/>
                  <a:pt x="312549" y="84890"/>
                  <a:pt x="314404" y="86222"/>
                </a:cubicBezTo>
                <a:cubicBezTo>
                  <a:pt x="316259" y="87553"/>
                  <a:pt x="318611" y="88219"/>
                  <a:pt x="321461" y="88219"/>
                </a:cubicBezTo>
                <a:cubicBezTo>
                  <a:pt x="324719" y="88219"/>
                  <a:pt x="327637" y="87328"/>
                  <a:pt x="330215" y="85545"/>
                </a:cubicBezTo>
                <a:cubicBezTo>
                  <a:pt x="332794" y="83762"/>
                  <a:pt x="334558" y="81550"/>
                  <a:pt x="335508" y="78910"/>
                </a:cubicBezTo>
                <a:cubicBezTo>
                  <a:pt x="336459" y="76269"/>
                  <a:pt x="336934" y="69803"/>
                  <a:pt x="336934" y="59512"/>
                </a:cubicBezTo>
                <a:lnTo>
                  <a:pt x="336934" y="29180"/>
                </a:lnTo>
                <a:lnTo>
                  <a:pt x="356002" y="29180"/>
                </a:lnTo>
                <a:lnTo>
                  <a:pt x="356002" y="101248"/>
                </a:lnTo>
                <a:lnTo>
                  <a:pt x="338291" y="101248"/>
                </a:lnTo>
                <a:close/>
                <a:moveTo>
                  <a:pt x="441187" y="101248"/>
                </a:moveTo>
                <a:lnTo>
                  <a:pt x="422118" y="101248"/>
                </a:lnTo>
                <a:lnTo>
                  <a:pt x="422118" y="64510"/>
                </a:lnTo>
                <a:cubicBezTo>
                  <a:pt x="422118" y="56737"/>
                  <a:pt x="421711" y="51710"/>
                  <a:pt x="420896" y="49428"/>
                </a:cubicBezTo>
                <a:cubicBezTo>
                  <a:pt x="420082" y="47146"/>
                  <a:pt x="418759" y="45373"/>
                  <a:pt x="416927" y="44107"/>
                </a:cubicBezTo>
                <a:cubicBezTo>
                  <a:pt x="415094" y="42842"/>
                  <a:pt x="412889" y="42209"/>
                  <a:pt x="410310" y="42209"/>
                </a:cubicBezTo>
                <a:cubicBezTo>
                  <a:pt x="407008" y="42209"/>
                  <a:pt x="404044" y="43114"/>
                  <a:pt x="401420" y="44922"/>
                </a:cubicBezTo>
                <a:cubicBezTo>
                  <a:pt x="398796" y="46729"/>
                  <a:pt x="396998" y="49124"/>
                  <a:pt x="396025" y="52107"/>
                </a:cubicBezTo>
                <a:cubicBezTo>
                  <a:pt x="395053" y="55088"/>
                  <a:pt x="394566" y="60601"/>
                  <a:pt x="394566" y="68646"/>
                </a:cubicBezTo>
                <a:lnTo>
                  <a:pt x="394566" y="101248"/>
                </a:lnTo>
                <a:lnTo>
                  <a:pt x="375497" y="101248"/>
                </a:lnTo>
                <a:lnTo>
                  <a:pt x="375497" y="29180"/>
                </a:lnTo>
                <a:lnTo>
                  <a:pt x="393209" y="29180"/>
                </a:lnTo>
                <a:lnTo>
                  <a:pt x="393209" y="39766"/>
                </a:lnTo>
                <a:cubicBezTo>
                  <a:pt x="399498" y="31623"/>
                  <a:pt x="407415" y="27552"/>
                  <a:pt x="416960" y="27552"/>
                </a:cubicBezTo>
                <a:cubicBezTo>
                  <a:pt x="421168" y="27552"/>
                  <a:pt x="425013" y="28309"/>
                  <a:pt x="428497" y="29825"/>
                </a:cubicBezTo>
                <a:cubicBezTo>
                  <a:pt x="431980" y="31340"/>
                  <a:pt x="434616" y="33274"/>
                  <a:pt x="436403" y="35627"/>
                </a:cubicBezTo>
                <a:cubicBezTo>
                  <a:pt x="438190" y="37979"/>
                  <a:pt x="439434" y="40649"/>
                  <a:pt x="440135" y="43635"/>
                </a:cubicBezTo>
                <a:cubicBezTo>
                  <a:pt x="440836" y="46620"/>
                  <a:pt x="441187" y="50896"/>
                  <a:pt x="441187" y="56460"/>
                </a:cubicBezTo>
                <a:lnTo>
                  <a:pt x="441187" y="101248"/>
                </a:lnTo>
                <a:close/>
                <a:moveTo>
                  <a:pt x="493690" y="29180"/>
                </a:moveTo>
                <a:lnTo>
                  <a:pt x="493690" y="44381"/>
                </a:lnTo>
                <a:lnTo>
                  <a:pt x="480660" y="44381"/>
                </a:lnTo>
                <a:lnTo>
                  <a:pt x="480660" y="73379"/>
                </a:lnTo>
                <a:cubicBezTo>
                  <a:pt x="480660" y="79252"/>
                  <a:pt x="480785" y="82674"/>
                  <a:pt x="481034" y="83645"/>
                </a:cubicBezTo>
                <a:cubicBezTo>
                  <a:pt x="481283" y="84615"/>
                  <a:pt x="481848" y="85416"/>
                  <a:pt x="482730" y="86050"/>
                </a:cubicBezTo>
                <a:cubicBezTo>
                  <a:pt x="483612" y="86682"/>
                  <a:pt x="484687" y="86998"/>
                  <a:pt x="485954" y="86998"/>
                </a:cubicBezTo>
                <a:cubicBezTo>
                  <a:pt x="487718" y="86998"/>
                  <a:pt x="490274" y="86387"/>
                  <a:pt x="493622" y="85165"/>
                </a:cubicBezTo>
                <a:lnTo>
                  <a:pt x="495251" y="100014"/>
                </a:lnTo>
                <a:cubicBezTo>
                  <a:pt x="490817" y="101923"/>
                  <a:pt x="485795" y="102877"/>
                  <a:pt x="480185" y="102877"/>
                </a:cubicBezTo>
                <a:cubicBezTo>
                  <a:pt x="476747" y="102877"/>
                  <a:pt x="473648" y="102300"/>
                  <a:pt x="470889" y="101147"/>
                </a:cubicBezTo>
                <a:cubicBezTo>
                  <a:pt x="468129" y="99993"/>
                  <a:pt x="466104" y="98500"/>
                  <a:pt x="464815" y="96668"/>
                </a:cubicBezTo>
                <a:cubicBezTo>
                  <a:pt x="463526" y="94836"/>
                  <a:pt x="462632" y="92359"/>
                  <a:pt x="462134" y="89237"/>
                </a:cubicBezTo>
                <a:cubicBezTo>
                  <a:pt x="461727" y="87020"/>
                  <a:pt x="461524" y="82541"/>
                  <a:pt x="461524" y="75801"/>
                </a:cubicBezTo>
                <a:lnTo>
                  <a:pt x="461524" y="44381"/>
                </a:lnTo>
                <a:lnTo>
                  <a:pt x="452770" y="44381"/>
                </a:lnTo>
                <a:lnTo>
                  <a:pt x="452770" y="29180"/>
                </a:lnTo>
                <a:lnTo>
                  <a:pt x="461524" y="29180"/>
                </a:lnTo>
                <a:lnTo>
                  <a:pt x="461524" y="14794"/>
                </a:lnTo>
                <a:lnTo>
                  <a:pt x="480660" y="3529"/>
                </a:lnTo>
                <a:lnTo>
                  <a:pt x="480660" y="29180"/>
                </a:lnTo>
                <a:lnTo>
                  <a:pt x="493690" y="29180"/>
                </a:lnTo>
                <a:close/>
                <a:moveTo>
                  <a:pt x="541008" y="64196"/>
                </a:moveTo>
                <a:cubicBezTo>
                  <a:pt x="541008" y="57863"/>
                  <a:pt x="542569" y="51733"/>
                  <a:pt x="545691" y="45806"/>
                </a:cubicBezTo>
                <a:cubicBezTo>
                  <a:pt x="548812" y="39880"/>
                  <a:pt x="553235" y="35356"/>
                  <a:pt x="558958" y="32234"/>
                </a:cubicBezTo>
                <a:cubicBezTo>
                  <a:pt x="564680" y="29112"/>
                  <a:pt x="571071" y="27552"/>
                  <a:pt x="578128" y="27552"/>
                </a:cubicBezTo>
                <a:cubicBezTo>
                  <a:pt x="589031" y="27552"/>
                  <a:pt x="597966" y="31092"/>
                  <a:pt x="604933" y="38172"/>
                </a:cubicBezTo>
                <a:cubicBezTo>
                  <a:pt x="611900" y="45252"/>
                  <a:pt x="615384" y="54198"/>
                  <a:pt x="615384" y="65011"/>
                </a:cubicBezTo>
                <a:cubicBezTo>
                  <a:pt x="615384" y="75914"/>
                  <a:pt x="611866" y="84951"/>
                  <a:pt x="604831" y="92121"/>
                </a:cubicBezTo>
                <a:cubicBezTo>
                  <a:pt x="597797" y="99292"/>
                  <a:pt x="588941" y="102877"/>
                  <a:pt x="578264" y="102877"/>
                </a:cubicBezTo>
                <a:cubicBezTo>
                  <a:pt x="571659" y="102877"/>
                  <a:pt x="565359" y="101384"/>
                  <a:pt x="559365" y="98398"/>
                </a:cubicBezTo>
                <a:cubicBezTo>
                  <a:pt x="553370" y="95412"/>
                  <a:pt x="548812" y="91035"/>
                  <a:pt x="545691" y="85267"/>
                </a:cubicBezTo>
                <a:cubicBezTo>
                  <a:pt x="542569" y="79499"/>
                  <a:pt x="541008" y="72475"/>
                  <a:pt x="541008" y="64196"/>
                </a:cubicBezTo>
                <a:moveTo>
                  <a:pt x="560552" y="65214"/>
                </a:moveTo>
                <a:cubicBezTo>
                  <a:pt x="560552" y="72340"/>
                  <a:pt x="562249" y="77797"/>
                  <a:pt x="565642" y="81586"/>
                </a:cubicBezTo>
                <a:cubicBezTo>
                  <a:pt x="569035" y="85375"/>
                  <a:pt x="573220" y="87269"/>
                  <a:pt x="578196" y="87269"/>
                </a:cubicBezTo>
                <a:cubicBezTo>
                  <a:pt x="583173" y="87269"/>
                  <a:pt x="587346" y="85375"/>
                  <a:pt x="590716" y="81586"/>
                </a:cubicBezTo>
                <a:cubicBezTo>
                  <a:pt x="594087" y="77797"/>
                  <a:pt x="595772" y="72295"/>
                  <a:pt x="595772" y="65079"/>
                </a:cubicBezTo>
                <a:cubicBezTo>
                  <a:pt x="595772" y="58044"/>
                  <a:pt x="594087" y="52632"/>
                  <a:pt x="590716" y="48843"/>
                </a:cubicBezTo>
                <a:cubicBezTo>
                  <a:pt x="587346" y="45054"/>
                  <a:pt x="583173" y="43160"/>
                  <a:pt x="578196" y="43160"/>
                </a:cubicBezTo>
                <a:cubicBezTo>
                  <a:pt x="573220" y="43160"/>
                  <a:pt x="569035" y="45054"/>
                  <a:pt x="565642" y="48843"/>
                </a:cubicBezTo>
                <a:cubicBezTo>
                  <a:pt x="562249" y="52632"/>
                  <a:pt x="560552" y="58089"/>
                  <a:pt x="560552" y="65214"/>
                </a:cubicBezTo>
                <a:close/>
                <a:moveTo>
                  <a:pt x="622081" y="29180"/>
                </a:moveTo>
                <a:lnTo>
                  <a:pt x="632668" y="29180"/>
                </a:lnTo>
                <a:lnTo>
                  <a:pt x="632668" y="23739"/>
                </a:lnTo>
                <a:cubicBezTo>
                  <a:pt x="632668" y="17662"/>
                  <a:pt x="633312" y="13128"/>
                  <a:pt x="634602" y="10135"/>
                </a:cubicBezTo>
                <a:cubicBezTo>
                  <a:pt x="635891" y="7142"/>
                  <a:pt x="638266" y="4704"/>
                  <a:pt x="641727" y="2823"/>
                </a:cubicBezTo>
                <a:cubicBezTo>
                  <a:pt x="645188" y="941"/>
                  <a:pt x="649565" y="0"/>
                  <a:pt x="654858" y="0"/>
                </a:cubicBezTo>
                <a:cubicBezTo>
                  <a:pt x="660287" y="0"/>
                  <a:pt x="665603" y="814"/>
                  <a:pt x="670805" y="2443"/>
                </a:cubicBezTo>
                <a:lnTo>
                  <a:pt x="668227" y="15744"/>
                </a:lnTo>
                <a:cubicBezTo>
                  <a:pt x="665196" y="15020"/>
                  <a:pt x="662278" y="14658"/>
                  <a:pt x="659473" y="14658"/>
                </a:cubicBezTo>
                <a:cubicBezTo>
                  <a:pt x="656713" y="14658"/>
                  <a:pt x="654734" y="15306"/>
                  <a:pt x="653535" y="16603"/>
                </a:cubicBezTo>
                <a:cubicBezTo>
                  <a:pt x="652336" y="17898"/>
                  <a:pt x="651736" y="20386"/>
                  <a:pt x="651736" y="24067"/>
                </a:cubicBezTo>
                <a:lnTo>
                  <a:pt x="651736" y="29180"/>
                </a:lnTo>
                <a:lnTo>
                  <a:pt x="665987" y="29180"/>
                </a:lnTo>
                <a:lnTo>
                  <a:pt x="665987" y="44245"/>
                </a:lnTo>
                <a:lnTo>
                  <a:pt x="651736" y="44245"/>
                </a:lnTo>
                <a:lnTo>
                  <a:pt x="651736" y="101248"/>
                </a:lnTo>
                <a:lnTo>
                  <a:pt x="632668" y="101248"/>
                </a:lnTo>
                <a:lnTo>
                  <a:pt x="632668" y="44245"/>
                </a:lnTo>
                <a:lnTo>
                  <a:pt x="622081" y="44245"/>
                </a:lnTo>
                <a:lnTo>
                  <a:pt x="622081" y="29180"/>
                </a:lnTo>
                <a:close/>
                <a:moveTo>
                  <a:pt x="778044" y="50489"/>
                </a:moveTo>
                <a:lnTo>
                  <a:pt x="759246" y="53882"/>
                </a:lnTo>
                <a:cubicBezTo>
                  <a:pt x="758613" y="50149"/>
                  <a:pt x="757177" y="47339"/>
                  <a:pt x="754937" y="45450"/>
                </a:cubicBezTo>
                <a:cubicBezTo>
                  <a:pt x="752698" y="43561"/>
                  <a:pt x="749791" y="42617"/>
                  <a:pt x="746217" y="42617"/>
                </a:cubicBezTo>
                <a:cubicBezTo>
                  <a:pt x="741467" y="42617"/>
                  <a:pt x="737678" y="44252"/>
                  <a:pt x="734850" y="47522"/>
                </a:cubicBezTo>
                <a:cubicBezTo>
                  <a:pt x="732023" y="50792"/>
                  <a:pt x="730609" y="56260"/>
                  <a:pt x="730609" y="63927"/>
                </a:cubicBezTo>
                <a:cubicBezTo>
                  <a:pt x="730609" y="72452"/>
                  <a:pt x="732046" y="78474"/>
                  <a:pt x="734918" y="81993"/>
                </a:cubicBezTo>
                <a:cubicBezTo>
                  <a:pt x="737791" y="85510"/>
                  <a:pt x="741648" y="87269"/>
                  <a:pt x="746489" y="87269"/>
                </a:cubicBezTo>
                <a:cubicBezTo>
                  <a:pt x="750108" y="87269"/>
                  <a:pt x="753071" y="86240"/>
                  <a:pt x="755378" y="84181"/>
                </a:cubicBezTo>
                <a:cubicBezTo>
                  <a:pt x="757686" y="82123"/>
                  <a:pt x="759314" y="78583"/>
                  <a:pt x="760264" y="73561"/>
                </a:cubicBezTo>
                <a:lnTo>
                  <a:pt x="778994" y="76819"/>
                </a:lnTo>
                <a:cubicBezTo>
                  <a:pt x="777049" y="85414"/>
                  <a:pt x="773316" y="91906"/>
                  <a:pt x="767797" y="96295"/>
                </a:cubicBezTo>
                <a:cubicBezTo>
                  <a:pt x="762278" y="100683"/>
                  <a:pt x="754881" y="102877"/>
                  <a:pt x="745606" y="102877"/>
                </a:cubicBezTo>
                <a:cubicBezTo>
                  <a:pt x="735065" y="102877"/>
                  <a:pt x="726662" y="99552"/>
                  <a:pt x="720396" y="92902"/>
                </a:cubicBezTo>
                <a:cubicBezTo>
                  <a:pt x="714130" y="86251"/>
                  <a:pt x="710997" y="77045"/>
                  <a:pt x="710997" y="65282"/>
                </a:cubicBezTo>
                <a:cubicBezTo>
                  <a:pt x="710997" y="53384"/>
                  <a:pt x="714142" y="44121"/>
                  <a:pt x="720430" y="37493"/>
                </a:cubicBezTo>
                <a:cubicBezTo>
                  <a:pt x="726718" y="30865"/>
                  <a:pt x="735224" y="27552"/>
                  <a:pt x="745946" y="27552"/>
                </a:cubicBezTo>
                <a:cubicBezTo>
                  <a:pt x="754722" y="27552"/>
                  <a:pt x="761701" y="29440"/>
                  <a:pt x="766881" y="33218"/>
                </a:cubicBezTo>
                <a:cubicBezTo>
                  <a:pt x="772061" y="36996"/>
                  <a:pt x="775782" y="42752"/>
                  <a:pt x="778044" y="50489"/>
                </a:cubicBezTo>
                <a:close/>
                <a:moveTo>
                  <a:pt x="839912" y="101248"/>
                </a:moveTo>
                <a:lnTo>
                  <a:pt x="839912" y="90459"/>
                </a:lnTo>
                <a:cubicBezTo>
                  <a:pt x="837288" y="94304"/>
                  <a:pt x="833839" y="97335"/>
                  <a:pt x="829563" y="99552"/>
                </a:cubicBezTo>
                <a:cubicBezTo>
                  <a:pt x="825288" y="101769"/>
                  <a:pt x="820775" y="102877"/>
                  <a:pt x="816025" y="102877"/>
                </a:cubicBezTo>
                <a:cubicBezTo>
                  <a:pt x="811184" y="102877"/>
                  <a:pt x="806841" y="101814"/>
                  <a:pt x="802996" y="99688"/>
                </a:cubicBezTo>
                <a:cubicBezTo>
                  <a:pt x="799150" y="97561"/>
                  <a:pt x="796368" y="94576"/>
                  <a:pt x="794649" y="90730"/>
                </a:cubicBezTo>
                <a:cubicBezTo>
                  <a:pt x="792930" y="86885"/>
                  <a:pt x="792070" y="81569"/>
                  <a:pt x="792070" y="74783"/>
                </a:cubicBezTo>
                <a:lnTo>
                  <a:pt x="792070" y="29180"/>
                </a:lnTo>
                <a:lnTo>
                  <a:pt x="811139" y="29180"/>
                </a:lnTo>
                <a:lnTo>
                  <a:pt x="811139" y="62220"/>
                </a:lnTo>
                <a:cubicBezTo>
                  <a:pt x="811139" y="72331"/>
                  <a:pt x="811490" y="78526"/>
                  <a:pt x="812191" y="80805"/>
                </a:cubicBezTo>
                <a:cubicBezTo>
                  <a:pt x="812892" y="83084"/>
                  <a:pt x="814170" y="84890"/>
                  <a:pt x="816025" y="86222"/>
                </a:cubicBezTo>
                <a:cubicBezTo>
                  <a:pt x="817880" y="87553"/>
                  <a:pt x="820232" y="88219"/>
                  <a:pt x="823083" y="88219"/>
                </a:cubicBezTo>
                <a:cubicBezTo>
                  <a:pt x="826340" y="88219"/>
                  <a:pt x="829258" y="87328"/>
                  <a:pt x="831837" y="85545"/>
                </a:cubicBezTo>
                <a:cubicBezTo>
                  <a:pt x="834415" y="83762"/>
                  <a:pt x="836180" y="81550"/>
                  <a:pt x="837130" y="78910"/>
                </a:cubicBezTo>
                <a:cubicBezTo>
                  <a:pt x="838080" y="76269"/>
                  <a:pt x="838555" y="69803"/>
                  <a:pt x="838555" y="59512"/>
                </a:cubicBezTo>
                <a:lnTo>
                  <a:pt x="838555" y="29180"/>
                </a:lnTo>
                <a:lnTo>
                  <a:pt x="857624" y="29180"/>
                </a:lnTo>
                <a:lnTo>
                  <a:pt x="857624" y="101248"/>
                </a:lnTo>
                <a:lnTo>
                  <a:pt x="839912" y="101248"/>
                </a:lnTo>
                <a:close/>
                <a:moveTo>
                  <a:pt x="895510" y="101248"/>
                </a:moveTo>
                <a:lnTo>
                  <a:pt x="876441" y="101248"/>
                </a:lnTo>
                <a:lnTo>
                  <a:pt x="876441" y="29180"/>
                </a:lnTo>
                <a:lnTo>
                  <a:pt x="894153" y="29180"/>
                </a:lnTo>
                <a:lnTo>
                  <a:pt x="894153" y="39427"/>
                </a:lnTo>
                <a:cubicBezTo>
                  <a:pt x="897184" y="34586"/>
                  <a:pt x="899910" y="31397"/>
                  <a:pt x="902330" y="29859"/>
                </a:cubicBezTo>
                <a:cubicBezTo>
                  <a:pt x="904751" y="28321"/>
                  <a:pt x="907499" y="27552"/>
                  <a:pt x="910575" y="27552"/>
                </a:cubicBezTo>
                <a:cubicBezTo>
                  <a:pt x="914918" y="27552"/>
                  <a:pt x="919103" y="28750"/>
                  <a:pt x="923130" y="31148"/>
                </a:cubicBezTo>
                <a:lnTo>
                  <a:pt x="917226" y="47774"/>
                </a:lnTo>
                <a:cubicBezTo>
                  <a:pt x="914014" y="45693"/>
                  <a:pt x="911028" y="44652"/>
                  <a:pt x="908268" y="44652"/>
                </a:cubicBezTo>
                <a:cubicBezTo>
                  <a:pt x="905599" y="44652"/>
                  <a:pt x="903337" y="45388"/>
                  <a:pt x="901482" y="46858"/>
                </a:cubicBezTo>
                <a:cubicBezTo>
                  <a:pt x="899627" y="48328"/>
                  <a:pt x="898168" y="50986"/>
                  <a:pt x="897105" y="54832"/>
                </a:cubicBezTo>
                <a:cubicBezTo>
                  <a:pt x="896042" y="58677"/>
                  <a:pt x="895510" y="66730"/>
                  <a:pt x="895510" y="78990"/>
                </a:cubicBezTo>
                <a:lnTo>
                  <a:pt x="895510" y="101248"/>
                </a:lnTo>
                <a:close/>
                <a:moveTo>
                  <a:pt x="949804" y="101248"/>
                </a:moveTo>
                <a:lnTo>
                  <a:pt x="930735" y="101248"/>
                </a:lnTo>
                <a:lnTo>
                  <a:pt x="930735" y="29180"/>
                </a:lnTo>
                <a:lnTo>
                  <a:pt x="948447" y="29180"/>
                </a:lnTo>
                <a:lnTo>
                  <a:pt x="948447" y="39427"/>
                </a:lnTo>
                <a:cubicBezTo>
                  <a:pt x="951478" y="34586"/>
                  <a:pt x="954204" y="31397"/>
                  <a:pt x="956624" y="29859"/>
                </a:cubicBezTo>
                <a:cubicBezTo>
                  <a:pt x="959045" y="28321"/>
                  <a:pt x="961793" y="27552"/>
                  <a:pt x="964870" y="27552"/>
                </a:cubicBezTo>
                <a:cubicBezTo>
                  <a:pt x="969213" y="27552"/>
                  <a:pt x="973397" y="28750"/>
                  <a:pt x="977424" y="31148"/>
                </a:cubicBezTo>
                <a:lnTo>
                  <a:pt x="971520" y="47774"/>
                </a:lnTo>
                <a:cubicBezTo>
                  <a:pt x="968308" y="45693"/>
                  <a:pt x="965322" y="44652"/>
                  <a:pt x="962562" y="44652"/>
                </a:cubicBezTo>
                <a:cubicBezTo>
                  <a:pt x="959893" y="44652"/>
                  <a:pt x="957631" y="45388"/>
                  <a:pt x="955776" y="46858"/>
                </a:cubicBezTo>
                <a:cubicBezTo>
                  <a:pt x="953921" y="48328"/>
                  <a:pt x="952462" y="50986"/>
                  <a:pt x="951399" y="54832"/>
                </a:cubicBezTo>
                <a:cubicBezTo>
                  <a:pt x="950336" y="58677"/>
                  <a:pt x="949804" y="66730"/>
                  <a:pt x="949804" y="78990"/>
                </a:cubicBezTo>
                <a:lnTo>
                  <a:pt x="949804" y="101248"/>
                </a:lnTo>
                <a:close/>
                <a:moveTo>
                  <a:pt x="1027346" y="78312"/>
                </a:moveTo>
                <a:lnTo>
                  <a:pt x="1046347" y="81569"/>
                </a:lnTo>
                <a:cubicBezTo>
                  <a:pt x="1043904" y="88513"/>
                  <a:pt x="1040047" y="93801"/>
                  <a:pt x="1034777" y="97431"/>
                </a:cubicBezTo>
                <a:cubicBezTo>
                  <a:pt x="1029506" y="101062"/>
                  <a:pt x="1022913" y="102877"/>
                  <a:pt x="1014995" y="102877"/>
                </a:cubicBezTo>
                <a:cubicBezTo>
                  <a:pt x="1002464" y="102877"/>
                  <a:pt x="993189" y="98783"/>
                  <a:pt x="987172" y="90594"/>
                </a:cubicBezTo>
                <a:cubicBezTo>
                  <a:pt x="982422" y="84034"/>
                  <a:pt x="980047" y="75755"/>
                  <a:pt x="980047" y="65757"/>
                </a:cubicBezTo>
                <a:cubicBezTo>
                  <a:pt x="980047" y="53814"/>
                  <a:pt x="983169" y="44460"/>
                  <a:pt x="989412" y="37697"/>
                </a:cubicBezTo>
                <a:cubicBezTo>
                  <a:pt x="995655" y="30933"/>
                  <a:pt x="1003550" y="27552"/>
                  <a:pt x="1013095" y="27552"/>
                </a:cubicBezTo>
                <a:cubicBezTo>
                  <a:pt x="1023817" y="27552"/>
                  <a:pt x="1032277" y="31092"/>
                  <a:pt x="1038475" y="38172"/>
                </a:cubicBezTo>
                <a:cubicBezTo>
                  <a:pt x="1044673" y="45252"/>
                  <a:pt x="1047637" y="56098"/>
                  <a:pt x="1047365" y="70711"/>
                </a:cubicBezTo>
                <a:lnTo>
                  <a:pt x="999591" y="70711"/>
                </a:lnTo>
                <a:cubicBezTo>
                  <a:pt x="999727" y="76366"/>
                  <a:pt x="1001265" y="80766"/>
                  <a:pt x="1004206" y="83910"/>
                </a:cubicBezTo>
                <a:cubicBezTo>
                  <a:pt x="1007146" y="87054"/>
                  <a:pt x="1010811" y="88626"/>
                  <a:pt x="1015199" y="88626"/>
                </a:cubicBezTo>
                <a:cubicBezTo>
                  <a:pt x="1018185" y="88626"/>
                  <a:pt x="1020696" y="87812"/>
                  <a:pt x="1022732" y="86183"/>
                </a:cubicBezTo>
                <a:cubicBezTo>
                  <a:pt x="1024767" y="84555"/>
                  <a:pt x="1026306" y="81931"/>
                  <a:pt x="1027346" y="78312"/>
                </a:cubicBezTo>
                <a:moveTo>
                  <a:pt x="1028432" y="59039"/>
                </a:moveTo>
                <a:cubicBezTo>
                  <a:pt x="1028296" y="53542"/>
                  <a:pt x="1026871" y="49363"/>
                  <a:pt x="1024157" y="46502"/>
                </a:cubicBezTo>
                <a:cubicBezTo>
                  <a:pt x="1021442" y="43640"/>
                  <a:pt x="1018140" y="42209"/>
                  <a:pt x="1014249" y="42209"/>
                </a:cubicBezTo>
                <a:cubicBezTo>
                  <a:pt x="1010087" y="42209"/>
                  <a:pt x="1006649" y="43719"/>
                  <a:pt x="1003934" y="46737"/>
                </a:cubicBezTo>
                <a:cubicBezTo>
                  <a:pt x="1001220" y="49757"/>
                  <a:pt x="999885" y="53858"/>
                  <a:pt x="999930" y="59039"/>
                </a:cubicBezTo>
                <a:lnTo>
                  <a:pt x="1028432" y="59039"/>
                </a:lnTo>
                <a:close/>
                <a:moveTo>
                  <a:pt x="1128439" y="101248"/>
                </a:moveTo>
                <a:lnTo>
                  <a:pt x="1109370" y="101248"/>
                </a:lnTo>
                <a:lnTo>
                  <a:pt x="1109370" y="64510"/>
                </a:lnTo>
                <a:cubicBezTo>
                  <a:pt x="1109370" y="56737"/>
                  <a:pt x="1108963" y="51710"/>
                  <a:pt x="1108148" y="49428"/>
                </a:cubicBezTo>
                <a:cubicBezTo>
                  <a:pt x="1107334" y="47146"/>
                  <a:pt x="1106011" y="45373"/>
                  <a:pt x="1104178" y="44107"/>
                </a:cubicBezTo>
                <a:cubicBezTo>
                  <a:pt x="1102346" y="42842"/>
                  <a:pt x="1100141" y="42209"/>
                  <a:pt x="1097562" y="42209"/>
                </a:cubicBezTo>
                <a:cubicBezTo>
                  <a:pt x="1094259" y="42209"/>
                  <a:pt x="1091296" y="43114"/>
                  <a:pt x="1088672" y="44922"/>
                </a:cubicBezTo>
                <a:cubicBezTo>
                  <a:pt x="1086048" y="46729"/>
                  <a:pt x="1084250" y="49124"/>
                  <a:pt x="1083277" y="52107"/>
                </a:cubicBezTo>
                <a:cubicBezTo>
                  <a:pt x="1082305" y="55088"/>
                  <a:pt x="1081818" y="60601"/>
                  <a:pt x="1081818" y="68646"/>
                </a:cubicBezTo>
                <a:lnTo>
                  <a:pt x="1081818" y="101248"/>
                </a:lnTo>
                <a:lnTo>
                  <a:pt x="1062749" y="101248"/>
                </a:lnTo>
                <a:lnTo>
                  <a:pt x="1062749" y="29180"/>
                </a:lnTo>
                <a:lnTo>
                  <a:pt x="1080461" y="29180"/>
                </a:lnTo>
                <a:lnTo>
                  <a:pt x="1080461" y="39766"/>
                </a:lnTo>
                <a:cubicBezTo>
                  <a:pt x="1086749" y="31623"/>
                  <a:pt x="1094667" y="27552"/>
                  <a:pt x="1104212" y="27552"/>
                </a:cubicBezTo>
                <a:cubicBezTo>
                  <a:pt x="1108420" y="27552"/>
                  <a:pt x="1112265" y="28309"/>
                  <a:pt x="1115749" y="29825"/>
                </a:cubicBezTo>
                <a:cubicBezTo>
                  <a:pt x="1119232" y="31340"/>
                  <a:pt x="1121868" y="33274"/>
                  <a:pt x="1123655" y="35627"/>
                </a:cubicBezTo>
                <a:cubicBezTo>
                  <a:pt x="1125442" y="37979"/>
                  <a:pt x="1126686" y="40649"/>
                  <a:pt x="1127387" y="43635"/>
                </a:cubicBezTo>
                <a:cubicBezTo>
                  <a:pt x="1128088" y="46620"/>
                  <a:pt x="1128439" y="50896"/>
                  <a:pt x="1128439" y="56460"/>
                </a:cubicBezTo>
                <a:lnTo>
                  <a:pt x="1128439" y="101248"/>
                </a:lnTo>
                <a:close/>
                <a:moveTo>
                  <a:pt x="1210733" y="50489"/>
                </a:moveTo>
                <a:lnTo>
                  <a:pt x="1191936" y="53882"/>
                </a:lnTo>
                <a:cubicBezTo>
                  <a:pt x="1191302" y="50149"/>
                  <a:pt x="1189866" y="47339"/>
                  <a:pt x="1187627" y="45450"/>
                </a:cubicBezTo>
                <a:cubicBezTo>
                  <a:pt x="1185387" y="43561"/>
                  <a:pt x="1182480" y="42617"/>
                  <a:pt x="1178906" y="42617"/>
                </a:cubicBezTo>
                <a:cubicBezTo>
                  <a:pt x="1174156" y="42617"/>
                  <a:pt x="1170367" y="44252"/>
                  <a:pt x="1167540" y="47522"/>
                </a:cubicBezTo>
                <a:cubicBezTo>
                  <a:pt x="1164712" y="50792"/>
                  <a:pt x="1163298" y="56260"/>
                  <a:pt x="1163298" y="63927"/>
                </a:cubicBezTo>
                <a:cubicBezTo>
                  <a:pt x="1163298" y="72452"/>
                  <a:pt x="1164735" y="78474"/>
                  <a:pt x="1167608" y="81993"/>
                </a:cubicBezTo>
                <a:cubicBezTo>
                  <a:pt x="1170480" y="85510"/>
                  <a:pt x="1174337" y="87269"/>
                  <a:pt x="1179178" y="87269"/>
                </a:cubicBezTo>
                <a:cubicBezTo>
                  <a:pt x="1182797" y="87269"/>
                  <a:pt x="1185760" y="86240"/>
                  <a:pt x="1188068" y="84181"/>
                </a:cubicBezTo>
                <a:cubicBezTo>
                  <a:pt x="1190375" y="82123"/>
                  <a:pt x="1192004" y="78583"/>
                  <a:pt x="1192954" y="73561"/>
                </a:cubicBezTo>
                <a:lnTo>
                  <a:pt x="1211683" y="76819"/>
                </a:lnTo>
                <a:cubicBezTo>
                  <a:pt x="1209738" y="85414"/>
                  <a:pt x="1206006" y="91906"/>
                  <a:pt x="1200486" y="96295"/>
                </a:cubicBezTo>
                <a:cubicBezTo>
                  <a:pt x="1194967" y="100683"/>
                  <a:pt x="1187570" y="102877"/>
                  <a:pt x="1178296" y="102877"/>
                </a:cubicBezTo>
                <a:cubicBezTo>
                  <a:pt x="1167755" y="102877"/>
                  <a:pt x="1159351" y="99552"/>
                  <a:pt x="1153085" y="92902"/>
                </a:cubicBezTo>
                <a:cubicBezTo>
                  <a:pt x="1146820" y="86251"/>
                  <a:pt x="1143687" y="77045"/>
                  <a:pt x="1143687" y="65282"/>
                </a:cubicBezTo>
                <a:cubicBezTo>
                  <a:pt x="1143687" y="53384"/>
                  <a:pt x="1146831" y="44121"/>
                  <a:pt x="1153119" y="37493"/>
                </a:cubicBezTo>
                <a:cubicBezTo>
                  <a:pt x="1159408" y="30865"/>
                  <a:pt x="1167913" y="27552"/>
                  <a:pt x="1178635" y="27552"/>
                </a:cubicBezTo>
                <a:cubicBezTo>
                  <a:pt x="1187412" y="27552"/>
                  <a:pt x="1194390" y="29440"/>
                  <a:pt x="1199570" y="33218"/>
                </a:cubicBezTo>
                <a:cubicBezTo>
                  <a:pt x="1204750" y="36996"/>
                  <a:pt x="1208471" y="42752"/>
                  <a:pt x="1210733" y="50489"/>
                </a:cubicBezTo>
                <a:close/>
                <a:moveTo>
                  <a:pt x="1216003" y="29180"/>
                </a:moveTo>
                <a:lnTo>
                  <a:pt x="1236293" y="29180"/>
                </a:lnTo>
                <a:lnTo>
                  <a:pt x="1253530" y="80396"/>
                </a:lnTo>
                <a:lnTo>
                  <a:pt x="1270360" y="29180"/>
                </a:lnTo>
                <a:lnTo>
                  <a:pt x="1290107" y="29180"/>
                </a:lnTo>
                <a:lnTo>
                  <a:pt x="1264659" y="98557"/>
                </a:lnTo>
                <a:lnTo>
                  <a:pt x="1260113" y="111156"/>
                </a:lnTo>
                <a:cubicBezTo>
                  <a:pt x="1258439" y="115364"/>
                  <a:pt x="1256844" y="118576"/>
                  <a:pt x="1255328" y="120792"/>
                </a:cubicBezTo>
                <a:cubicBezTo>
                  <a:pt x="1253813" y="123009"/>
                  <a:pt x="1252071" y="124808"/>
                  <a:pt x="1250103" y="126187"/>
                </a:cubicBezTo>
                <a:cubicBezTo>
                  <a:pt x="1248135" y="127567"/>
                  <a:pt x="1245715" y="128642"/>
                  <a:pt x="1242842" y="129411"/>
                </a:cubicBezTo>
                <a:cubicBezTo>
                  <a:pt x="1239969" y="130180"/>
                  <a:pt x="1236723" y="130564"/>
                  <a:pt x="1233104" y="130564"/>
                </a:cubicBezTo>
                <a:cubicBezTo>
                  <a:pt x="1229439" y="130564"/>
                  <a:pt x="1225843" y="130180"/>
                  <a:pt x="1222314" y="129411"/>
                </a:cubicBezTo>
                <a:lnTo>
                  <a:pt x="1220618" y="114481"/>
                </a:lnTo>
                <a:cubicBezTo>
                  <a:pt x="1223603" y="115070"/>
                  <a:pt x="1226295" y="115364"/>
                  <a:pt x="1228693" y="115364"/>
                </a:cubicBezTo>
                <a:cubicBezTo>
                  <a:pt x="1233127" y="115364"/>
                  <a:pt x="1236406" y="114063"/>
                  <a:pt x="1238533" y="111462"/>
                </a:cubicBezTo>
                <a:cubicBezTo>
                  <a:pt x="1240659" y="108860"/>
                  <a:pt x="1242288" y="105546"/>
                  <a:pt x="1243419" y="101520"/>
                </a:cubicBezTo>
                <a:lnTo>
                  <a:pt x="1216003" y="29180"/>
                </a:lnTo>
                <a:close/>
                <a:moveTo>
                  <a:pt x="1305038" y="101248"/>
                </a:moveTo>
                <a:lnTo>
                  <a:pt x="1305038" y="87269"/>
                </a:lnTo>
                <a:lnTo>
                  <a:pt x="1318950" y="87269"/>
                </a:lnTo>
                <a:lnTo>
                  <a:pt x="1318950" y="101248"/>
                </a:lnTo>
                <a:lnTo>
                  <a:pt x="1305038" y="1012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d3f011be1d4952"/>
          <a:stretch xmlns:a="http://schemas.openxmlformats.org/drawingml/2006/main"/>
        </p:blipFill>
        <p:spPr>
          <a:xfrm xmlns:a="http://schemas.openxmlformats.org/drawingml/2006/main">
            <a:off x="7176551" y="1799753"/>
            <a:ext cx="2471281" cy="644353"/>
          </a:xfrm>
          <a:prstGeom xmlns:a="http://schemas.openxmlformats.org/drawingml/2006/main" prst="rect">
            <a:avLst/>
          </a:prstGeom>
        </p:spPr>
      </p:pic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E6F869-BF6B-4F03-9858-772AEB70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2415" y="1847916"/>
            <a:ext cx="2379323" cy="548968"/>
          </a:xfrm>
          <a:custGeom xmlns:a="http://schemas.openxmlformats.org/drawingml/2006/main">
            <a:pathLst>
              <a:path w="2379323" h="548968" fill="none">
                <a:moveTo>
                  <a:pt x="58371" y="548968"/>
                </a:moveTo>
                <a:lnTo>
                  <a:pt x="2320952" y="548968"/>
                </a:lnTo>
                <a:cubicBezTo>
                  <a:pt x="2353149" y="548968"/>
                  <a:pt x="2379323" y="522793"/>
                  <a:pt x="2379323" y="490596"/>
                </a:cubicBezTo>
                <a:lnTo>
                  <a:pt x="2379323" y="58371"/>
                </a:lnTo>
                <a:cubicBezTo>
                  <a:pt x="2379323" y="26174"/>
                  <a:pt x="2353149" y="0"/>
                  <a:pt x="2320952" y="0"/>
                </a:cubicBezTo>
                <a:lnTo>
                  <a:pt x="58371" y="0"/>
                </a:lnTo>
                <a:cubicBezTo>
                  <a:pt x="26174" y="0"/>
                  <a:pt x="0" y="26174"/>
                  <a:pt x="0" y="58371"/>
                </a:cubicBezTo>
                <a:lnTo>
                  <a:pt x="0" y="490596"/>
                </a:lnTo>
                <a:cubicBezTo>
                  <a:pt x="0" y="522793"/>
                  <a:pt x="26174" y="548968"/>
                  <a:pt x="58371" y="54896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582" cap="sq">
            <a:solidFill>
              <a:srgbClr val="000000"/>
            </a:solidFill>
            <a:miter/>
          </a:ln>
        </p:spPr>
      </p:sp>
      <p:sp>
        <p:nvSpPr>
          <p:cNvPr id="38" name="Text IntheRomanEmpire,therightto">
            <a:extLst xmlns:a="http://schemas.openxmlformats.org/drawingml/2006/main">
              <a:ext uri="{FF2B5EF4-FFF2-40B4-BE49-F238E27FC236}">
                <a16:creationId xmlns:a16="http://schemas.microsoft.com/office/drawing/2014/main" id="{20495D80-3B41-4649-B7AF-B3FCE82A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7129" y="1908351"/>
            <a:ext cx="2097973" cy="128800"/>
          </a:xfrm>
          <a:custGeom xmlns:a="http://schemas.openxmlformats.org/drawingml/2006/main">
            <a:pathLst>
              <a:path w="2097973" h="128800">
                <a:moveTo>
                  <a:pt x="0" y="99484"/>
                </a:moveTo>
                <a:lnTo>
                  <a:pt x="0" y="0"/>
                </a:lnTo>
                <a:lnTo>
                  <a:pt x="13165" y="0"/>
                </a:lnTo>
                <a:lnTo>
                  <a:pt x="13165" y="99484"/>
                </a:lnTo>
                <a:lnTo>
                  <a:pt x="0" y="99484"/>
                </a:lnTo>
                <a:close/>
                <a:moveTo>
                  <a:pt x="34882" y="99484"/>
                </a:moveTo>
                <a:lnTo>
                  <a:pt x="34882" y="27416"/>
                </a:lnTo>
                <a:lnTo>
                  <a:pt x="45876" y="27416"/>
                </a:lnTo>
                <a:lnTo>
                  <a:pt x="45876" y="37595"/>
                </a:lnTo>
                <a:cubicBezTo>
                  <a:pt x="51169" y="29723"/>
                  <a:pt x="58814" y="25787"/>
                  <a:pt x="68813" y="25787"/>
                </a:cubicBezTo>
                <a:cubicBezTo>
                  <a:pt x="73156" y="25787"/>
                  <a:pt x="77148" y="26568"/>
                  <a:pt x="80790" y="28128"/>
                </a:cubicBezTo>
                <a:cubicBezTo>
                  <a:pt x="84432" y="29689"/>
                  <a:pt x="87158" y="31736"/>
                  <a:pt x="88967" y="34270"/>
                </a:cubicBezTo>
                <a:cubicBezTo>
                  <a:pt x="90777" y="36803"/>
                  <a:pt x="92044" y="39812"/>
                  <a:pt x="92767" y="43295"/>
                </a:cubicBezTo>
                <a:cubicBezTo>
                  <a:pt x="93220" y="45557"/>
                  <a:pt x="93446" y="49516"/>
                  <a:pt x="93446" y="55171"/>
                </a:cubicBezTo>
                <a:lnTo>
                  <a:pt x="93446" y="99484"/>
                </a:lnTo>
                <a:lnTo>
                  <a:pt x="81231" y="99484"/>
                </a:lnTo>
                <a:lnTo>
                  <a:pt x="81231" y="55599"/>
                </a:lnTo>
                <a:cubicBezTo>
                  <a:pt x="81231" y="50617"/>
                  <a:pt x="80756" y="46892"/>
                  <a:pt x="79806" y="44423"/>
                </a:cubicBezTo>
                <a:cubicBezTo>
                  <a:pt x="78856" y="41955"/>
                  <a:pt x="77171" y="39985"/>
                  <a:pt x="74750" y="38513"/>
                </a:cubicBezTo>
                <a:cubicBezTo>
                  <a:pt x="72330" y="37041"/>
                  <a:pt x="69491" y="36306"/>
                  <a:pt x="66234" y="36306"/>
                </a:cubicBezTo>
                <a:cubicBezTo>
                  <a:pt x="61031" y="36306"/>
                  <a:pt x="56541" y="37959"/>
                  <a:pt x="52763" y="41266"/>
                </a:cubicBezTo>
                <a:cubicBezTo>
                  <a:pt x="48986" y="44571"/>
                  <a:pt x="47097" y="50843"/>
                  <a:pt x="47097" y="60082"/>
                </a:cubicBezTo>
                <a:lnTo>
                  <a:pt x="47097" y="99484"/>
                </a:lnTo>
                <a:lnTo>
                  <a:pt x="34882" y="99484"/>
                </a:lnTo>
                <a:close/>
                <a:moveTo>
                  <a:pt x="177368" y="88694"/>
                </a:moveTo>
                <a:lnTo>
                  <a:pt x="179132" y="99484"/>
                </a:lnTo>
                <a:cubicBezTo>
                  <a:pt x="175694" y="100117"/>
                  <a:pt x="172617" y="100434"/>
                  <a:pt x="169903" y="100434"/>
                </a:cubicBezTo>
                <a:cubicBezTo>
                  <a:pt x="165469" y="100434"/>
                  <a:pt x="162031" y="99733"/>
                  <a:pt x="159588" y="98330"/>
                </a:cubicBezTo>
                <a:cubicBezTo>
                  <a:pt x="157145" y="96928"/>
                  <a:pt x="155426" y="95084"/>
                  <a:pt x="154431" y="92800"/>
                </a:cubicBezTo>
                <a:cubicBezTo>
                  <a:pt x="153435" y="90515"/>
                  <a:pt x="152938" y="85708"/>
                  <a:pt x="152938" y="78379"/>
                </a:cubicBezTo>
                <a:lnTo>
                  <a:pt x="152938" y="36916"/>
                </a:lnTo>
                <a:lnTo>
                  <a:pt x="143980" y="36916"/>
                </a:lnTo>
                <a:lnTo>
                  <a:pt x="143980" y="27416"/>
                </a:lnTo>
                <a:lnTo>
                  <a:pt x="152938" y="27416"/>
                </a:lnTo>
                <a:lnTo>
                  <a:pt x="152938" y="9520"/>
                </a:lnTo>
                <a:lnTo>
                  <a:pt x="165085" y="2172"/>
                </a:lnTo>
                <a:lnTo>
                  <a:pt x="165085" y="27416"/>
                </a:lnTo>
                <a:lnTo>
                  <a:pt x="177368" y="27416"/>
                </a:lnTo>
                <a:lnTo>
                  <a:pt x="177368" y="36916"/>
                </a:lnTo>
                <a:lnTo>
                  <a:pt x="165085" y="36916"/>
                </a:lnTo>
                <a:lnTo>
                  <a:pt x="165085" y="79058"/>
                </a:lnTo>
                <a:cubicBezTo>
                  <a:pt x="165085" y="82542"/>
                  <a:pt x="165300" y="84781"/>
                  <a:pt x="165729" y="85776"/>
                </a:cubicBezTo>
                <a:cubicBezTo>
                  <a:pt x="166159" y="86771"/>
                  <a:pt x="166860" y="87563"/>
                  <a:pt x="167833" y="88151"/>
                </a:cubicBezTo>
                <a:cubicBezTo>
                  <a:pt x="168806" y="88739"/>
                  <a:pt x="170197" y="89034"/>
                  <a:pt x="172007" y="89034"/>
                </a:cubicBezTo>
                <a:cubicBezTo>
                  <a:pt x="173364" y="89034"/>
                  <a:pt x="175151" y="88920"/>
                  <a:pt x="177368" y="88694"/>
                </a:cubicBezTo>
                <a:close/>
                <a:moveTo>
                  <a:pt x="189381" y="99484"/>
                </a:moveTo>
                <a:lnTo>
                  <a:pt x="189381" y="0"/>
                </a:lnTo>
                <a:lnTo>
                  <a:pt x="201596" y="0"/>
                </a:lnTo>
                <a:lnTo>
                  <a:pt x="201596" y="35695"/>
                </a:lnTo>
                <a:cubicBezTo>
                  <a:pt x="207296" y="29090"/>
                  <a:pt x="214490" y="25787"/>
                  <a:pt x="223176" y="25787"/>
                </a:cubicBezTo>
                <a:cubicBezTo>
                  <a:pt x="228514" y="25787"/>
                  <a:pt x="233151" y="26839"/>
                  <a:pt x="237087" y="28943"/>
                </a:cubicBezTo>
                <a:cubicBezTo>
                  <a:pt x="241023" y="31046"/>
                  <a:pt x="243839" y="33953"/>
                  <a:pt x="245536" y="37663"/>
                </a:cubicBezTo>
                <a:cubicBezTo>
                  <a:pt x="247233" y="41373"/>
                  <a:pt x="248081" y="46756"/>
                  <a:pt x="248081" y="53814"/>
                </a:cubicBezTo>
                <a:lnTo>
                  <a:pt x="248081" y="99484"/>
                </a:lnTo>
                <a:lnTo>
                  <a:pt x="235866" y="99484"/>
                </a:lnTo>
                <a:lnTo>
                  <a:pt x="235866" y="53814"/>
                </a:lnTo>
                <a:cubicBezTo>
                  <a:pt x="235866" y="47706"/>
                  <a:pt x="234543" y="43261"/>
                  <a:pt x="231896" y="40479"/>
                </a:cubicBezTo>
                <a:cubicBezTo>
                  <a:pt x="229249" y="37697"/>
                  <a:pt x="225506" y="36306"/>
                  <a:pt x="220665" y="36306"/>
                </a:cubicBezTo>
                <a:cubicBezTo>
                  <a:pt x="217046" y="36306"/>
                  <a:pt x="213641" y="37244"/>
                  <a:pt x="210452" y="39122"/>
                </a:cubicBezTo>
                <a:cubicBezTo>
                  <a:pt x="207262" y="40999"/>
                  <a:pt x="204989" y="43544"/>
                  <a:pt x="203632" y="46756"/>
                </a:cubicBezTo>
                <a:cubicBezTo>
                  <a:pt x="202275" y="49968"/>
                  <a:pt x="201596" y="54402"/>
                  <a:pt x="201596" y="60057"/>
                </a:cubicBezTo>
                <a:lnTo>
                  <a:pt x="201596" y="99484"/>
                </a:lnTo>
                <a:lnTo>
                  <a:pt x="189381" y="99484"/>
                </a:lnTo>
                <a:close/>
                <a:moveTo>
                  <a:pt x="315850" y="76276"/>
                </a:moveTo>
                <a:lnTo>
                  <a:pt x="328472" y="77836"/>
                </a:lnTo>
                <a:cubicBezTo>
                  <a:pt x="326481" y="85211"/>
                  <a:pt x="322794" y="90934"/>
                  <a:pt x="317410" y="95005"/>
                </a:cubicBezTo>
                <a:cubicBezTo>
                  <a:pt x="312027" y="99077"/>
                  <a:pt x="305150" y="101113"/>
                  <a:pt x="296781" y="101113"/>
                </a:cubicBezTo>
                <a:cubicBezTo>
                  <a:pt x="286240" y="101113"/>
                  <a:pt x="277881" y="97867"/>
                  <a:pt x="271706" y="91375"/>
                </a:cubicBezTo>
                <a:cubicBezTo>
                  <a:pt x="265531" y="84883"/>
                  <a:pt x="262443" y="75778"/>
                  <a:pt x="262443" y="64061"/>
                </a:cubicBezTo>
                <a:cubicBezTo>
                  <a:pt x="262443" y="51936"/>
                  <a:pt x="265565" y="42526"/>
                  <a:pt x="271808" y="35831"/>
                </a:cubicBezTo>
                <a:cubicBezTo>
                  <a:pt x="278051" y="29135"/>
                  <a:pt x="286149" y="25787"/>
                  <a:pt x="296102" y="25787"/>
                </a:cubicBezTo>
                <a:cubicBezTo>
                  <a:pt x="305738" y="25787"/>
                  <a:pt x="313610" y="29062"/>
                  <a:pt x="319718" y="35612"/>
                </a:cubicBezTo>
                <a:cubicBezTo>
                  <a:pt x="325825" y="42161"/>
                  <a:pt x="328879" y="51374"/>
                  <a:pt x="328879" y="63253"/>
                </a:cubicBezTo>
                <a:cubicBezTo>
                  <a:pt x="328879" y="63975"/>
                  <a:pt x="328856" y="65059"/>
                  <a:pt x="328811" y="66504"/>
                </a:cubicBezTo>
                <a:lnTo>
                  <a:pt x="275065" y="66504"/>
                </a:lnTo>
                <a:cubicBezTo>
                  <a:pt x="275518" y="74398"/>
                  <a:pt x="277757" y="80443"/>
                  <a:pt x="281783" y="84640"/>
                </a:cubicBezTo>
                <a:cubicBezTo>
                  <a:pt x="285810" y="88836"/>
                  <a:pt x="290832" y="90934"/>
                  <a:pt x="296849" y="90934"/>
                </a:cubicBezTo>
                <a:cubicBezTo>
                  <a:pt x="301327" y="90934"/>
                  <a:pt x="305150" y="89769"/>
                  <a:pt x="308317" y="87439"/>
                </a:cubicBezTo>
                <a:cubicBezTo>
                  <a:pt x="311484" y="85107"/>
                  <a:pt x="313995" y="81386"/>
                  <a:pt x="315850" y="76276"/>
                </a:cubicBezTo>
                <a:moveTo>
                  <a:pt x="275744" y="56325"/>
                </a:moveTo>
                <a:lnTo>
                  <a:pt x="315985" y="56325"/>
                </a:lnTo>
                <a:cubicBezTo>
                  <a:pt x="315442" y="50361"/>
                  <a:pt x="313904" y="45889"/>
                  <a:pt x="311371" y="42907"/>
                </a:cubicBezTo>
                <a:cubicBezTo>
                  <a:pt x="307480" y="38280"/>
                  <a:pt x="302436" y="35966"/>
                  <a:pt x="296238" y="35966"/>
                </a:cubicBezTo>
                <a:cubicBezTo>
                  <a:pt x="290628" y="35966"/>
                  <a:pt x="285912" y="37813"/>
                  <a:pt x="282089" y="41508"/>
                </a:cubicBezTo>
                <a:cubicBezTo>
                  <a:pt x="278266" y="45200"/>
                  <a:pt x="276151" y="50139"/>
                  <a:pt x="275744" y="56325"/>
                </a:cubicBezTo>
                <a:close/>
                <a:moveTo>
                  <a:pt x="384326" y="99484"/>
                </a:moveTo>
                <a:lnTo>
                  <a:pt x="384326" y="0"/>
                </a:lnTo>
                <a:lnTo>
                  <a:pt x="428436" y="0"/>
                </a:lnTo>
                <a:cubicBezTo>
                  <a:pt x="437303" y="0"/>
                  <a:pt x="444044" y="893"/>
                  <a:pt x="448659" y="2678"/>
                </a:cubicBezTo>
                <a:cubicBezTo>
                  <a:pt x="453273" y="4463"/>
                  <a:pt x="456960" y="7614"/>
                  <a:pt x="459720" y="12132"/>
                </a:cubicBezTo>
                <a:cubicBezTo>
                  <a:pt x="462480" y="16651"/>
                  <a:pt x="463859" y="21643"/>
                  <a:pt x="463859" y="27110"/>
                </a:cubicBezTo>
                <a:cubicBezTo>
                  <a:pt x="463859" y="34159"/>
                  <a:pt x="461575" y="40102"/>
                  <a:pt x="457006" y="44937"/>
                </a:cubicBezTo>
                <a:cubicBezTo>
                  <a:pt x="452436" y="49770"/>
                  <a:pt x="445379" y="52842"/>
                  <a:pt x="435833" y="54153"/>
                </a:cubicBezTo>
                <a:cubicBezTo>
                  <a:pt x="439316" y="55830"/>
                  <a:pt x="441963" y="57484"/>
                  <a:pt x="443773" y="59115"/>
                </a:cubicBezTo>
                <a:cubicBezTo>
                  <a:pt x="447618" y="62648"/>
                  <a:pt x="451260" y="67066"/>
                  <a:pt x="454698" y="72367"/>
                </a:cubicBezTo>
                <a:lnTo>
                  <a:pt x="472003" y="99484"/>
                </a:lnTo>
                <a:lnTo>
                  <a:pt x="455445" y="99484"/>
                </a:lnTo>
                <a:lnTo>
                  <a:pt x="442280" y="78755"/>
                </a:lnTo>
                <a:cubicBezTo>
                  <a:pt x="438434" y="72774"/>
                  <a:pt x="435267" y="68199"/>
                  <a:pt x="432779" y="65028"/>
                </a:cubicBezTo>
                <a:cubicBezTo>
                  <a:pt x="430291" y="61855"/>
                  <a:pt x="428063" y="59635"/>
                  <a:pt x="426095" y="58367"/>
                </a:cubicBezTo>
                <a:cubicBezTo>
                  <a:pt x="424127" y="57097"/>
                  <a:pt x="422125" y="56213"/>
                  <a:pt x="420089" y="55714"/>
                </a:cubicBezTo>
                <a:cubicBezTo>
                  <a:pt x="418596" y="55397"/>
                  <a:pt x="416153" y="55239"/>
                  <a:pt x="412760" y="55239"/>
                </a:cubicBezTo>
                <a:lnTo>
                  <a:pt x="397491" y="55239"/>
                </a:lnTo>
                <a:lnTo>
                  <a:pt x="397491" y="99484"/>
                </a:lnTo>
                <a:lnTo>
                  <a:pt x="384326" y="99484"/>
                </a:lnTo>
                <a:moveTo>
                  <a:pt x="397491" y="43838"/>
                </a:moveTo>
                <a:lnTo>
                  <a:pt x="425789" y="43838"/>
                </a:lnTo>
                <a:cubicBezTo>
                  <a:pt x="431806" y="43838"/>
                  <a:pt x="436512" y="43218"/>
                  <a:pt x="439905" y="41976"/>
                </a:cubicBezTo>
                <a:cubicBezTo>
                  <a:pt x="443298" y="40735"/>
                  <a:pt x="445876" y="38749"/>
                  <a:pt x="447641" y="36017"/>
                </a:cubicBezTo>
                <a:cubicBezTo>
                  <a:pt x="449405" y="33286"/>
                  <a:pt x="450287" y="30317"/>
                  <a:pt x="450287" y="27110"/>
                </a:cubicBezTo>
                <a:cubicBezTo>
                  <a:pt x="450287" y="22415"/>
                  <a:pt x="448579" y="18556"/>
                  <a:pt x="445164" y="15532"/>
                </a:cubicBezTo>
                <a:cubicBezTo>
                  <a:pt x="441748" y="12506"/>
                  <a:pt x="436353" y="10993"/>
                  <a:pt x="428979" y="10993"/>
                </a:cubicBezTo>
                <a:lnTo>
                  <a:pt x="397491" y="10993"/>
                </a:lnTo>
                <a:lnTo>
                  <a:pt x="397491" y="43838"/>
                </a:lnTo>
                <a:close/>
                <a:moveTo>
                  <a:pt x="478359" y="63450"/>
                </a:moveTo>
                <a:cubicBezTo>
                  <a:pt x="478359" y="50104"/>
                  <a:pt x="482068" y="40219"/>
                  <a:pt x="489488" y="33795"/>
                </a:cubicBezTo>
                <a:cubicBezTo>
                  <a:pt x="495686" y="28456"/>
                  <a:pt x="503241" y="25787"/>
                  <a:pt x="512153" y="25787"/>
                </a:cubicBezTo>
                <a:cubicBezTo>
                  <a:pt x="522061" y="25787"/>
                  <a:pt x="530159" y="29033"/>
                  <a:pt x="536447" y="35525"/>
                </a:cubicBezTo>
                <a:cubicBezTo>
                  <a:pt x="542736" y="42017"/>
                  <a:pt x="545880" y="50986"/>
                  <a:pt x="545880" y="62432"/>
                </a:cubicBezTo>
                <a:cubicBezTo>
                  <a:pt x="545880" y="71706"/>
                  <a:pt x="544489" y="79001"/>
                  <a:pt x="541707" y="84317"/>
                </a:cubicBezTo>
                <a:cubicBezTo>
                  <a:pt x="538924" y="89633"/>
                  <a:pt x="534875" y="93761"/>
                  <a:pt x="529560" y="96702"/>
                </a:cubicBezTo>
                <a:cubicBezTo>
                  <a:pt x="524244" y="99642"/>
                  <a:pt x="518442" y="101113"/>
                  <a:pt x="512153" y="101113"/>
                </a:cubicBezTo>
                <a:cubicBezTo>
                  <a:pt x="502065" y="101113"/>
                  <a:pt x="493910" y="97878"/>
                  <a:pt x="487689" y="91409"/>
                </a:cubicBezTo>
                <a:cubicBezTo>
                  <a:pt x="481469" y="84939"/>
                  <a:pt x="478359" y="75620"/>
                  <a:pt x="478359" y="63450"/>
                </a:cubicBezTo>
                <a:moveTo>
                  <a:pt x="490913" y="63416"/>
                </a:moveTo>
                <a:cubicBezTo>
                  <a:pt x="490913" y="72611"/>
                  <a:pt x="492926" y="79496"/>
                  <a:pt x="496952" y="84071"/>
                </a:cubicBezTo>
                <a:cubicBezTo>
                  <a:pt x="500979" y="88646"/>
                  <a:pt x="506046" y="90934"/>
                  <a:pt x="512153" y="90934"/>
                </a:cubicBezTo>
                <a:cubicBezTo>
                  <a:pt x="518215" y="90934"/>
                  <a:pt x="523260" y="88635"/>
                  <a:pt x="527286" y="84037"/>
                </a:cubicBezTo>
                <a:cubicBezTo>
                  <a:pt x="531313" y="79440"/>
                  <a:pt x="533326" y="72431"/>
                  <a:pt x="533326" y="63011"/>
                </a:cubicBezTo>
                <a:cubicBezTo>
                  <a:pt x="533326" y="54131"/>
                  <a:pt x="531301" y="47404"/>
                  <a:pt x="527252" y="42829"/>
                </a:cubicBezTo>
                <a:cubicBezTo>
                  <a:pt x="523203" y="38254"/>
                  <a:pt x="518170" y="35966"/>
                  <a:pt x="512153" y="35966"/>
                </a:cubicBezTo>
                <a:cubicBezTo>
                  <a:pt x="506046" y="35966"/>
                  <a:pt x="500979" y="38242"/>
                  <a:pt x="496952" y="42795"/>
                </a:cubicBezTo>
                <a:cubicBezTo>
                  <a:pt x="492926" y="47347"/>
                  <a:pt x="490913" y="54221"/>
                  <a:pt x="490913" y="63416"/>
                </a:cubicBezTo>
                <a:close/>
                <a:moveTo>
                  <a:pt x="560178" y="99484"/>
                </a:moveTo>
                <a:lnTo>
                  <a:pt x="560178" y="27416"/>
                </a:lnTo>
                <a:lnTo>
                  <a:pt x="571104" y="27416"/>
                </a:lnTo>
                <a:lnTo>
                  <a:pt x="571104" y="37459"/>
                </a:lnTo>
                <a:cubicBezTo>
                  <a:pt x="573366" y="33950"/>
                  <a:pt x="576374" y="31128"/>
                  <a:pt x="580129" y="28991"/>
                </a:cubicBezTo>
                <a:cubicBezTo>
                  <a:pt x="583884" y="26855"/>
                  <a:pt x="588160" y="25787"/>
                  <a:pt x="592955" y="25787"/>
                </a:cubicBezTo>
                <a:cubicBezTo>
                  <a:pt x="598293" y="25787"/>
                  <a:pt x="602671" y="26890"/>
                  <a:pt x="606086" y="29095"/>
                </a:cubicBezTo>
                <a:cubicBezTo>
                  <a:pt x="609502" y="31299"/>
                  <a:pt x="611911" y="34381"/>
                  <a:pt x="613313" y="38341"/>
                </a:cubicBezTo>
                <a:cubicBezTo>
                  <a:pt x="619014" y="29972"/>
                  <a:pt x="626433" y="25787"/>
                  <a:pt x="635572" y="25787"/>
                </a:cubicBezTo>
                <a:cubicBezTo>
                  <a:pt x="642720" y="25787"/>
                  <a:pt x="648217" y="27766"/>
                  <a:pt x="652062" y="31725"/>
                </a:cubicBezTo>
                <a:cubicBezTo>
                  <a:pt x="655907" y="35684"/>
                  <a:pt x="657830" y="41780"/>
                  <a:pt x="657830" y="50013"/>
                </a:cubicBezTo>
                <a:lnTo>
                  <a:pt x="657830" y="99484"/>
                </a:lnTo>
                <a:lnTo>
                  <a:pt x="645683" y="99484"/>
                </a:lnTo>
                <a:lnTo>
                  <a:pt x="645683" y="54036"/>
                </a:lnTo>
                <a:cubicBezTo>
                  <a:pt x="645683" y="49145"/>
                  <a:pt x="645287" y="45624"/>
                  <a:pt x="644495" y="43473"/>
                </a:cubicBezTo>
                <a:cubicBezTo>
                  <a:pt x="643704" y="41322"/>
                  <a:pt x="642267" y="39589"/>
                  <a:pt x="640186" y="38276"/>
                </a:cubicBezTo>
                <a:cubicBezTo>
                  <a:pt x="638105" y="36962"/>
                  <a:pt x="635662" y="36306"/>
                  <a:pt x="632857" y="36306"/>
                </a:cubicBezTo>
                <a:cubicBezTo>
                  <a:pt x="627790" y="36306"/>
                  <a:pt x="623583" y="37993"/>
                  <a:pt x="620235" y="41368"/>
                </a:cubicBezTo>
                <a:cubicBezTo>
                  <a:pt x="616887" y="44741"/>
                  <a:pt x="615213" y="50141"/>
                  <a:pt x="615213" y="57569"/>
                </a:cubicBezTo>
                <a:lnTo>
                  <a:pt x="615213" y="99484"/>
                </a:lnTo>
                <a:lnTo>
                  <a:pt x="602999" y="99484"/>
                </a:lnTo>
                <a:lnTo>
                  <a:pt x="602999" y="52609"/>
                </a:lnTo>
                <a:cubicBezTo>
                  <a:pt x="602999" y="47175"/>
                  <a:pt x="602003" y="43099"/>
                  <a:pt x="600013" y="40381"/>
                </a:cubicBezTo>
                <a:cubicBezTo>
                  <a:pt x="598022" y="37664"/>
                  <a:pt x="594765" y="36306"/>
                  <a:pt x="590241" y="36306"/>
                </a:cubicBezTo>
                <a:cubicBezTo>
                  <a:pt x="586802" y="36306"/>
                  <a:pt x="583624" y="37212"/>
                  <a:pt x="580706" y="39024"/>
                </a:cubicBezTo>
                <a:cubicBezTo>
                  <a:pt x="577788" y="40835"/>
                  <a:pt x="575673" y="43485"/>
                  <a:pt x="574361" y="46972"/>
                </a:cubicBezTo>
                <a:cubicBezTo>
                  <a:pt x="573049" y="50459"/>
                  <a:pt x="572393" y="55485"/>
                  <a:pt x="572393" y="62052"/>
                </a:cubicBezTo>
                <a:lnTo>
                  <a:pt x="572393" y="99484"/>
                </a:lnTo>
                <a:lnTo>
                  <a:pt x="560178" y="99484"/>
                </a:lnTo>
                <a:close/>
                <a:moveTo>
                  <a:pt x="722976" y="90586"/>
                </a:moveTo>
                <a:cubicBezTo>
                  <a:pt x="718451" y="94434"/>
                  <a:pt x="714097" y="97151"/>
                  <a:pt x="709912" y="98736"/>
                </a:cubicBezTo>
                <a:cubicBezTo>
                  <a:pt x="705728" y="100320"/>
                  <a:pt x="701237" y="101113"/>
                  <a:pt x="696442" y="101113"/>
                </a:cubicBezTo>
                <a:cubicBezTo>
                  <a:pt x="688525" y="101113"/>
                  <a:pt x="682440" y="99177"/>
                  <a:pt x="678187" y="95306"/>
                </a:cubicBezTo>
                <a:cubicBezTo>
                  <a:pt x="673935" y="91436"/>
                  <a:pt x="671808" y="86489"/>
                  <a:pt x="671808" y="80468"/>
                </a:cubicBezTo>
                <a:cubicBezTo>
                  <a:pt x="671808" y="76938"/>
                  <a:pt x="672611" y="73713"/>
                  <a:pt x="674217" y="70794"/>
                </a:cubicBezTo>
                <a:cubicBezTo>
                  <a:pt x="675823" y="67873"/>
                  <a:pt x="677927" y="65530"/>
                  <a:pt x="680529" y="63764"/>
                </a:cubicBezTo>
                <a:cubicBezTo>
                  <a:pt x="683130" y="61998"/>
                  <a:pt x="686059" y="60663"/>
                  <a:pt x="689316" y="59758"/>
                </a:cubicBezTo>
                <a:cubicBezTo>
                  <a:pt x="691714" y="59123"/>
                  <a:pt x="695333" y="58512"/>
                  <a:pt x="700174" y="57924"/>
                </a:cubicBezTo>
                <a:cubicBezTo>
                  <a:pt x="710037" y="56756"/>
                  <a:pt x="717298" y="55363"/>
                  <a:pt x="721958" y="53746"/>
                </a:cubicBezTo>
                <a:cubicBezTo>
                  <a:pt x="722003" y="52079"/>
                  <a:pt x="722025" y="51020"/>
                  <a:pt x="722025" y="50569"/>
                </a:cubicBezTo>
                <a:cubicBezTo>
                  <a:pt x="722025" y="45611"/>
                  <a:pt x="720872" y="42118"/>
                  <a:pt x="718565" y="40091"/>
                </a:cubicBezTo>
                <a:cubicBezTo>
                  <a:pt x="715443" y="37341"/>
                  <a:pt x="710806" y="35966"/>
                  <a:pt x="704653" y="35966"/>
                </a:cubicBezTo>
                <a:cubicBezTo>
                  <a:pt x="698908" y="35966"/>
                  <a:pt x="694666" y="36973"/>
                  <a:pt x="691929" y="38986"/>
                </a:cubicBezTo>
                <a:cubicBezTo>
                  <a:pt x="689192" y="40999"/>
                  <a:pt x="687168" y="44562"/>
                  <a:pt x="685856" y="49674"/>
                </a:cubicBezTo>
                <a:lnTo>
                  <a:pt x="673912" y="48046"/>
                </a:lnTo>
                <a:cubicBezTo>
                  <a:pt x="674998" y="42918"/>
                  <a:pt x="676785" y="38777"/>
                  <a:pt x="679273" y="35623"/>
                </a:cubicBezTo>
                <a:cubicBezTo>
                  <a:pt x="681761" y="32469"/>
                  <a:pt x="685358" y="30041"/>
                  <a:pt x="690063" y="28340"/>
                </a:cubicBezTo>
                <a:cubicBezTo>
                  <a:pt x="694768" y="26638"/>
                  <a:pt x="700219" y="25787"/>
                  <a:pt x="706417" y="25787"/>
                </a:cubicBezTo>
                <a:cubicBezTo>
                  <a:pt x="712570" y="25787"/>
                  <a:pt x="717569" y="26511"/>
                  <a:pt x="721415" y="27959"/>
                </a:cubicBezTo>
                <a:cubicBezTo>
                  <a:pt x="725260" y="29406"/>
                  <a:pt x="728088" y="31227"/>
                  <a:pt x="729897" y="33422"/>
                </a:cubicBezTo>
                <a:cubicBezTo>
                  <a:pt x="731707" y="35616"/>
                  <a:pt x="732974" y="38387"/>
                  <a:pt x="733698" y="41734"/>
                </a:cubicBezTo>
                <a:cubicBezTo>
                  <a:pt x="734105" y="43816"/>
                  <a:pt x="734308" y="47571"/>
                  <a:pt x="734308" y="52999"/>
                </a:cubicBezTo>
                <a:lnTo>
                  <a:pt x="734308" y="69286"/>
                </a:lnTo>
                <a:cubicBezTo>
                  <a:pt x="734308" y="80641"/>
                  <a:pt x="734568" y="87823"/>
                  <a:pt x="735089" y="90832"/>
                </a:cubicBezTo>
                <a:cubicBezTo>
                  <a:pt x="735609" y="93840"/>
                  <a:pt x="736638" y="96724"/>
                  <a:pt x="738176" y="99484"/>
                </a:cubicBezTo>
                <a:lnTo>
                  <a:pt x="725419" y="99484"/>
                </a:lnTo>
                <a:cubicBezTo>
                  <a:pt x="724152" y="96948"/>
                  <a:pt x="723337" y="93982"/>
                  <a:pt x="722976" y="90586"/>
                </a:cubicBezTo>
                <a:moveTo>
                  <a:pt x="721958" y="63246"/>
                </a:moveTo>
                <a:cubicBezTo>
                  <a:pt x="717524" y="65072"/>
                  <a:pt x="710874" y="66622"/>
                  <a:pt x="702006" y="67899"/>
                </a:cubicBezTo>
                <a:cubicBezTo>
                  <a:pt x="696985" y="68626"/>
                  <a:pt x="693433" y="69444"/>
                  <a:pt x="691352" y="70353"/>
                </a:cubicBezTo>
                <a:cubicBezTo>
                  <a:pt x="689271" y="71260"/>
                  <a:pt x="687665" y="72589"/>
                  <a:pt x="686534" y="74340"/>
                </a:cubicBezTo>
                <a:cubicBezTo>
                  <a:pt x="685403" y="76088"/>
                  <a:pt x="684838" y="78030"/>
                  <a:pt x="684838" y="80165"/>
                </a:cubicBezTo>
                <a:cubicBezTo>
                  <a:pt x="684838" y="83435"/>
                  <a:pt x="686070" y="86161"/>
                  <a:pt x="688536" y="88342"/>
                </a:cubicBezTo>
                <a:cubicBezTo>
                  <a:pt x="691002" y="90522"/>
                  <a:pt x="694610" y="91612"/>
                  <a:pt x="699360" y="91612"/>
                </a:cubicBezTo>
                <a:cubicBezTo>
                  <a:pt x="704065" y="91612"/>
                  <a:pt x="708250" y="90578"/>
                  <a:pt x="711914" y="88510"/>
                </a:cubicBezTo>
                <a:cubicBezTo>
                  <a:pt x="715579" y="86441"/>
                  <a:pt x="718270" y="83612"/>
                  <a:pt x="719990" y="80021"/>
                </a:cubicBezTo>
                <a:cubicBezTo>
                  <a:pt x="721302" y="77247"/>
                  <a:pt x="721958" y="73155"/>
                  <a:pt x="721958" y="67746"/>
                </a:cubicBezTo>
                <a:lnTo>
                  <a:pt x="721958" y="63246"/>
                </a:lnTo>
                <a:close/>
                <a:moveTo>
                  <a:pt x="753220" y="99484"/>
                </a:moveTo>
                <a:lnTo>
                  <a:pt x="753220" y="27416"/>
                </a:lnTo>
                <a:lnTo>
                  <a:pt x="764214" y="27416"/>
                </a:lnTo>
                <a:lnTo>
                  <a:pt x="764214" y="37595"/>
                </a:lnTo>
                <a:cubicBezTo>
                  <a:pt x="769507" y="29723"/>
                  <a:pt x="777153" y="25787"/>
                  <a:pt x="787151" y="25787"/>
                </a:cubicBezTo>
                <a:cubicBezTo>
                  <a:pt x="791494" y="25787"/>
                  <a:pt x="795486" y="26568"/>
                  <a:pt x="799128" y="28128"/>
                </a:cubicBezTo>
                <a:cubicBezTo>
                  <a:pt x="802770" y="29689"/>
                  <a:pt x="805496" y="31736"/>
                  <a:pt x="807306" y="34270"/>
                </a:cubicBezTo>
                <a:cubicBezTo>
                  <a:pt x="809115" y="36803"/>
                  <a:pt x="810382" y="39812"/>
                  <a:pt x="811106" y="43295"/>
                </a:cubicBezTo>
                <a:cubicBezTo>
                  <a:pt x="811558" y="45557"/>
                  <a:pt x="811784" y="49516"/>
                  <a:pt x="811784" y="55171"/>
                </a:cubicBezTo>
                <a:lnTo>
                  <a:pt x="811784" y="99484"/>
                </a:lnTo>
                <a:lnTo>
                  <a:pt x="799569" y="99484"/>
                </a:lnTo>
                <a:lnTo>
                  <a:pt x="799569" y="55599"/>
                </a:lnTo>
                <a:cubicBezTo>
                  <a:pt x="799569" y="50617"/>
                  <a:pt x="799094" y="46892"/>
                  <a:pt x="798144" y="44423"/>
                </a:cubicBezTo>
                <a:cubicBezTo>
                  <a:pt x="797194" y="41955"/>
                  <a:pt x="795509" y="39985"/>
                  <a:pt x="793089" y="38513"/>
                </a:cubicBezTo>
                <a:cubicBezTo>
                  <a:pt x="790668" y="37041"/>
                  <a:pt x="787829" y="36306"/>
                  <a:pt x="784572" y="36306"/>
                </a:cubicBezTo>
                <a:cubicBezTo>
                  <a:pt x="779369" y="36306"/>
                  <a:pt x="774879" y="37959"/>
                  <a:pt x="771102" y="41266"/>
                </a:cubicBezTo>
                <a:cubicBezTo>
                  <a:pt x="767324" y="44571"/>
                  <a:pt x="765435" y="50843"/>
                  <a:pt x="765435" y="60082"/>
                </a:cubicBezTo>
                <a:lnTo>
                  <a:pt x="765435" y="99484"/>
                </a:lnTo>
                <a:lnTo>
                  <a:pt x="753220" y="99484"/>
                </a:lnTo>
                <a:close/>
                <a:moveTo>
                  <a:pt x="871055" y="99484"/>
                </a:moveTo>
                <a:lnTo>
                  <a:pt x="871055" y="0"/>
                </a:lnTo>
                <a:lnTo>
                  <a:pt x="942987" y="0"/>
                </a:lnTo>
                <a:lnTo>
                  <a:pt x="942987" y="11740"/>
                </a:lnTo>
                <a:lnTo>
                  <a:pt x="884220" y="11740"/>
                </a:lnTo>
                <a:lnTo>
                  <a:pt x="884220" y="42209"/>
                </a:lnTo>
                <a:lnTo>
                  <a:pt x="939255" y="42209"/>
                </a:lnTo>
                <a:lnTo>
                  <a:pt x="939255" y="53746"/>
                </a:lnTo>
                <a:lnTo>
                  <a:pt x="884220" y="53746"/>
                </a:lnTo>
                <a:lnTo>
                  <a:pt x="884220" y="87744"/>
                </a:lnTo>
                <a:lnTo>
                  <a:pt x="945294" y="87744"/>
                </a:lnTo>
                <a:lnTo>
                  <a:pt x="945294" y="99484"/>
                </a:lnTo>
                <a:lnTo>
                  <a:pt x="871055" y="99484"/>
                </a:lnTo>
                <a:close/>
                <a:moveTo>
                  <a:pt x="961783" y="99484"/>
                </a:moveTo>
                <a:lnTo>
                  <a:pt x="961783" y="27416"/>
                </a:lnTo>
                <a:lnTo>
                  <a:pt x="972709" y="27416"/>
                </a:lnTo>
                <a:lnTo>
                  <a:pt x="972709" y="37459"/>
                </a:lnTo>
                <a:cubicBezTo>
                  <a:pt x="974971" y="33950"/>
                  <a:pt x="977979" y="31128"/>
                  <a:pt x="981734" y="28991"/>
                </a:cubicBezTo>
                <a:cubicBezTo>
                  <a:pt x="985489" y="26855"/>
                  <a:pt x="989765" y="25787"/>
                  <a:pt x="994560" y="25787"/>
                </a:cubicBezTo>
                <a:cubicBezTo>
                  <a:pt x="999899" y="25787"/>
                  <a:pt x="1004276" y="26890"/>
                  <a:pt x="1007691" y="29095"/>
                </a:cubicBezTo>
                <a:cubicBezTo>
                  <a:pt x="1011107" y="31299"/>
                  <a:pt x="1013516" y="34381"/>
                  <a:pt x="1014918" y="38341"/>
                </a:cubicBezTo>
                <a:cubicBezTo>
                  <a:pt x="1020619" y="29972"/>
                  <a:pt x="1028038" y="25787"/>
                  <a:pt x="1037177" y="25787"/>
                </a:cubicBezTo>
                <a:cubicBezTo>
                  <a:pt x="1044325" y="25787"/>
                  <a:pt x="1049822" y="27766"/>
                  <a:pt x="1053667" y="31725"/>
                </a:cubicBezTo>
                <a:cubicBezTo>
                  <a:pt x="1057512" y="35684"/>
                  <a:pt x="1059435" y="41780"/>
                  <a:pt x="1059435" y="50013"/>
                </a:cubicBezTo>
                <a:lnTo>
                  <a:pt x="1059435" y="99484"/>
                </a:lnTo>
                <a:lnTo>
                  <a:pt x="1047288" y="99484"/>
                </a:lnTo>
                <a:lnTo>
                  <a:pt x="1047288" y="54036"/>
                </a:lnTo>
                <a:cubicBezTo>
                  <a:pt x="1047288" y="49145"/>
                  <a:pt x="1046892" y="45624"/>
                  <a:pt x="1046101" y="43473"/>
                </a:cubicBezTo>
                <a:cubicBezTo>
                  <a:pt x="1045309" y="41322"/>
                  <a:pt x="1043872" y="39589"/>
                  <a:pt x="1041791" y="38276"/>
                </a:cubicBezTo>
                <a:cubicBezTo>
                  <a:pt x="1039710" y="36962"/>
                  <a:pt x="1037267" y="36306"/>
                  <a:pt x="1034462" y="36306"/>
                </a:cubicBezTo>
                <a:cubicBezTo>
                  <a:pt x="1029395" y="36306"/>
                  <a:pt x="1025188" y="37993"/>
                  <a:pt x="1021840" y="41368"/>
                </a:cubicBezTo>
                <a:cubicBezTo>
                  <a:pt x="1018492" y="44741"/>
                  <a:pt x="1016819" y="50141"/>
                  <a:pt x="1016819" y="57569"/>
                </a:cubicBezTo>
                <a:lnTo>
                  <a:pt x="1016819" y="99484"/>
                </a:lnTo>
                <a:lnTo>
                  <a:pt x="1004604" y="99484"/>
                </a:lnTo>
                <a:lnTo>
                  <a:pt x="1004604" y="52609"/>
                </a:lnTo>
                <a:cubicBezTo>
                  <a:pt x="1004604" y="47175"/>
                  <a:pt x="1003608" y="43099"/>
                  <a:pt x="1001618" y="40381"/>
                </a:cubicBezTo>
                <a:cubicBezTo>
                  <a:pt x="999627" y="37664"/>
                  <a:pt x="996370" y="36306"/>
                  <a:pt x="991846" y="36306"/>
                </a:cubicBezTo>
                <a:cubicBezTo>
                  <a:pt x="988407" y="36306"/>
                  <a:pt x="985229" y="37212"/>
                  <a:pt x="982311" y="39024"/>
                </a:cubicBezTo>
                <a:cubicBezTo>
                  <a:pt x="979393" y="40835"/>
                  <a:pt x="977278" y="43485"/>
                  <a:pt x="975966" y="46972"/>
                </a:cubicBezTo>
                <a:cubicBezTo>
                  <a:pt x="974654" y="50459"/>
                  <a:pt x="973998" y="55485"/>
                  <a:pt x="973998" y="62052"/>
                </a:cubicBezTo>
                <a:lnTo>
                  <a:pt x="973998" y="99484"/>
                </a:lnTo>
                <a:lnTo>
                  <a:pt x="961783" y="99484"/>
                </a:lnTo>
                <a:close/>
                <a:moveTo>
                  <a:pt x="1077691" y="127171"/>
                </a:moveTo>
                <a:lnTo>
                  <a:pt x="1077691" y="27416"/>
                </a:lnTo>
                <a:lnTo>
                  <a:pt x="1088820" y="27416"/>
                </a:lnTo>
                <a:lnTo>
                  <a:pt x="1088820" y="36713"/>
                </a:lnTo>
                <a:cubicBezTo>
                  <a:pt x="1091444" y="33071"/>
                  <a:pt x="1094408" y="30339"/>
                  <a:pt x="1097710" y="28519"/>
                </a:cubicBezTo>
                <a:cubicBezTo>
                  <a:pt x="1101013" y="26698"/>
                  <a:pt x="1105017" y="25787"/>
                  <a:pt x="1109722" y="25787"/>
                </a:cubicBezTo>
                <a:cubicBezTo>
                  <a:pt x="1115874" y="25787"/>
                  <a:pt x="1121303" y="27371"/>
                  <a:pt x="1126008" y="30537"/>
                </a:cubicBezTo>
                <a:cubicBezTo>
                  <a:pt x="1130713" y="33704"/>
                  <a:pt x="1134265" y="38172"/>
                  <a:pt x="1136662" y="43940"/>
                </a:cubicBezTo>
                <a:cubicBezTo>
                  <a:pt x="1139060" y="49708"/>
                  <a:pt x="1140259" y="56031"/>
                  <a:pt x="1140259" y="62907"/>
                </a:cubicBezTo>
                <a:cubicBezTo>
                  <a:pt x="1140259" y="70281"/>
                  <a:pt x="1138936" y="76920"/>
                  <a:pt x="1136289" y="82824"/>
                </a:cubicBezTo>
                <a:cubicBezTo>
                  <a:pt x="1133643" y="88728"/>
                  <a:pt x="1129797" y="93252"/>
                  <a:pt x="1124753" y="96396"/>
                </a:cubicBezTo>
                <a:cubicBezTo>
                  <a:pt x="1119708" y="99541"/>
                  <a:pt x="1114404" y="101113"/>
                  <a:pt x="1108839" y="101113"/>
                </a:cubicBezTo>
                <a:cubicBezTo>
                  <a:pt x="1104768" y="101113"/>
                  <a:pt x="1101115" y="100242"/>
                  <a:pt x="1097880" y="98500"/>
                </a:cubicBezTo>
                <a:cubicBezTo>
                  <a:pt x="1094645" y="96757"/>
                  <a:pt x="1091987" y="94556"/>
                  <a:pt x="1089906" y="91896"/>
                </a:cubicBezTo>
                <a:lnTo>
                  <a:pt x="1089906" y="127171"/>
                </a:lnTo>
                <a:lnTo>
                  <a:pt x="1077691" y="127171"/>
                </a:lnTo>
                <a:moveTo>
                  <a:pt x="1088753" y="63755"/>
                </a:moveTo>
                <a:cubicBezTo>
                  <a:pt x="1088753" y="73018"/>
                  <a:pt x="1090630" y="79864"/>
                  <a:pt x="1094385" y="84292"/>
                </a:cubicBezTo>
                <a:cubicBezTo>
                  <a:pt x="1098140" y="88720"/>
                  <a:pt x="1102687" y="90934"/>
                  <a:pt x="1108025" y="90934"/>
                </a:cubicBezTo>
                <a:cubicBezTo>
                  <a:pt x="1113454" y="90934"/>
                  <a:pt x="1118102" y="88641"/>
                  <a:pt x="1121970" y="84054"/>
                </a:cubicBezTo>
                <a:cubicBezTo>
                  <a:pt x="1125839" y="79468"/>
                  <a:pt x="1127773" y="72362"/>
                  <a:pt x="1127773" y="62737"/>
                </a:cubicBezTo>
                <a:cubicBezTo>
                  <a:pt x="1127773" y="53565"/>
                  <a:pt x="1125884" y="46697"/>
                  <a:pt x="1122106" y="42133"/>
                </a:cubicBezTo>
                <a:cubicBezTo>
                  <a:pt x="1118329" y="37570"/>
                  <a:pt x="1113816" y="35288"/>
                  <a:pt x="1108568" y="35288"/>
                </a:cubicBezTo>
                <a:cubicBezTo>
                  <a:pt x="1103365" y="35288"/>
                  <a:pt x="1098762" y="37717"/>
                  <a:pt x="1094758" y="42574"/>
                </a:cubicBezTo>
                <a:cubicBezTo>
                  <a:pt x="1090754" y="47432"/>
                  <a:pt x="1088753" y="54492"/>
                  <a:pt x="1088753" y="63755"/>
                </a:cubicBezTo>
                <a:close/>
                <a:moveTo>
                  <a:pt x="1154894" y="14115"/>
                </a:moveTo>
                <a:lnTo>
                  <a:pt x="1154894" y="0"/>
                </a:lnTo>
                <a:lnTo>
                  <a:pt x="1167109" y="0"/>
                </a:lnTo>
                <a:lnTo>
                  <a:pt x="1167109" y="14115"/>
                </a:lnTo>
                <a:lnTo>
                  <a:pt x="1154894" y="14115"/>
                </a:lnTo>
                <a:moveTo>
                  <a:pt x="1154894" y="99484"/>
                </a:moveTo>
                <a:lnTo>
                  <a:pt x="1154894" y="27416"/>
                </a:lnTo>
                <a:lnTo>
                  <a:pt x="1167109" y="27416"/>
                </a:lnTo>
                <a:lnTo>
                  <a:pt x="1167109" y="99484"/>
                </a:lnTo>
                <a:lnTo>
                  <a:pt x="1154894" y="99484"/>
                </a:lnTo>
                <a:close/>
                <a:moveTo>
                  <a:pt x="1185728" y="99484"/>
                </a:moveTo>
                <a:lnTo>
                  <a:pt x="1185728" y="27416"/>
                </a:lnTo>
                <a:lnTo>
                  <a:pt x="1196722" y="27416"/>
                </a:lnTo>
                <a:lnTo>
                  <a:pt x="1196722" y="38274"/>
                </a:lnTo>
                <a:cubicBezTo>
                  <a:pt x="1199527" y="33190"/>
                  <a:pt x="1202117" y="29838"/>
                  <a:pt x="1204492" y="28217"/>
                </a:cubicBezTo>
                <a:cubicBezTo>
                  <a:pt x="1206867" y="26597"/>
                  <a:pt x="1209480" y="25787"/>
                  <a:pt x="1212330" y="25787"/>
                </a:cubicBezTo>
                <a:cubicBezTo>
                  <a:pt x="1216447" y="25787"/>
                  <a:pt x="1220632" y="27093"/>
                  <a:pt x="1224884" y="29706"/>
                </a:cubicBezTo>
                <a:lnTo>
                  <a:pt x="1220677" y="40988"/>
                </a:lnTo>
                <a:cubicBezTo>
                  <a:pt x="1217691" y="39224"/>
                  <a:pt x="1214705" y="38341"/>
                  <a:pt x="1211719" y="38341"/>
                </a:cubicBezTo>
                <a:cubicBezTo>
                  <a:pt x="1209050" y="38341"/>
                  <a:pt x="1206652" y="39146"/>
                  <a:pt x="1204526" y="40755"/>
                </a:cubicBezTo>
                <a:cubicBezTo>
                  <a:pt x="1202400" y="42362"/>
                  <a:pt x="1200884" y="44592"/>
                  <a:pt x="1199979" y="47445"/>
                </a:cubicBezTo>
                <a:cubicBezTo>
                  <a:pt x="1198622" y="51793"/>
                  <a:pt x="1197943" y="56548"/>
                  <a:pt x="1197943" y="61711"/>
                </a:cubicBezTo>
                <a:lnTo>
                  <a:pt x="1197943" y="99484"/>
                </a:lnTo>
                <a:lnTo>
                  <a:pt x="1185728" y="99484"/>
                </a:lnTo>
                <a:close/>
                <a:moveTo>
                  <a:pt x="1281293" y="76276"/>
                </a:moveTo>
                <a:lnTo>
                  <a:pt x="1293916" y="77836"/>
                </a:lnTo>
                <a:cubicBezTo>
                  <a:pt x="1291925" y="85211"/>
                  <a:pt x="1288238" y="90934"/>
                  <a:pt x="1282854" y="95005"/>
                </a:cubicBezTo>
                <a:cubicBezTo>
                  <a:pt x="1277471" y="99077"/>
                  <a:pt x="1270594" y="101113"/>
                  <a:pt x="1262224" y="101113"/>
                </a:cubicBezTo>
                <a:cubicBezTo>
                  <a:pt x="1251683" y="101113"/>
                  <a:pt x="1243325" y="97867"/>
                  <a:pt x="1237150" y="91375"/>
                </a:cubicBezTo>
                <a:cubicBezTo>
                  <a:pt x="1230975" y="84883"/>
                  <a:pt x="1227887" y="75778"/>
                  <a:pt x="1227887" y="64061"/>
                </a:cubicBezTo>
                <a:cubicBezTo>
                  <a:pt x="1227887" y="51936"/>
                  <a:pt x="1231008" y="42526"/>
                  <a:pt x="1237252" y="35831"/>
                </a:cubicBezTo>
                <a:cubicBezTo>
                  <a:pt x="1243495" y="29135"/>
                  <a:pt x="1251593" y="25787"/>
                  <a:pt x="1261546" y="25787"/>
                </a:cubicBezTo>
                <a:cubicBezTo>
                  <a:pt x="1271182" y="25787"/>
                  <a:pt x="1279054" y="29062"/>
                  <a:pt x="1285161" y="35612"/>
                </a:cubicBezTo>
                <a:cubicBezTo>
                  <a:pt x="1291269" y="42161"/>
                  <a:pt x="1294323" y="51374"/>
                  <a:pt x="1294323" y="63253"/>
                </a:cubicBezTo>
                <a:cubicBezTo>
                  <a:pt x="1294323" y="63975"/>
                  <a:pt x="1294300" y="65059"/>
                  <a:pt x="1294255" y="66504"/>
                </a:cubicBezTo>
                <a:lnTo>
                  <a:pt x="1240509" y="66504"/>
                </a:lnTo>
                <a:cubicBezTo>
                  <a:pt x="1240961" y="74398"/>
                  <a:pt x="1243201" y="80443"/>
                  <a:pt x="1247227" y="84640"/>
                </a:cubicBezTo>
                <a:cubicBezTo>
                  <a:pt x="1251254" y="88836"/>
                  <a:pt x="1256275" y="90934"/>
                  <a:pt x="1262292" y="90934"/>
                </a:cubicBezTo>
                <a:cubicBezTo>
                  <a:pt x="1266771" y="90934"/>
                  <a:pt x="1270594" y="89769"/>
                  <a:pt x="1273761" y="87439"/>
                </a:cubicBezTo>
                <a:cubicBezTo>
                  <a:pt x="1276928" y="85107"/>
                  <a:pt x="1279439" y="81386"/>
                  <a:pt x="1281293" y="76276"/>
                </a:cubicBezTo>
                <a:moveTo>
                  <a:pt x="1241188" y="56325"/>
                </a:moveTo>
                <a:lnTo>
                  <a:pt x="1281429" y="56325"/>
                </a:lnTo>
                <a:cubicBezTo>
                  <a:pt x="1280886" y="50361"/>
                  <a:pt x="1279348" y="45889"/>
                  <a:pt x="1276815" y="42907"/>
                </a:cubicBezTo>
                <a:cubicBezTo>
                  <a:pt x="1272924" y="38280"/>
                  <a:pt x="1267880" y="35966"/>
                  <a:pt x="1261682" y="35966"/>
                </a:cubicBezTo>
                <a:cubicBezTo>
                  <a:pt x="1256072" y="35966"/>
                  <a:pt x="1251355" y="37813"/>
                  <a:pt x="1247533" y="41508"/>
                </a:cubicBezTo>
                <a:cubicBezTo>
                  <a:pt x="1243710" y="45200"/>
                  <a:pt x="1241595" y="50139"/>
                  <a:pt x="1241188" y="56325"/>
                </a:cubicBezTo>
                <a:close/>
                <a:moveTo>
                  <a:pt x="1312421" y="99484"/>
                </a:moveTo>
                <a:lnTo>
                  <a:pt x="1312421" y="85505"/>
                </a:lnTo>
                <a:lnTo>
                  <a:pt x="1326333" y="85505"/>
                </a:lnTo>
                <a:lnTo>
                  <a:pt x="1326333" y="99444"/>
                </a:lnTo>
                <a:cubicBezTo>
                  <a:pt x="1326333" y="104567"/>
                  <a:pt x="1325428" y="108704"/>
                  <a:pt x="1323618" y="111854"/>
                </a:cubicBezTo>
                <a:cubicBezTo>
                  <a:pt x="1321809" y="115005"/>
                  <a:pt x="1318936" y="117442"/>
                  <a:pt x="1315000" y="119164"/>
                </a:cubicBezTo>
                <a:lnTo>
                  <a:pt x="1311607" y="113871"/>
                </a:lnTo>
                <a:cubicBezTo>
                  <a:pt x="1314186" y="112745"/>
                  <a:pt x="1316086" y="111090"/>
                  <a:pt x="1317307" y="108906"/>
                </a:cubicBezTo>
                <a:cubicBezTo>
                  <a:pt x="1318529" y="106722"/>
                  <a:pt x="1319207" y="103581"/>
                  <a:pt x="1319343" y="99484"/>
                </a:cubicBezTo>
                <a:lnTo>
                  <a:pt x="1312421" y="99484"/>
                </a:lnTo>
                <a:close/>
                <a:moveTo>
                  <a:pt x="1420410" y="27416"/>
                </a:moveTo>
                <a:lnTo>
                  <a:pt x="1420410" y="42617"/>
                </a:lnTo>
                <a:lnTo>
                  <a:pt x="1407380" y="42617"/>
                </a:lnTo>
                <a:lnTo>
                  <a:pt x="1407380" y="71614"/>
                </a:lnTo>
                <a:cubicBezTo>
                  <a:pt x="1407380" y="77487"/>
                  <a:pt x="1407505" y="80909"/>
                  <a:pt x="1407754" y="81881"/>
                </a:cubicBezTo>
                <a:cubicBezTo>
                  <a:pt x="1408002" y="82850"/>
                  <a:pt x="1408568" y="83652"/>
                  <a:pt x="1409450" y="84285"/>
                </a:cubicBezTo>
                <a:cubicBezTo>
                  <a:pt x="1410332" y="84917"/>
                  <a:pt x="1411407" y="85233"/>
                  <a:pt x="1412673" y="85233"/>
                </a:cubicBezTo>
                <a:cubicBezTo>
                  <a:pt x="1414438" y="85233"/>
                  <a:pt x="1416994" y="84623"/>
                  <a:pt x="1420342" y="83401"/>
                </a:cubicBezTo>
                <a:lnTo>
                  <a:pt x="1421970" y="98250"/>
                </a:lnTo>
                <a:cubicBezTo>
                  <a:pt x="1417537" y="100158"/>
                  <a:pt x="1412515" y="101113"/>
                  <a:pt x="1406905" y="101113"/>
                </a:cubicBezTo>
                <a:cubicBezTo>
                  <a:pt x="1403467" y="101113"/>
                  <a:pt x="1400368" y="100536"/>
                  <a:pt x="1397608" y="99382"/>
                </a:cubicBezTo>
                <a:cubicBezTo>
                  <a:pt x="1394849" y="98229"/>
                  <a:pt x="1392824" y="96736"/>
                  <a:pt x="1391535" y="94903"/>
                </a:cubicBezTo>
                <a:cubicBezTo>
                  <a:pt x="1390245" y="93071"/>
                  <a:pt x="1389352" y="90594"/>
                  <a:pt x="1388854" y="87473"/>
                </a:cubicBezTo>
                <a:cubicBezTo>
                  <a:pt x="1388447" y="85256"/>
                  <a:pt x="1388244" y="80777"/>
                  <a:pt x="1388244" y="74036"/>
                </a:cubicBezTo>
                <a:lnTo>
                  <a:pt x="1388244" y="42617"/>
                </a:lnTo>
                <a:lnTo>
                  <a:pt x="1379489" y="42617"/>
                </a:lnTo>
                <a:lnTo>
                  <a:pt x="1379489" y="27416"/>
                </a:lnTo>
                <a:lnTo>
                  <a:pt x="1388244" y="27416"/>
                </a:lnTo>
                <a:lnTo>
                  <a:pt x="1388244" y="13029"/>
                </a:lnTo>
                <a:lnTo>
                  <a:pt x="1407380" y="1764"/>
                </a:lnTo>
                <a:lnTo>
                  <a:pt x="1407380" y="27416"/>
                </a:lnTo>
                <a:lnTo>
                  <a:pt x="1420410" y="27416"/>
                </a:lnTo>
                <a:close/>
                <a:moveTo>
                  <a:pt x="1452642" y="0"/>
                </a:moveTo>
                <a:lnTo>
                  <a:pt x="1452642" y="36628"/>
                </a:lnTo>
                <a:cubicBezTo>
                  <a:pt x="1458795" y="29401"/>
                  <a:pt x="1466146" y="25787"/>
                  <a:pt x="1474697" y="25787"/>
                </a:cubicBezTo>
                <a:cubicBezTo>
                  <a:pt x="1479085" y="25787"/>
                  <a:pt x="1483044" y="26601"/>
                  <a:pt x="1486573" y="28230"/>
                </a:cubicBezTo>
                <a:cubicBezTo>
                  <a:pt x="1490101" y="29859"/>
                  <a:pt x="1492759" y="31940"/>
                  <a:pt x="1494546" y="34473"/>
                </a:cubicBezTo>
                <a:cubicBezTo>
                  <a:pt x="1496333" y="37007"/>
                  <a:pt x="1497555" y="39812"/>
                  <a:pt x="1498211" y="42888"/>
                </a:cubicBezTo>
                <a:cubicBezTo>
                  <a:pt x="1498867" y="45964"/>
                  <a:pt x="1499195" y="50737"/>
                  <a:pt x="1499195" y="57207"/>
                </a:cubicBezTo>
                <a:lnTo>
                  <a:pt x="1499195" y="99484"/>
                </a:lnTo>
                <a:lnTo>
                  <a:pt x="1480126" y="99484"/>
                </a:lnTo>
                <a:lnTo>
                  <a:pt x="1480126" y="61459"/>
                </a:lnTo>
                <a:cubicBezTo>
                  <a:pt x="1480126" y="53912"/>
                  <a:pt x="1479764" y="49122"/>
                  <a:pt x="1479040" y="47089"/>
                </a:cubicBezTo>
                <a:cubicBezTo>
                  <a:pt x="1478316" y="45055"/>
                  <a:pt x="1477038" y="43439"/>
                  <a:pt x="1475206" y="42241"/>
                </a:cubicBezTo>
                <a:cubicBezTo>
                  <a:pt x="1473374" y="41044"/>
                  <a:pt x="1471078" y="40445"/>
                  <a:pt x="1468318" y="40445"/>
                </a:cubicBezTo>
                <a:cubicBezTo>
                  <a:pt x="1465151" y="40445"/>
                  <a:pt x="1462324" y="41213"/>
                  <a:pt x="1459835" y="42750"/>
                </a:cubicBezTo>
                <a:cubicBezTo>
                  <a:pt x="1457347" y="44287"/>
                  <a:pt x="1455526" y="46603"/>
                  <a:pt x="1454373" y="49698"/>
                </a:cubicBezTo>
                <a:cubicBezTo>
                  <a:pt x="1453219" y="52792"/>
                  <a:pt x="1452642" y="57368"/>
                  <a:pt x="1452642" y="63425"/>
                </a:cubicBezTo>
                <a:lnTo>
                  <a:pt x="1452642" y="99484"/>
                </a:lnTo>
                <a:lnTo>
                  <a:pt x="1433573" y="99484"/>
                </a:lnTo>
                <a:lnTo>
                  <a:pt x="1433573" y="0"/>
                </a:lnTo>
                <a:lnTo>
                  <a:pt x="1452642" y="0"/>
                </a:lnTo>
                <a:close/>
                <a:moveTo>
                  <a:pt x="1560153" y="76547"/>
                </a:moveTo>
                <a:lnTo>
                  <a:pt x="1579154" y="79804"/>
                </a:lnTo>
                <a:cubicBezTo>
                  <a:pt x="1576711" y="86749"/>
                  <a:pt x="1572855" y="92036"/>
                  <a:pt x="1567584" y="95667"/>
                </a:cubicBezTo>
                <a:cubicBezTo>
                  <a:pt x="1562314" y="99297"/>
                  <a:pt x="1555720" y="101113"/>
                  <a:pt x="1547803" y="101113"/>
                </a:cubicBezTo>
                <a:cubicBezTo>
                  <a:pt x="1535271" y="101113"/>
                  <a:pt x="1525997" y="97018"/>
                  <a:pt x="1519980" y="88830"/>
                </a:cubicBezTo>
                <a:cubicBezTo>
                  <a:pt x="1515229" y="82270"/>
                  <a:pt x="1512854" y="73991"/>
                  <a:pt x="1512854" y="63993"/>
                </a:cubicBezTo>
                <a:cubicBezTo>
                  <a:pt x="1512854" y="52049"/>
                  <a:pt x="1515976" y="42696"/>
                  <a:pt x="1522219" y="35932"/>
                </a:cubicBezTo>
                <a:cubicBezTo>
                  <a:pt x="1528462" y="29169"/>
                  <a:pt x="1536357" y="25787"/>
                  <a:pt x="1545903" y="25787"/>
                </a:cubicBezTo>
                <a:cubicBezTo>
                  <a:pt x="1556625" y="25787"/>
                  <a:pt x="1565085" y="29327"/>
                  <a:pt x="1571283" y="36407"/>
                </a:cubicBezTo>
                <a:cubicBezTo>
                  <a:pt x="1577480" y="43488"/>
                  <a:pt x="1580444" y="54334"/>
                  <a:pt x="1580172" y="68947"/>
                </a:cubicBezTo>
                <a:lnTo>
                  <a:pt x="1532398" y="68947"/>
                </a:lnTo>
                <a:cubicBezTo>
                  <a:pt x="1532534" y="74602"/>
                  <a:pt x="1534072" y="79001"/>
                  <a:pt x="1537013" y="82146"/>
                </a:cubicBezTo>
                <a:cubicBezTo>
                  <a:pt x="1539953" y="85290"/>
                  <a:pt x="1543618" y="86862"/>
                  <a:pt x="1548006" y="86862"/>
                </a:cubicBezTo>
                <a:cubicBezTo>
                  <a:pt x="1550992" y="86862"/>
                  <a:pt x="1553503" y="86048"/>
                  <a:pt x="1555539" y="84419"/>
                </a:cubicBezTo>
                <a:cubicBezTo>
                  <a:pt x="1557575" y="82790"/>
                  <a:pt x="1559113" y="80166"/>
                  <a:pt x="1560153" y="76547"/>
                </a:cubicBezTo>
                <a:moveTo>
                  <a:pt x="1561239" y="57275"/>
                </a:moveTo>
                <a:cubicBezTo>
                  <a:pt x="1561103" y="51778"/>
                  <a:pt x="1559678" y="47599"/>
                  <a:pt x="1556964" y="44737"/>
                </a:cubicBezTo>
                <a:cubicBezTo>
                  <a:pt x="1554249" y="41876"/>
                  <a:pt x="1550947" y="40445"/>
                  <a:pt x="1547056" y="40445"/>
                </a:cubicBezTo>
                <a:cubicBezTo>
                  <a:pt x="1542894" y="40445"/>
                  <a:pt x="1539456" y="41954"/>
                  <a:pt x="1536741" y="44973"/>
                </a:cubicBezTo>
                <a:cubicBezTo>
                  <a:pt x="1534027" y="47993"/>
                  <a:pt x="1532692" y="52093"/>
                  <a:pt x="1532737" y="57275"/>
                </a:cubicBezTo>
                <a:lnTo>
                  <a:pt x="1561239" y="57275"/>
                </a:lnTo>
                <a:close/>
                <a:moveTo>
                  <a:pt x="1652768" y="99484"/>
                </a:moveTo>
                <a:lnTo>
                  <a:pt x="1633699" y="99484"/>
                </a:lnTo>
                <a:lnTo>
                  <a:pt x="1633699" y="27416"/>
                </a:lnTo>
                <a:lnTo>
                  <a:pt x="1651410" y="27416"/>
                </a:lnTo>
                <a:lnTo>
                  <a:pt x="1651410" y="37663"/>
                </a:lnTo>
                <a:cubicBezTo>
                  <a:pt x="1654442" y="32822"/>
                  <a:pt x="1657167" y="29633"/>
                  <a:pt x="1659588" y="28094"/>
                </a:cubicBezTo>
                <a:cubicBezTo>
                  <a:pt x="1662008" y="26556"/>
                  <a:pt x="1664756" y="25787"/>
                  <a:pt x="1667833" y="25787"/>
                </a:cubicBezTo>
                <a:cubicBezTo>
                  <a:pt x="1672176" y="25787"/>
                  <a:pt x="1676361" y="26986"/>
                  <a:pt x="1680387" y="29384"/>
                </a:cubicBezTo>
                <a:lnTo>
                  <a:pt x="1674483" y="46010"/>
                </a:lnTo>
                <a:cubicBezTo>
                  <a:pt x="1671271" y="43929"/>
                  <a:pt x="1668285" y="42888"/>
                  <a:pt x="1665526" y="42888"/>
                </a:cubicBezTo>
                <a:cubicBezTo>
                  <a:pt x="1662856" y="42888"/>
                  <a:pt x="1660594" y="43623"/>
                  <a:pt x="1658739" y="45094"/>
                </a:cubicBezTo>
                <a:cubicBezTo>
                  <a:pt x="1656885" y="46564"/>
                  <a:pt x="1655426" y="49222"/>
                  <a:pt x="1654362" y="53067"/>
                </a:cubicBezTo>
                <a:cubicBezTo>
                  <a:pt x="1653299" y="56913"/>
                  <a:pt x="1652768" y="64966"/>
                  <a:pt x="1652768" y="77226"/>
                </a:cubicBezTo>
                <a:lnTo>
                  <a:pt x="1652768" y="99484"/>
                </a:lnTo>
                <a:close/>
                <a:moveTo>
                  <a:pt x="1688574" y="17644"/>
                </a:moveTo>
                <a:lnTo>
                  <a:pt x="1688574" y="0"/>
                </a:lnTo>
                <a:lnTo>
                  <a:pt x="1707643" y="0"/>
                </a:lnTo>
                <a:lnTo>
                  <a:pt x="1707643" y="17644"/>
                </a:lnTo>
                <a:lnTo>
                  <a:pt x="1688574" y="17644"/>
                </a:lnTo>
                <a:moveTo>
                  <a:pt x="1688574" y="99484"/>
                </a:moveTo>
                <a:lnTo>
                  <a:pt x="1688574" y="27416"/>
                </a:lnTo>
                <a:lnTo>
                  <a:pt x="1707643" y="27416"/>
                </a:lnTo>
                <a:lnTo>
                  <a:pt x="1707643" y="99484"/>
                </a:lnTo>
                <a:lnTo>
                  <a:pt x="1688574" y="99484"/>
                </a:lnTo>
                <a:close/>
                <a:moveTo>
                  <a:pt x="1725308" y="104099"/>
                </a:moveTo>
                <a:lnTo>
                  <a:pt x="1747091" y="106813"/>
                </a:lnTo>
                <a:cubicBezTo>
                  <a:pt x="1747453" y="109371"/>
                  <a:pt x="1748290" y="111129"/>
                  <a:pt x="1749602" y="112087"/>
                </a:cubicBezTo>
                <a:cubicBezTo>
                  <a:pt x="1751412" y="113457"/>
                  <a:pt x="1754262" y="114142"/>
                  <a:pt x="1758152" y="114142"/>
                </a:cubicBezTo>
                <a:cubicBezTo>
                  <a:pt x="1763129" y="114142"/>
                  <a:pt x="1766861" y="113390"/>
                  <a:pt x="1769349" y="111886"/>
                </a:cubicBezTo>
                <a:cubicBezTo>
                  <a:pt x="1771023" y="110883"/>
                  <a:pt x="1772290" y="109266"/>
                  <a:pt x="1773150" y="107034"/>
                </a:cubicBezTo>
                <a:cubicBezTo>
                  <a:pt x="1773738" y="105439"/>
                  <a:pt x="1774032" y="102500"/>
                  <a:pt x="1774032" y="98218"/>
                </a:cubicBezTo>
                <a:lnTo>
                  <a:pt x="1774032" y="87623"/>
                </a:lnTo>
                <a:cubicBezTo>
                  <a:pt x="1768332" y="95531"/>
                  <a:pt x="1761138" y="99484"/>
                  <a:pt x="1752452" y="99484"/>
                </a:cubicBezTo>
                <a:cubicBezTo>
                  <a:pt x="1742771" y="99484"/>
                  <a:pt x="1735102" y="95390"/>
                  <a:pt x="1729447" y="87201"/>
                </a:cubicBezTo>
                <a:cubicBezTo>
                  <a:pt x="1725014" y="80732"/>
                  <a:pt x="1722797" y="72679"/>
                  <a:pt x="1722797" y="63043"/>
                </a:cubicBezTo>
                <a:cubicBezTo>
                  <a:pt x="1722797" y="50964"/>
                  <a:pt x="1725704" y="41734"/>
                  <a:pt x="1731517" y="35356"/>
                </a:cubicBezTo>
                <a:cubicBezTo>
                  <a:pt x="1737330" y="28977"/>
                  <a:pt x="1744558" y="25787"/>
                  <a:pt x="1753199" y="25787"/>
                </a:cubicBezTo>
                <a:cubicBezTo>
                  <a:pt x="1762111" y="25787"/>
                  <a:pt x="1769463" y="29719"/>
                  <a:pt x="1775253" y="37582"/>
                </a:cubicBezTo>
                <a:lnTo>
                  <a:pt x="1775253" y="27416"/>
                </a:lnTo>
                <a:lnTo>
                  <a:pt x="1793101" y="27416"/>
                </a:lnTo>
                <a:lnTo>
                  <a:pt x="1793101" y="92130"/>
                </a:lnTo>
                <a:cubicBezTo>
                  <a:pt x="1793101" y="100641"/>
                  <a:pt x="1792400" y="107001"/>
                  <a:pt x="1790997" y="111211"/>
                </a:cubicBezTo>
                <a:cubicBezTo>
                  <a:pt x="1789595" y="115422"/>
                  <a:pt x="1787627" y="118726"/>
                  <a:pt x="1785093" y="121125"/>
                </a:cubicBezTo>
                <a:cubicBezTo>
                  <a:pt x="1782560" y="123526"/>
                  <a:pt x="1779178" y="125405"/>
                  <a:pt x="1774948" y="126762"/>
                </a:cubicBezTo>
                <a:cubicBezTo>
                  <a:pt x="1770718" y="128121"/>
                  <a:pt x="1765368" y="128800"/>
                  <a:pt x="1758899" y="128800"/>
                </a:cubicBezTo>
                <a:cubicBezTo>
                  <a:pt x="1746684" y="128800"/>
                  <a:pt x="1738020" y="126690"/>
                  <a:pt x="1732908" y="122470"/>
                </a:cubicBezTo>
                <a:cubicBezTo>
                  <a:pt x="1727796" y="118251"/>
                  <a:pt x="1725240" y="112903"/>
                  <a:pt x="1725240" y="106425"/>
                </a:cubicBezTo>
                <a:cubicBezTo>
                  <a:pt x="1725240" y="105786"/>
                  <a:pt x="1725262" y="105011"/>
                  <a:pt x="1725308" y="104099"/>
                </a:cubicBezTo>
                <a:moveTo>
                  <a:pt x="1742341" y="61957"/>
                </a:moveTo>
                <a:cubicBezTo>
                  <a:pt x="1742341" y="69580"/>
                  <a:pt x="1743822" y="75162"/>
                  <a:pt x="1746786" y="78702"/>
                </a:cubicBezTo>
                <a:cubicBezTo>
                  <a:pt x="1749749" y="82242"/>
                  <a:pt x="1753402" y="84012"/>
                  <a:pt x="1757745" y="84012"/>
                </a:cubicBezTo>
                <a:cubicBezTo>
                  <a:pt x="1762405" y="84012"/>
                  <a:pt x="1766341" y="82197"/>
                  <a:pt x="1769553" y="78566"/>
                </a:cubicBezTo>
                <a:cubicBezTo>
                  <a:pt x="1772765" y="74935"/>
                  <a:pt x="1774371" y="69557"/>
                  <a:pt x="1774371" y="62432"/>
                </a:cubicBezTo>
                <a:cubicBezTo>
                  <a:pt x="1774371" y="54990"/>
                  <a:pt x="1772833" y="49465"/>
                  <a:pt x="1769757" y="45857"/>
                </a:cubicBezTo>
                <a:cubicBezTo>
                  <a:pt x="1766680" y="42249"/>
                  <a:pt x="1762790" y="40445"/>
                  <a:pt x="1758085" y="40445"/>
                </a:cubicBezTo>
                <a:cubicBezTo>
                  <a:pt x="1753515" y="40445"/>
                  <a:pt x="1749749" y="42215"/>
                  <a:pt x="1746786" y="45755"/>
                </a:cubicBezTo>
                <a:cubicBezTo>
                  <a:pt x="1743822" y="49295"/>
                  <a:pt x="1742341" y="54696"/>
                  <a:pt x="1742341" y="61957"/>
                </a:cubicBezTo>
                <a:close/>
                <a:moveTo>
                  <a:pt x="1830850" y="0"/>
                </a:moveTo>
                <a:lnTo>
                  <a:pt x="1830850" y="36628"/>
                </a:lnTo>
                <a:cubicBezTo>
                  <a:pt x="1837003" y="29401"/>
                  <a:pt x="1844355" y="25787"/>
                  <a:pt x="1852905" y="25787"/>
                </a:cubicBezTo>
                <a:cubicBezTo>
                  <a:pt x="1857293" y="25787"/>
                  <a:pt x="1861252" y="26601"/>
                  <a:pt x="1864781" y="28230"/>
                </a:cubicBezTo>
                <a:cubicBezTo>
                  <a:pt x="1868310" y="29859"/>
                  <a:pt x="1870967" y="31940"/>
                  <a:pt x="1872754" y="34473"/>
                </a:cubicBezTo>
                <a:cubicBezTo>
                  <a:pt x="1874541" y="37007"/>
                  <a:pt x="1875763" y="39812"/>
                  <a:pt x="1876419" y="42888"/>
                </a:cubicBezTo>
                <a:cubicBezTo>
                  <a:pt x="1877075" y="45964"/>
                  <a:pt x="1877403" y="50737"/>
                  <a:pt x="1877403" y="57207"/>
                </a:cubicBezTo>
                <a:lnTo>
                  <a:pt x="1877403" y="99484"/>
                </a:lnTo>
                <a:lnTo>
                  <a:pt x="1858334" y="99484"/>
                </a:lnTo>
                <a:lnTo>
                  <a:pt x="1858334" y="61459"/>
                </a:lnTo>
                <a:cubicBezTo>
                  <a:pt x="1858334" y="53912"/>
                  <a:pt x="1857972" y="49122"/>
                  <a:pt x="1857248" y="47089"/>
                </a:cubicBezTo>
                <a:cubicBezTo>
                  <a:pt x="1856524" y="45055"/>
                  <a:pt x="1855246" y="43439"/>
                  <a:pt x="1853414" y="42241"/>
                </a:cubicBezTo>
                <a:cubicBezTo>
                  <a:pt x="1851582" y="41044"/>
                  <a:pt x="1849286" y="40445"/>
                  <a:pt x="1846526" y="40445"/>
                </a:cubicBezTo>
                <a:cubicBezTo>
                  <a:pt x="1843359" y="40445"/>
                  <a:pt x="1840532" y="41213"/>
                  <a:pt x="1838044" y="42750"/>
                </a:cubicBezTo>
                <a:cubicBezTo>
                  <a:pt x="1835555" y="44287"/>
                  <a:pt x="1833734" y="46603"/>
                  <a:pt x="1832581" y="49698"/>
                </a:cubicBezTo>
                <a:cubicBezTo>
                  <a:pt x="1831427" y="52792"/>
                  <a:pt x="1830850" y="57368"/>
                  <a:pt x="1830850" y="63425"/>
                </a:cubicBezTo>
                <a:lnTo>
                  <a:pt x="1830850" y="99484"/>
                </a:lnTo>
                <a:lnTo>
                  <a:pt x="1811781" y="99484"/>
                </a:lnTo>
                <a:lnTo>
                  <a:pt x="1811781" y="0"/>
                </a:lnTo>
                <a:lnTo>
                  <a:pt x="1830850" y="0"/>
                </a:lnTo>
                <a:close/>
                <a:moveTo>
                  <a:pt x="1929999" y="27416"/>
                </a:moveTo>
                <a:lnTo>
                  <a:pt x="1929999" y="42617"/>
                </a:lnTo>
                <a:lnTo>
                  <a:pt x="1916970" y="42617"/>
                </a:lnTo>
                <a:lnTo>
                  <a:pt x="1916970" y="71614"/>
                </a:lnTo>
                <a:cubicBezTo>
                  <a:pt x="1916970" y="77487"/>
                  <a:pt x="1917094" y="80909"/>
                  <a:pt x="1917343" y="81881"/>
                </a:cubicBezTo>
                <a:cubicBezTo>
                  <a:pt x="1917592" y="82850"/>
                  <a:pt x="1918157" y="83652"/>
                  <a:pt x="1919039" y="84285"/>
                </a:cubicBezTo>
                <a:cubicBezTo>
                  <a:pt x="1919922" y="84917"/>
                  <a:pt x="1920996" y="85233"/>
                  <a:pt x="1922263" y="85233"/>
                </a:cubicBezTo>
                <a:cubicBezTo>
                  <a:pt x="1924027" y="85233"/>
                  <a:pt x="1926583" y="84623"/>
                  <a:pt x="1929931" y="83401"/>
                </a:cubicBezTo>
                <a:lnTo>
                  <a:pt x="1931560" y="98250"/>
                </a:lnTo>
                <a:cubicBezTo>
                  <a:pt x="1927126" y="100158"/>
                  <a:pt x="1922105" y="101113"/>
                  <a:pt x="1916495" y="101113"/>
                </a:cubicBezTo>
                <a:cubicBezTo>
                  <a:pt x="1913056" y="101113"/>
                  <a:pt x="1909957" y="100536"/>
                  <a:pt x="1907198" y="99382"/>
                </a:cubicBezTo>
                <a:cubicBezTo>
                  <a:pt x="1904438" y="98229"/>
                  <a:pt x="1902414" y="96736"/>
                  <a:pt x="1901124" y="94903"/>
                </a:cubicBezTo>
                <a:cubicBezTo>
                  <a:pt x="1899835" y="93071"/>
                  <a:pt x="1898941" y="90594"/>
                  <a:pt x="1898444" y="87473"/>
                </a:cubicBezTo>
                <a:cubicBezTo>
                  <a:pt x="1898036" y="85256"/>
                  <a:pt x="1897833" y="80777"/>
                  <a:pt x="1897833" y="74036"/>
                </a:cubicBezTo>
                <a:lnTo>
                  <a:pt x="1897833" y="42617"/>
                </a:lnTo>
                <a:lnTo>
                  <a:pt x="1889079" y="42617"/>
                </a:lnTo>
                <a:lnTo>
                  <a:pt x="1889079" y="27416"/>
                </a:lnTo>
                <a:lnTo>
                  <a:pt x="1897833" y="27416"/>
                </a:lnTo>
                <a:lnTo>
                  <a:pt x="1897833" y="13029"/>
                </a:lnTo>
                <a:lnTo>
                  <a:pt x="1916970" y="1764"/>
                </a:lnTo>
                <a:lnTo>
                  <a:pt x="1916970" y="27416"/>
                </a:lnTo>
                <a:lnTo>
                  <a:pt x="1929999" y="27416"/>
                </a:lnTo>
                <a:close/>
                <a:moveTo>
                  <a:pt x="2014776" y="27416"/>
                </a:moveTo>
                <a:lnTo>
                  <a:pt x="2014776" y="42617"/>
                </a:lnTo>
                <a:lnTo>
                  <a:pt x="2001747" y="42617"/>
                </a:lnTo>
                <a:lnTo>
                  <a:pt x="2001747" y="71614"/>
                </a:lnTo>
                <a:cubicBezTo>
                  <a:pt x="2001747" y="77487"/>
                  <a:pt x="2001871" y="80909"/>
                  <a:pt x="2002120" y="81881"/>
                </a:cubicBezTo>
                <a:cubicBezTo>
                  <a:pt x="2002369" y="82850"/>
                  <a:pt x="2002934" y="83652"/>
                  <a:pt x="2003817" y="84285"/>
                </a:cubicBezTo>
                <a:cubicBezTo>
                  <a:pt x="2004699" y="84917"/>
                  <a:pt x="2005773" y="85233"/>
                  <a:pt x="2007040" y="85233"/>
                </a:cubicBezTo>
                <a:cubicBezTo>
                  <a:pt x="2008804" y="85233"/>
                  <a:pt x="2011360" y="84623"/>
                  <a:pt x="2014708" y="83401"/>
                </a:cubicBezTo>
                <a:lnTo>
                  <a:pt x="2016337" y="98250"/>
                </a:lnTo>
                <a:cubicBezTo>
                  <a:pt x="2011903" y="100158"/>
                  <a:pt x="2006882" y="101113"/>
                  <a:pt x="2001272" y="101113"/>
                </a:cubicBezTo>
                <a:cubicBezTo>
                  <a:pt x="1997834" y="101113"/>
                  <a:pt x="1994735" y="100536"/>
                  <a:pt x="1991975" y="99382"/>
                </a:cubicBezTo>
                <a:cubicBezTo>
                  <a:pt x="1989215" y="98229"/>
                  <a:pt x="1987191" y="96736"/>
                  <a:pt x="1985901" y="94903"/>
                </a:cubicBezTo>
                <a:cubicBezTo>
                  <a:pt x="1984612" y="93071"/>
                  <a:pt x="1983718" y="90594"/>
                  <a:pt x="1983221" y="87473"/>
                </a:cubicBezTo>
                <a:cubicBezTo>
                  <a:pt x="1982814" y="85256"/>
                  <a:pt x="1982610" y="80777"/>
                  <a:pt x="1982610" y="74036"/>
                </a:cubicBezTo>
                <a:lnTo>
                  <a:pt x="1982610" y="42617"/>
                </a:lnTo>
                <a:lnTo>
                  <a:pt x="1973856" y="42617"/>
                </a:lnTo>
                <a:lnTo>
                  <a:pt x="1973856" y="27416"/>
                </a:lnTo>
                <a:lnTo>
                  <a:pt x="1982610" y="27416"/>
                </a:lnTo>
                <a:lnTo>
                  <a:pt x="1982610" y="13029"/>
                </a:lnTo>
                <a:lnTo>
                  <a:pt x="2001747" y="1764"/>
                </a:lnTo>
                <a:lnTo>
                  <a:pt x="2001747" y="27416"/>
                </a:lnTo>
                <a:lnTo>
                  <a:pt x="2014776" y="27416"/>
                </a:lnTo>
                <a:close/>
                <a:moveTo>
                  <a:pt x="2023597" y="62432"/>
                </a:moveTo>
                <a:cubicBezTo>
                  <a:pt x="2023597" y="56098"/>
                  <a:pt x="2025158" y="49968"/>
                  <a:pt x="2028279" y="44042"/>
                </a:cubicBezTo>
                <a:cubicBezTo>
                  <a:pt x="2031401" y="38115"/>
                  <a:pt x="2035823" y="33591"/>
                  <a:pt x="2041546" y="30470"/>
                </a:cubicBezTo>
                <a:cubicBezTo>
                  <a:pt x="2047269" y="27348"/>
                  <a:pt x="2053659" y="25787"/>
                  <a:pt x="2060717" y="25787"/>
                </a:cubicBezTo>
                <a:cubicBezTo>
                  <a:pt x="2071620" y="25787"/>
                  <a:pt x="2080555" y="29327"/>
                  <a:pt x="2087522" y="36407"/>
                </a:cubicBezTo>
                <a:cubicBezTo>
                  <a:pt x="2094489" y="43488"/>
                  <a:pt x="2097973" y="52434"/>
                  <a:pt x="2097973" y="63246"/>
                </a:cubicBezTo>
                <a:cubicBezTo>
                  <a:pt x="2097973" y="74149"/>
                  <a:pt x="2094455" y="83186"/>
                  <a:pt x="2087420" y="90357"/>
                </a:cubicBezTo>
                <a:cubicBezTo>
                  <a:pt x="2080385" y="97527"/>
                  <a:pt x="2071529" y="101113"/>
                  <a:pt x="2060853" y="101113"/>
                </a:cubicBezTo>
                <a:cubicBezTo>
                  <a:pt x="2054248" y="101113"/>
                  <a:pt x="2047948" y="99620"/>
                  <a:pt x="2041953" y="96634"/>
                </a:cubicBezTo>
                <a:cubicBezTo>
                  <a:pt x="2035959" y="93648"/>
                  <a:pt x="2031401" y="89271"/>
                  <a:pt x="2028279" y="83503"/>
                </a:cubicBezTo>
                <a:cubicBezTo>
                  <a:pt x="2025158" y="77735"/>
                  <a:pt x="2023597" y="70711"/>
                  <a:pt x="2023597" y="62432"/>
                </a:cubicBezTo>
                <a:moveTo>
                  <a:pt x="2043141" y="63450"/>
                </a:moveTo>
                <a:cubicBezTo>
                  <a:pt x="2043141" y="70575"/>
                  <a:pt x="2044837" y="76033"/>
                  <a:pt x="2048231" y="79821"/>
                </a:cubicBezTo>
                <a:cubicBezTo>
                  <a:pt x="2051624" y="83610"/>
                  <a:pt x="2055808" y="85505"/>
                  <a:pt x="2060785" y="85505"/>
                </a:cubicBezTo>
                <a:cubicBezTo>
                  <a:pt x="2065761" y="85505"/>
                  <a:pt x="2069935" y="83610"/>
                  <a:pt x="2073305" y="79821"/>
                </a:cubicBezTo>
                <a:cubicBezTo>
                  <a:pt x="2076676" y="76033"/>
                  <a:pt x="2078361" y="70530"/>
                  <a:pt x="2078361" y="63314"/>
                </a:cubicBezTo>
                <a:cubicBezTo>
                  <a:pt x="2078361" y="56279"/>
                  <a:pt x="2076676" y="50867"/>
                  <a:pt x="2073305" y="47079"/>
                </a:cubicBezTo>
                <a:cubicBezTo>
                  <a:pt x="2069935" y="43290"/>
                  <a:pt x="2065761" y="41395"/>
                  <a:pt x="2060785" y="41395"/>
                </a:cubicBezTo>
                <a:cubicBezTo>
                  <a:pt x="2055808" y="41395"/>
                  <a:pt x="2051624" y="43290"/>
                  <a:pt x="2048231" y="47079"/>
                </a:cubicBezTo>
                <a:cubicBezTo>
                  <a:pt x="2044837" y="50867"/>
                  <a:pt x="2043141" y="56325"/>
                  <a:pt x="2043141" y="634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mintmoneywassafeguardedby">
            <a:extLst xmlns:a="http://schemas.openxmlformats.org/drawingml/2006/main">
              <a:ext uri="{FF2B5EF4-FFF2-40B4-BE49-F238E27FC236}">
                <a16:creationId xmlns:a16="http://schemas.microsoft.com/office/drawing/2014/main" id="{FDD21B74-51B0-4DBD-853E-0B6B87D4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291" y="2059325"/>
            <a:ext cx="2136137" cy="130564"/>
          </a:xfrm>
          <a:custGeom xmlns:a="http://schemas.openxmlformats.org/drawingml/2006/main">
            <a:pathLst>
              <a:path w="2136137" h="130564">
                <a:moveTo>
                  <a:pt x="0" y="29180"/>
                </a:moveTo>
                <a:lnTo>
                  <a:pt x="17576" y="29180"/>
                </a:lnTo>
                <a:lnTo>
                  <a:pt x="17576" y="39020"/>
                </a:lnTo>
                <a:cubicBezTo>
                  <a:pt x="23864" y="31374"/>
                  <a:pt x="31352" y="27552"/>
                  <a:pt x="40038" y="27552"/>
                </a:cubicBezTo>
                <a:cubicBezTo>
                  <a:pt x="44652" y="27552"/>
                  <a:pt x="48656" y="28506"/>
                  <a:pt x="52049" y="30414"/>
                </a:cubicBezTo>
                <a:cubicBezTo>
                  <a:pt x="55442" y="32323"/>
                  <a:pt x="58225" y="35209"/>
                  <a:pt x="60396" y="39073"/>
                </a:cubicBezTo>
                <a:cubicBezTo>
                  <a:pt x="63563" y="35209"/>
                  <a:pt x="66979" y="32323"/>
                  <a:pt x="70643" y="30414"/>
                </a:cubicBezTo>
                <a:cubicBezTo>
                  <a:pt x="74308" y="28506"/>
                  <a:pt x="78221" y="27552"/>
                  <a:pt x="82383" y="27552"/>
                </a:cubicBezTo>
                <a:cubicBezTo>
                  <a:pt x="87676" y="27552"/>
                  <a:pt x="92155" y="28626"/>
                  <a:pt x="95820" y="30775"/>
                </a:cubicBezTo>
                <a:cubicBezTo>
                  <a:pt x="99484" y="32924"/>
                  <a:pt x="102221" y="36079"/>
                  <a:pt x="104031" y="40242"/>
                </a:cubicBezTo>
                <a:cubicBezTo>
                  <a:pt x="105343" y="43318"/>
                  <a:pt x="105999" y="48294"/>
                  <a:pt x="105999" y="55171"/>
                </a:cubicBezTo>
                <a:lnTo>
                  <a:pt x="105999" y="101248"/>
                </a:lnTo>
                <a:lnTo>
                  <a:pt x="86930" y="101248"/>
                </a:lnTo>
                <a:lnTo>
                  <a:pt x="86930" y="60104"/>
                </a:lnTo>
                <a:cubicBezTo>
                  <a:pt x="86930" y="52964"/>
                  <a:pt x="86274" y="48355"/>
                  <a:pt x="84962" y="46277"/>
                </a:cubicBezTo>
                <a:cubicBezTo>
                  <a:pt x="83197" y="43565"/>
                  <a:pt x="80483" y="42209"/>
                  <a:pt x="76819" y="42209"/>
                </a:cubicBezTo>
                <a:cubicBezTo>
                  <a:pt x="74149" y="42209"/>
                  <a:pt x="71639" y="43023"/>
                  <a:pt x="69286" y="44650"/>
                </a:cubicBezTo>
                <a:cubicBezTo>
                  <a:pt x="66933" y="46276"/>
                  <a:pt x="65237" y="48660"/>
                  <a:pt x="64196" y="51801"/>
                </a:cubicBezTo>
                <a:cubicBezTo>
                  <a:pt x="63156" y="54941"/>
                  <a:pt x="62636" y="59901"/>
                  <a:pt x="62636" y="66680"/>
                </a:cubicBezTo>
                <a:lnTo>
                  <a:pt x="62636" y="101248"/>
                </a:lnTo>
                <a:lnTo>
                  <a:pt x="43567" y="101248"/>
                </a:lnTo>
                <a:lnTo>
                  <a:pt x="43567" y="61798"/>
                </a:lnTo>
                <a:cubicBezTo>
                  <a:pt x="43567" y="54794"/>
                  <a:pt x="43227" y="50276"/>
                  <a:pt x="42549" y="48243"/>
                </a:cubicBezTo>
                <a:cubicBezTo>
                  <a:pt x="41870" y="46208"/>
                  <a:pt x="40818" y="44694"/>
                  <a:pt x="39393" y="43700"/>
                </a:cubicBezTo>
                <a:cubicBezTo>
                  <a:pt x="37968" y="42706"/>
                  <a:pt x="36034" y="42209"/>
                  <a:pt x="33591" y="42209"/>
                </a:cubicBezTo>
                <a:cubicBezTo>
                  <a:pt x="30651" y="42209"/>
                  <a:pt x="28004" y="43000"/>
                  <a:pt x="25651" y="44583"/>
                </a:cubicBezTo>
                <a:cubicBezTo>
                  <a:pt x="23299" y="46163"/>
                  <a:pt x="21614" y="48445"/>
                  <a:pt x="20596" y="51428"/>
                </a:cubicBezTo>
                <a:cubicBezTo>
                  <a:pt x="19578" y="54411"/>
                  <a:pt x="19069" y="59359"/>
                  <a:pt x="19069" y="66273"/>
                </a:cubicBezTo>
                <a:lnTo>
                  <a:pt x="19069" y="101248"/>
                </a:lnTo>
                <a:lnTo>
                  <a:pt x="0" y="101248"/>
                </a:lnTo>
                <a:lnTo>
                  <a:pt x="0" y="29180"/>
                </a:lnTo>
                <a:close/>
                <a:moveTo>
                  <a:pt x="124977" y="19408"/>
                </a:moveTo>
                <a:lnTo>
                  <a:pt x="124977" y="1764"/>
                </a:lnTo>
                <a:lnTo>
                  <a:pt x="144046" y="1764"/>
                </a:lnTo>
                <a:lnTo>
                  <a:pt x="144046" y="19408"/>
                </a:lnTo>
                <a:lnTo>
                  <a:pt x="124977" y="19408"/>
                </a:lnTo>
                <a:moveTo>
                  <a:pt x="124977" y="101248"/>
                </a:moveTo>
                <a:lnTo>
                  <a:pt x="124977" y="29180"/>
                </a:lnTo>
                <a:lnTo>
                  <a:pt x="144046" y="29180"/>
                </a:lnTo>
                <a:lnTo>
                  <a:pt x="144046" y="101248"/>
                </a:lnTo>
                <a:lnTo>
                  <a:pt x="124977" y="101248"/>
                </a:lnTo>
                <a:close/>
                <a:moveTo>
                  <a:pt x="229028" y="101248"/>
                </a:moveTo>
                <a:lnTo>
                  <a:pt x="209959" y="101248"/>
                </a:lnTo>
                <a:lnTo>
                  <a:pt x="209959" y="64510"/>
                </a:lnTo>
                <a:cubicBezTo>
                  <a:pt x="209959" y="56737"/>
                  <a:pt x="209552" y="51710"/>
                  <a:pt x="208738" y="49428"/>
                </a:cubicBezTo>
                <a:cubicBezTo>
                  <a:pt x="207923" y="47146"/>
                  <a:pt x="206600" y="45373"/>
                  <a:pt x="204768" y="44107"/>
                </a:cubicBezTo>
                <a:cubicBezTo>
                  <a:pt x="202936" y="42842"/>
                  <a:pt x="200730" y="42209"/>
                  <a:pt x="198151" y="42209"/>
                </a:cubicBezTo>
                <a:cubicBezTo>
                  <a:pt x="194849" y="42209"/>
                  <a:pt x="191886" y="43114"/>
                  <a:pt x="189262" y="44922"/>
                </a:cubicBezTo>
                <a:cubicBezTo>
                  <a:pt x="186638" y="46729"/>
                  <a:pt x="184839" y="49124"/>
                  <a:pt x="183867" y="52107"/>
                </a:cubicBezTo>
                <a:cubicBezTo>
                  <a:pt x="182894" y="55088"/>
                  <a:pt x="182408" y="60601"/>
                  <a:pt x="182408" y="68646"/>
                </a:cubicBezTo>
                <a:lnTo>
                  <a:pt x="182408" y="101248"/>
                </a:lnTo>
                <a:lnTo>
                  <a:pt x="163339" y="101248"/>
                </a:lnTo>
                <a:lnTo>
                  <a:pt x="163339" y="29180"/>
                </a:lnTo>
                <a:lnTo>
                  <a:pt x="181050" y="29180"/>
                </a:lnTo>
                <a:lnTo>
                  <a:pt x="181050" y="39766"/>
                </a:lnTo>
                <a:cubicBezTo>
                  <a:pt x="187339" y="31623"/>
                  <a:pt x="195256" y="27552"/>
                  <a:pt x="204802" y="27552"/>
                </a:cubicBezTo>
                <a:cubicBezTo>
                  <a:pt x="209009" y="27552"/>
                  <a:pt x="212855" y="28309"/>
                  <a:pt x="216338" y="29825"/>
                </a:cubicBezTo>
                <a:cubicBezTo>
                  <a:pt x="219822" y="31340"/>
                  <a:pt x="222457" y="33274"/>
                  <a:pt x="224244" y="35627"/>
                </a:cubicBezTo>
                <a:cubicBezTo>
                  <a:pt x="226031" y="37979"/>
                  <a:pt x="227275" y="40649"/>
                  <a:pt x="227976" y="43635"/>
                </a:cubicBezTo>
                <a:cubicBezTo>
                  <a:pt x="228678" y="46620"/>
                  <a:pt x="229028" y="50896"/>
                  <a:pt x="229028" y="56460"/>
                </a:cubicBezTo>
                <a:lnTo>
                  <a:pt x="229028" y="101248"/>
                </a:lnTo>
                <a:close/>
                <a:moveTo>
                  <a:pt x="281624" y="29180"/>
                </a:moveTo>
                <a:lnTo>
                  <a:pt x="281624" y="44381"/>
                </a:lnTo>
                <a:lnTo>
                  <a:pt x="268595" y="44381"/>
                </a:lnTo>
                <a:lnTo>
                  <a:pt x="268595" y="73379"/>
                </a:lnTo>
                <a:cubicBezTo>
                  <a:pt x="268595" y="79252"/>
                  <a:pt x="268719" y="82674"/>
                  <a:pt x="268968" y="83645"/>
                </a:cubicBezTo>
                <a:cubicBezTo>
                  <a:pt x="269217" y="84615"/>
                  <a:pt x="269783" y="85416"/>
                  <a:pt x="270665" y="86050"/>
                </a:cubicBezTo>
                <a:cubicBezTo>
                  <a:pt x="271547" y="86682"/>
                  <a:pt x="272621" y="86998"/>
                  <a:pt x="273888" y="86998"/>
                </a:cubicBezTo>
                <a:cubicBezTo>
                  <a:pt x="275652" y="86998"/>
                  <a:pt x="278209" y="86387"/>
                  <a:pt x="281556" y="85165"/>
                </a:cubicBezTo>
                <a:lnTo>
                  <a:pt x="283185" y="100014"/>
                </a:lnTo>
                <a:cubicBezTo>
                  <a:pt x="278751" y="101923"/>
                  <a:pt x="273730" y="102877"/>
                  <a:pt x="268120" y="102877"/>
                </a:cubicBezTo>
                <a:cubicBezTo>
                  <a:pt x="264682" y="102877"/>
                  <a:pt x="261583" y="102300"/>
                  <a:pt x="258823" y="101147"/>
                </a:cubicBezTo>
                <a:cubicBezTo>
                  <a:pt x="256063" y="99993"/>
                  <a:pt x="254039" y="98500"/>
                  <a:pt x="252749" y="96668"/>
                </a:cubicBezTo>
                <a:cubicBezTo>
                  <a:pt x="251460" y="94836"/>
                  <a:pt x="250567" y="92359"/>
                  <a:pt x="250069" y="89237"/>
                </a:cubicBezTo>
                <a:cubicBezTo>
                  <a:pt x="249662" y="87020"/>
                  <a:pt x="249458" y="82541"/>
                  <a:pt x="249458" y="75801"/>
                </a:cubicBezTo>
                <a:lnTo>
                  <a:pt x="249458" y="44381"/>
                </a:lnTo>
                <a:lnTo>
                  <a:pt x="240704" y="44381"/>
                </a:lnTo>
                <a:lnTo>
                  <a:pt x="240704" y="29180"/>
                </a:lnTo>
                <a:lnTo>
                  <a:pt x="249458" y="29180"/>
                </a:lnTo>
                <a:lnTo>
                  <a:pt x="249458" y="14794"/>
                </a:lnTo>
                <a:lnTo>
                  <a:pt x="268595" y="3529"/>
                </a:lnTo>
                <a:lnTo>
                  <a:pt x="268595" y="29180"/>
                </a:lnTo>
                <a:lnTo>
                  <a:pt x="281624" y="29180"/>
                </a:lnTo>
                <a:close/>
                <a:moveTo>
                  <a:pt x="331929" y="29180"/>
                </a:moveTo>
                <a:lnTo>
                  <a:pt x="349505" y="29180"/>
                </a:lnTo>
                <a:lnTo>
                  <a:pt x="349505" y="39020"/>
                </a:lnTo>
                <a:cubicBezTo>
                  <a:pt x="355793" y="31374"/>
                  <a:pt x="363281" y="27552"/>
                  <a:pt x="371967" y="27552"/>
                </a:cubicBezTo>
                <a:cubicBezTo>
                  <a:pt x="376581" y="27552"/>
                  <a:pt x="380585" y="28506"/>
                  <a:pt x="383978" y="30414"/>
                </a:cubicBezTo>
                <a:cubicBezTo>
                  <a:pt x="387371" y="32323"/>
                  <a:pt x="390154" y="35209"/>
                  <a:pt x="392325" y="39073"/>
                </a:cubicBezTo>
                <a:cubicBezTo>
                  <a:pt x="395492" y="35209"/>
                  <a:pt x="398908" y="32323"/>
                  <a:pt x="402572" y="30414"/>
                </a:cubicBezTo>
                <a:cubicBezTo>
                  <a:pt x="406237" y="28506"/>
                  <a:pt x="410150" y="27552"/>
                  <a:pt x="414312" y="27552"/>
                </a:cubicBezTo>
                <a:cubicBezTo>
                  <a:pt x="419605" y="27552"/>
                  <a:pt x="424084" y="28626"/>
                  <a:pt x="427749" y="30775"/>
                </a:cubicBezTo>
                <a:cubicBezTo>
                  <a:pt x="431413" y="32924"/>
                  <a:pt x="434150" y="36079"/>
                  <a:pt x="435960" y="40242"/>
                </a:cubicBezTo>
                <a:cubicBezTo>
                  <a:pt x="437272" y="43318"/>
                  <a:pt x="437928" y="48294"/>
                  <a:pt x="437928" y="55171"/>
                </a:cubicBezTo>
                <a:lnTo>
                  <a:pt x="437928" y="101248"/>
                </a:lnTo>
                <a:lnTo>
                  <a:pt x="418859" y="101248"/>
                </a:lnTo>
                <a:lnTo>
                  <a:pt x="418859" y="60104"/>
                </a:lnTo>
                <a:cubicBezTo>
                  <a:pt x="418859" y="52964"/>
                  <a:pt x="418203" y="48355"/>
                  <a:pt x="416891" y="46277"/>
                </a:cubicBezTo>
                <a:cubicBezTo>
                  <a:pt x="415126" y="43565"/>
                  <a:pt x="412412" y="42209"/>
                  <a:pt x="408747" y="42209"/>
                </a:cubicBezTo>
                <a:cubicBezTo>
                  <a:pt x="406078" y="42209"/>
                  <a:pt x="403567" y="43023"/>
                  <a:pt x="401215" y="44650"/>
                </a:cubicBezTo>
                <a:cubicBezTo>
                  <a:pt x="398862" y="46276"/>
                  <a:pt x="397166" y="48660"/>
                  <a:pt x="396125" y="51801"/>
                </a:cubicBezTo>
                <a:cubicBezTo>
                  <a:pt x="395085" y="54941"/>
                  <a:pt x="394565" y="59901"/>
                  <a:pt x="394565" y="66680"/>
                </a:cubicBezTo>
                <a:lnTo>
                  <a:pt x="394565" y="101248"/>
                </a:lnTo>
                <a:lnTo>
                  <a:pt x="375496" y="101248"/>
                </a:lnTo>
                <a:lnTo>
                  <a:pt x="375496" y="61798"/>
                </a:lnTo>
                <a:cubicBezTo>
                  <a:pt x="375496" y="54794"/>
                  <a:pt x="375156" y="50276"/>
                  <a:pt x="374478" y="48243"/>
                </a:cubicBezTo>
                <a:cubicBezTo>
                  <a:pt x="373799" y="46208"/>
                  <a:pt x="372747" y="44694"/>
                  <a:pt x="371322" y="43700"/>
                </a:cubicBezTo>
                <a:cubicBezTo>
                  <a:pt x="369897" y="42706"/>
                  <a:pt x="367963" y="42209"/>
                  <a:pt x="365520" y="42209"/>
                </a:cubicBezTo>
                <a:cubicBezTo>
                  <a:pt x="362579" y="42209"/>
                  <a:pt x="359933" y="43000"/>
                  <a:pt x="357580" y="44583"/>
                </a:cubicBezTo>
                <a:cubicBezTo>
                  <a:pt x="355228" y="46163"/>
                  <a:pt x="353543" y="48445"/>
                  <a:pt x="352525" y="51428"/>
                </a:cubicBezTo>
                <a:cubicBezTo>
                  <a:pt x="351507" y="54411"/>
                  <a:pt x="350998" y="59359"/>
                  <a:pt x="350998" y="66273"/>
                </a:cubicBezTo>
                <a:lnTo>
                  <a:pt x="350998" y="101248"/>
                </a:lnTo>
                <a:lnTo>
                  <a:pt x="331929" y="101248"/>
                </a:lnTo>
                <a:lnTo>
                  <a:pt x="331929" y="29180"/>
                </a:lnTo>
                <a:close/>
                <a:moveTo>
                  <a:pt x="452634" y="64196"/>
                </a:moveTo>
                <a:cubicBezTo>
                  <a:pt x="452634" y="57863"/>
                  <a:pt x="454195" y="51733"/>
                  <a:pt x="457316" y="45806"/>
                </a:cubicBezTo>
                <a:cubicBezTo>
                  <a:pt x="460438" y="39880"/>
                  <a:pt x="464860" y="35356"/>
                  <a:pt x="470583" y="32234"/>
                </a:cubicBezTo>
                <a:cubicBezTo>
                  <a:pt x="476306" y="29112"/>
                  <a:pt x="482696" y="27552"/>
                  <a:pt x="489754" y="27552"/>
                </a:cubicBezTo>
                <a:cubicBezTo>
                  <a:pt x="500657" y="27552"/>
                  <a:pt x="509592" y="31092"/>
                  <a:pt x="516559" y="38172"/>
                </a:cubicBezTo>
                <a:cubicBezTo>
                  <a:pt x="523526" y="45252"/>
                  <a:pt x="527009" y="54198"/>
                  <a:pt x="527009" y="65011"/>
                </a:cubicBezTo>
                <a:cubicBezTo>
                  <a:pt x="527009" y="75914"/>
                  <a:pt x="523492" y="84951"/>
                  <a:pt x="516457" y="92121"/>
                </a:cubicBezTo>
                <a:cubicBezTo>
                  <a:pt x="509422" y="99292"/>
                  <a:pt x="500566" y="102877"/>
                  <a:pt x="489890" y="102877"/>
                </a:cubicBezTo>
                <a:cubicBezTo>
                  <a:pt x="483284" y="102877"/>
                  <a:pt x="476985" y="101384"/>
                  <a:pt x="470990" y="98398"/>
                </a:cubicBezTo>
                <a:cubicBezTo>
                  <a:pt x="464996" y="95412"/>
                  <a:pt x="460438" y="91035"/>
                  <a:pt x="457316" y="85267"/>
                </a:cubicBezTo>
                <a:cubicBezTo>
                  <a:pt x="454195" y="79499"/>
                  <a:pt x="452634" y="72475"/>
                  <a:pt x="452634" y="64196"/>
                </a:cubicBezTo>
                <a:moveTo>
                  <a:pt x="472178" y="65214"/>
                </a:moveTo>
                <a:cubicBezTo>
                  <a:pt x="472178" y="72340"/>
                  <a:pt x="473874" y="77797"/>
                  <a:pt x="477267" y="81586"/>
                </a:cubicBezTo>
                <a:cubicBezTo>
                  <a:pt x="480660" y="85375"/>
                  <a:pt x="484845" y="87269"/>
                  <a:pt x="489822" y="87269"/>
                </a:cubicBezTo>
                <a:cubicBezTo>
                  <a:pt x="494798" y="87269"/>
                  <a:pt x="498972" y="85375"/>
                  <a:pt x="502342" y="81586"/>
                </a:cubicBezTo>
                <a:cubicBezTo>
                  <a:pt x="505712" y="77797"/>
                  <a:pt x="507398" y="72295"/>
                  <a:pt x="507398" y="65079"/>
                </a:cubicBezTo>
                <a:cubicBezTo>
                  <a:pt x="507398" y="58044"/>
                  <a:pt x="505712" y="52632"/>
                  <a:pt x="502342" y="48843"/>
                </a:cubicBezTo>
                <a:cubicBezTo>
                  <a:pt x="498972" y="45054"/>
                  <a:pt x="494798" y="43160"/>
                  <a:pt x="489822" y="43160"/>
                </a:cubicBezTo>
                <a:cubicBezTo>
                  <a:pt x="484845" y="43160"/>
                  <a:pt x="480660" y="45054"/>
                  <a:pt x="477267" y="48843"/>
                </a:cubicBezTo>
                <a:cubicBezTo>
                  <a:pt x="473874" y="52632"/>
                  <a:pt x="472178" y="58089"/>
                  <a:pt x="472178" y="65214"/>
                </a:cubicBezTo>
                <a:close/>
                <a:moveTo>
                  <a:pt x="607376" y="101248"/>
                </a:moveTo>
                <a:lnTo>
                  <a:pt x="588307" y="101248"/>
                </a:lnTo>
                <a:lnTo>
                  <a:pt x="588307" y="64510"/>
                </a:lnTo>
                <a:cubicBezTo>
                  <a:pt x="588307" y="56737"/>
                  <a:pt x="587900" y="51710"/>
                  <a:pt x="587085" y="49428"/>
                </a:cubicBezTo>
                <a:cubicBezTo>
                  <a:pt x="586271" y="47146"/>
                  <a:pt x="584948" y="45373"/>
                  <a:pt x="583115" y="44107"/>
                </a:cubicBezTo>
                <a:cubicBezTo>
                  <a:pt x="581283" y="42842"/>
                  <a:pt x="579078" y="42209"/>
                  <a:pt x="576499" y="42209"/>
                </a:cubicBezTo>
                <a:cubicBezTo>
                  <a:pt x="573196" y="42209"/>
                  <a:pt x="570233" y="43114"/>
                  <a:pt x="567609" y="44922"/>
                </a:cubicBezTo>
                <a:cubicBezTo>
                  <a:pt x="564985" y="46729"/>
                  <a:pt x="563187" y="49124"/>
                  <a:pt x="562214" y="52107"/>
                </a:cubicBezTo>
                <a:cubicBezTo>
                  <a:pt x="561242" y="55088"/>
                  <a:pt x="560755" y="60601"/>
                  <a:pt x="560755" y="68646"/>
                </a:cubicBezTo>
                <a:lnTo>
                  <a:pt x="560755" y="101248"/>
                </a:lnTo>
                <a:lnTo>
                  <a:pt x="541686" y="101248"/>
                </a:lnTo>
                <a:lnTo>
                  <a:pt x="541686" y="29180"/>
                </a:lnTo>
                <a:lnTo>
                  <a:pt x="559398" y="29180"/>
                </a:lnTo>
                <a:lnTo>
                  <a:pt x="559398" y="39766"/>
                </a:lnTo>
                <a:cubicBezTo>
                  <a:pt x="565686" y="31623"/>
                  <a:pt x="573604" y="27552"/>
                  <a:pt x="583149" y="27552"/>
                </a:cubicBezTo>
                <a:cubicBezTo>
                  <a:pt x="587357" y="27552"/>
                  <a:pt x="591202" y="28309"/>
                  <a:pt x="594686" y="29825"/>
                </a:cubicBezTo>
                <a:cubicBezTo>
                  <a:pt x="598169" y="31340"/>
                  <a:pt x="600805" y="33274"/>
                  <a:pt x="602592" y="35627"/>
                </a:cubicBezTo>
                <a:cubicBezTo>
                  <a:pt x="604379" y="37979"/>
                  <a:pt x="605623" y="40649"/>
                  <a:pt x="606324" y="43635"/>
                </a:cubicBezTo>
                <a:cubicBezTo>
                  <a:pt x="607025" y="46620"/>
                  <a:pt x="607376" y="50896"/>
                  <a:pt x="607376" y="56460"/>
                </a:cubicBezTo>
                <a:lnTo>
                  <a:pt x="607376" y="101248"/>
                </a:lnTo>
                <a:close/>
                <a:moveTo>
                  <a:pt x="668565" y="78312"/>
                </a:moveTo>
                <a:lnTo>
                  <a:pt x="687566" y="81569"/>
                </a:lnTo>
                <a:cubicBezTo>
                  <a:pt x="685123" y="88513"/>
                  <a:pt x="681267" y="93801"/>
                  <a:pt x="675996" y="97431"/>
                </a:cubicBezTo>
                <a:cubicBezTo>
                  <a:pt x="670726" y="101062"/>
                  <a:pt x="664132" y="102877"/>
                  <a:pt x="656215" y="102877"/>
                </a:cubicBezTo>
                <a:cubicBezTo>
                  <a:pt x="643683" y="102877"/>
                  <a:pt x="634409" y="98783"/>
                  <a:pt x="628392" y="90594"/>
                </a:cubicBezTo>
                <a:cubicBezTo>
                  <a:pt x="623641" y="84034"/>
                  <a:pt x="621266" y="75755"/>
                  <a:pt x="621266" y="65757"/>
                </a:cubicBezTo>
                <a:cubicBezTo>
                  <a:pt x="621266" y="53814"/>
                  <a:pt x="624388" y="44460"/>
                  <a:pt x="630631" y="37697"/>
                </a:cubicBezTo>
                <a:cubicBezTo>
                  <a:pt x="636874" y="30933"/>
                  <a:pt x="644769" y="27552"/>
                  <a:pt x="654315" y="27552"/>
                </a:cubicBezTo>
                <a:cubicBezTo>
                  <a:pt x="665037" y="27552"/>
                  <a:pt x="673497" y="31092"/>
                  <a:pt x="679695" y="38172"/>
                </a:cubicBezTo>
                <a:cubicBezTo>
                  <a:pt x="685893" y="45252"/>
                  <a:pt x="688856" y="56098"/>
                  <a:pt x="688584" y="70711"/>
                </a:cubicBezTo>
                <a:lnTo>
                  <a:pt x="640810" y="70711"/>
                </a:lnTo>
                <a:cubicBezTo>
                  <a:pt x="640946" y="76366"/>
                  <a:pt x="642484" y="80766"/>
                  <a:pt x="645425" y="83910"/>
                </a:cubicBezTo>
                <a:cubicBezTo>
                  <a:pt x="648365" y="87054"/>
                  <a:pt x="652030" y="88626"/>
                  <a:pt x="656418" y="88626"/>
                </a:cubicBezTo>
                <a:cubicBezTo>
                  <a:pt x="659404" y="88626"/>
                  <a:pt x="661915" y="87812"/>
                  <a:pt x="663951" y="86183"/>
                </a:cubicBezTo>
                <a:cubicBezTo>
                  <a:pt x="665987" y="84555"/>
                  <a:pt x="667525" y="81931"/>
                  <a:pt x="668565" y="78312"/>
                </a:cubicBezTo>
                <a:moveTo>
                  <a:pt x="669651" y="59039"/>
                </a:moveTo>
                <a:cubicBezTo>
                  <a:pt x="669515" y="53542"/>
                  <a:pt x="668090" y="49363"/>
                  <a:pt x="665376" y="46502"/>
                </a:cubicBezTo>
                <a:cubicBezTo>
                  <a:pt x="662662" y="43640"/>
                  <a:pt x="659359" y="42209"/>
                  <a:pt x="655468" y="42209"/>
                </a:cubicBezTo>
                <a:cubicBezTo>
                  <a:pt x="651306" y="42209"/>
                  <a:pt x="647868" y="43719"/>
                  <a:pt x="645153" y="46737"/>
                </a:cubicBezTo>
                <a:cubicBezTo>
                  <a:pt x="642439" y="49757"/>
                  <a:pt x="641104" y="53858"/>
                  <a:pt x="641150" y="59039"/>
                </a:cubicBezTo>
                <a:lnTo>
                  <a:pt x="669651" y="59039"/>
                </a:lnTo>
                <a:close/>
                <a:moveTo>
                  <a:pt x="694940" y="29180"/>
                </a:moveTo>
                <a:lnTo>
                  <a:pt x="715231" y="29180"/>
                </a:lnTo>
                <a:lnTo>
                  <a:pt x="732467" y="80396"/>
                </a:lnTo>
                <a:lnTo>
                  <a:pt x="749297" y="29180"/>
                </a:lnTo>
                <a:lnTo>
                  <a:pt x="769044" y="29180"/>
                </a:lnTo>
                <a:lnTo>
                  <a:pt x="743597" y="98557"/>
                </a:lnTo>
                <a:lnTo>
                  <a:pt x="739050" y="111156"/>
                </a:lnTo>
                <a:cubicBezTo>
                  <a:pt x="737376" y="115364"/>
                  <a:pt x="735781" y="118576"/>
                  <a:pt x="734266" y="120792"/>
                </a:cubicBezTo>
                <a:cubicBezTo>
                  <a:pt x="732750" y="123009"/>
                  <a:pt x="731008" y="124808"/>
                  <a:pt x="729040" y="126187"/>
                </a:cubicBezTo>
                <a:cubicBezTo>
                  <a:pt x="727072" y="127567"/>
                  <a:pt x="724652" y="128642"/>
                  <a:pt x="721779" y="129411"/>
                </a:cubicBezTo>
                <a:cubicBezTo>
                  <a:pt x="718906" y="130180"/>
                  <a:pt x="715660" y="130564"/>
                  <a:pt x="712041" y="130564"/>
                </a:cubicBezTo>
                <a:cubicBezTo>
                  <a:pt x="708377" y="130564"/>
                  <a:pt x="704780" y="130180"/>
                  <a:pt x="701251" y="129411"/>
                </a:cubicBezTo>
                <a:lnTo>
                  <a:pt x="699555" y="114481"/>
                </a:lnTo>
                <a:cubicBezTo>
                  <a:pt x="702541" y="115070"/>
                  <a:pt x="705232" y="115364"/>
                  <a:pt x="707630" y="115364"/>
                </a:cubicBezTo>
                <a:cubicBezTo>
                  <a:pt x="712064" y="115364"/>
                  <a:pt x="715344" y="114063"/>
                  <a:pt x="717470" y="111462"/>
                </a:cubicBezTo>
                <a:cubicBezTo>
                  <a:pt x="719596" y="108860"/>
                  <a:pt x="721225" y="105546"/>
                  <a:pt x="722356" y="101520"/>
                </a:cubicBezTo>
                <a:lnTo>
                  <a:pt x="694940" y="29180"/>
                </a:lnTo>
                <a:close/>
                <a:moveTo>
                  <a:pt x="833450" y="101248"/>
                </a:moveTo>
                <a:lnTo>
                  <a:pt x="810649" y="29180"/>
                </a:lnTo>
                <a:lnTo>
                  <a:pt x="829175" y="29180"/>
                </a:lnTo>
                <a:lnTo>
                  <a:pt x="842679" y="76411"/>
                </a:lnTo>
                <a:lnTo>
                  <a:pt x="855097" y="29180"/>
                </a:lnTo>
                <a:lnTo>
                  <a:pt x="873488" y="29180"/>
                </a:lnTo>
                <a:lnTo>
                  <a:pt x="885499" y="76411"/>
                </a:lnTo>
                <a:lnTo>
                  <a:pt x="899275" y="29180"/>
                </a:lnTo>
                <a:lnTo>
                  <a:pt x="918072" y="29180"/>
                </a:lnTo>
                <a:lnTo>
                  <a:pt x="894932" y="101248"/>
                </a:lnTo>
                <a:lnTo>
                  <a:pt x="876609" y="101248"/>
                </a:lnTo>
                <a:lnTo>
                  <a:pt x="864191" y="54899"/>
                </a:lnTo>
                <a:lnTo>
                  <a:pt x="851976" y="101248"/>
                </a:lnTo>
                <a:lnTo>
                  <a:pt x="833450" y="101248"/>
                </a:lnTo>
                <a:close/>
                <a:moveTo>
                  <a:pt x="942251" y="51439"/>
                </a:moveTo>
                <a:lnTo>
                  <a:pt x="924946" y="48317"/>
                </a:lnTo>
                <a:cubicBezTo>
                  <a:pt x="926891" y="41258"/>
                  <a:pt x="930239" y="36033"/>
                  <a:pt x="934989" y="32641"/>
                </a:cubicBezTo>
                <a:cubicBezTo>
                  <a:pt x="939740" y="29248"/>
                  <a:pt x="946797" y="27552"/>
                  <a:pt x="956162" y="27552"/>
                </a:cubicBezTo>
                <a:cubicBezTo>
                  <a:pt x="964667" y="27552"/>
                  <a:pt x="971001" y="28558"/>
                  <a:pt x="975163" y="30571"/>
                </a:cubicBezTo>
                <a:cubicBezTo>
                  <a:pt x="979325" y="32585"/>
                  <a:pt x="982255" y="35141"/>
                  <a:pt x="983951" y="38240"/>
                </a:cubicBezTo>
                <a:cubicBezTo>
                  <a:pt x="985648" y="41339"/>
                  <a:pt x="986496" y="47028"/>
                  <a:pt x="986496" y="55307"/>
                </a:cubicBezTo>
                <a:lnTo>
                  <a:pt x="986292" y="77565"/>
                </a:lnTo>
                <a:cubicBezTo>
                  <a:pt x="986292" y="83899"/>
                  <a:pt x="986598" y="88570"/>
                  <a:pt x="987208" y="91578"/>
                </a:cubicBezTo>
                <a:cubicBezTo>
                  <a:pt x="987819" y="94587"/>
                  <a:pt x="988961" y="97810"/>
                  <a:pt x="990635" y="101248"/>
                </a:cubicBezTo>
                <a:lnTo>
                  <a:pt x="971770" y="101248"/>
                </a:lnTo>
                <a:cubicBezTo>
                  <a:pt x="971272" y="99982"/>
                  <a:pt x="970662" y="98104"/>
                  <a:pt x="969938" y="95616"/>
                </a:cubicBezTo>
                <a:cubicBezTo>
                  <a:pt x="969621" y="94485"/>
                  <a:pt x="969395" y="93739"/>
                  <a:pt x="969259" y="93377"/>
                </a:cubicBezTo>
                <a:cubicBezTo>
                  <a:pt x="966002" y="96543"/>
                  <a:pt x="962518" y="98919"/>
                  <a:pt x="958809" y="100502"/>
                </a:cubicBezTo>
                <a:cubicBezTo>
                  <a:pt x="955099" y="102085"/>
                  <a:pt x="951140" y="102877"/>
                  <a:pt x="946933" y="102877"/>
                </a:cubicBezTo>
                <a:cubicBezTo>
                  <a:pt x="939513" y="102877"/>
                  <a:pt x="933666" y="100872"/>
                  <a:pt x="929391" y="96863"/>
                </a:cubicBezTo>
                <a:cubicBezTo>
                  <a:pt x="925116" y="92854"/>
                  <a:pt x="922978" y="87785"/>
                  <a:pt x="922978" y="81658"/>
                </a:cubicBezTo>
                <a:cubicBezTo>
                  <a:pt x="922978" y="77603"/>
                  <a:pt x="923951" y="73988"/>
                  <a:pt x="925896" y="70813"/>
                </a:cubicBezTo>
                <a:cubicBezTo>
                  <a:pt x="927841" y="67636"/>
                  <a:pt x="930567" y="65203"/>
                  <a:pt x="934073" y="63514"/>
                </a:cubicBezTo>
                <a:cubicBezTo>
                  <a:pt x="937579" y="61824"/>
                  <a:pt x="942635" y="60349"/>
                  <a:pt x="949240" y="59088"/>
                </a:cubicBezTo>
                <a:cubicBezTo>
                  <a:pt x="958153" y="57421"/>
                  <a:pt x="964328" y="55866"/>
                  <a:pt x="967766" y="54424"/>
                </a:cubicBezTo>
                <a:lnTo>
                  <a:pt x="967766" y="52503"/>
                </a:lnTo>
                <a:cubicBezTo>
                  <a:pt x="967766" y="48798"/>
                  <a:pt x="966861" y="46156"/>
                  <a:pt x="965052" y="44578"/>
                </a:cubicBezTo>
                <a:cubicBezTo>
                  <a:pt x="963242" y="42999"/>
                  <a:pt x="959827" y="42209"/>
                  <a:pt x="954805" y="42209"/>
                </a:cubicBezTo>
                <a:cubicBezTo>
                  <a:pt x="951412" y="42209"/>
                  <a:pt x="948765" y="42892"/>
                  <a:pt x="946865" y="44258"/>
                </a:cubicBezTo>
                <a:cubicBezTo>
                  <a:pt x="944965" y="45622"/>
                  <a:pt x="943427" y="48016"/>
                  <a:pt x="942251" y="51439"/>
                </a:cubicBezTo>
                <a:moveTo>
                  <a:pt x="967766" y="66911"/>
                </a:moveTo>
                <a:cubicBezTo>
                  <a:pt x="965323" y="67715"/>
                  <a:pt x="961455" y="68677"/>
                  <a:pt x="956162" y="69795"/>
                </a:cubicBezTo>
                <a:cubicBezTo>
                  <a:pt x="950869" y="70912"/>
                  <a:pt x="947408" y="72007"/>
                  <a:pt x="945779" y="73080"/>
                </a:cubicBezTo>
                <a:cubicBezTo>
                  <a:pt x="943291" y="74823"/>
                  <a:pt x="942047" y="77036"/>
                  <a:pt x="942047" y="79717"/>
                </a:cubicBezTo>
                <a:cubicBezTo>
                  <a:pt x="942047" y="82356"/>
                  <a:pt x="943042" y="84636"/>
                  <a:pt x="945033" y="86559"/>
                </a:cubicBezTo>
                <a:cubicBezTo>
                  <a:pt x="947023" y="88480"/>
                  <a:pt x="949557" y="89441"/>
                  <a:pt x="952633" y="89441"/>
                </a:cubicBezTo>
                <a:cubicBezTo>
                  <a:pt x="956072" y="89441"/>
                  <a:pt x="959351" y="88323"/>
                  <a:pt x="962473" y="86088"/>
                </a:cubicBezTo>
                <a:cubicBezTo>
                  <a:pt x="964780" y="84390"/>
                  <a:pt x="966296" y="82311"/>
                  <a:pt x="967020" y="79851"/>
                </a:cubicBezTo>
                <a:cubicBezTo>
                  <a:pt x="967517" y="78242"/>
                  <a:pt x="967766" y="75181"/>
                  <a:pt x="967766" y="70667"/>
                </a:cubicBezTo>
                <a:lnTo>
                  <a:pt x="967766" y="66911"/>
                </a:lnTo>
                <a:close/>
                <a:moveTo>
                  <a:pt x="998554" y="80754"/>
                </a:moveTo>
                <a:lnTo>
                  <a:pt x="1017691" y="77769"/>
                </a:lnTo>
                <a:cubicBezTo>
                  <a:pt x="1018505" y="81456"/>
                  <a:pt x="1020157" y="84255"/>
                  <a:pt x="1022645" y="86166"/>
                </a:cubicBezTo>
                <a:cubicBezTo>
                  <a:pt x="1025133" y="88078"/>
                  <a:pt x="1028617" y="89034"/>
                  <a:pt x="1033096" y="89034"/>
                </a:cubicBezTo>
                <a:cubicBezTo>
                  <a:pt x="1038027" y="89034"/>
                  <a:pt x="1041736" y="88130"/>
                  <a:pt x="1044225" y="86323"/>
                </a:cubicBezTo>
                <a:cubicBezTo>
                  <a:pt x="1045899" y="85058"/>
                  <a:pt x="1046736" y="83364"/>
                  <a:pt x="1046736" y="81240"/>
                </a:cubicBezTo>
                <a:cubicBezTo>
                  <a:pt x="1046736" y="79794"/>
                  <a:pt x="1046283" y="78596"/>
                  <a:pt x="1045378" y="77648"/>
                </a:cubicBezTo>
                <a:cubicBezTo>
                  <a:pt x="1044428" y="76744"/>
                  <a:pt x="1042302" y="75909"/>
                  <a:pt x="1038999" y="75141"/>
                </a:cubicBezTo>
                <a:cubicBezTo>
                  <a:pt x="1023618" y="71754"/>
                  <a:pt x="1013868" y="68659"/>
                  <a:pt x="1009751" y="65857"/>
                </a:cubicBezTo>
                <a:cubicBezTo>
                  <a:pt x="1004051" y="61969"/>
                  <a:pt x="1001201" y="56568"/>
                  <a:pt x="1001201" y="49653"/>
                </a:cubicBezTo>
                <a:cubicBezTo>
                  <a:pt x="1001201" y="43415"/>
                  <a:pt x="1003667" y="38172"/>
                  <a:pt x="1008598" y="33924"/>
                </a:cubicBezTo>
                <a:cubicBezTo>
                  <a:pt x="1013529" y="29676"/>
                  <a:pt x="1021175" y="27552"/>
                  <a:pt x="1031535" y="27552"/>
                </a:cubicBezTo>
                <a:cubicBezTo>
                  <a:pt x="1041397" y="27552"/>
                  <a:pt x="1048726" y="29152"/>
                  <a:pt x="1053522" y="32353"/>
                </a:cubicBezTo>
                <a:cubicBezTo>
                  <a:pt x="1058317" y="35553"/>
                  <a:pt x="1061620" y="40287"/>
                  <a:pt x="1063429" y="46553"/>
                </a:cubicBezTo>
                <a:lnTo>
                  <a:pt x="1045446" y="49946"/>
                </a:lnTo>
                <a:cubicBezTo>
                  <a:pt x="1044677" y="47141"/>
                  <a:pt x="1043218" y="44992"/>
                  <a:pt x="1041069" y="43499"/>
                </a:cubicBezTo>
                <a:cubicBezTo>
                  <a:pt x="1038920" y="42006"/>
                  <a:pt x="1035855" y="41259"/>
                  <a:pt x="1031874" y="41259"/>
                </a:cubicBezTo>
                <a:cubicBezTo>
                  <a:pt x="1026852" y="41259"/>
                  <a:pt x="1023256" y="41960"/>
                  <a:pt x="1021084" y="43361"/>
                </a:cubicBezTo>
                <a:cubicBezTo>
                  <a:pt x="1019636" y="44353"/>
                  <a:pt x="1018913" y="45641"/>
                  <a:pt x="1018913" y="47223"/>
                </a:cubicBezTo>
                <a:cubicBezTo>
                  <a:pt x="1018913" y="48577"/>
                  <a:pt x="1019546" y="49729"/>
                  <a:pt x="1020813" y="50677"/>
                </a:cubicBezTo>
                <a:cubicBezTo>
                  <a:pt x="1022532" y="51943"/>
                  <a:pt x="1028470" y="53727"/>
                  <a:pt x="1038626" y="56032"/>
                </a:cubicBezTo>
                <a:cubicBezTo>
                  <a:pt x="1048783" y="58336"/>
                  <a:pt x="1055874" y="61163"/>
                  <a:pt x="1059901" y="64512"/>
                </a:cubicBezTo>
                <a:cubicBezTo>
                  <a:pt x="1063882" y="67908"/>
                  <a:pt x="1065872" y="72639"/>
                  <a:pt x="1065872" y="78704"/>
                </a:cubicBezTo>
                <a:cubicBezTo>
                  <a:pt x="1065872" y="85313"/>
                  <a:pt x="1063113" y="90994"/>
                  <a:pt x="1057593" y="95748"/>
                </a:cubicBezTo>
                <a:cubicBezTo>
                  <a:pt x="1052074" y="100501"/>
                  <a:pt x="1043908" y="102877"/>
                  <a:pt x="1033096" y="102877"/>
                </a:cubicBezTo>
                <a:cubicBezTo>
                  <a:pt x="1023278" y="102877"/>
                  <a:pt x="1015508" y="100893"/>
                  <a:pt x="1009785" y="96924"/>
                </a:cubicBezTo>
                <a:cubicBezTo>
                  <a:pt x="1004062" y="92955"/>
                  <a:pt x="1000319" y="87565"/>
                  <a:pt x="998554" y="80754"/>
                </a:cubicBezTo>
                <a:close/>
                <a:moveTo>
                  <a:pt x="1114463" y="80754"/>
                </a:moveTo>
                <a:lnTo>
                  <a:pt x="1133600" y="77769"/>
                </a:lnTo>
                <a:cubicBezTo>
                  <a:pt x="1134414" y="81456"/>
                  <a:pt x="1136065" y="84255"/>
                  <a:pt x="1138553" y="86166"/>
                </a:cubicBezTo>
                <a:cubicBezTo>
                  <a:pt x="1141042" y="88078"/>
                  <a:pt x="1144525" y="89034"/>
                  <a:pt x="1149004" y="89034"/>
                </a:cubicBezTo>
                <a:cubicBezTo>
                  <a:pt x="1153935" y="89034"/>
                  <a:pt x="1157645" y="88130"/>
                  <a:pt x="1160133" y="86323"/>
                </a:cubicBezTo>
                <a:cubicBezTo>
                  <a:pt x="1161807" y="85058"/>
                  <a:pt x="1162644" y="83364"/>
                  <a:pt x="1162644" y="81240"/>
                </a:cubicBezTo>
                <a:cubicBezTo>
                  <a:pt x="1162644" y="79794"/>
                  <a:pt x="1162192" y="78596"/>
                  <a:pt x="1161287" y="77648"/>
                </a:cubicBezTo>
                <a:cubicBezTo>
                  <a:pt x="1160337" y="76744"/>
                  <a:pt x="1158210" y="75909"/>
                  <a:pt x="1154908" y="75141"/>
                </a:cubicBezTo>
                <a:cubicBezTo>
                  <a:pt x="1139526" y="71754"/>
                  <a:pt x="1129777" y="68659"/>
                  <a:pt x="1125660" y="65857"/>
                </a:cubicBezTo>
                <a:cubicBezTo>
                  <a:pt x="1119960" y="61969"/>
                  <a:pt x="1117109" y="56568"/>
                  <a:pt x="1117109" y="49653"/>
                </a:cubicBezTo>
                <a:cubicBezTo>
                  <a:pt x="1117109" y="43415"/>
                  <a:pt x="1119575" y="38172"/>
                  <a:pt x="1124506" y="33924"/>
                </a:cubicBezTo>
                <a:cubicBezTo>
                  <a:pt x="1129437" y="29676"/>
                  <a:pt x="1137083" y="27552"/>
                  <a:pt x="1147443" y="27552"/>
                </a:cubicBezTo>
                <a:cubicBezTo>
                  <a:pt x="1157306" y="27552"/>
                  <a:pt x="1164635" y="29152"/>
                  <a:pt x="1169430" y="32353"/>
                </a:cubicBezTo>
                <a:cubicBezTo>
                  <a:pt x="1174226" y="35553"/>
                  <a:pt x="1177528" y="40287"/>
                  <a:pt x="1179338" y="46553"/>
                </a:cubicBezTo>
                <a:lnTo>
                  <a:pt x="1161355" y="49946"/>
                </a:lnTo>
                <a:cubicBezTo>
                  <a:pt x="1160586" y="47141"/>
                  <a:pt x="1159127" y="44992"/>
                  <a:pt x="1156978" y="43499"/>
                </a:cubicBezTo>
                <a:cubicBezTo>
                  <a:pt x="1154829" y="42006"/>
                  <a:pt x="1151764" y="41259"/>
                  <a:pt x="1147783" y="41259"/>
                </a:cubicBezTo>
                <a:cubicBezTo>
                  <a:pt x="1142761" y="41259"/>
                  <a:pt x="1139164" y="41960"/>
                  <a:pt x="1136993" y="43361"/>
                </a:cubicBezTo>
                <a:cubicBezTo>
                  <a:pt x="1135545" y="44353"/>
                  <a:pt x="1134821" y="45641"/>
                  <a:pt x="1134821" y="47223"/>
                </a:cubicBezTo>
                <a:cubicBezTo>
                  <a:pt x="1134821" y="48577"/>
                  <a:pt x="1135454" y="49729"/>
                  <a:pt x="1136721" y="50677"/>
                </a:cubicBezTo>
                <a:cubicBezTo>
                  <a:pt x="1138440" y="51943"/>
                  <a:pt x="1144378" y="53727"/>
                  <a:pt x="1154535" y="56032"/>
                </a:cubicBezTo>
                <a:cubicBezTo>
                  <a:pt x="1164691" y="58336"/>
                  <a:pt x="1171783" y="61163"/>
                  <a:pt x="1175809" y="64512"/>
                </a:cubicBezTo>
                <a:cubicBezTo>
                  <a:pt x="1179790" y="67908"/>
                  <a:pt x="1181781" y="72639"/>
                  <a:pt x="1181781" y="78704"/>
                </a:cubicBezTo>
                <a:cubicBezTo>
                  <a:pt x="1181781" y="85313"/>
                  <a:pt x="1179021" y="90994"/>
                  <a:pt x="1173502" y="95748"/>
                </a:cubicBezTo>
                <a:cubicBezTo>
                  <a:pt x="1167982" y="100501"/>
                  <a:pt x="1159817" y="102877"/>
                  <a:pt x="1149004" y="102877"/>
                </a:cubicBezTo>
                <a:cubicBezTo>
                  <a:pt x="1139187" y="102877"/>
                  <a:pt x="1131417" y="100893"/>
                  <a:pt x="1125694" y="96924"/>
                </a:cubicBezTo>
                <a:cubicBezTo>
                  <a:pt x="1119971" y="92955"/>
                  <a:pt x="1116227" y="87565"/>
                  <a:pt x="1114463" y="80754"/>
                </a:cubicBezTo>
                <a:close/>
                <a:moveTo>
                  <a:pt x="1212705" y="51439"/>
                </a:moveTo>
                <a:lnTo>
                  <a:pt x="1195400" y="48317"/>
                </a:lnTo>
                <a:cubicBezTo>
                  <a:pt x="1197345" y="41258"/>
                  <a:pt x="1200693" y="36033"/>
                  <a:pt x="1205444" y="32641"/>
                </a:cubicBezTo>
                <a:cubicBezTo>
                  <a:pt x="1210194" y="29248"/>
                  <a:pt x="1217251" y="27552"/>
                  <a:pt x="1226616" y="27552"/>
                </a:cubicBezTo>
                <a:cubicBezTo>
                  <a:pt x="1235121" y="27552"/>
                  <a:pt x="1241455" y="28558"/>
                  <a:pt x="1245617" y="30571"/>
                </a:cubicBezTo>
                <a:cubicBezTo>
                  <a:pt x="1249779" y="32585"/>
                  <a:pt x="1252709" y="35141"/>
                  <a:pt x="1254405" y="38240"/>
                </a:cubicBezTo>
                <a:cubicBezTo>
                  <a:pt x="1256102" y="41339"/>
                  <a:pt x="1256950" y="47028"/>
                  <a:pt x="1256950" y="55307"/>
                </a:cubicBezTo>
                <a:lnTo>
                  <a:pt x="1256746" y="77565"/>
                </a:lnTo>
                <a:cubicBezTo>
                  <a:pt x="1256746" y="83899"/>
                  <a:pt x="1257052" y="88570"/>
                  <a:pt x="1257662" y="91578"/>
                </a:cubicBezTo>
                <a:cubicBezTo>
                  <a:pt x="1258273" y="94587"/>
                  <a:pt x="1259416" y="97810"/>
                  <a:pt x="1261089" y="101248"/>
                </a:cubicBezTo>
                <a:lnTo>
                  <a:pt x="1242224" y="101248"/>
                </a:lnTo>
                <a:cubicBezTo>
                  <a:pt x="1241726" y="99982"/>
                  <a:pt x="1241116" y="98104"/>
                  <a:pt x="1240392" y="95616"/>
                </a:cubicBezTo>
                <a:cubicBezTo>
                  <a:pt x="1240075" y="94485"/>
                  <a:pt x="1239849" y="93739"/>
                  <a:pt x="1239713" y="93377"/>
                </a:cubicBezTo>
                <a:cubicBezTo>
                  <a:pt x="1236456" y="96543"/>
                  <a:pt x="1232972" y="98919"/>
                  <a:pt x="1229263" y="100502"/>
                </a:cubicBezTo>
                <a:cubicBezTo>
                  <a:pt x="1225553" y="102085"/>
                  <a:pt x="1221594" y="102877"/>
                  <a:pt x="1217387" y="102877"/>
                </a:cubicBezTo>
                <a:cubicBezTo>
                  <a:pt x="1209968" y="102877"/>
                  <a:pt x="1204120" y="100872"/>
                  <a:pt x="1199845" y="96863"/>
                </a:cubicBezTo>
                <a:cubicBezTo>
                  <a:pt x="1195570" y="92854"/>
                  <a:pt x="1193432" y="87785"/>
                  <a:pt x="1193432" y="81658"/>
                </a:cubicBezTo>
                <a:cubicBezTo>
                  <a:pt x="1193432" y="77603"/>
                  <a:pt x="1194405" y="73988"/>
                  <a:pt x="1196350" y="70813"/>
                </a:cubicBezTo>
                <a:cubicBezTo>
                  <a:pt x="1198295" y="67636"/>
                  <a:pt x="1201021" y="65203"/>
                  <a:pt x="1204527" y="63514"/>
                </a:cubicBezTo>
                <a:cubicBezTo>
                  <a:pt x="1208034" y="61824"/>
                  <a:pt x="1213089" y="60349"/>
                  <a:pt x="1219694" y="59088"/>
                </a:cubicBezTo>
                <a:cubicBezTo>
                  <a:pt x="1228607" y="57421"/>
                  <a:pt x="1234782" y="55866"/>
                  <a:pt x="1238220" y="54424"/>
                </a:cubicBezTo>
                <a:lnTo>
                  <a:pt x="1238220" y="52503"/>
                </a:lnTo>
                <a:cubicBezTo>
                  <a:pt x="1238220" y="48798"/>
                  <a:pt x="1237316" y="46156"/>
                  <a:pt x="1235506" y="44578"/>
                </a:cubicBezTo>
                <a:cubicBezTo>
                  <a:pt x="1233696" y="42999"/>
                  <a:pt x="1230281" y="42209"/>
                  <a:pt x="1225259" y="42209"/>
                </a:cubicBezTo>
                <a:cubicBezTo>
                  <a:pt x="1221866" y="42209"/>
                  <a:pt x="1219219" y="42892"/>
                  <a:pt x="1217319" y="44258"/>
                </a:cubicBezTo>
                <a:cubicBezTo>
                  <a:pt x="1215419" y="45622"/>
                  <a:pt x="1213881" y="48016"/>
                  <a:pt x="1212705" y="51439"/>
                </a:cubicBezTo>
                <a:moveTo>
                  <a:pt x="1238220" y="66911"/>
                </a:moveTo>
                <a:cubicBezTo>
                  <a:pt x="1235777" y="67715"/>
                  <a:pt x="1231909" y="68677"/>
                  <a:pt x="1226616" y="69795"/>
                </a:cubicBezTo>
                <a:cubicBezTo>
                  <a:pt x="1221323" y="70912"/>
                  <a:pt x="1217862" y="72007"/>
                  <a:pt x="1216233" y="73080"/>
                </a:cubicBezTo>
                <a:cubicBezTo>
                  <a:pt x="1213745" y="74823"/>
                  <a:pt x="1212501" y="77036"/>
                  <a:pt x="1212501" y="79717"/>
                </a:cubicBezTo>
                <a:cubicBezTo>
                  <a:pt x="1212501" y="82356"/>
                  <a:pt x="1213496" y="84636"/>
                  <a:pt x="1215487" y="86559"/>
                </a:cubicBezTo>
                <a:cubicBezTo>
                  <a:pt x="1217478" y="88480"/>
                  <a:pt x="1220011" y="89441"/>
                  <a:pt x="1223087" y="89441"/>
                </a:cubicBezTo>
                <a:cubicBezTo>
                  <a:pt x="1226526" y="89441"/>
                  <a:pt x="1229806" y="88323"/>
                  <a:pt x="1232927" y="86088"/>
                </a:cubicBezTo>
                <a:cubicBezTo>
                  <a:pt x="1235234" y="84390"/>
                  <a:pt x="1236750" y="82311"/>
                  <a:pt x="1237474" y="79851"/>
                </a:cubicBezTo>
                <a:cubicBezTo>
                  <a:pt x="1237972" y="78242"/>
                  <a:pt x="1238220" y="75181"/>
                  <a:pt x="1238220" y="70667"/>
                </a:cubicBezTo>
                <a:lnTo>
                  <a:pt x="1238220" y="66911"/>
                </a:lnTo>
                <a:close/>
                <a:moveTo>
                  <a:pt x="1267518" y="29180"/>
                </a:moveTo>
                <a:lnTo>
                  <a:pt x="1278105" y="29180"/>
                </a:lnTo>
                <a:lnTo>
                  <a:pt x="1278105" y="23739"/>
                </a:lnTo>
                <a:cubicBezTo>
                  <a:pt x="1278105" y="17662"/>
                  <a:pt x="1278749" y="13128"/>
                  <a:pt x="1280039" y="10135"/>
                </a:cubicBezTo>
                <a:cubicBezTo>
                  <a:pt x="1281328" y="7142"/>
                  <a:pt x="1283703" y="4704"/>
                  <a:pt x="1287164" y="2823"/>
                </a:cubicBezTo>
                <a:cubicBezTo>
                  <a:pt x="1290625" y="941"/>
                  <a:pt x="1295002" y="0"/>
                  <a:pt x="1300295" y="0"/>
                </a:cubicBezTo>
                <a:cubicBezTo>
                  <a:pt x="1305724" y="0"/>
                  <a:pt x="1311040" y="814"/>
                  <a:pt x="1316242" y="2443"/>
                </a:cubicBezTo>
                <a:lnTo>
                  <a:pt x="1313664" y="15744"/>
                </a:lnTo>
                <a:cubicBezTo>
                  <a:pt x="1310633" y="15020"/>
                  <a:pt x="1307715" y="14658"/>
                  <a:pt x="1304910" y="14658"/>
                </a:cubicBezTo>
                <a:cubicBezTo>
                  <a:pt x="1302150" y="14658"/>
                  <a:pt x="1300171" y="15306"/>
                  <a:pt x="1298972" y="16603"/>
                </a:cubicBezTo>
                <a:cubicBezTo>
                  <a:pt x="1297773" y="17898"/>
                  <a:pt x="1297174" y="20386"/>
                  <a:pt x="1297174" y="24067"/>
                </a:cubicBezTo>
                <a:lnTo>
                  <a:pt x="1297174" y="29180"/>
                </a:lnTo>
                <a:lnTo>
                  <a:pt x="1311424" y="29180"/>
                </a:lnTo>
                <a:lnTo>
                  <a:pt x="1311424" y="44245"/>
                </a:lnTo>
                <a:lnTo>
                  <a:pt x="1297174" y="44245"/>
                </a:lnTo>
                <a:lnTo>
                  <a:pt x="1297174" y="101248"/>
                </a:lnTo>
                <a:lnTo>
                  <a:pt x="1278105" y="101248"/>
                </a:lnTo>
                <a:lnTo>
                  <a:pt x="1278105" y="44245"/>
                </a:lnTo>
                <a:lnTo>
                  <a:pt x="1267518" y="44245"/>
                </a:lnTo>
                <a:lnTo>
                  <a:pt x="1267518" y="29180"/>
                </a:lnTo>
                <a:close/>
                <a:moveTo>
                  <a:pt x="1363880" y="78312"/>
                </a:moveTo>
                <a:lnTo>
                  <a:pt x="1382881" y="81569"/>
                </a:lnTo>
                <a:cubicBezTo>
                  <a:pt x="1380438" y="88513"/>
                  <a:pt x="1376582" y="93801"/>
                  <a:pt x="1371311" y="97431"/>
                </a:cubicBezTo>
                <a:cubicBezTo>
                  <a:pt x="1366041" y="101062"/>
                  <a:pt x="1359447" y="102877"/>
                  <a:pt x="1351530" y="102877"/>
                </a:cubicBezTo>
                <a:cubicBezTo>
                  <a:pt x="1338998" y="102877"/>
                  <a:pt x="1329724" y="98783"/>
                  <a:pt x="1323707" y="90594"/>
                </a:cubicBezTo>
                <a:cubicBezTo>
                  <a:pt x="1318956" y="84034"/>
                  <a:pt x="1316581" y="75755"/>
                  <a:pt x="1316581" y="65757"/>
                </a:cubicBezTo>
                <a:cubicBezTo>
                  <a:pt x="1316581" y="53814"/>
                  <a:pt x="1319703" y="44460"/>
                  <a:pt x="1325946" y="37697"/>
                </a:cubicBezTo>
                <a:cubicBezTo>
                  <a:pt x="1332189" y="30933"/>
                  <a:pt x="1340084" y="27552"/>
                  <a:pt x="1349630" y="27552"/>
                </a:cubicBezTo>
                <a:cubicBezTo>
                  <a:pt x="1360352" y="27552"/>
                  <a:pt x="1368812" y="31092"/>
                  <a:pt x="1375010" y="38172"/>
                </a:cubicBezTo>
                <a:cubicBezTo>
                  <a:pt x="1381207" y="45252"/>
                  <a:pt x="1384171" y="56098"/>
                  <a:pt x="1383899" y="70711"/>
                </a:cubicBezTo>
                <a:lnTo>
                  <a:pt x="1336125" y="70711"/>
                </a:lnTo>
                <a:cubicBezTo>
                  <a:pt x="1336261" y="76366"/>
                  <a:pt x="1337799" y="80766"/>
                  <a:pt x="1340740" y="83910"/>
                </a:cubicBezTo>
                <a:cubicBezTo>
                  <a:pt x="1343680" y="87054"/>
                  <a:pt x="1347345" y="88626"/>
                  <a:pt x="1351733" y="88626"/>
                </a:cubicBezTo>
                <a:cubicBezTo>
                  <a:pt x="1354719" y="88626"/>
                  <a:pt x="1357230" y="87812"/>
                  <a:pt x="1359266" y="86183"/>
                </a:cubicBezTo>
                <a:cubicBezTo>
                  <a:pt x="1361302" y="84555"/>
                  <a:pt x="1362840" y="81931"/>
                  <a:pt x="1363880" y="78312"/>
                </a:cubicBezTo>
                <a:moveTo>
                  <a:pt x="1364966" y="59039"/>
                </a:moveTo>
                <a:cubicBezTo>
                  <a:pt x="1364830" y="53542"/>
                  <a:pt x="1363405" y="49363"/>
                  <a:pt x="1360691" y="46502"/>
                </a:cubicBezTo>
                <a:cubicBezTo>
                  <a:pt x="1357976" y="43640"/>
                  <a:pt x="1354674" y="42209"/>
                  <a:pt x="1350783" y="42209"/>
                </a:cubicBezTo>
                <a:cubicBezTo>
                  <a:pt x="1346621" y="42209"/>
                  <a:pt x="1343183" y="43719"/>
                  <a:pt x="1340468" y="46737"/>
                </a:cubicBezTo>
                <a:cubicBezTo>
                  <a:pt x="1337754" y="49757"/>
                  <a:pt x="1336419" y="53858"/>
                  <a:pt x="1336465" y="59039"/>
                </a:cubicBezTo>
                <a:lnTo>
                  <a:pt x="1364966" y="59039"/>
                </a:lnTo>
                <a:close/>
                <a:moveTo>
                  <a:pt x="1397654" y="105863"/>
                </a:moveTo>
                <a:lnTo>
                  <a:pt x="1419437" y="108577"/>
                </a:lnTo>
                <a:cubicBezTo>
                  <a:pt x="1419799" y="111135"/>
                  <a:pt x="1420636" y="112893"/>
                  <a:pt x="1421948" y="113852"/>
                </a:cubicBezTo>
                <a:cubicBezTo>
                  <a:pt x="1423758" y="115221"/>
                  <a:pt x="1426608" y="115906"/>
                  <a:pt x="1430499" y="115906"/>
                </a:cubicBezTo>
                <a:cubicBezTo>
                  <a:pt x="1435475" y="115906"/>
                  <a:pt x="1439207" y="115154"/>
                  <a:pt x="1441696" y="113650"/>
                </a:cubicBezTo>
                <a:cubicBezTo>
                  <a:pt x="1443370" y="112648"/>
                  <a:pt x="1444636" y="111030"/>
                  <a:pt x="1445496" y="108798"/>
                </a:cubicBezTo>
                <a:cubicBezTo>
                  <a:pt x="1446084" y="107203"/>
                  <a:pt x="1446378" y="104265"/>
                  <a:pt x="1446378" y="99982"/>
                </a:cubicBezTo>
                <a:lnTo>
                  <a:pt x="1446378" y="89388"/>
                </a:lnTo>
                <a:cubicBezTo>
                  <a:pt x="1440678" y="97295"/>
                  <a:pt x="1433485" y="101248"/>
                  <a:pt x="1424798" y="101248"/>
                </a:cubicBezTo>
                <a:cubicBezTo>
                  <a:pt x="1415117" y="101248"/>
                  <a:pt x="1407449" y="97154"/>
                  <a:pt x="1401794" y="88966"/>
                </a:cubicBezTo>
                <a:cubicBezTo>
                  <a:pt x="1397360" y="82496"/>
                  <a:pt x="1395143" y="74443"/>
                  <a:pt x="1395143" y="64807"/>
                </a:cubicBezTo>
                <a:cubicBezTo>
                  <a:pt x="1395143" y="52728"/>
                  <a:pt x="1398050" y="43499"/>
                  <a:pt x="1403863" y="37120"/>
                </a:cubicBezTo>
                <a:cubicBezTo>
                  <a:pt x="1409677" y="30741"/>
                  <a:pt x="1416904" y="27552"/>
                  <a:pt x="1425545" y="27552"/>
                </a:cubicBezTo>
                <a:cubicBezTo>
                  <a:pt x="1434457" y="27552"/>
                  <a:pt x="1441809" y="31483"/>
                  <a:pt x="1447600" y="39347"/>
                </a:cubicBezTo>
                <a:lnTo>
                  <a:pt x="1447600" y="29180"/>
                </a:lnTo>
                <a:lnTo>
                  <a:pt x="1465447" y="29180"/>
                </a:lnTo>
                <a:lnTo>
                  <a:pt x="1465447" y="93894"/>
                </a:lnTo>
                <a:cubicBezTo>
                  <a:pt x="1465447" y="102405"/>
                  <a:pt x="1464746" y="108766"/>
                  <a:pt x="1463343" y="112976"/>
                </a:cubicBezTo>
                <a:cubicBezTo>
                  <a:pt x="1461941" y="117186"/>
                  <a:pt x="1459973" y="120491"/>
                  <a:pt x="1457439" y="122890"/>
                </a:cubicBezTo>
                <a:cubicBezTo>
                  <a:pt x="1454906" y="125290"/>
                  <a:pt x="1451524" y="127169"/>
                  <a:pt x="1447294" y="128526"/>
                </a:cubicBezTo>
                <a:cubicBezTo>
                  <a:pt x="1443064" y="129885"/>
                  <a:pt x="1437715" y="130564"/>
                  <a:pt x="1431245" y="130564"/>
                </a:cubicBezTo>
                <a:cubicBezTo>
                  <a:pt x="1419030" y="130564"/>
                  <a:pt x="1410367" y="128454"/>
                  <a:pt x="1405254" y="124234"/>
                </a:cubicBezTo>
                <a:cubicBezTo>
                  <a:pt x="1400142" y="120016"/>
                  <a:pt x="1397586" y="114667"/>
                  <a:pt x="1397586" y="108189"/>
                </a:cubicBezTo>
                <a:cubicBezTo>
                  <a:pt x="1397586" y="107550"/>
                  <a:pt x="1397609" y="106775"/>
                  <a:pt x="1397654" y="105863"/>
                </a:cubicBezTo>
                <a:moveTo>
                  <a:pt x="1414687" y="63721"/>
                </a:moveTo>
                <a:cubicBezTo>
                  <a:pt x="1414687" y="71344"/>
                  <a:pt x="1416169" y="76926"/>
                  <a:pt x="1419132" y="80466"/>
                </a:cubicBezTo>
                <a:cubicBezTo>
                  <a:pt x="1422095" y="84006"/>
                  <a:pt x="1425748" y="85776"/>
                  <a:pt x="1430092" y="85776"/>
                </a:cubicBezTo>
                <a:cubicBezTo>
                  <a:pt x="1434751" y="85776"/>
                  <a:pt x="1438687" y="83961"/>
                  <a:pt x="1441899" y="80330"/>
                </a:cubicBezTo>
                <a:cubicBezTo>
                  <a:pt x="1445111" y="76700"/>
                  <a:pt x="1446717" y="71322"/>
                  <a:pt x="1446717" y="64196"/>
                </a:cubicBezTo>
                <a:cubicBezTo>
                  <a:pt x="1446717" y="56754"/>
                  <a:pt x="1445179" y="51229"/>
                  <a:pt x="1442103" y="47621"/>
                </a:cubicBezTo>
                <a:cubicBezTo>
                  <a:pt x="1439027" y="44013"/>
                  <a:pt x="1435136" y="42209"/>
                  <a:pt x="1430431" y="42209"/>
                </a:cubicBezTo>
                <a:cubicBezTo>
                  <a:pt x="1425862" y="42209"/>
                  <a:pt x="1422095" y="43980"/>
                  <a:pt x="1419132" y="47520"/>
                </a:cubicBezTo>
                <a:cubicBezTo>
                  <a:pt x="1416169" y="51060"/>
                  <a:pt x="1414687" y="56460"/>
                  <a:pt x="1414687" y="63721"/>
                </a:cubicBezTo>
                <a:close/>
                <a:moveTo>
                  <a:pt x="1531769" y="101248"/>
                </a:moveTo>
                <a:lnTo>
                  <a:pt x="1531769" y="90459"/>
                </a:lnTo>
                <a:cubicBezTo>
                  <a:pt x="1529145" y="94304"/>
                  <a:pt x="1525695" y="97335"/>
                  <a:pt x="1521420" y="99552"/>
                </a:cubicBezTo>
                <a:cubicBezTo>
                  <a:pt x="1517145" y="101769"/>
                  <a:pt x="1512632" y="102877"/>
                  <a:pt x="1507882" y="102877"/>
                </a:cubicBezTo>
                <a:cubicBezTo>
                  <a:pt x="1503041" y="102877"/>
                  <a:pt x="1498698" y="101814"/>
                  <a:pt x="1494853" y="99688"/>
                </a:cubicBezTo>
                <a:cubicBezTo>
                  <a:pt x="1491007" y="97561"/>
                  <a:pt x="1488225" y="94576"/>
                  <a:pt x="1486506" y="90730"/>
                </a:cubicBezTo>
                <a:cubicBezTo>
                  <a:pt x="1484787" y="86885"/>
                  <a:pt x="1483927" y="81569"/>
                  <a:pt x="1483927" y="74783"/>
                </a:cubicBezTo>
                <a:lnTo>
                  <a:pt x="1483927" y="29180"/>
                </a:lnTo>
                <a:lnTo>
                  <a:pt x="1502996" y="29180"/>
                </a:lnTo>
                <a:lnTo>
                  <a:pt x="1502996" y="62220"/>
                </a:lnTo>
                <a:cubicBezTo>
                  <a:pt x="1502996" y="72331"/>
                  <a:pt x="1503347" y="78526"/>
                  <a:pt x="1504048" y="80805"/>
                </a:cubicBezTo>
                <a:cubicBezTo>
                  <a:pt x="1504749" y="83084"/>
                  <a:pt x="1506027" y="84890"/>
                  <a:pt x="1507882" y="86222"/>
                </a:cubicBezTo>
                <a:cubicBezTo>
                  <a:pt x="1509737" y="87553"/>
                  <a:pt x="1512089" y="88219"/>
                  <a:pt x="1514939" y="88219"/>
                </a:cubicBezTo>
                <a:cubicBezTo>
                  <a:pt x="1518197" y="88219"/>
                  <a:pt x="1521115" y="87328"/>
                  <a:pt x="1523693" y="85545"/>
                </a:cubicBezTo>
                <a:cubicBezTo>
                  <a:pt x="1526272" y="83762"/>
                  <a:pt x="1528037" y="81550"/>
                  <a:pt x="1528987" y="78910"/>
                </a:cubicBezTo>
                <a:cubicBezTo>
                  <a:pt x="1529937" y="76269"/>
                  <a:pt x="1530412" y="69803"/>
                  <a:pt x="1530412" y="59512"/>
                </a:cubicBezTo>
                <a:lnTo>
                  <a:pt x="1530412" y="29180"/>
                </a:lnTo>
                <a:lnTo>
                  <a:pt x="1549481" y="29180"/>
                </a:lnTo>
                <a:lnTo>
                  <a:pt x="1549481" y="101248"/>
                </a:lnTo>
                <a:lnTo>
                  <a:pt x="1531769" y="101248"/>
                </a:lnTo>
                <a:close/>
                <a:moveTo>
                  <a:pt x="1583362" y="51439"/>
                </a:moveTo>
                <a:lnTo>
                  <a:pt x="1566057" y="48317"/>
                </a:lnTo>
                <a:cubicBezTo>
                  <a:pt x="1568003" y="41258"/>
                  <a:pt x="1571350" y="36033"/>
                  <a:pt x="1576101" y="32641"/>
                </a:cubicBezTo>
                <a:cubicBezTo>
                  <a:pt x="1580851" y="29248"/>
                  <a:pt x="1587908" y="27552"/>
                  <a:pt x="1597273" y="27552"/>
                </a:cubicBezTo>
                <a:cubicBezTo>
                  <a:pt x="1605779" y="27552"/>
                  <a:pt x="1612112" y="28558"/>
                  <a:pt x="1616274" y="30571"/>
                </a:cubicBezTo>
                <a:cubicBezTo>
                  <a:pt x="1620436" y="32585"/>
                  <a:pt x="1623366" y="35141"/>
                  <a:pt x="1625062" y="38240"/>
                </a:cubicBezTo>
                <a:cubicBezTo>
                  <a:pt x="1626759" y="41339"/>
                  <a:pt x="1627607" y="47028"/>
                  <a:pt x="1627607" y="55307"/>
                </a:cubicBezTo>
                <a:lnTo>
                  <a:pt x="1627404" y="77565"/>
                </a:lnTo>
                <a:cubicBezTo>
                  <a:pt x="1627404" y="83899"/>
                  <a:pt x="1627709" y="88570"/>
                  <a:pt x="1628320" y="91578"/>
                </a:cubicBezTo>
                <a:cubicBezTo>
                  <a:pt x="1628930" y="94587"/>
                  <a:pt x="1630073" y="97810"/>
                  <a:pt x="1631747" y="101248"/>
                </a:cubicBezTo>
                <a:lnTo>
                  <a:pt x="1612881" y="101248"/>
                </a:lnTo>
                <a:cubicBezTo>
                  <a:pt x="1612384" y="99982"/>
                  <a:pt x="1611773" y="98104"/>
                  <a:pt x="1611049" y="95616"/>
                </a:cubicBezTo>
                <a:cubicBezTo>
                  <a:pt x="1610732" y="94485"/>
                  <a:pt x="1610506" y="93739"/>
                  <a:pt x="1610370" y="93377"/>
                </a:cubicBezTo>
                <a:cubicBezTo>
                  <a:pt x="1607113" y="96543"/>
                  <a:pt x="1603630" y="98919"/>
                  <a:pt x="1599920" y="100502"/>
                </a:cubicBezTo>
                <a:cubicBezTo>
                  <a:pt x="1596210" y="102085"/>
                  <a:pt x="1592252" y="102877"/>
                  <a:pt x="1588044" y="102877"/>
                </a:cubicBezTo>
                <a:cubicBezTo>
                  <a:pt x="1580625" y="102877"/>
                  <a:pt x="1574777" y="100872"/>
                  <a:pt x="1570502" y="96863"/>
                </a:cubicBezTo>
                <a:cubicBezTo>
                  <a:pt x="1566227" y="92854"/>
                  <a:pt x="1564089" y="87785"/>
                  <a:pt x="1564089" y="81658"/>
                </a:cubicBezTo>
                <a:cubicBezTo>
                  <a:pt x="1564089" y="77603"/>
                  <a:pt x="1565062" y="73988"/>
                  <a:pt x="1567007" y="70813"/>
                </a:cubicBezTo>
                <a:cubicBezTo>
                  <a:pt x="1568953" y="67636"/>
                  <a:pt x="1571678" y="65203"/>
                  <a:pt x="1575185" y="63514"/>
                </a:cubicBezTo>
                <a:cubicBezTo>
                  <a:pt x="1578691" y="61824"/>
                  <a:pt x="1583746" y="60349"/>
                  <a:pt x="1590351" y="59088"/>
                </a:cubicBezTo>
                <a:cubicBezTo>
                  <a:pt x="1599264" y="57421"/>
                  <a:pt x="1605439" y="55866"/>
                  <a:pt x="1608878" y="54424"/>
                </a:cubicBezTo>
                <a:lnTo>
                  <a:pt x="1608878" y="52503"/>
                </a:lnTo>
                <a:cubicBezTo>
                  <a:pt x="1608878" y="48798"/>
                  <a:pt x="1607973" y="46156"/>
                  <a:pt x="1606163" y="44578"/>
                </a:cubicBezTo>
                <a:cubicBezTo>
                  <a:pt x="1604353" y="42999"/>
                  <a:pt x="1600938" y="42209"/>
                  <a:pt x="1595916" y="42209"/>
                </a:cubicBezTo>
                <a:cubicBezTo>
                  <a:pt x="1592523" y="42209"/>
                  <a:pt x="1589876" y="42892"/>
                  <a:pt x="1587976" y="44258"/>
                </a:cubicBezTo>
                <a:cubicBezTo>
                  <a:pt x="1586076" y="45622"/>
                  <a:pt x="1584538" y="48016"/>
                  <a:pt x="1583362" y="51439"/>
                </a:cubicBezTo>
                <a:moveTo>
                  <a:pt x="1608878" y="66911"/>
                </a:moveTo>
                <a:cubicBezTo>
                  <a:pt x="1606435" y="67715"/>
                  <a:pt x="1602566" y="68677"/>
                  <a:pt x="1597273" y="69795"/>
                </a:cubicBezTo>
                <a:cubicBezTo>
                  <a:pt x="1591980" y="70912"/>
                  <a:pt x="1588519" y="72007"/>
                  <a:pt x="1586891" y="73080"/>
                </a:cubicBezTo>
                <a:cubicBezTo>
                  <a:pt x="1584402" y="74823"/>
                  <a:pt x="1583158" y="77036"/>
                  <a:pt x="1583158" y="79717"/>
                </a:cubicBezTo>
                <a:cubicBezTo>
                  <a:pt x="1583158" y="82356"/>
                  <a:pt x="1584154" y="84636"/>
                  <a:pt x="1586144" y="86559"/>
                </a:cubicBezTo>
                <a:cubicBezTo>
                  <a:pt x="1588135" y="88480"/>
                  <a:pt x="1590668" y="89441"/>
                  <a:pt x="1593745" y="89441"/>
                </a:cubicBezTo>
                <a:cubicBezTo>
                  <a:pt x="1597183" y="89441"/>
                  <a:pt x="1600463" y="88323"/>
                  <a:pt x="1603584" y="86088"/>
                </a:cubicBezTo>
                <a:cubicBezTo>
                  <a:pt x="1605892" y="84390"/>
                  <a:pt x="1607407" y="82311"/>
                  <a:pt x="1608131" y="79851"/>
                </a:cubicBezTo>
                <a:cubicBezTo>
                  <a:pt x="1608629" y="78242"/>
                  <a:pt x="1608878" y="75181"/>
                  <a:pt x="1608878" y="70667"/>
                </a:cubicBezTo>
                <a:lnTo>
                  <a:pt x="1608878" y="66911"/>
                </a:lnTo>
                <a:close/>
                <a:moveTo>
                  <a:pt x="1664639" y="101248"/>
                </a:moveTo>
                <a:lnTo>
                  <a:pt x="1645570" y="101248"/>
                </a:lnTo>
                <a:lnTo>
                  <a:pt x="1645570" y="29180"/>
                </a:lnTo>
                <a:lnTo>
                  <a:pt x="1663281" y="29180"/>
                </a:lnTo>
                <a:lnTo>
                  <a:pt x="1663281" y="39427"/>
                </a:lnTo>
                <a:cubicBezTo>
                  <a:pt x="1666313" y="34586"/>
                  <a:pt x="1669038" y="31397"/>
                  <a:pt x="1671459" y="29859"/>
                </a:cubicBezTo>
                <a:cubicBezTo>
                  <a:pt x="1673879" y="28321"/>
                  <a:pt x="1676627" y="27552"/>
                  <a:pt x="1679704" y="27552"/>
                </a:cubicBezTo>
                <a:cubicBezTo>
                  <a:pt x="1684047" y="27552"/>
                  <a:pt x="1688232" y="28750"/>
                  <a:pt x="1692258" y="31148"/>
                </a:cubicBezTo>
                <a:lnTo>
                  <a:pt x="1686354" y="47774"/>
                </a:lnTo>
                <a:cubicBezTo>
                  <a:pt x="1683142" y="45693"/>
                  <a:pt x="1680156" y="44652"/>
                  <a:pt x="1677397" y="44652"/>
                </a:cubicBezTo>
                <a:cubicBezTo>
                  <a:pt x="1674727" y="44652"/>
                  <a:pt x="1672465" y="45388"/>
                  <a:pt x="1670610" y="46858"/>
                </a:cubicBezTo>
                <a:cubicBezTo>
                  <a:pt x="1668756" y="48328"/>
                  <a:pt x="1667297" y="50986"/>
                  <a:pt x="1666233" y="54832"/>
                </a:cubicBezTo>
                <a:cubicBezTo>
                  <a:pt x="1665170" y="58677"/>
                  <a:pt x="1664639" y="66730"/>
                  <a:pt x="1664639" y="78990"/>
                </a:cubicBezTo>
                <a:lnTo>
                  <a:pt x="1664639" y="101248"/>
                </a:lnTo>
                <a:close/>
                <a:moveTo>
                  <a:pt x="1766775" y="101248"/>
                </a:moveTo>
                <a:lnTo>
                  <a:pt x="1749063" y="101248"/>
                </a:lnTo>
                <a:lnTo>
                  <a:pt x="1749063" y="90662"/>
                </a:lnTo>
                <a:cubicBezTo>
                  <a:pt x="1746123" y="94779"/>
                  <a:pt x="1742650" y="97844"/>
                  <a:pt x="1738647" y="99857"/>
                </a:cubicBezTo>
                <a:cubicBezTo>
                  <a:pt x="1734643" y="101871"/>
                  <a:pt x="1730605" y="102877"/>
                  <a:pt x="1726533" y="102877"/>
                </a:cubicBezTo>
                <a:cubicBezTo>
                  <a:pt x="1718254" y="102877"/>
                  <a:pt x="1711163" y="99541"/>
                  <a:pt x="1705259" y="92868"/>
                </a:cubicBezTo>
                <a:cubicBezTo>
                  <a:pt x="1699355" y="86195"/>
                  <a:pt x="1696403" y="76886"/>
                  <a:pt x="1696403" y="64943"/>
                </a:cubicBezTo>
                <a:cubicBezTo>
                  <a:pt x="1696403" y="52728"/>
                  <a:pt x="1699276" y="43442"/>
                  <a:pt x="1705021" y="37086"/>
                </a:cubicBezTo>
                <a:cubicBezTo>
                  <a:pt x="1710767" y="30730"/>
                  <a:pt x="1718028" y="27552"/>
                  <a:pt x="1726805" y="27552"/>
                </a:cubicBezTo>
                <a:cubicBezTo>
                  <a:pt x="1734858" y="27552"/>
                  <a:pt x="1741825" y="30899"/>
                  <a:pt x="1747706" y="37595"/>
                </a:cubicBezTo>
                <a:lnTo>
                  <a:pt x="1747706" y="1764"/>
                </a:lnTo>
                <a:lnTo>
                  <a:pt x="1766775" y="1764"/>
                </a:lnTo>
                <a:lnTo>
                  <a:pt x="1766775" y="101248"/>
                </a:lnTo>
                <a:moveTo>
                  <a:pt x="1715879" y="63690"/>
                </a:moveTo>
                <a:cubicBezTo>
                  <a:pt x="1715879" y="71369"/>
                  <a:pt x="1716942" y="76925"/>
                  <a:pt x="1719069" y="80358"/>
                </a:cubicBezTo>
                <a:cubicBezTo>
                  <a:pt x="1722145" y="85327"/>
                  <a:pt x="1726443" y="87812"/>
                  <a:pt x="1731962" y="87812"/>
                </a:cubicBezTo>
                <a:cubicBezTo>
                  <a:pt x="1736351" y="87812"/>
                  <a:pt x="1740083" y="85949"/>
                  <a:pt x="1743159" y="82222"/>
                </a:cubicBezTo>
                <a:cubicBezTo>
                  <a:pt x="1746236" y="78495"/>
                  <a:pt x="1747774" y="72928"/>
                  <a:pt x="1747774" y="65520"/>
                </a:cubicBezTo>
                <a:cubicBezTo>
                  <a:pt x="1747774" y="57252"/>
                  <a:pt x="1746281" y="51300"/>
                  <a:pt x="1743295" y="47664"/>
                </a:cubicBezTo>
                <a:cubicBezTo>
                  <a:pt x="1740309" y="44028"/>
                  <a:pt x="1736486" y="42209"/>
                  <a:pt x="1731826" y="42209"/>
                </a:cubicBezTo>
                <a:cubicBezTo>
                  <a:pt x="1727302" y="42209"/>
                  <a:pt x="1723514" y="44005"/>
                  <a:pt x="1720460" y="47596"/>
                </a:cubicBezTo>
                <a:cubicBezTo>
                  <a:pt x="1717406" y="51187"/>
                  <a:pt x="1715879" y="56551"/>
                  <a:pt x="1715879" y="63690"/>
                </a:cubicBezTo>
                <a:close/>
                <a:moveTo>
                  <a:pt x="1827190" y="78312"/>
                </a:moveTo>
                <a:lnTo>
                  <a:pt x="1846191" y="81569"/>
                </a:lnTo>
                <a:cubicBezTo>
                  <a:pt x="1843748" y="88513"/>
                  <a:pt x="1839891" y="93801"/>
                  <a:pt x="1834621" y="97431"/>
                </a:cubicBezTo>
                <a:cubicBezTo>
                  <a:pt x="1829350" y="101062"/>
                  <a:pt x="1822756" y="102877"/>
                  <a:pt x="1814839" y="102877"/>
                </a:cubicBezTo>
                <a:cubicBezTo>
                  <a:pt x="1802308" y="102877"/>
                  <a:pt x="1793033" y="98783"/>
                  <a:pt x="1787016" y="90594"/>
                </a:cubicBezTo>
                <a:cubicBezTo>
                  <a:pt x="1782266" y="84034"/>
                  <a:pt x="1779891" y="75755"/>
                  <a:pt x="1779891" y="65757"/>
                </a:cubicBezTo>
                <a:cubicBezTo>
                  <a:pt x="1779891" y="53814"/>
                  <a:pt x="1783012" y="44460"/>
                  <a:pt x="1789256" y="37697"/>
                </a:cubicBezTo>
                <a:cubicBezTo>
                  <a:pt x="1795499" y="30933"/>
                  <a:pt x="1803393" y="27552"/>
                  <a:pt x="1812939" y="27552"/>
                </a:cubicBezTo>
                <a:cubicBezTo>
                  <a:pt x="1823661" y="27552"/>
                  <a:pt x="1832121" y="31092"/>
                  <a:pt x="1838319" y="38172"/>
                </a:cubicBezTo>
                <a:cubicBezTo>
                  <a:pt x="1844517" y="45252"/>
                  <a:pt x="1847480" y="56098"/>
                  <a:pt x="1847209" y="70711"/>
                </a:cubicBezTo>
                <a:lnTo>
                  <a:pt x="1799435" y="70711"/>
                </a:lnTo>
                <a:cubicBezTo>
                  <a:pt x="1799571" y="76366"/>
                  <a:pt x="1801109" y="80766"/>
                  <a:pt x="1804049" y="83910"/>
                </a:cubicBezTo>
                <a:cubicBezTo>
                  <a:pt x="1806990" y="87054"/>
                  <a:pt x="1810655" y="88626"/>
                  <a:pt x="1815043" y="88626"/>
                </a:cubicBezTo>
                <a:cubicBezTo>
                  <a:pt x="1818029" y="88626"/>
                  <a:pt x="1820540" y="87812"/>
                  <a:pt x="1822575" y="86183"/>
                </a:cubicBezTo>
                <a:cubicBezTo>
                  <a:pt x="1824611" y="84555"/>
                  <a:pt x="1826149" y="81931"/>
                  <a:pt x="1827190" y="78312"/>
                </a:cubicBezTo>
                <a:moveTo>
                  <a:pt x="1828276" y="59039"/>
                </a:moveTo>
                <a:cubicBezTo>
                  <a:pt x="1828140" y="53542"/>
                  <a:pt x="1826715" y="49363"/>
                  <a:pt x="1824000" y="46502"/>
                </a:cubicBezTo>
                <a:cubicBezTo>
                  <a:pt x="1821286" y="43640"/>
                  <a:pt x="1817983" y="42209"/>
                  <a:pt x="1814093" y="42209"/>
                </a:cubicBezTo>
                <a:cubicBezTo>
                  <a:pt x="1809931" y="42209"/>
                  <a:pt x="1806492" y="43719"/>
                  <a:pt x="1803778" y="46737"/>
                </a:cubicBezTo>
                <a:cubicBezTo>
                  <a:pt x="1801063" y="49757"/>
                  <a:pt x="1799729" y="53858"/>
                  <a:pt x="1799774" y="59039"/>
                </a:cubicBezTo>
                <a:lnTo>
                  <a:pt x="1828276" y="59039"/>
                </a:lnTo>
                <a:close/>
                <a:moveTo>
                  <a:pt x="1928825" y="101248"/>
                </a:moveTo>
                <a:lnTo>
                  <a:pt x="1911113" y="101248"/>
                </a:lnTo>
                <a:lnTo>
                  <a:pt x="1911113" y="90662"/>
                </a:lnTo>
                <a:cubicBezTo>
                  <a:pt x="1908172" y="94779"/>
                  <a:pt x="1904700" y="97844"/>
                  <a:pt x="1900696" y="99857"/>
                </a:cubicBezTo>
                <a:cubicBezTo>
                  <a:pt x="1896693" y="101871"/>
                  <a:pt x="1892655" y="102877"/>
                  <a:pt x="1888583" y="102877"/>
                </a:cubicBezTo>
                <a:cubicBezTo>
                  <a:pt x="1880304" y="102877"/>
                  <a:pt x="1873213" y="99541"/>
                  <a:pt x="1867309" y="92868"/>
                </a:cubicBezTo>
                <a:cubicBezTo>
                  <a:pt x="1861405" y="86195"/>
                  <a:pt x="1858453" y="76886"/>
                  <a:pt x="1858453" y="64943"/>
                </a:cubicBezTo>
                <a:cubicBezTo>
                  <a:pt x="1858453" y="52728"/>
                  <a:pt x="1861326" y="43442"/>
                  <a:pt x="1867071" y="37086"/>
                </a:cubicBezTo>
                <a:cubicBezTo>
                  <a:pt x="1872817" y="30730"/>
                  <a:pt x="1880078" y="27552"/>
                  <a:pt x="1888855" y="27552"/>
                </a:cubicBezTo>
                <a:cubicBezTo>
                  <a:pt x="1896908" y="27552"/>
                  <a:pt x="1903875" y="30899"/>
                  <a:pt x="1909756" y="37595"/>
                </a:cubicBezTo>
                <a:lnTo>
                  <a:pt x="1909756" y="1764"/>
                </a:lnTo>
                <a:lnTo>
                  <a:pt x="1928825" y="1764"/>
                </a:lnTo>
                <a:lnTo>
                  <a:pt x="1928825" y="101248"/>
                </a:lnTo>
                <a:moveTo>
                  <a:pt x="1877929" y="63690"/>
                </a:moveTo>
                <a:cubicBezTo>
                  <a:pt x="1877929" y="71369"/>
                  <a:pt x="1878992" y="76925"/>
                  <a:pt x="1881119" y="80358"/>
                </a:cubicBezTo>
                <a:cubicBezTo>
                  <a:pt x="1884195" y="85327"/>
                  <a:pt x="1888493" y="87812"/>
                  <a:pt x="1894012" y="87812"/>
                </a:cubicBezTo>
                <a:cubicBezTo>
                  <a:pt x="1898401" y="87812"/>
                  <a:pt x="1902133" y="85949"/>
                  <a:pt x="1905209" y="82222"/>
                </a:cubicBezTo>
                <a:cubicBezTo>
                  <a:pt x="1908286" y="78495"/>
                  <a:pt x="1909824" y="72928"/>
                  <a:pt x="1909824" y="65520"/>
                </a:cubicBezTo>
                <a:cubicBezTo>
                  <a:pt x="1909824" y="57252"/>
                  <a:pt x="1908331" y="51300"/>
                  <a:pt x="1905345" y="47664"/>
                </a:cubicBezTo>
                <a:cubicBezTo>
                  <a:pt x="1902359" y="44028"/>
                  <a:pt x="1898536" y="42209"/>
                  <a:pt x="1893876" y="42209"/>
                </a:cubicBezTo>
                <a:cubicBezTo>
                  <a:pt x="1889352" y="42209"/>
                  <a:pt x="1885563" y="44005"/>
                  <a:pt x="1882510" y="47596"/>
                </a:cubicBezTo>
                <a:cubicBezTo>
                  <a:pt x="1879456" y="51187"/>
                  <a:pt x="1877929" y="56551"/>
                  <a:pt x="1877929" y="63690"/>
                </a:cubicBezTo>
                <a:close/>
                <a:moveTo>
                  <a:pt x="1985467" y="101248"/>
                </a:moveTo>
                <a:lnTo>
                  <a:pt x="1985467" y="1764"/>
                </a:lnTo>
                <a:lnTo>
                  <a:pt x="2004535" y="1764"/>
                </a:lnTo>
                <a:lnTo>
                  <a:pt x="2004535" y="37595"/>
                </a:lnTo>
                <a:cubicBezTo>
                  <a:pt x="2010417" y="30899"/>
                  <a:pt x="2017384" y="27552"/>
                  <a:pt x="2025437" y="27552"/>
                </a:cubicBezTo>
                <a:cubicBezTo>
                  <a:pt x="2034213" y="27552"/>
                  <a:pt x="2041474" y="30730"/>
                  <a:pt x="2047220" y="37086"/>
                </a:cubicBezTo>
                <a:cubicBezTo>
                  <a:pt x="2052966" y="43442"/>
                  <a:pt x="2055838" y="52570"/>
                  <a:pt x="2055838" y="64468"/>
                </a:cubicBezTo>
                <a:cubicBezTo>
                  <a:pt x="2055838" y="76773"/>
                  <a:pt x="2052909" y="86251"/>
                  <a:pt x="2047050" y="92902"/>
                </a:cubicBezTo>
                <a:cubicBezTo>
                  <a:pt x="2041192" y="99552"/>
                  <a:pt x="2034078" y="102877"/>
                  <a:pt x="2025708" y="102877"/>
                </a:cubicBezTo>
                <a:cubicBezTo>
                  <a:pt x="2021591" y="102877"/>
                  <a:pt x="2017531" y="101848"/>
                  <a:pt x="2013527" y="99789"/>
                </a:cubicBezTo>
                <a:cubicBezTo>
                  <a:pt x="2009523" y="97731"/>
                  <a:pt x="2006074" y="94689"/>
                  <a:pt x="2003178" y="90662"/>
                </a:cubicBezTo>
                <a:lnTo>
                  <a:pt x="2003178" y="101248"/>
                </a:lnTo>
                <a:lnTo>
                  <a:pt x="1985467" y="101248"/>
                </a:lnTo>
                <a:moveTo>
                  <a:pt x="2004400" y="63690"/>
                </a:moveTo>
                <a:cubicBezTo>
                  <a:pt x="2004400" y="71143"/>
                  <a:pt x="2005576" y="76654"/>
                  <a:pt x="2007929" y="80222"/>
                </a:cubicBezTo>
                <a:cubicBezTo>
                  <a:pt x="2011231" y="85282"/>
                  <a:pt x="2015619" y="87812"/>
                  <a:pt x="2021094" y="87812"/>
                </a:cubicBezTo>
                <a:cubicBezTo>
                  <a:pt x="2025301" y="87812"/>
                  <a:pt x="2028886" y="86017"/>
                  <a:pt x="2031849" y="82426"/>
                </a:cubicBezTo>
                <a:cubicBezTo>
                  <a:pt x="2034813" y="78835"/>
                  <a:pt x="2036294" y="73177"/>
                  <a:pt x="2036294" y="65452"/>
                </a:cubicBezTo>
                <a:cubicBezTo>
                  <a:pt x="2036294" y="57229"/>
                  <a:pt x="2034801" y="51300"/>
                  <a:pt x="2031816" y="47664"/>
                </a:cubicBezTo>
                <a:cubicBezTo>
                  <a:pt x="2028830" y="44028"/>
                  <a:pt x="2025007" y="42209"/>
                  <a:pt x="2020347" y="42209"/>
                </a:cubicBezTo>
                <a:cubicBezTo>
                  <a:pt x="2015778" y="42209"/>
                  <a:pt x="2011978" y="43983"/>
                  <a:pt x="2008946" y="47530"/>
                </a:cubicBezTo>
                <a:cubicBezTo>
                  <a:pt x="2005915" y="51076"/>
                  <a:pt x="2004400" y="56462"/>
                  <a:pt x="2004400" y="63690"/>
                </a:cubicBezTo>
                <a:close/>
                <a:moveTo>
                  <a:pt x="2062033" y="29180"/>
                </a:moveTo>
                <a:lnTo>
                  <a:pt x="2082323" y="29180"/>
                </a:lnTo>
                <a:lnTo>
                  <a:pt x="2099560" y="80396"/>
                </a:lnTo>
                <a:lnTo>
                  <a:pt x="2116389" y="29180"/>
                </a:lnTo>
                <a:lnTo>
                  <a:pt x="2136137" y="29180"/>
                </a:lnTo>
                <a:lnTo>
                  <a:pt x="2110689" y="98557"/>
                </a:lnTo>
                <a:lnTo>
                  <a:pt x="2106142" y="111156"/>
                </a:lnTo>
                <a:cubicBezTo>
                  <a:pt x="2104468" y="115364"/>
                  <a:pt x="2102873" y="118576"/>
                  <a:pt x="2101358" y="120792"/>
                </a:cubicBezTo>
                <a:cubicBezTo>
                  <a:pt x="2099842" y="123009"/>
                  <a:pt x="2098101" y="124808"/>
                  <a:pt x="2096133" y="126187"/>
                </a:cubicBezTo>
                <a:cubicBezTo>
                  <a:pt x="2094165" y="127567"/>
                  <a:pt x="2091744" y="128642"/>
                  <a:pt x="2088872" y="129411"/>
                </a:cubicBezTo>
                <a:cubicBezTo>
                  <a:pt x="2085999" y="130180"/>
                  <a:pt x="2082753" y="130564"/>
                  <a:pt x="2079133" y="130564"/>
                </a:cubicBezTo>
                <a:cubicBezTo>
                  <a:pt x="2075469" y="130564"/>
                  <a:pt x="2071872" y="130180"/>
                  <a:pt x="2068344" y="129411"/>
                </a:cubicBezTo>
                <a:lnTo>
                  <a:pt x="2066647" y="114481"/>
                </a:lnTo>
                <a:cubicBezTo>
                  <a:pt x="2069633" y="115070"/>
                  <a:pt x="2072325" y="115364"/>
                  <a:pt x="2074723" y="115364"/>
                </a:cubicBezTo>
                <a:cubicBezTo>
                  <a:pt x="2079156" y="115364"/>
                  <a:pt x="2082436" y="114063"/>
                  <a:pt x="2084562" y="111462"/>
                </a:cubicBezTo>
                <a:cubicBezTo>
                  <a:pt x="2086689" y="108860"/>
                  <a:pt x="2088317" y="105546"/>
                  <a:pt x="2089448" y="101520"/>
                </a:cubicBezTo>
                <a:lnTo>
                  <a:pt x="2062033" y="291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RomanLaw.">
            <a:extLst xmlns:a="http://schemas.openxmlformats.org/drawingml/2006/main">
              <a:ext uri="{FF2B5EF4-FFF2-40B4-BE49-F238E27FC236}">
                <a16:creationId xmlns:a16="http://schemas.microsoft.com/office/drawing/2014/main" id="{CF02E8A3-CA08-4D0F-8E28-A6749F09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2962" y="2213966"/>
            <a:ext cx="796305" cy="101113"/>
          </a:xfrm>
          <a:custGeom xmlns:a="http://schemas.openxmlformats.org/drawingml/2006/main">
            <a:pathLst>
              <a:path w="796305" h="101113">
                <a:moveTo>
                  <a:pt x="0" y="99484"/>
                </a:moveTo>
                <a:lnTo>
                  <a:pt x="0" y="0"/>
                </a:lnTo>
                <a:lnTo>
                  <a:pt x="42277" y="0"/>
                </a:lnTo>
                <a:cubicBezTo>
                  <a:pt x="52909" y="0"/>
                  <a:pt x="60634" y="893"/>
                  <a:pt x="65452" y="2681"/>
                </a:cubicBezTo>
                <a:cubicBezTo>
                  <a:pt x="70270" y="4468"/>
                  <a:pt x="74127" y="7646"/>
                  <a:pt x="77022" y="12215"/>
                </a:cubicBezTo>
                <a:cubicBezTo>
                  <a:pt x="79918" y="16784"/>
                  <a:pt x="81365" y="22010"/>
                  <a:pt x="81365" y="27891"/>
                </a:cubicBezTo>
                <a:cubicBezTo>
                  <a:pt x="81365" y="35356"/>
                  <a:pt x="79171" y="41520"/>
                  <a:pt x="74783" y="46383"/>
                </a:cubicBezTo>
                <a:cubicBezTo>
                  <a:pt x="70394" y="51246"/>
                  <a:pt x="63835" y="54311"/>
                  <a:pt x="55103" y="55578"/>
                </a:cubicBezTo>
                <a:cubicBezTo>
                  <a:pt x="59446" y="58112"/>
                  <a:pt x="63031" y="60894"/>
                  <a:pt x="65859" y="63925"/>
                </a:cubicBezTo>
                <a:cubicBezTo>
                  <a:pt x="68687" y="66956"/>
                  <a:pt x="72498" y="72340"/>
                  <a:pt x="77294" y="80076"/>
                </a:cubicBezTo>
                <a:lnTo>
                  <a:pt x="89441" y="99484"/>
                </a:lnTo>
                <a:lnTo>
                  <a:pt x="65418" y="99484"/>
                </a:lnTo>
                <a:lnTo>
                  <a:pt x="50896" y="77830"/>
                </a:lnTo>
                <a:cubicBezTo>
                  <a:pt x="45738" y="70097"/>
                  <a:pt x="42209" y="65224"/>
                  <a:pt x="40309" y="63212"/>
                </a:cubicBezTo>
                <a:cubicBezTo>
                  <a:pt x="38409" y="61199"/>
                  <a:pt x="36396" y="59819"/>
                  <a:pt x="34270" y="59073"/>
                </a:cubicBezTo>
                <a:cubicBezTo>
                  <a:pt x="32143" y="58326"/>
                  <a:pt x="28773" y="57953"/>
                  <a:pt x="24158" y="57953"/>
                </a:cubicBezTo>
                <a:lnTo>
                  <a:pt x="20087" y="57953"/>
                </a:lnTo>
                <a:lnTo>
                  <a:pt x="20087" y="99484"/>
                </a:lnTo>
                <a:lnTo>
                  <a:pt x="0" y="99484"/>
                </a:lnTo>
                <a:moveTo>
                  <a:pt x="20087" y="42074"/>
                </a:moveTo>
                <a:lnTo>
                  <a:pt x="34948" y="42074"/>
                </a:lnTo>
                <a:cubicBezTo>
                  <a:pt x="44585" y="42074"/>
                  <a:pt x="50602" y="41667"/>
                  <a:pt x="52999" y="40852"/>
                </a:cubicBezTo>
                <a:cubicBezTo>
                  <a:pt x="55397" y="40038"/>
                  <a:pt x="57275" y="38635"/>
                  <a:pt x="58632" y="36645"/>
                </a:cubicBezTo>
                <a:cubicBezTo>
                  <a:pt x="59989" y="34654"/>
                  <a:pt x="60668" y="32166"/>
                  <a:pt x="60668" y="29180"/>
                </a:cubicBezTo>
                <a:cubicBezTo>
                  <a:pt x="60668" y="25832"/>
                  <a:pt x="59774" y="23129"/>
                  <a:pt x="57987" y="21071"/>
                </a:cubicBezTo>
                <a:cubicBezTo>
                  <a:pt x="56200" y="19012"/>
                  <a:pt x="53678" y="17712"/>
                  <a:pt x="50421" y="17169"/>
                </a:cubicBezTo>
                <a:cubicBezTo>
                  <a:pt x="48792" y="16943"/>
                  <a:pt x="43906" y="16830"/>
                  <a:pt x="35763" y="16830"/>
                </a:cubicBezTo>
                <a:lnTo>
                  <a:pt x="20087" y="16830"/>
                </a:lnTo>
                <a:lnTo>
                  <a:pt x="20087" y="42074"/>
                </a:lnTo>
                <a:close/>
                <a:moveTo>
                  <a:pt x="95729" y="62432"/>
                </a:moveTo>
                <a:cubicBezTo>
                  <a:pt x="95729" y="56098"/>
                  <a:pt x="97290" y="49968"/>
                  <a:pt x="100411" y="44042"/>
                </a:cubicBezTo>
                <a:cubicBezTo>
                  <a:pt x="103533" y="38115"/>
                  <a:pt x="107955" y="33591"/>
                  <a:pt x="113678" y="30470"/>
                </a:cubicBezTo>
                <a:cubicBezTo>
                  <a:pt x="119401" y="27348"/>
                  <a:pt x="125791" y="25787"/>
                  <a:pt x="132849" y="25787"/>
                </a:cubicBezTo>
                <a:cubicBezTo>
                  <a:pt x="143752" y="25787"/>
                  <a:pt x="152687" y="29327"/>
                  <a:pt x="159654" y="36407"/>
                </a:cubicBezTo>
                <a:cubicBezTo>
                  <a:pt x="166621" y="43488"/>
                  <a:pt x="170104" y="52434"/>
                  <a:pt x="170104" y="63246"/>
                </a:cubicBezTo>
                <a:cubicBezTo>
                  <a:pt x="170104" y="74149"/>
                  <a:pt x="166587" y="83186"/>
                  <a:pt x="159552" y="90357"/>
                </a:cubicBezTo>
                <a:cubicBezTo>
                  <a:pt x="152517" y="97527"/>
                  <a:pt x="143661" y="101113"/>
                  <a:pt x="132985" y="101113"/>
                </a:cubicBezTo>
                <a:cubicBezTo>
                  <a:pt x="126379" y="101113"/>
                  <a:pt x="120080" y="99620"/>
                  <a:pt x="114085" y="96634"/>
                </a:cubicBezTo>
                <a:cubicBezTo>
                  <a:pt x="108091" y="93648"/>
                  <a:pt x="103533" y="89271"/>
                  <a:pt x="100411" y="83503"/>
                </a:cubicBezTo>
                <a:cubicBezTo>
                  <a:pt x="97290" y="77735"/>
                  <a:pt x="95729" y="70711"/>
                  <a:pt x="95729" y="62432"/>
                </a:cubicBezTo>
                <a:moveTo>
                  <a:pt x="115273" y="63450"/>
                </a:moveTo>
                <a:cubicBezTo>
                  <a:pt x="115273" y="70575"/>
                  <a:pt x="116969" y="76033"/>
                  <a:pt x="120362" y="79821"/>
                </a:cubicBezTo>
                <a:cubicBezTo>
                  <a:pt x="123755" y="83610"/>
                  <a:pt x="127940" y="85505"/>
                  <a:pt x="132917" y="85505"/>
                </a:cubicBezTo>
                <a:cubicBezTo>
                  <a:pt x="137893" y="85505"/>
                  <a:pt x="142067" y="83610"/>
                  <a:pt x="145437" y="79821"/>
                </a:cubicBezTo>
                <a:cubicBezTo>
                  <a:pt x="148807" y="76033"/>
                  <a:pt x="150493" y="70530"/>
                  <a:pt x="150493" y="63314"/>
                </a:cubicBezTo>
                <a:cubicBezTo>
                  <a:pt x="150493" y="56279"/>
                  <a:pt x="148807" y="50867"/>
                  <a:pt x="145437" y="47079"/>
                </a:cubicBezTo>
                <a:cubicBezTo>
                  <a:pt x="142067" y="43290"/>
                  <a:pt x="137893" y="41395"/>
                  <a:pt x="132917" y="41395"/>
                </a:cubicBezTo>
                <a:cubicBezTo>
                  <a:pt x="127940" y="41395"/>
                  <a:pt x="123755" y="43290"/>
                  <a:pt x="120362" y="47079"/>
                </a:cubicBezTo>
                <a:cubicBezTo>
                  <a:pt x="116969" y="50867"/>
                  <a:pt x="115273" y="56325"/>
                  <a:pt x="115273" y="63450"/>
                </a:cubicBezTo>
                <a:close/>
                <a:moveTo>
                  <a:pt x="183677" y="27416"/>
                </a:moveTo>
                <a:lnTo>
                  <a:pt x="201253" y="27416"/>
                </a:lnTo>
                <a:lnTo>
                  <a:pt x="201253" y="37256"/>
                </a:lnTo>
                <a:cubicBezTo>
                  <a:pt x="207542" y="29610"/>
                  <a:pt x="215029" y="25787"/>
                  <a:pt x="223715" y="25787"/>
                </a:cubicBezTo>
                <a:cubicBezTo>
                  <a:pt x="228330" y="25787"/>
                  <a:pt x="232334" y="26741"/>
                  <a:pt x="235727" y="28650"/>
                </a:cubicBezTo>
                <a:cubicBezTo>
                  <a:pt x="239120" y="30559"/>
                  <a:pt x="241902" y="33445"/>
                  <a:pt x="244074" y="37309"/>
                </a:cubicBezTo>
                <a:cubicBezTo>
                  <a:pt x="247240" y="33445"/>
                  <a:pt x="250656" y="30559"/>
                  <a:pt x="254321" y="28650"/>
                </a:cubicBezTo>
                <a:cubicBezTo>
                  <a:pt x="257985" y="26741"/>
                  <a:pt x="261898" y="25787"/>
                  <a:pt x="266061" y="25787"/>
                </a:cubicBezTo>
                <a:cubicBezTo>
                  <a:pt x="271354" y="25787"/>
                  <a:pt x="275832" y="26862"/>
                  <a:pt x="279497" y="29011"/>
                </a:cubicBezTo>
                <a:cubicBezTo>
                  <a:pt x="283161" y="31159"/>
                  <a:pt x="285899" y="34315"/>
                  <a:pt x="287708" y="38477"/>
                </a:cubicBezTo>
                <a:cubicBezTo>
                  <a:pt x="289020" y="41554"/>
                  <a:pt x="289676" y="46530"/>
                  <a:pt x="289676" y="53407"/>
                </a:cubicBezTo>
                <a:lnTo>
                  <a:pt x="289676" y="99484"/>
                </a:lnTo>
                <a:lnTo>
                  <a:pt x="270607" y="99484"/>
                </a:lnTo>
                <a:lnTo>
                  <a:pt x="270607" y="58339"/>
                </a:lnTo>
                <a:cubicBezTo>
                  <a:pt x="270607" y="51200"/>
                  <a:pt x="269951" y="46591"/>
                  <a:pt x="268639" y="44513"/>
                </a:cubicBezTo>
                <a:cubicBezTo>
                  <a:pt x="266875" y="41801"/>
                  <a:pt x="264160" y="40445"/>
                  <a:pt x="260496" y="40445"/>
                </a:cubicBezTo>
                <a:cubicBezTo>
                  <a:pt x="257827" y="40445"/>
                  <a:pt x="255316" y="41259"/>
                  <a:pt x="252963" y="42886"/>
                </a:cubicBezTo>
                <a:cubicBezTo>
                  <a:pt x="250611" y="44512"/>
                  <a:pt x="248914" y="46895"/>
                  <a:pt x="247874" y="50037"/>
                </a:cubicBezTo>
                <a:cubicBezTo>
                  <a:pt x="246833" y="53177"/>
                  <a:pt x="246313" y="58136"/>
                  <a:pt x="246313" y="64915"/>
                </a:cubicBezTo>
                <a:lnTo>
                  <a:pt x="246313" y="99484"/>
                </a:lnTo>
                <a:lnTo>
                  <a:pt x="227244" y="99484"/>
                </a:lnTo>
                <a:lnTo>
                  <a:pt x="227244" y="60034"/>
                </a:lnTo>
                <a:cubicBezTo>
                  <a:pt x="227244" y="53030"/>
                  <a:pt x="226905" y="48511"/>
                  <a:pt x="226226" y="46478"/>
                </a:cubicBezTo>
                <a:cubicBezTo>
                  <a:pt x="225548" y="44444"/>
                  <a:pt x="224496" y="42930"/>
                  <a:pt x="223071" y="41936"/>
                </a:cubicBezTo>
                <a:cubicBezTo>
                  <a:pt x="221646" y="40942"/>
                  <a:pt x="219712" y="40445"/>
                  <a:pt x="217269" y="40445"/>
                </a:cubicBezTo>
                <a:cubicBezTo>
                  <a:pt x="214328" y="40445"/>
                  <a:pt x="211681" y="41236"/>
                  <a:pt x="209329" y="42818"/>
                </a:cubicBezTo>
                <a:cubicBezTo>
                  <a:pt x="206976" y="44399"/>
                  <a:pt x="205291" y="46681"/>
                  <a:pt x="204273" y="49664"/>
                </a:cubicBezTo>
                <a:cubicBezTo>
                  <a:pt x="203255" y="52647"/>
                  <a:pt x="202746" y="57595"/>
                  <a:pt x="202746" y="64508"/>
                </a:cubicBezTo>
                <a:lnTo>
                  <a:pt x="202746" y="99484"/>
                </a:lnTo>
                <a:lnTo>
                  <a:pt x="183677" y="99484"/>
                </a:lnTo>
                <a:lnTo>
                  <a:pt x="183677" y="27416"/>
                </a:lnTo>
                <a:close/>
                <a:moveTo>
                  <a:pt x="322905" y="49674"/>
                </a:moveTo>
                <a:lnTo>
                  <a:pt x="305600" y="46553"/>
                </a:lnTo>
                <a:cubicBezTo>
                  <a:pt x="307546" y="39494"/>
                  <a:pt x="310894" y="34268"/>
                  <a:pt x="315644" y="30877"/>
                </a:cubicBezTo>
                <a:cubicBezTo>
                  <a:pt x="320394" y="27484"/>
                  <a:pt x="327452" y="25787"/>
                  <a:pt x="336816" y="25787"/>
                </a:cubicBezTo>
                <a:cubicBezTo>
                  <a:pt x="345322" y="25787"/>
                  <a:pt x="351655" y="26794"/>
                  <a:pt x="355818" y="28807"/>
                </a:cubicBezTo>
                <a:cubicBezTo>
                  <a:pt x="359980" y="30820"/>
                  <a:pt x="362909" y="33376"/>
                  <a:pt x="364605" y="36475"/>
                </a:cubicBezTo>
                <a:cubicBezTo>
                  <a:pt x="366302" y="39574"/>
                  <a:pt x="367150" y="45263"/>
                  <a:pt x="367150" y="53542"/>
                </a:cubicBezTo>
                <a:lnTo>
                  <a:pt x="366947" y="75801"/>
                </a:lnTo>
                <a:cubicBezTo>
                  <a:pt x="366947" y="82134"/>
                  <a:pt x="367252" y="86805"/>
                  <a:pt x="367863" y="89814"/>
                </a:cubicBezTo>
                <a:cubicBezTo>
                  <a:pt x="368474" y="92822"/>
                  <a:pt x="369616" y="96046"/>
                  <a:pt x="371290" y="99484"/>
                </a:cubicBezTo>
                <a:lnTo>
                  <a:pt x="352424" y="99484"/>
                </a:lnTo>
                <a:cubicBezTo>
                  <a:pt x="351927" y="98217"/>
                  <a:pt x="351316" y="96340"/>
                  <a:pt x="350592" y="93852"/>
                </a:cubicBezTo>
                <a:cubicBezTo>
                  <a:pt x="350276" y="92721"/>
                  <a:pt x="350049" y="91974"/>
                  <a:pt x="349914" y="91612"/>
                </a:cubicBezTo>
                <a:cubicBezTo>
                  <a:pt x="346656" y="94779"/>
                  <a:pt x="343173" y="97154"/>
                  <a:pt x="339463" y="98738"/>
                </a:cubicBezTo>
                <a:cubicBezTo>
                  <a:pt x="335753" y="100321"/>
                  <a:pt x="331795" y="101113"/>
                  <a:pt x="327587" y="101113"/>
                </a:cubicBezTo>
                <a:cubicBezTo>
                  <a:pt x="320168" y="101113"/>
                  <a:pt x="314321" y="99108"/>
                  <a:pt x="310045" y="95099"/>
                </a:cubicBezTo>
                <a:cubicBezTo>
                  <a:pt x="305770" y="91089"/>
                  <a:pt x="303632" y="86021"/>
                  <a:pt x="303632" y="79894"/>
                </a:cubicBezTo>
                <a:cubicBezTo>
                  <a:pt x="303632" y="75839"/>
                  <a:pt x="304605" y="72224"/>
                  <a:pt x="306550" y="69048"/>
                </a:cubicBezTo>
                <a:cubicBezTo>
                  <a:pt x="308496" y="65872"/>
                  <a:pt x="311222" y="63439"/>
                  <a:pt x="314728" y="61749"/>
                </a:cubicBezTo>
                <a:cubicBezTo>
                  <a:pt x="318234" y="60060"/>
                  <a:pt x="323290" y="58584"/>
                  <a:pt x="329895" y="57323"/>
                </a:cubicBezTo>
                <a:cubicBezTo>
                  <a:pt x="338807" y="55657"/>
                  <a:pt x="344982" y="54102"/>
                  <a:pt x="348421" y="52660"/>
                </a:cubicBezTo>
                <a:lnTo>
                  <a:pt x="348421" y="50739"/>
                </a:lnTo>
                <a:cubicBezTo>
                  <a:pt x="348421" y="47033"/>
                  <a:pt x="347516" y="44392"/>
                  <a:pt x="345706" y="42814"/>
                </a:cubicBezTo>
                <a:cubicBezTo>
                  <a:pt x="343897" y="41235"/>
                  <a:pt x="340481" y="40445"/>
                  <a:pt x="335459" y="40445"/>
                </a:cubicBezTo>
                <a:cubicBezTo>
                  <a:pt x="332066" y="40445"/>
                  <a:pt x="329420" y="41128"/>
                  <a:pt x="327519" y="42494"/>
                </a:cubicBezTo>
                <a:cubicBezTo>
                  <a:pt x="325619" y="43858"/>
                  <a:pt x="324081" y="46251"/>
                  <a:pt x="322905" y="49674"/>
                </a:cubicBezTo>
                <a:moveTo>
                  <a:pt x="348421" y="65146"/>
                </a:moveTo>
                <a:cubicBezTo>
                  <a:pt x="345978" y="65951"/>
                  <a:pt x="342110" y="66912"/>
                  <a:pt x="336816" y="68031"/>
                </a:cubicBezTo>
                <a:cubicBezTo>
                  <a:pt x="331523" y="69147"/>
                  <a:pt x="328062" y="70242"/>
                  <a:pt x="326434" y="71315"/>
                </a:cubicBezTo>
                <a:cubicBezTo>
                  <a:pt x="323945" y="73059"/>
                  <a:pt x="322701" y="75271"/>
                  <a:pt x="322701" y="77953"/>
                </a:cubicBezTo>
                <a:cubicBezTo>
                  <a:pt x="322701" y="80591"/>
                  <a:pt x="323697" y="82872"/>
                  <a:pt x="325687" y="84794"/>
                </a:cubicBezTo>
                <a:cubicBezTo>
                  <a:pt x="327678" y="86716"/>
                  <a:pt x="330211" y="87676"/>
                  <a:pt x="333288" y="87676"/>
                </a:cubicBezTo>
                <a:cubicBezTo>
                  <a:pt x="336726" y="87676"/>
                  <a:pt x="340006" y="86559"/>
                  <a:pt x="343128" y="84324"/>
                </a:cubicBezTo>
                <a:cubicBezTo>
                  <a:pt x="345435" y="82626"/>
                  <a:pt x="346950" y="80547"/>
                  <a:pt x="347674" y="78087"/>
                </a:cubicBezTo>
                <a:cubicBezTo>
                  <a:pt x="348172" y="76478"/>
                  <a:pt x="348421" y="73416"/>
                  <a:pt x="348421" y="68902"/>
                </a:cubicBezTo>
                <a:lnTo>
                  <a:pt x="348421" y="65146"/>
                </a:lnTo>
                <a:close/>
                <a:moveTo>
                  <a:pt x="451481" y="99484"/>
                </a:moveTo>
                <a:lnTo>
                  <a:pt x="432412" y="99484"/>
                </a:lnTo>
                <a:lnTo>
                  <a:pt x="432412" y="62746"/>
                </a:lnTo>
                <a:cubicBezTo>
                  <a:pt x="432412" y="54973"/>
                  <a:pt x="432005" y="49946"/>
                  <a:pt x="431191" y="47664"/>
                </a:cubicBezTo>
                <a:cubicBezTo>
                  <a:pt x="430376" y="45382"/>
                  <a:pt x="429053" y="43608"/>
                  <a:pt x="427221" y="42343"/>
                </a:cubicBezTo>
                <a:cubicBezTo>
                  <a:pt x="425389" y="41078"/>
                  <a:pt x="423183" y="40445"/>
                  <a:pt x="420604" y="40445"/>
                </a:cubicBezTo>
                <a:cubicBezTo>
                  <a:pt x="417302" y="40445"/>
                  <a:pt x="414339" y="41349"/>
                  <a:pt x="411715" y="43157"/>
                </a:cubicBezTo>
                <a:cubicBezTo>
                  <a:pt x="409091" y="44964"/>
                  <a:pt x="407292" y="47359"/>
                  <a:pt x="406320" y="50342"/>
                </a:cubicBezTo>
                <a:cubicBezTo>
                  <a:pt x="405347" y="53324"/>
                  <a:pt x="404861" y="58837"/>
                  <a:pt x="404861" y="66881"/>
                </a:cubicBezTo>
                <a:lnTo>
                  <a:pt x="404861" y="99484"/>
                </a:lnTo>
                <a:lnTo>
                  <a:pt x="385792" y="99484"/>
                </a:lnTo>
                <a:lnTo>
                  <a:pt x="385792" y="27416"/>
                </a:lnTo>
                <a:lnTo>
                  <a:pt x="403504" y="27416"/>
                </a:lnTo>
                <a:lnTo>
                  <a:pt x="403504" y="38002"/>
                </a:lnTo>
                <a:cubicBezTo>
                  <a:pt x="409792" y="29859"/>
                  <a:pt x="417709" y="25787"/>
                  <a:pt x="427255" y="25787"/>
                </a:cubicBezTo>
                <a:cubicBezTo>
                  <a:pt x="431462" y="25787"/>
                  <a:pt x="435308" y="26545"/>
                  <a:pt x="438791" y="28060"/>
                </a:cubicBezTo>
                <a:cubicBezTo>
                  <a:pt x="442275" y="29576"/>
                  <a:pt x="444910" y="31510"/>
                  <a:pt x="446697" y="33863"/>
                </a:cubicBezTo>
                <a:cubicBezTo>
                  <a:pt x="448484" y="36215"/>
                  <a:pt x="449728" y="38884"/>
                  <a:pt x="450429" y="41870"/>
                </a:cubicBezTo>
                <a:cubicBezTo>
                  <a:pt x="451131" y="44856"/>
                  <a:pt x="451481" y="49131"/>
                  <a:pt x="451481" y="54696"/>
                </a:cubicBezTo>
                <a:lnTo>
                  <a:pt x="451481" y="99484"/>
                </a:lnTo>
                <a:close/>
                <a:moveTo>
                  <a:pt x="510066" y="99484"/>
                </a:moveTo>
                <a:lnTo>
                  <a:pt x="510066" y="814"/>
                </a:lnTo>
                <a:lnTo>
                  <a:pt x="530153" y="814"/>
                </a:lnTo>
                <a:lnTo>
                  <a:pt x="530153" y="82655"/>
                </a:lnTo>
                <a:lnTo>
                  <a:pt x="580098" y="82655"/>
                </a:lnTo>
                <a:lnTo>
                  <a:pt x="580098" y="99484"/>
                </a:lnTo>
                <a:lnTo>
                  <a:pt x="510066" y="99484"/>
                </a:lnTo>
                <a:close/>
                <a:moveTo>
                  <a:pt x="608647" y="49674"/>
                </a:moveTo>
                <a:lnTo>
                  <a:pt x="591343" y="46553"/>
                </a:lnTo>
                <a:cubicBezTo>
                  <a:pt x="593288" y="39494"/>
                  <a:pt x="596636" y="34268"/>
                  <a:pt x="601386" y="30877"/>
                </a:cubicBezTo>
                <a:cubicBezTo>
                  <a:pt x="606136" y="27484"/>
                  <a:pt x="613194" y="25787"/>
                  <a:pt x="622559" y="25787"/>
                </a:cubicBezTo>
                <a:cubicBezTo>
                  <a:pt x="631064" y="25787"/>
                  <a:pt x="637398" y="26794"/>
                  <a:pt x="641560" y="28807"/>
                </a:cubicBezTo>
                <a:cubicBezTo>
                  <a:pt x="645722" y="30820"/>
                  <a:pt x="648651" y="33376"/>
                  <a:pt x="650348" y="36475"/>
                </a:cubicBezTo>
                <a:cubicBezTo>
                  <a:pt x="652044" y="39574"/>
                  <a:pt x="652893" y="45263"/>
                  <a:pt x="652893" y="53542"/>
                </a:cubicBezTo>
                <a:lnTo>
                  <a:pt x="652689" y="75801"/>
                </a:lnTo>
                <a:cubicBezTo>
                  <a:pt x="652689" y="82134"/>
                  <a:pt x="652994" y="86805"/>
                  <a:pt x="653605" y="89814"/>
                </a:cubicBezTo>
                <a:cubicBezTo>
                  <a:pt x="654216" y="92822"/>
                  <a:pt x="655358" y="96046"/>
                  <a:pt x="657032" y="99484"/>
                </a:cubicBezTo>
                <a:lnTo>
                  <a:pt x="638167" y="99484"/>
                </a:lnTo>
                <a:cubicBezTo>
                  <a:pt x="637669" y="98217"/>
                  <a:pt x="637058" y="96340"/>
                  <a:pt x="636334" y="93852"/>
                </a:cubicBezTo>
                <a:cubicBezTo>
                  <a:pt x="636018" y="92721"/>
                  <a:pt x="635792" y="91974"/>
                  <a:pt x="635656" y="91612"/>
                </a:cubicBezTo>
                <a:cubicBezTo>
                  <a:pt x="632399" y="94779"/>
                  <a:pt x="628915" y="97154"/>
                  <a:pt x="625205" y="98738"/>
                </a:cubicBezTo>
                <a:cubicBezTo>
                  <a:pt x="621496" y="100321"/>
                  <a:pt x="617537" y="101113"/>
                  <a:pt x="613330" y="101113"/>
                </a:cubicBezTo>
                <a:cubicBezTo>
                  <a:pt x="605910" y="101113"/>
                  <a:pt x="600063" y="99108"/>
                  <a:pt x="595788" y="95099"/>
                </a:cubicBezTo>
                <a:cubicBezTo>
                  <a:pt x="591512" y="91089"/>
                  <a:pt x="589375" y="86021"/>
                  <a:pt x="589375" y="79894"/>
                </a:cubicBezTo>
                <a:cubicBezTo>
                  <a:pt x="589375" y="75839"/>
                  <a:pt x="590347" y="72224"/>
                  <a:pt x="592293" y="69048"/>
                </a:cubicBezTo>
                <a:cubicBezTo>
                  <a:pt x="594238" y="65872"/>
                  <a:pt x="596964" y="63439"/>
                  <a:pt x="600470" y="61749"/>
                </a:cubicBezTo>
                <a:cubicBezTo>
                  <a:pt x="603976" y="60060"/>
                  <a:pt x="609032" y="58584"/>
                  <a:pt x="615637" y="57323"/>
                </a:cubicBezTo>
                <a:cubicBezTo>
                  <a:pt x="624549" y="55657"/>
                  <a:pt x="630725" y="54102"/>
                  <a:pt x="634163" y="52660"/>
                </a:cubicBezTo>
                <a:lnTo>
                  <a:pt x="634163" y="50739"/>
                </a:lnTo>
                <a:cubicBezTo>
                  <a:pt x="634163" y="47033"/>
                  <a:pt x="633258" y="44392"/>
                  <a:pt x="631449" y="42814"/>
                </a:cubicBezTo>
                <a:cubicBezTo>
                  <a:pt x="629639" y="41235"/>
                  <a:pt x="626223" y="40445"/>
                  <a:pt x="621202" y="40445"/>
                </a:cubicBezTo>
                <a:cubicBezTo>
                  <a:pt x="617808" y="40445"/>
                  <a:pt x="615162" y="41128"/>
                  <a:pt x="613262" y="42494"/>
                </a:cubicBezTo>
                <a:cubicBezTo>
                  <a:pt x="611362" y="43858"/>
                  <a:pt x="609823" y="46251"/>
                  <a:pt x="608647" y="49674"/>
                </a:cubicBezTo>
                <a:moveTo>
                  <a:pt x="634163" y="65146"/>
                </a:moveTo>
                <a:cubicBezTo>
                  <a:pt x="631720" y="65951"/>
                  <a:pt x="627852" y="66912"/>
                  <a:pt x="622559" y="68031"/>
                </a:cubicBezTo>
                <a:cubicBezTo>
                  <a:pt x="617266" y="69147"/>
                  <a:pt x="613805" y="70242"/>
                  <a:pt x="612176" y="71315"/>
                </a:cubicBezTo>
                <a:cubicBezTo>
                  <a:pt x="609688" y="73059"/>
                  <a:pt x="608444" y="75271"/>
                  <a:pt x="608444" y="77953"/>
                </a:cubicBezTo>
                <a:cubicBezTo>
                  <a:pt x="608444" y="80591"/>
                  <a:pt x="609439" y="82872"/>
                  <a:pt x="611430" y="84794"/>
                </a:cubicBezTo>
                <a:cubicBezTo>
                  <a:pt x="613420" y="86716"/>
                  <a:pt x="615954" y="87676"/>
                  <a:pt x="619030" y="87676"/>
                </a:cubicBezTo>
                <a:cubicBezTo>
                  <a:pt x="622468" y="87676"/>
                  <a:pt x="625748" y="86559"/>
                  <a:pt x="628870" y="84324"/>
                </a:cubicBezTo>
                <a:cubicBezTo>
                  <a:pt x="631177" y="82626"/>
                  <a:pt x="632693" y="80547"/>
                  <a:pt x="633416" y="78087"/>
                </a:cubicBezTo>
                <a:cubicBezTo>
                  <a:pt x="633914" y="76478"/>
                  <a:pt x="634163" y="73416"/>
                  <a:pt x="634163" y="68902"/>
                </a:cubicBezTo>
                <a:lnTo>
                  <a:pt x="634163" y="65146"/>
                </a:lnTo>
                <a:close/>
                <a:moveTo>
                  <a:pt x="684967" y="99484"/>
                </a:moveTo>
                <a:lnTo>
                  <a:pt x="662165" y="27416"/>
                </a:lnTo>
                <a:lnTo>
                  <a:pt x="680691" y="27416"/>
                </a:lnTo>
                <a:lnTo>
                  <a:pt x="694196" y="74647"/>
                </a:lnTo>
                <a:lnTo>
                  <a:pt x="706614" y="27416"/>
                </a:lnTo>
                <a:lnTo>
                  <a:pt x="725004" y="27416"/>
                </a:lnTo>
                <a:lnTo>
                  <a:pt x="737016" y="74647"/>
                </a:lnTo>
                <a:lnTo>
                  <a:pt x="750792" y="27416"/>
                </a:lnTo>
                <a:lnTo>
                  <a:pt x="769589" y="27416"/>
                </a:lnTo>
                <a:lnTo>
                  <a:pt x="746449" y="99484"/>
                </a:lnTo>
                <a:lnTo>
                  <a:pt x="728126" y="99484"/>
                </a:lnTo>
                <a:lnTo>
                  <a:pt x="715708" y="53135"/>
                </a:lnTo>
                <a:lnTo>
                  <a:pt x="703493" y="99484"/>
                </a:lnTo>
                <a:lnTo>
                  <a:pt x="684967" y="99484"/>
                </a:lnTo>
                <a:close/>
                <a:moveTo>
                  <a:pt x="782393" y="99484"/>
                </a:moveTo>
                <a:lnTo>
                  <a:pt x="782393" y="85505"/>
                </a:lnTo>
                <a:lnTo>
                  <a:pt x="796305" y="85505"/>
                </a:lnTo>
                <a:lnTo>
                  <a:pt x="796305" y="99484"/>
                </a:lnTo>
                <a:lnTo>
                  <a:pt x="782393" y="994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a838f46826488c"/>
          <a:stretch xmlns:a="http://schemas.openxmlformats.org/drawingml/2006/main"/>
        </p:blipFill>
        <p:spPr>
          <a:xfrm xmlns:a="http://schemas.openxmlformats.org/drawingml/2006/main">
            <a:off x="5089450" y="1620446"/>
            <a:ext cx="1740678" cy="624017"/>
          </a:xfrm>
          <a:prstGeom xmlns:a="http://schemas.openxmlformats.org/drawingml/2006/main" prst="rect">
            <a:avLst/>
          </a:prstGeom>
        </p:spPr>
      </p:pic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4E78DB-ECD1-4F0B-915C-31CE0C7A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411" y="1667011"/>
            <a:ext cx="1648061" cy="530900"/>
          </a:xfrm>
          <a:custGeom xmlns:a="http://schemas.openxmlformats.org/drawingml/2006/main">
            <a:pathLst>
              <a:path w="1648061" h="530900" fill="none">
                <a:moveTo>
                  <a:pt x="52349" y="530900"/>
                </a:moveTo>
                <a:lnTo>
                  <a:pt x="1595481" y="530900"/>
                </a:lnTo>
                <a:cubicBezTo>
                  <a:pt x="1624435" y="530900"/>
                  <a:pt x="1648061" y="507506"/>
                  <a:pt x="1648061" y="478552"/>
                </a:cubicBezTo>
                <a:lnTo>
                  <a:pt x="1648061" y="52349"/>
                </a:lnTo>
                <a:cubicBezTo>
                  <a:pt x="1648061" y="23395"/>
                  <a:pt x="1624435" y="0"/>
                  <a:pt x="1595481" y="0"/>
                </a:cubicBezTo>
                <a:lnTo>
                  <a:pt x="52349" y="0"/>
                </a:lnTo>
                <a:cubicBezTo>
                  <a:pt x="23395" y="0"/>
                  <a:pt x="0" y="23395"/>
                  <a:pt x="0" y="52349"/>
                </a:cubicBezTo>
                <a:lnTo>
                  <a:pt x="0" y="478552"/>
                </a:lnTo>
                <a:cubicBezTo>
                  <a:pt x="0" y="507506"/>
                  <a:pt x="23395" y="530900"/>
                  <a:pt x="52349" y="53090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582" cap="sq">
            <a:solidFill>
              <a:srgbClr val="000000"/>
            </a:solidFill>
            <a:miter/>
          </a:ln>
        </p:spPr>
      </p:sp>
      <p:sp>
        <p:nvSpPr>
          <p:cNvPr id="43" name="Text Theempiredecidedto">
            <a:extLst xmlns:a="http://schemas.openxmlformats.org/drawingml/2006/main">
              <a:ext uri="{FF2B5EF4-FFF2-40B4-BE49-F238E27FC236}">
                <a16:creationId xmlns:a16="http://schemas.microsoft.com/office/drawing/2014/main" id="{24B06158-2FFA-4211-894F-2811C266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1347" y="1718367"/>
            <a:ext cx="1374403" cy="127171"/>
          </a:xfrm>
          <a:custGeom xmlns:a="http://schemas.openxmlformats.org/drawingml/2006/main">
            <a:pathLst>
              <a:path w="1374403" h="127171">
                <a:moveTo>
                  <a:pt x="32777" y="99484"/>
                </a:moveTo>
                <a:lnTo>
                  <a:pt x="32777" y="11740"/>
                </a:lnTo>
                <a:lnTo>
                  <a:pt x="0" y="11740"/>
                </a:lnTo>
                <a:lnTo>
                  <a:pt x="0" y="0"/>
                </a:lnTo>
                <a:lnTo>
                  <a:pt x="78854" y="0"/>
                </a:lnTo>
                <a:lnTo>
                  <a:pt x="78854" y="11740"/>
                </a:lnTo>
                <a:lnTo>
                  <a:pt x="45942" y="11740"/>
                </a:lnTo>
                <a:lnTo>
                  <a:pt x="45942" y="99484"/>
                </a:lnTo>
                <a:lnTo>
                  <a:pt x="32777" y="99484"/>
                </a:lnTo>
                <a:close/>
                <a:moveTo>
                  <a:pt x="90681" y="99484"/>
                </a:moveTo>
                <a:lnTo>
                  <a:pt x="90681" y="0"/>
                </a:lnTo>
                <a:lnTo>
                  <a:pt x="102896" y="0"/>
                </a:lnTo>
                <a:lnTo>
                  <a:pt x="102896" y="35695"/>
                </a:lnTo>
                <a:cubicBezTo>
                  <a:pt x="108597" y="29090"/>
                  <a:pt x="115790" y="25787"/>
                  <a:pt x="124476" y="25787"/>
                </a:cubicBezTo>
                <a:cubicBezTo>
                  <a:pt x="129814" y="25787"/>
                  <a:pt x="134452" y="26839"/>
                  <a:pt x="138388" y="28943"/>
                </a:cubicBezTo>
                <a:cubicBezTo>
                  <a:pt x="142324" y="31046"/>
                  <a:pt x="145140" y="33953"/>
                  <a:pt x="146836" y="37663"/>
                </a:cubicBezTo>
                <a:cubicBezTo>
                  <a:pt x="148533" y="41373"/>
                  <a:pt x="149381" y="46756"/>
                  <a:pt x="149381" y="53814"/>
                </a:cubicBezTo>
                <a:lnTo>
                  <a:pt x="149381" y="99484"/>
                </a:lnTo>
                <a:lnTo>
                  <a:pt x="137166" y="99484"/>
                </a:lnTo>
                <a:lnTo>
                  <a:pt x="137166" y="53814"/>
                </a:lnTo>
                <a:cubicBezTo>
                  <a:pt x="137166" y="47706"/>
                  <a:pt x="135843" y="43261"/>
                  <a:pt x="133196" y="40479"/>
                </a:cubicBezTo>
                <a:cubicBezTo>
                  <a:pt x="130550" y="37697"/>
                  <a:pt x="126806" y="36306"/>
                  <a:pt x="121965" y="36306"/>
                </a:cubicBezTo>
                <a:cubicBezTo>
                  <a:pt x="118346" y="36306"/>
                  <a:pt x="114942" y="37244"/>
                  <a:pt x="111752" y="39122"/>
                </a:cubicBezTo>
                <a:cubicBezTo>
                  <a:pt x="108563" y="40999"/>
                  <a:pt x="106289" y="43544"/>
                  <a:pt x="104932" y="46756"/>
                </a:cubicBezTo>
                <a:cubicBezTo>
                  <a:pt x="103575" y="49968"/>
                  <a:pt x="102896" y="54402"/>
                  <a:pt x="102896" y="60057"/>
                </a:cubicBezTo>
                <a:lnTo>
                  <a:pt x="102896" y="99484"/>
                </a:lnTo>
                <a:lnTo>
                  <a:pt x="90681" y="99484"/>
                </a:lnTo>
                <a:close/>
                <a:moveTo>
                  <a:pt x="217289" y="76276"/>
                </a:moveTo>
                <a:lnTo>
                  <a:pt x="229911" y="77836"/>
                </a:lnTo>
                <a:cubicBezTo>
                  <a:pt x="227920" y="85211"/>
                  <a:pt x="224233" y="90934"/>
                  <a:pt x="218850" y="95005"/>
                </a:cubicBezTo>
                <a:cubicBezTo>
                  <a:pt x="213466" y="99077"/>
                  <a:pt x="206589" y="101113"/>
                  <a:pt x="198220" y="101113"/>
                </a:cubicBezTo>
                <a:cubicBezTo>
                  <a:pt x="187679" y="101113"/>
                  <a:pt x="179321" y="97867"/>
                  <a:pt x="173145" y="91375"/>
                </a:cubicBezTo>
                <a:cubicBezTo>
                  <a:pt x="166970" y="84883"/>
                  <a:pt x="163882" y="75778"/>
                  <a:pt x="163882" y="64061"/>
                </a:cubicBezTo>
                <a:cubicBezTo>
                  <a:pt x="163882" y="51936"/>
                  <a:pt x="167004" y="42526"/>
                  <a:pt x="173247" y="35831"/>
                </a:cubicBezTo>
                <a:cubicBezTo>
                  <a:pt x="179490" y="29135"/>
                  <a:pt x="187588" y="25787"/>
                  <a:pt x="197541" y="25787"/>
                </a:cubicBezTo>
                <a:cubicBezTo>
                  <a:pt x="207177" y="25787"/>
                  <a:pt x="215049" y="29062"/>
                  <a:pt x="221157" y="35612"/>
                </a:cubicBezTo>
                <a:cubicBezTo>
                  <a:pt x="227264" y="42161"/>
                  <a:pt x="230318" y="51374"/>
                  <a:pt x="230318" y="63253"/>
                </a:cubicBezTo>
                <a:cubicBezTo>
                  <a:pt x="230318" y="63975"/>
                  <a:pt x="230295" y="65059"/>
                  <a:pt x="230250" y="66504"/>
                </a:cubicBezTo>
                <a:lnTo>
                  <a:pt x="176504" y="66504"/>
                </a:lnTo>
                <a:cubicBezTo>
                  <a:pt x="176957" y="74398"/>
                  <a:pt x="179196" y="80443"/>
                  <a:pt x="183223" y="84640"/>
                </a:cubicBezTo>
                <a:cubicBezTo>
                  <a:pt x="187249" y="88836"/>
                  <a:pt x="192271" y="90934"/>
                  <a:pt x="198288" y="90934"/>
                </a:cubicBezTo>
                <a:cubicBezTo>
                  <a:pt x="202767" y="90934"/>
                  <a:pt x="206589" y="89769"/>
                  <a:pt x="209756" y="87439"/>
                </a:cubicBezTo>
                <a:cubicBezTo>
                  <a:pt x="212923" y="85107"/>
                  <a:pt x="215434" y="81386"/>
                  <a:pt x="217289" y="76276"/>
                </a:cubicBezTo>
                <a:moveTo>
                  <a:pt x="177183" y="56325"/>
                </a:moveTo>
                <a:lnTo>
                  <a:pt x="217424" y="56325"/>
                </a:lnTo>
                <a:cubicBezTo>
                  <a:pt x="216882" y="50361"/>
                  <a:pt x="215343" y="45889"/>
                  <a:pt x="212810" y="42907"/>
                </a:cubicBezTo>
                <a:cubicBezTo>
                  <a:pt x="208919" y="38280"/>
                  <a:pt x="203875" y="35966"/>
                  <a:pt x="197677" y="35966"/>
                </a:cubicBezTo>
                <a:cubicBezTo>
                  <a:pt x="192067" y="35966"/>
                  <a:pt x="187351" y="37813"/>
                  <a:pt x="183528" y="41508"/>
                </a:cubicBezTo>
                <a:cubicBezTo>
                  <a:pt x="179705" y="45200"/>
                  <a:pt x="177590" y="50139"/>
                  <a:pt x="177183" y="56325"/>
                </a:cubicBezTo>
                <a:close/>
                <a:moveTo>
                  <a:pt x="333428" y="76276"/>
                </a:moveTo>
                <a:lnTo>
                  <a:pt x="346051" y="77836"/>
                </a:lnTo>
                <a:cubicBezTo>
                  <a:pt x="344060" y="85211"/>
                  <a:pt x="340373" y="90934"/>
                  <a:pt x="334989" y="95005"/>
                </a:cubicBezTo>
                <a:cubicBezTo>
                  <a:pt x="329606" y="99077"/>
                  <a:pt x="322729" y="101113"/>
                  <a:pt x="314359" y="101113"/>
                </a:cubicBezTo>
                <a:cubicBezTo>
                  <a:pt x="303818" y="101113"/>
                  <a:pt x="295460" y="97867"/>
                  <a:pt x="289285" y="91375"/>
                </a:cubicBezTo>
                <a:cubicBezTo>
                  <a:pt x="283110" y="84883"/>
                  <a:pt x="280022" y="75778"/>
                  <a:pt x="280022" y="64061"/>
                </a:cubicBezTo>
                <a:cubicBezTo>
                  <a:pt x="280022" y="51936"/>
                  <a:pt x="283143" y="42526"/>
                  <a:pt x="289387" y="35831"/>
                </a:cubicBezTo>
                <a:cubicBezTo>
                  <a:pt x="295630" y="29135"/>
                  <a:pt x="303728" y="25787"/>
                  <a:pt x="313681" y="25787"/>
                </a:cubicBezTo>
                <a:cubicBezTo>
                  <a:pt x="323317" y="25787"/>
                  <a:pt x="331189" y="29062"/>
                  <a:pt x="337296" y="35612"/>
                </a:cubicBezTo>
                <a:cubicBezTo>
                  <a:pt x="343404" y="42161"/>
                  <a:pt x="346458" y="51374"/>
                  <a:pt x="346458" y="63253"/>
                </a:cubicBezTo>
                <a:cubicBezTo>
                  <a:pt x="346458" y="63975"/>
                  <a:pt x="346435" y="65059"/>
                  <a:pt x="346390" y="66504"/>
                </a:cubicBezTo>
                <a:lnTo>
                  <a:pt x="292644" y="66504"/>
                </a:lnTo>
                <a:cubicBezTo>
                  <a:pt x="293096" y="74398"/>
                  <a:pt x="295336" y="80443"/>
                  <a:pt x="299362" y="84640"/>
                </a:cubicBezTo>
                <a:cubicBezTo>
                  <a:pt x="303389" y="88836"/>
                  <a:pt x="308410" y="90934"/>
                  <a:pt x="314427" y="90934"/>
                </a:cubicBezTo>
                <a:cubicBezTo>
                  <a:pt x="318906" y="90934"/>
                  <a:pt x="322729" y="89769"/>
                  <a:pt x="325896" y="87439"/>
                </a:cubicBezTo>
                <a:cubicBezTo>
                  <a:pt x="329063" y="85107"/>
                  <a:pt x="331574" y="81386"/>
                  <a:pt x="333428" y="76276"/>
                </a:cubicBezTo>
                <a:moveTo>
                  <a:pt x="293323" y="56325"/>
                </a:moveTo>
                <a:lnTo>
                  <a:pt x="333564" y="56325"/>
                </a:lnTo>
                <a:cubicBezTo>
                  <a:pt x="333021" y="50361"/>
                  <a:pt x="331483" y="45889"/>
                  <a:pt x="328950" y="42907"/>
                </a:cubicBezTo>
                <a:cubicBezTo>
                  <a:pt x="325059" y="38280"/>
                  <a:pt x="320015" y="35966"/>
                  <a:pt x="313817" y="35966"/>
                </a:cubicBezTo>
                <a:cubicBezTo>
                  <a:pt x="308207" y="35966"/>
                  <a:pt x="303490" y="37813"/>
                  <a:pt x="299668" y="41508"/>
                </a:cubicBezTo>
                <a:cubicBezTo>
                  <a:pt x="295845" y="45200"/>
                  <a:pt x="293730" y="50139"/>
                  <a:pt x="293323" y="56325"/>
                </a:cubicBezTo>
                <a:close/>
                <a:moveTo>
                  <a:pt x="361227" y="99484"/>
                </a:moveTo>
                <a:lnTo>
                  <a:pt x="361227" y="27416"/>
                </a:lnTo>
                <a:lnTo>
                  <a:pt x="372152" y="27416"/>
                </a:lnTo>
                <a:lnTo>
                  <a:pt x="372152" y="37459"/>
                </a:lnTo>
                <a:cubicBezTo>
                  <a:pt x="374415" y="33950"/>
                  <a:pt x="377423" y="31128"/>
                  <a:pt x="381178" y="28991"/>
                </a:cubicBezTo>
                <a:cubicBezTo>
                  <a:pt x="384933" y="26855"/>
                  <a:pt x="389208" y="25787"/>
                  <a:pt x="394004" y="25787"/>
                </a:cubicBezTo>
                <a:cubicBezTo>
                  <a:pt x="399342" y="25787"/>
                  <a:pt x="403719" y="26890"/>
                  <a:pt x="407135" y="29095"/>
                </a:cubicBezTo>
                <a:cubicBezTo>
                  <a:pt x="410550" y="31299"/>
                  <a:pt x="412960" y="34381"/>
                  <a:pt x="414362" y="38341"/>
                </a:cubicBezTo>
                <a:cubicBezTo>
                  <a:pt x="420062" y="29972"/>
                  <a:pt x="427482" y="25787"/>
                  <a:pt x="436620" y="25787"/>
                </a:cubicBezTo>
                <a:cubicBezTo>
                  <a:pt x="443768" y="25787"/>
                  <a:pt x="449265" y="27766"/>
                  <a:pt x="453111" y="31725"/>
                </a:cubicBezTo>
                <a:cubicBezTo>
                  <a:pt x="456956" y="35684"/>
                  <a:pt x="458879" y="41780"/>
                  <a:pt x="458879" y="50013"/>
                </a:cubicBezTo>
                <a:lnTo>
                  <a:pt x="458879" y="99484"/>
                </a:lnTo>
                <a:lnTo>
                  <a:pt x="446732" y="99484"/>
                </a:lnTo>
                <a:lnTo>
                  <a:pt x="446732" y="54036"/>
                </a:lnTo>
                <a:cubicBezTo>
                  <a:pt x="446732" y="49145"/>
                  <a:pt x="446336" y="45624"/>
                  <a:pt x="445544" y="43473"/>
                </a:cubicBezTo>
                <a:cubicBezTo>
                  <a:pt x="444752" y="41322"/>
                  <a:pt x="443316" y="39589"/>
                  <a:pt x="441235" y="38276"/>
                </a:cubicBezTo>
                <a:cubicBezTo>
                  <a:pt x="439154" y="36962"/>
                  <a:pt x="436711" y="36306"/>
                  <a:pt x="433906" y="36306"/>
                </a:cubicBezTo>
                <a:cubicBezTo>
                  <a:pt x="428839" y="36306"/>
                  <a:pt x="424632" y="37993"/>
                  <a:pt x="421284" y="41368"/>
                </a:cubicBezTo>
                <a:cubicBezTo>
                  <a:pt x="417936" y="44741"/>
                  <a:pt x="416262" y="50141"/>
                  <a:pt x="416262" y="57569"/>
                </a:cubicBezTo>
                <a:lnTo>
                  <a:pt x="416262" y="99484"/>
                </a:lnTo>
                <a:lnTo>
                  <a:pt x="404047" y="99484"/>
                </a:lnTo>
                <a:lnTo>
                  <a:pt x="404047" y="52609"/>
                </a:lnTo>
                <a:cubicBezTo>
                  <a:pt x="404047" y="47175"/>
                  <a:pt x="403052" y="43099"/>
                  <a:pt x="401061" y="40381"/>
                </a:cubicBezTo>
                <a:cubicBezTo>
                  <a:pt x="399071" y="37664"/>
                  <a:pt x="395813" y="36306"/>
                  <a:pt x="391289" y="36306"/>
                </a:cubicBezTo>
                <a:cubicBezTo>
                  <a:pt x="387851" y="36306"/>
                  <a:pt x="384673" y="37212"/>
                  <a:pt x="381755" y="39024"/>
                </a:cubicBezTo>
                <a:cubicBezTo>
                  <a:pt x="378837" y="40835"/>
                  <a:pt x="376722" y="43485"/>
                  <a:pt x="375410" y="46972"/>
                </a:cubicBezTo>
                <a:cubicBezTo>
                  <a:pt x="374098" y="50459"/>
                  <a:pt x="373442" y="55485"/>
                  <a:pt x="373442" y="62052"/>
                </a:cubicBezTo>
                <a:lnTo>
                  <a:pt x="373442" y="99484"/>
                </a:lnTo>
                <a:lnTo>
                  <a:pt x="361227" y="99484"/>
                </a:lnTo>
                <a:close/>
                <a:moveTo>
                  <a:pt x="476997" y="127171"/>
                </a:moveTo>
                <a:lnTo>
                  <a:pt x="476997" y="27416"/>
                </a:lnTo>
                <a:lnTo>
                  <a:pt x="488126" y="27416"/>
                </a:lnTo>
                <a:lnTo>
                  <a:pt x="488126" y="36713"/>
                </a:lnTo>
                <a:cubicBezTo>
                  <a:pt x="490750" y="33071"/>
                  <a:pt x="493713" y="30339"/>
                  <a:pt x="497016" y="28519"/>
                </a:cubicBezTo>
                <a:cubicBezTo>
                  <a:pt x="500318" y="26698"/>
                  <a:pt x="504322" y="25787"/>
                  <a:pt x="509027" y="25787"/>
                </a:cubicBezTo>
                <a:cubicBezTo>
                  <a:pt x="515180" y="25787"/>
                  <a:pt x="520609" y="27371"/>
                  <a:pt x="525314" y="30537"/>
                </a:cubicBezTo>
                <a:cubicBezTo>
                  <a:pt x="530019" y="33704"/>
                  <a:pt x="533570" y="38172"/>
                  <a:pt x="535968" y="43940"/>
                </a:cubicBezTo>
                <a:cubicBezTo>
                  <a:pt x="538366" y="49708"/>
                  <a:pt x="539565" y="56031"/>
                  <a:pt x="539565" y="62907"/>
                </a:cubicBezTo>
                <a:cubicBezTo>
                  <a:pt x="539565" y="70281"/>
                  <a:pt x="538241" y="76920"/>
                  <a:pt x="535595" y="82824"/>
                </a:cubicBezTo>
                <a:cubicBezTo>
                  <a:pt x="532948" y="88728"/>
                  <a:pt x="529103" y="93252"/>
                  <a:pt x="524058" y="96396"/>
                </a:cubicBezTo>
                <a:cubicBezTo>
                  <a:pt x="519014" y="99541"/>
                  <a:pt x="513710" y="101113"/>
                  <a:pt x="508145" y="101113"/>
                </a:cubicBezTo>
                <a:cubicBezTo>
                  <a:pt x="504073" y="101113"/>
                  <a:pt x="500420" y="100242"/>
                  <a:pt x="497185" y="98500"/>
                </a:cubicBezTo>
                <a:cubicBezTo>
                  <a:pt x="493951" y="96757"/>
                  <a:pt x="491293" y="94556"/>
                  <a:pt x="489212" y="91896"/>
                </a:cubicBezTo>
                <a:lnTo>
                  <a:pt x="489212" y="127171"/>
                </a:lnTo>
                <a:lnTo>
                  <a:pt x="476997" y="127171"/>
                </a:lnTo>
                <a:moveTo>
                  <a:pt x="488058" y="63755"/>
                </a:moveTo>
                <a:cubicBezTo>
                  <a:pt x="488058" y="73018"/>
                  <a:pt x="489936" y="79864"/>
                  <a:pt x="493691" y="84292"/>
                </a:cubicBezTo>
                <a:cubicBezTo>
                  <a:pt x="497446" y="88720"/>
                  <a:pt x="501992" y="90934"/>
                  <a:pt x="507331" y="90934"/>
                </a:cubicBezTo>
                <a:cubicBezTo>
                  <a:pt x="512759" y="90934"/>
                  <a:pt x="517408" y="88641"/>
                  <a:pt x="521276" y="84054"/>
                </a:cubicBezTo>
                <a:cubicBezTo>
                  <a:pt x="525144" y="79468"/>
                  <a:pt x="527078" y="72362"/>
                  <a:pt x="527078" y="62737"/>
                </a:cubicBezTo>
                <a:cubicBezTo>
                  <a:pt x="527078" y="53565"/>
                  <a:pt x="525189" y="46697"/>
                  <a:pt x="521412" y="42133"/>
                </a:cubicBezTo>
                <a:cubicBezTo>
                  <a:pt x="517634" y="37570"/>
                  <a:pt x="513121" y="35288"/>
                  <a:pt x="507874" y="35288"/>
                </a:cubicBezTo>
                <a:cubicBezTo>
                  <a:pt x="502671" y="35288"/>
                  <a:pt x="498068" y="37717"/>
                  <a:pt x="494064" y="42574"/>
                </a:cubicBezTo>
                <a:cubicBezTo>
                  <a:pt x="490060" y="47432"/>
                  <a:pt x="488058" y="54492"/>
                  <a:pt x="488058" y="63755"/>
                </a:cubicBezTo>
                <a:close/>
                <a:moveTo>
                  <a:pt x="554476" y="14115"/>
                </a:moveTo>
                <a:lnTo>
                  <a:pt x="554476" y="0"/>
                </a:lnTo>
                <a:lnTo>
                  <a:pt x="566691" y="0"/>
                </a:lnTo>
                <a:lnTo>
                  <a:pt x="566691" y="14115"/>
                </a:lnTo>
                <a:lnTo>
                  <a:pt x="554476" y="14115"/>
                </a:lnTo>
                <a:moveTo>
                  <a:pt x="554476" y="99484"/>
                </a:moveTo>
                <a:lnTo>
                  <a:pt x="554476" y="27416"/>
                </a:lnTo>
                <a:lnTo>
                  <a:pt x="566691" y="27416"/>
                </a:lnTo>
                <a:lnTo>
                  <a:pt x="566691" y="99484"/>
                </a:lnTo>
                <a:lnTo>
                  <a:pt x="554476" y="99484"/>
                </a:lnTo>
                <a:close/>
                <a:moveTo>
                  <a:pt x="585126" y="99484"/>
                </a:moveTo>
                <a:lnTo>
                  <a:pt x="585126" y="27416"/>
                </a:lnTo>
                <a:lnTo>
                  <a:pt x="596119" y="27416"/>
                </a:lnTo>
                <a:lnTo>
                  <a:pt x="596119" y="38274"/>
                </a:lnTo>
                <a:cubicBezTo>
                  <a:pt x="598924" y="33190"/>
                  <a:pt x="601514" y="29838"/>
                  <a:pt x="603889" y="28217"/>
                </a:cubicBezTo>
                <a:cubicBezTo>
                  <a:pt x="606264" y="26597"/>
                  <a:pt x="608877" y="25787"/>
                  <a:pt x="611727" y="25787"/>
                </a:cubicBezTo>
                <a:cubicBezTo>
                  <a:pt x="615844" y="25787"/>
                  <a:pt x="620029" y="27093"/>
                  <a:pt x="624281" y="29706"/>
                </a:cubicBezTo>
                <a:lnTo>
                  <a:pt x="620074" y="40988"/>
                </a:lnTo>
                <a:cubicBezTo>
                  <a:pt x="617088" y="39224"/>
                  <a:pt x="614102" y="38341"/>
                  <a:pt x="611116" y="38341"/>
                </a:cubicBezTo>
                <a:cubicBezTo>
                  <a:pt x="608447" y="38341"/>
                  <a:pt x="606050" y="39146"/>
                  <a:pt x="603923" y="40755"/>
                </a:cubicBezTo>
                <a:cubicBezTo>
                  <a:pt x="601797" y="42362"/>
                  <a:pt x="600281" y="44592"/>
                  <a:pt x="599377" y="47445"/>
                </a:cubicBezTo>
                <a:cubicBezTo>
                  <a:pt x="598019" y="51793"/>
                  <a:pt x="597341" y="56548"/>
                  <a:pt x="597341" y="61711"/>
                </a:cubicBezTo>
                <a:lnTo>
                  <a:pt x="597341" y="99484"/>
                </a:lnTo>
                <a:lnTo>
                  <a:pt x="585126" y="99484"/>
                </a:lnTo>
                <a:close/>
                <a:moveTo>
                  <a:pt x="680877" y="76276"/>
                </a:moveTo>
                <a:lnTo>
                  <a:pt x="693499" y="77836"/>
                </a:lnTo>
                <a:cubicBezTo>
                  <a:pt x="691508" y="85211"/>
                  <a:pt x="687821" y="90934"/>
                  <a:pt x="682438" y="95005"/>
                </a:cubicBezTo>
                <a:cubicBezTo>
                  <a:pt x="677054" y="99077"/>
                  <a:pt x="670177" y="101113"/>
                  <a:pt x="661808" y="101113"/>
                </a:cubicBezTo>
                <a:cubicBezTo>
                  <a:pt x="651267" y="101113"/>
                  <a:pt x="642909" y="97867"/>
                  <a:pt x="636733" y="91375"/>
                </a:cubicBezTo>
                <a:cubicBezTo>
                  <a:pt x="630558" y="84883"/>
                  <a:pt x="627470" y="75778"/>
                  <a:pt x="627470" y="64061"/>
                </a:cubicBezTo>
                <a:cubicBezTo>
                  <a:pt x="627470" y="51936"/>
                  <a:pt x="630592" y="42526"/>
                  <a:pt x="636835" y="35831"/>
                </a:cubicBezTo>
                <a:cubicBezTo>
                  <a:pt x="643078" y="29135"/>
                  <a:pt x="651176" y="25787"/>
                  <a:pt x="661129" y="25787"/>
                </a:cubicBezTo>
                <a:cubicBezTo>
                  <a:pt x="670765" y="25787"/>
                  <a:pt x="678637" y="29062"/>
                  <a:pt x="684745" y="35612"/>
                </a:cubicBezTo>
                <a:cubicBezTo>
                  <a:pt x="690852" y="42161"/>
                  <a:pt x="693906" y="51374"/>
                  <a:pt x="693906" y="63253"/>
                </a:cubicBezTo>
                <a:cubicBezTo>
                  <a:pt x="693906" y="63975"/>
                  <a:pt x="693883" y="65059"/>
                  <a:pt x="693838" y="66504"/>
                </a:cubicBezTo>
                <a:lnTo>
                  <a:pt x="640092" y="66504"/>
                </a:lnTo>
                <a:cubicBezTo>
                  <a:pt x="640545" y="74398"/>
                  <a:pt x="642784" y="80443"/>
                  <a:pt x="646811" y="84640"/>
                </a:cubicBezTo>
                <a:cubicBezTo>
                  <a:pt x="650837" y="88836"/>
                  <a:pt x="655859" y="90934"/>
                  <a:pt x="661876" y="90934"/>
                </a:cubicBezTo>
                <a:cubicBezTo>
                  <a:pt x="666354" y="90934"/>
                  <a:pt x="670177" y="89769"/>
                  <a:pt x="673344" y="87439"/>
                </a:cubicBezTo>
                <a:cubicBezTo>
                  <a:pt x="676511" y="85107"/>
                  <a:pt x="679022" y="81386"/>
                  <a:pt x="680877" y="76276"/>
                </a:cubicBezTo>
                <a:moveTo>
                  <a:pt x="640771" y="56325"/>
                </a:moveTo>
                <a:lnTo>
                  <a:pt x="681012" y="56325"/>
                </a:lnTo>
                <a:cubicBezTo>
                  <a:pt x="680470" y="50361"/>
                  <a:pt x="678931" y="45889"/>
                  <a:pt x="676398" y="42907"/>
                </a:cubicBezTo>
                <a:cubicBezTo>
                  <a:pt x="672507" y="38280"/>
                  <a:pt x="667463" y="35966"/>
                  <a:pt x="661265" y="35966"/>
                </a:cubicBezTo>
                <a:cubicBezTo>
                  <a:pt x="655655" y="35966"/>
                  <a:pt x="650939" y="37813"/>
                  <a:pt x="647116" y="41508"/>
                </a:cubicBezTo>
                <a:cubicBezTo>
                  <a:pt x="643293" y="45200"/>
                  <a:pt x="641178" y="50139"/>
                  <a:pt x="640771" y="56325"/>
                </a:cubicBezTo>
                <a:close/>
                <a:moveTo>
                  <a:pt x="794068" y="99484"/>
                </a:moveTo>
                <a:lnTo>
                  <a:pt x="794068" y="90391"/>
                </a:lnTo>
                <a:cubicBezTo>
                  <a:pt x="789498" y="97539"/>
                  <a:pt x="782780" y="101113"/>
                  <a:pt x="773913" y="101113"/>
                </a:cubicBezTo>
                <a:cubicBezTo>
                  <a:pt x="768167" y="101113"/>
                  <a:pt x="762886" y="99529"/>
                  <a:pt x="758067" y="96363"/>
                </a:cubicBezTo>
                <a:cubicBezTo>
                  <a:pt x="753249" y="93196"/>
                  <a:pt x="749517" y="88773"/>
                  <a:pt x="746870" y="83096"/>
                </a:cubicBezTo>
                <a:cubicBezTo>
                  <a:pt x="744224" y="77418"/>
                  <a:pt x="742900" y="70892"/>
                  <a:pt x="742900" y="63518"/>
                </a:cubicBezTo>
                <a:cubicBezTo>
                  <a:pt x="742900" y="56325"/>
                  <a:pt x="744099" y="49799"/>
                  <a:pt x="746497" y="43940"/>
                </a:cubicBezTo>
                <a:cubicBezTo>
                  <a:pt x="748895" y="38081"/>
                  <a:pt x="752491" y="33591"/>
                  <a:pt x="757287" y="30470"/>
                </a:cubicBezTo>
                <a:cubicBezTo>
                  <a:pt x="762082" y="27348"/>
                  <a:pt x="767443" y="25787"/>
                  <a:pt x="773370" y="25787"/>
                </a:cubicBezTo>
                <a:cubicBezTo>
                  <a:pt x="777713" y="25787"/>
                  <a:pt x="781581" y="26703"/>
                  <a:pt x="784974" y="28536"/>
                </a:cubicBezTo>
                <a:cubicBezTo>
                  <a:pt x="788367" y="30368"/>
                  <a:pt x="791127" y="32754"/>
                  <a:pt x="793253" y="35695"/>
                </a:cubicBezTo>
                <a:lnTo>
                  <a:pt x="793253" y="0"/>
                </a:lnTo>
                <a:lnTo>
                  <a:pt x="805400" y="0"/>
                </a:lnTo>
                <a:lnTo>
                  <a:pt x="805400" y="99484"/>
                </a:lnTo>
                <a:lnTo>
                  <a:pt x="794068" y="99484"/>
                </a:lnTo>
                <a:moveTo>
                  <a:pt x="755455" y="63484"/>
                </a:moveTo>
                <a:cubicBezTo>
                  <a:pt x="755455" y="72679"/>
                  <a:pt x="757400" y="79553"/>
                  <a:pt x="761291" y="84105"/>
                </a:cubicBezTo>
                <a:cubicBezTo>
                  <a:pt x="765181" y="88657"/>
                  <a:pt x="769773" y="90934"/>
                  <a:pt x="775067" y="90934"/>
                </a:cubicBezTo>
                <a:cubicBezTo>
                  <a:pt x="780405" y="90934"/>
                  <a:pt x="784940" y="88759"/>
                  <a:pt x="788673" y="84411"/>
                </a:cubicBezTo>
                <a:cubicBezTo>
                  <a:pt x="792405" y="80060"/>
                  <a:pt x="794271" y="73423"/>
                  <a:pt x="794271" y="64498"/>
                </a:cubicBezTo>
                <a:cubicBezTo>
                  <a:pt x="794271" y="54672"/>
                  <a:pt x="792371" y="47460"/>
                  <a:pt x="788571" y="42863"/>
                </a:cubicBezTo>
                <a:cubicBezTo>
                  <a:pt x="784771" y="38265"/>
                  <a:pt x="780088" y="35966"/>
                  <a:pt x="774524" y="35966"/>
                </a:cubicBezTo>
                <a:cubicBezTo>
                  <a:pt x="769095" y="35966"/>
                  <a:pt x="764559" y="38175"/>
                  <a:pt x="760918" y="42593"/>
                </a:cubicBezTo>
                <a:cubicBezTo>
                  <a:pt x="757276" y="47010"/>
                  <a:pt x="755455" y="53973"/>
                  <a:pt x="755455" y="63484"/>
                </a:cubicBezTo>
                <a:close/>
                <a:moveTo>
                  <a:pt x="874058" y="76276"/>
                </a:moveTo>
                <a:lnTo>
                  <a:pt x="886680" y="77836"/>
                </a:lnTo>
                <a:cubicBezTo>
                  <a:pt x="884690" y="85211"/>
                  <a:pt x="881002" y="90934"/>
                  <a:pt x="875619" y="95005"/>
                </a:cubicBezTo>
                <a:cubicBezTo>
                  <a:pt x="870235" y="99077"/>
                  <a:pt x="863359" y="101113"/>
                  <a:pt x="854989" y="101113"/>
                </a:cubicBezTo>
                <a:cubicBezTo>
                  <a:pt x="844448" y="101113"/>
                  <a:pt x="836090" y="97867"/>
                  <a:pt x="829914" y="91375"/>
                </a:cubicBezTo>
                <a:cubicBezTo>
                  <a:pt x="823739" y="84883"/>
                  <a:pt x="820651" y="75778"/>
                  <a:pt x="820651" y="64061"/>
                </a:cubicBezTo>
                <a:cubicBezTo>
                  <a:pt x="820651" y="51936"/>
                  <a:pt x="823773" y="42526"/>
                  <a:pt x="830016" y="35831"/>
                </a:cubicBezTo>
                <a:cubicBezTo>
                  <a:pt x="836259" y="29135"/>
                  <a:pt x="844358" y="25787"/>
                  <a:pt x="854310" y="25787"/>
                </a:cubicBezTo>
                <a:cubicBezTo>
                  <a:pt x="863947" y="25787"/>
                  <a:pt x="871819" y="29062"/>
                  <a:pt x="877926" y="35612"/>
                </a:cubicBezTo>
                <a:cubicBezTo>
                  <a:pt x="884034" y="42161"/>
                  <a:pt x="887087" y="51374"/>
                  <a:pt x="887087" y="63253"/>
                </a:cubicBezTo>
                <a:cubicBezTo>
                  <a:pt x="887087" y="63975"/>
                  <a:pt x="887065" y="65059"/>
                  <a:pt x="887019" y="66504"/>
                </a:cubicBezTo>
                <a:lnTo>
                  <a:pt x="833274" y="66504"/>
                </a:lnTo>
                <a:cubicBezTo>
                  <a:pt x="833726" y="74398"/>
                  <a:pt x="835965" y="80443"/>
                  <a:pt x="839992" y="84640"/>
                </a:cubicBezTo>
                <a:cubicBezTo>
                  <a:pt x="844018" y="88836"/>
                  <a:pt x="849040" y="90934"/>
                  <a:pt x="855057" y="90934"/>
                </a:cubicBezTo>
                <a:cubicBezTo>
                  <a:pt x="859536" y="90934"/>
                  <a:pt x="863359" y="89769"/>
                  <a:pt x="866525" y="87439"/>
                </a:cubicBezTo>
                <a:cubicBezTo>
                  <a:pt x="869692" y="85107"/>
                  <a:pt x="872203" y="81386"/>
                  <a:pt x="874058" y="76276"/>
                </a:cubicBezTo>
                <a:moveTo>
                  <a:pt x="833952" y="56325"/>
                </a:moveTo>
                <a:lnTo>
                  <a:pt x="874194" y="56325"/>
                </a:lnTo>
                <a:cubicBezTo>
                  <a:pt x="873651" y="50361"/>
                  <a:pt x="872113" y="45889"/>
                  <a:pt x="869579" y="42907"/>
                </a:cubicBezTo>
                <a:cubicBezTo>
                  <a:pt x="865688" y="38280"/>
                  <a:pt x="860644" y="35966"/>
                  <a:pt x="854446" y="35966"/>
                </a:cubicBezTo>
                <a:cubicBezTo>
                  <a:pt x="848836" y="35966"/>
                  <a:pt x="844120" y="37813"/>
                  <a:pt x="840297" y="41508"/>
                </a:cubicBezTo>
                <a:cubicBezTo>
                  <a:pt x="836474" y="45200"/>
                  <a:pt x="834359" y="50139"/>
                  <a:pt x="833952" y="56325"/>
                </a:cubicBezTo>
                <a:close/>
                <a:moveTo>
                  <a:pt x="949023" y="73018"/>
                </a:moveTo>
                <a:lnTo>
                  <a:pt x="961034" y="74579"/>
                </a:lnTo>
                <a:cubicBezTo>
                  <a:pt x="959722" y="82879"/>
                  <a:pt x="956363" y="89377"/>
                  <a:pt x="950957" y="94072"/>
                </a:cubicBezTo>
                <a:cubicBezTo>
                  <a:pt x="945551" y="98766"/>
                  <a:pt x="938912" y="101113"/>
                  <a:pt x="931040" y="101113"/>
                </a:cubicBezTo>
                <a:cubicBezTo>
                  <a:pt x="921177" y="101113"/>
                  <a:pt x="913249" y="97889"/>
                  <a:pt x="907255" y="91443"/>
                </a:cubicBezTo>
                <a:cubicBezTo>
                  <a:pt x="901260" y="84996"/>
                  <a:pt x="898263" y="75755"/>
                  <a:pt x="898263" y="63721"/>
                </a:cubicBezTo>
                <a:cubicBezTo>
                  <a:pt x="898263" y="55940"/>
                  <a:pt x="899552" y="49131"/>
                  <a:pt x="902131" y="43295"/>
                </a:cubicBezTo>
                <a:cubicBezTo>
                  <a:pt x="904710" y="37459"/>
                  <a:pt x="908634" y="33082"/>
                  <a:pt x="913905" y="30164"/>
                </a:cubicBezTo>
                <a:cubicBezTo>
                  <a:pt x="919175" y="27246"/>
                  <a:pt x="924910" y="25787"/>
                  <a:pt x="931108" y="25787"/>
                </a:cubicBezTo>
                <a:cubicBezTo>
                  <a:pt x="938934" y="25787"/>
                  <a:pt x="945336" y="27773"/>
                  <a:pt x="950312" y="31744"/>
                </a:cubicBezTo>
                <a:cubicBezTo>
                  <a:pt x="955289" y="35714"/>
                  <a:pt x="958478" y="41351"/>
                  <a:pt x="959881" y="48656"/>
                </a:cubicBezTo>
                <a:lnTo>
                  <a:pt x="948005" y="50489"/>
                </a:lnTo>
                <a:cubicBezTo>
                  <a:pt x="946874" y="45670"/>
                  <a:pt x="944872" y="42045"/>
                  <a:pt x="941999" y="39614"/>
                </a:cubicBezTo>
                <a:cubicBezTo>
                  <a:pt x="939127" y="37182"/>
                  <a:pt x="935654" y="35966"/>
                  <a:pt x="931583" y="35966"/>
                </a:cubicBezTo>
                <a:cubicBezTo>
                  <a:pt x="925430" y="35966"/>
                  <a:pt x="920431" y="38161"/>
                  <a:pt x="916585" y="42551"/>
                </a:cubicBezTo>
                <a:cubicBezTo>
                  <a:pt x="912740" y="46939"/>
                  <a:pt x="910817" y="53883"/>
                  <a:pt x="910817" y="63382"/>
                </a:cubicBezTo>
                <a:cubicBezTo>
                  <a:pt x="910817" y="73017"/>
                  <a:pt x="912672" y="80018"/>
                  <a:pt x="916382" y="84385"/>
                </a:cubicBezTo>
                <a:cubicBezTo>
                  <a:pt x="920092" y="88751"/>
                  <a:pt x="924932" y="90934"/>
                  <a:pt x="930904" y="90934"/>
                </a:cubicBezTo>
                <a:cubicBezTo>
                  <a:pt x="935700" y="90934"/>
                  <a:pt x="939703" y="89469"/>
                  <a:pt x="942915" y="86540"/>
                </a:cubicBezTo>
                <a:cubicBezTo>
                  <a:pt x="946128" y="83610"/>
                  <a:pt x="948163" y="79103"/>
                  <a:pt x="949023" y="73018"/>
                </a:cubicBezTo>
                <a:close/>
                <a:moveTo>
                  <a:pt x="971553" y="14115"/>
                </a:moveTo>
                <a:lnTo>
                  <a:pt x="971553" y="0"/>
                </a:lnTo>
                <a:lnTo>
                  <a:pt x="983768" y="0"/>
                </a:lnTo>
                <a:lnTo>
                  <a:pt x="983768" y="14115"/>
                </a:lnTo>
                <a:lnTo>
                  <a:pt x="971553" y="14115"/>
                </a:lnTo>
                <a:moveTo>
                  <a:pt x="971553" y="99484"/>
                </a:moveTo>
                <a:lnTo>
                  <a:pt x="971553" y="27416"/>
                </a:lnTo>
                <a:lnTo>
                  <a:pt x="983768" y="27416"/>
                </a:lnTo>
                <a:lnTo>
                  <a:pt x="983768" y="99484"/>
                </a:lnTo>
                <a:lnTo>
                  <a:pt x="971553" y="99484"/>
                </a:lnTo>
                <a:close/>
                <a:moveTo>
                  <a:pt x="1049094" y="99484"/>
                </a:moveTo>
                <a:lnTo>
                  <a:pt x="1049094" y="90391"/>
                </a:lnTo>
                <a:cubicBezTo>
                  <a:pt x="1044525" y="97539"/>
                  <a:pt x="1037807" y="101113"/>
                  <a:pt x="1028939" y="101113"/>
                </a:cubicBezTo>
                <a:cubicBezTo>
                  <a:pt x="1023194" y="101113"/>
                  <a:pt x="1017912" y="99529"/>
                  <a:pt x="1013094" y="96363"/>
                </a:cubicBezTo>
                <a:cubicBezTo>
                  <a:pt x="1008276" y="93196"/>
                  <a:pt x="1004543" y="88773"/>
                  <a:pt x="1001897" y="83096"/>
                </a:cubicBezTo>
                <a:cubicBezTo>
                  <a:pt x="999250" y="77418"/>
                  <a:pt x="997927" y="70892"/>
                  <a:pt x="997927" y="63518"/>
                </a:cubicBezTo>
                <a:cubicBezTo>
                  <a:pt x="997927" y="56325"/>
                  <a:pt x="999126" y="49799"/>
                  <a:pt x="1001524" y="43940"/>
                </a:cubicBezTo>
                <a:cubicBezTo>
                  <a:pt x="1003921" y="38081"/>
                  <a:pt x="1007518" y="33591"/>
                  <a:pt x="1012313" y="30470"/>
                </a:cubicBezTo>
                <a:cubicBezTo>
                  <a:pt x="1017109" y="27348"/>
                  <a:pt x="1022470" y="25787"/>
                  <a:pt x="1028396" y="25787"/>
                </a:cubicBezTo>
                <a:cubicBezTo>
                  <a:pt x="1032740" y="25787"/>
                  <a:pt x="1036608" y="26703"/>
                  <a:pt x="1040001" y="28536"/>
                </a:cubicBezTo>
                <a:cubicBezTo>
                  <a:pt x="1043394" y="30368"/>
                  <a:pt x="1046153" y="32754"/>
                  <a:pt x="1048280" y="35695"/>
                </a:cubicBezTo>
                <a:lnTo>
                  <a:pt x="1048280" y="0"/>
                </a:lnTo>
                <a:lnTo>
                  <a:pt x="1060427" y="0"/>
                </a:lnTo>
                <a:lnTo>
                  <a:pt x="1060427" y="99484"/>
                </a:lnTo>
                <a:lnTo>
                  <a:pt x="1049094" y="99484"/>
                </a:lnTo>
                <a:moveTo>
                  <a:pt x="1010481" y="63484"/>
                </a:moveTo>
                <a:cubicBezTo>
                  <a:pt x="1010481" y="72679"/>
                  <a:pt x="1012427" y="79553"/>
                  <a:pt x="1016317" y="84105"/>
                </a:cubicBezTo>
                <a:cubicBezTo>
                  <a:pt x="1020208" y="88657"/>
                  <a:pt x="1024800" y="90934"/>
                  <a:pt x="1030093" y="90934"/>
                </a:cubicBezTo>
                <a:cubicBezTo>
                  <a:pt x="1035431" y="90934"/>
                  <a:pt x="1039967" y="88759"/>
                  <a:pt x="1043699" y="84411"/>
                </a:cubicBezTo>
                <a:cubicBezTo>
                  <a:pt x="1047431" y="80060"/>
                  <a:pt x="1049298" y="73423"/>
                  <a:pt x="1049298" y="64498"/>
                </a:cubicBezTo>
                <a:cubicBezTo>
                  <a:pt x="1049298" y="54672"/>
                  <a:pt x="1047398" y="47460"/>
                  <a:pt x="1043597" y="42863"/>
                </a:cubicBezTo>
                <a:cubicBezTo>
                  <a:pt x="1039797" y="38265"/>
                  <a:pt x="1035115" y="35966"/>
                  <a:pt x="1029550" y="35966"/>
                </a:cubicBezTo>
                <a:cubicBezTo>
                  <a:pt x="1024121" y="35966"/>
                  <a:pt x="1019586" y="38175"/>
                  <a:pt x="1015944" y="42593"/>
                </a:cubicBezTo>
                <a:cubicBezTo>
                  <a:pt x="1012302" y="47010"/>
                  <a:pt x="1010481" y="53973"/>
                  <a:pt x="1010481" y="63484"/>
                </a:cubicBezTo>
                <a:close/>
                <a:moveTo>
                  <a:pt x="1129084" y="76276"/>
                </a:moveTo>
                <a:lnTo>
                  <a:pt x="1141706" y="77836"/>
                </a:lnTo>
                <a:cubicBezTo>
                  <a:pt x="1139716" y="85211"/>
                  <a:pt x="1136029" y="90934"/>
                  <a:pt x="1130645" y="95005"/>
                </a:cubicBezTo>
                <a:cubicBezTo>
                  <a:pt x="1125261" y="99077"/>
                  <a:pt x="1118385" y="101113"/>
                  <a:pt x="1110015" y="101113"/>
                </a:cubicBezTo>
                <a:cubicBezTo>
                  <a:pt x="1099474" y="101113"/>
                  <a:pt x="1091116" y="97867"/>
                  <a:pt x="1084941" y="91375"/>
                </a:cubicBezTo>
                <a:cubicBezTo>
                  <a:pt x="1078765" y="84883"/>
                  <a:pt x="1075678" y="75778"/>
                  <a:pt x="1075678" y="64061"/>
                </a:cubicBezTo>
                <a:cubicBezTo>
                  <a:pt x="1075678" y="51936"/>
                  <a:pt x="1078799" y="42526"/>
                  <a:pt x="1085042" y="35831"/>
                </a:cubicBezTo>
                <a:cubicBezTo>
                  <a:pt x="1091286" y="29135"/>
                  <a:pt x="1099384" y="25787"/>
                  <a:pt x="1109337" y="25787"/>
                </a:cubicBezTo>
                <a:cubicBezTo>
                  <a:pt x="1118973" y="25787"/>
                  <a:pt x="1126845" y="29062"/>
                  <a:pt x="1132952" y="35612"/>
                </a:cubicBezTo>
                <a:cubicBezTo>
                  <a:pt x="1139060" y="42161"/>
                  <a:pt x="1142113" y="51374"/>
                  <a:pt x="1142113" y="63253"/>
                </a:cubicBezTo>
                <a:cubicBezTo>
                  <a:pt x="1142113" y="63975"/>
                  <a:pt x="1142091" y="65059"/>
                  <a:pt x="1142046" y="66504"/>
                </a:cubicBezTo>
                <a:lnTo>
                  <a:pt x="1088300" y="66504"/>
                </a:lnTo>
                <a:cubicBezTo>
                  <a:pt x="1088752" y="74398"/>
                  <a:pt x="1090992" y="80443"/>
                  <a:pt x="1095018" y="84640"/>
                </a:cubicBezTo>
                <a:cubicBezTo>
                  <a:pt x="1099044" y="88836"/>
                  <a:pt x="1104066" y="90934"/>
                  <a:pt x="1110083" y="90934"/>
                </a:cubicBezTo>
                <a:cubicBezTo>
                  <a:pt x="1114562" y="90934"/>
                  <a:pt x="1118385" y="89769"/>
                  <a:pt x="1121552" y="87439"/>
                </a:cubicBezTo>
                <a:cubicBezTo>
                  <a:pt x="1124718" y="85107"/>
                  <a:pt x="1127229" y="81386"/>
                  <a:pt x="1129084" y="76276"/>
                </a:cubicBezTo>
                <a:moveTo>
                  <a:pt x="1088978" y="56325"/>
                </a:moveTo>
                <a:lnTo>
                  <a:pt x="1129220" y="56325"/>
                </a:lnTo>
                <a:cubicBezTo>
                  <a:pt x="1128677" y="50361"/>
                  <a:pt x="1127139" y="45889"/>
                  <a:pt x="1124605" y="42907"/>
                </a:cubicBezTo>
                <a:cubicBezTo>
                  <a:pt x="1120715" y="38280"/>
                  <a:pt x="1115670" y="35966"/>
                  <a:pt x="1109472" y="35966"/>
                </a:cubicBezTo>
                <a:cubicBezTo>
                  <a:pt x="1103863" y="35966"/>
                  <a:pt x="1099146" y="37813"/>
                  <a:pt x="1095323" y="41508"/>
                </a:cubicBezTo>
                <a:cubicBezTo>
                  <a:pt x="1091501" y="45200"/>
                  <a:pt x="1089386" y="50139"/>
                  <a:pt x="1088978" y="56325"/>
                </a:cubicBezTo>
                <a:close/>
                <a:moveTo>
                  <a:pt x="1203639" y="99484"/>
                </a:moveTo>
                <a:lnTo>
                  <a:pt x="1203639" y="90391"/>
                </a:lnTo>
                <a:cubicBezTo>
                  <a:pt x="1199069" y="97539"/>
                  <a:pt x="1192351" y="101113"/>
                  <a:pt x="1183484" y="101113"/>
                </a:cubicBezTo>
                <a:cubicBezTo>
                  <a:pt x="1177739" y="101113"/>
                  <a:pt x="1172457" y="99529"/>
                  <a:pt x="1167639" y="96363"/>
                </a:cubicBezTo>
                <a:cubicBezTo>
                  <a:pt x="1162820" y="93196"/>
                  <a:pt x="1159088" y="88773"/>
                  <a:pt x="1156442" y="83096"/>
                </a:cubicBezTo>
                <a:cubicBezTo>
                  <a:pt x="1153795" y="77418"/>
                  <a:pt x="1152472" y="70892"/>
                  <a:pt x="1152472" y="63518"/>
                </a:cubicBezTo>
                <a:cubicBezTo>
                  <a:pt x="1152472" y="56325"/>
                  <a:pt x="1153671" y="49799"/>
                  <a:pt x="1156068" y="43940"/>
                </a:cubicBezTo>
                <a:cubicBezTo>
                  <a:pt x="1158466" y="38081"/>
                  <a:pt x="1162063" y="33591"/>
                  <a:pt x="1166858" y="30470"/>
                </a:cubicBezTo>
                <a:cubicBezTo>
                  <a:pt x="1171654" y="27348"/>
                  <a:pt x="1177015" y="25787"/>
                  <a:pt x="1182941" y="25787"/>
                </a:cubicBezTo>
                <a:cubicBezTo>
                  <a:pt x="1187284" y="25787"/>
                  <a:pt x="1191152" y="26703"/>
                  <a:pt x="1194545" y="28536"/>
                </a:cubicBezTo>
                <a:cubicBezTo>
                  <a:pt x="1197938" y="30368"/>
                  <a:pt x="1200698" y="32754"/>
                  <a:pt x="1202824" y="35695"/>
                </a:cubicBezTo>
                <a:lnTo>
                  <a:pt x="1202824" y="0"/>
                </a:lnTo>
                <a:lnTo>
                  <a:pt x="1214972" y="0"/>
                </a:lnTo>
                <a:lnTo>
                  <a:pt x="1214972" y="99484"/>
                </a:lnTo>
                <a:lnTo>
                  <a:pt x="1203639" y="99484"/>
                </a:lnTo>
                <a:moveTo>
                  <a:pt x="1165026" y="63484"/>
                </a:moveTo>
                <a:cubicBezTo>
                  <a:pt x="1165026" y="72679"/>
                  <a:pt x="1166971" y="79553"/>
                  <a:pt x="1170862" y="84105"/>
                </a:cubicBezTo>
                <a:cubicBezTo>
                  <a:pt x="1174753" y="88657"/>
                  <a:pt x="1179345" y="90934"/>
                  <a:pt x="1184638" y="90934"/>
                </a:cubicBezTo>
                <a:cubicBezTo>
                  <a:pt x="1189976" y="90934"/>
                  <a:pt x="1194511" y="88759"/>
                  <a:pt x="1198244" y="84411"/>
                </a:cubicBezTo>
                <a:cubicBezTo>
                  <a:pt x="1201976" y="80060"/>
                  <a:pt x="1203842" y="73423"/>
                  <a:pt x="1203842" y="64498"/>
                </a:cubicBezTo>
                <a:cubicBezTo>
                  <a:pt x="1203842" y="54672"/>
                  <a:pt x="1201942" y="47460"/>
                  <a:pt x="1198142" y="42863"/>
                </a:cubicBezTo>
                <a:cubicBezTo>
                  <a:pt x="1194342" y="38265"/>
                  <a:pt x="1189659" y="35966"/>
                  <a:pt x="1184095" y="35966"/>
                </a:cubicBezTo>
                <a:cubicBezTo>
                  <a:pt x="1178666" y="35966"/>
                  <a:pt x="1174131" y="38175"/>
                  <a:pt x="1170489" y="42593"/>
                </a:cubicBezTo>
                <a:cubicBezTo>
                  <a:pt x="1166847" y="47010"/>
                  <a:pt x="1165026" y="53973"/>
                  <a:pt x="1165026" y="63484"/>
                </a:cubicBezTo>
                <a:close/>
                <a:moveTo>
                  <a:pt x="1299600" y="88694"/>
                </a:moveTo>
                <a:lnTo>
                  <a:pt x="1301364" y="99484"/>
                </a:lnTo>
                <a:cubicBezTo>
                  <a:pt x="1297926" y="100117"/>
                  <a:pt x="1294850" y="100434"/>
                  <a:pt x="1292135" y="100434"/>
                </a:cubicBezTo>
                <a:cubicBezTo>
                  <a:pt x="1287702" y="100434"/>
                  <a:pt x="1284263" y="99733"/>
                  <a:pt x="1281820" y="98330"/>
                </a:cubicBezTo>
                <a:cubicBezTo>
                  <a:pt x="1279377" y="96928"/>
                  <a:pt x="1277658" y="95084"/>
                  <a:pt x="1276663" y="92800"/>
                </a:cubicBezTo>
                <a:cubicBezTo>
                  <a:pt x="1275668" y="90515"/>
                  <a:pt x="1275170" y="85708"/>
                  <a:pt x="1275170" y="78379"/>
                </a:cubicBezTo>
                <a:lnTo>
                  <a:pt x="1275170" y="36916"/>
                </a:lnTo>
                <a:lnTo>
                  <a:pt x="1266212" y="36916"/>
                </a:lnTo>
                <a:lnTo>
                  <a:pt x="1266212" y="27416"/>
                </a:lnTo>
                <a:lnTo>
                  <a:pt x="1275170" y="27416"/>
                </a:lnTo>
                <a:lnTo>
                  <a:pt x="1275170" y="9520"/>
                </a:lnTo>
                <a:lnTo>
                  <a:pt x="1287317" y="2172"/>
                </a:lnTo>
                <a:lnTo>
                  <a:pt x="1287317" y="27416"/>
                </a:lnTo>
                <a:lnTo>
                  <a:pt x="1299600" y="27416"/>
                </a:lnTo>
                <a:lnTo>
                  <a:pt x="1299600" y="36916"/>
                </a:lnTo>
                <a:lnTo>
                  <a:pt x="1287317" y="36916"/>
                </a:lnTo>
                <a:lnTo>
                  <a:pt x="1287317" y="79058"/>
                </a:lnTo>
                <a:cubicBezTo>
                  <a:pt x="1287317" y="82542"/>
                  <a:pt x="1287532" y="84781"/>
                  <a:pt x="1287962" y="85776"/>
                </a:cubicBezTo>
                <a:cubicBezTo>
                  <a:pt x="1288392" y="86771"/>
                  <a:pt x="1289093" y="87563"/>
                  <a:pt x="1290065" y="88151"/>
                </a:cubicBezTo>
                <a:cubicBezTo>
                  <a:pt x="1291038" y="88739"/>
                  <a:pt x="1292429" y="89034"/>
                  <a:pt x="1294239" y="89034"/>
                </a:cubicBezTo>
                <a:cubicBezTo>
                  <a:pt x="1295596" y="89034"/>
                  <a:pt x="1297383" y="88920"/>
                  <a:pt x="1299600" y="88694"/>
                </a:cubicBezTo>
                <a:close/>
                <a:moveTo>
                  <a:pt x="1306882" y="63450"/>
                </a:moveTo>
                <a:cubicBezTo>
                  <a:pt x="1306882" y="50104"/>
                  <a:pt x="1310591" y="40219"/>
                  <a:pt x="1318011" y="33795"/>
                </a:cubicBezTo>
                <a:cubicBezTo>
                  <a:pt x="1324209" y="28456"/>
                  <a:pt x="1331764" y="25787"/>
                  <a:pt x="1340676" y="25787"/>
                </a:cubicBezTo>
                <a:cubicBezTo>
                  <a:pt x="1350584" y="25787"/>
                  <a:pt x="1358682" y="29033"/>
                  <a:pt x="1364970" y="35525"/>
                </a:cubicBezTo>
                <a:cubicBezTo>
                  <a:pt x="1371259" y="42017"/>
                  <a:pt x="1374403" y="50986"/>
                  <a:pt x="1374403" y="62432"/>
                </a:cubicBezTo>
                <a:cubicBezTo>
                  <a:pt x="1374403" y="71706"/>
                  <a:pt x="1373012" y="79001"/>
                  <a:pt x="1370230" y="84317"/>
                </a:cubicBezTo>
                <a:cubicBezTo>
                  <a:pt x="1367447" y="89633"/>
                  <a:pt x="1363398" y="93761"/>
                  <a:pt x="1358083" y="96702"/>
                </a:cubicBezTo>
                <a:cubicBezTo>
                  <a:pt x="1352767" y="99642"/>
                  <a:pt x="1346965" y="101113"/>
                  <a:pt x="1340676" y="101113"/>
                </a:cubicBezTo>
                <a:cubicBezTo>
                  <a:pt x="1330588" y="101113"/>
                  <a:pt x="1322433" y="97878"/>
                  <a:pt x="1316212" y="91409"/>
                </a:cubicBezTo>
                <a:cubicBezTo>
                  <a:pt x="1309992" y="84939"/>
                  <a:pt x="1306882" y="75620"/>
                  <a:pt x="1306882" y="63450"/>
                </a:cubicBezTo>
                <a:moveTo>
                  <a:pt x="1319436" y="63416"/>
                </a:moveTo>
                <a:cubicBezTo>
                  <a:pt x="1319436" y="72611"/>
                  <a:pt x="1321449" y="79496"/>
                  <a:pt x="1325475" y="84071"/>
                </a:cubicBezTo>
                <a:cubicBezTo>
                  <a:pt x="1329502" y="88646"/>
                  <a:pt x="1334569" y="90934"/>
                  <a:pt x="1340676" y="90934"/>
                </a:cubicBezTo>
                <a:cubicBezTo>
                  <a:pt x="1346739" y="90934"/>
                  <a:pt x="1351783" y="88635"/>
                  <a:pt x="1355809" y="84037"/>
                </a:cubicBezTo>
                <a:cubicBezTo>
                  <a:pt x="1359836" y="79440"/>
                  <a:pt x="1361849" y="72431"/>
                  <a:pt x="1361849" y="63011"/>
                </a:cubicBezTo>
                <a:cubicBezTo>
                  <a:pt x="1361849" y="54131"/>
                  <a:pt x="1359824" y="47404"/>
                  <a:pt x="1355775" y="42829"/>
                </a:cubicBezTo>
                <a:cubicBezTo>
                  <a:pt x="1351726" y="38254"/>
                  <a:pt x="1346693" y="35966"/>
                  <a:pt x="1340676" y="35966"/>
                </a:cubicBezTo>
                <a:cubicBezTo>
                  <a:pt x="1334569" y="35966"/>
                  <a:pt x="1329502" y="38242"/>
                  <a:pt x="1325475" y="42795"/>
                </a:cubicBezTo>
                <a:cubicBezTo>
                  <a:pt x="1321449" y="47347"/>
                  <a:pt x="1319436" y="54221"/>
                  <a:pt x="1319436" y="634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increasetheamountof">
            <a:extLst xmlns:a="http://schemas.openxmlformats.org/drawingml/2006/main">
              <a:ext uri="{FF2B5EF4-FFF2-40B4-BE49-F238E27FC236}">
                <a16:creationId xmlns:a16="http://schemas.microsoft.com/office/drawing/2014/main" id="{B0423A9D-4822-4A9E-9BBA-41C0A656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854" y="1869479"/>
            <a:ext cx="1515410" cy="102877"/>
          </a:xfrm>
          <a:custGeom xmlns:a="http://schemas.openxmlformats.org/drawingml/2006/main">
            <a:pathLst>
              <a:path w="1515410" h="102877">
                <a:moveTo>
                  <a:pt x="0" y="19408"/>
                </a:moveTo>
                <a:lnTo>
                  <a:pt x="0" y="1764"/>
                </a:lnTo>
                <a:lnTo>
                  <a:pt x="19069" y="1764"/>
                </a:lnTo>
                <a:lnTo>
                  <a:pt x="19069" y="19408"/>
                </a:lnTo>
                <a:lnTo>
                  <a:pt x="0" y="19408"/>
                </a:lnTo>
                <a:moveTo>
                  <a:pt x="0" y="101248"/>
                </a:moveTo>
                <a:lnTo>
                  <a:pt x="0" y="29180"/>
                </a:lnTo>
                <a:lnTo>
                  <a:pt x="19069" y="29180"/>
                </a:lnTo>
                <a:lnTo>
                  <a:pt x="19069" y="101248"/>
                </a:lnTo>
                <a:lnTo>
                  <a:pt x="0" y="101248"/>
                </a:lnTo>
                <a:close/>
                <a:moveTo>
                  <a:pt x="104236" y="101248"/>
                </a:moveTo>
                <a:lnTo>
                  <a:pt x="85167" y="101248"/>
                </a:lnTo>
                <a:lnTo>
                  <a:pt x="85167" y="64510"/>
                </a:lnTo>
                <a:cubicBezTo>
                  <a:pt x="85167" y="56737"/>
                  <a:pt x="84760" y="51710"/>
                  <a:pt x="83946" y="49428"/>
                </a:cubicBezTo>
                <a:cubicBezTo>
                  <a:pt x="83131" y="47146"/>
                  <a:pt x="81808" y="45373"/>
                  <a:pt x="79976" y="44107"/>
                </a:cubicBezTo>
                <a:cubicBezTo>
                  <a:pt x="78143" y="42842"/>
                  <a:pt x="75938" y="42209"/>
                  <a:pt x="73359" y="42209"/>
                </a:cubicBezTo>
                <a:cubicBezTo>
                  <a:pt x="70057" y="42209"/>
                  <a:pt x="67093" y="43114"/>
                  <a:pt x="64469" y="44922"/>
                </a:cubicBezTo>
                <a:cubicBezTo>
                  <a:pt x="61845" y="46729"/>
                  <a:pt x="60047" y="49124"/>
                  <a:pt x="59074" y="52107"/>
                </a:cubicBezTo>
                <a:cubicBezTo>
                  <a:pt x="58102" y="55088"/>
                  <a:pt x="57615" y="60601"/>
                  <a:pt x="57615" y="68646"/>
                </a:cubicBezTo>
                <a:lnTo>
                  <a:pt x="57615" y="101248"/>
                </a:lnTo>
                <a:lnTo>
                  <a:pt x="38547" y="101248"/>
                </a:lnTo>
                <a:lnTo>
                  <a:pt x="38547" y="29180"/>
                </a:lnTo>
                <a:lnTo>
                  <a:pt x="56258" y="29180"/>
                </a:lnTo>
                <a:lnTo>
                  <a:pt x="56258" y="39766"/>
                </a:lnTo>
                <a:cubicBezTo>
                  <a:pt x="62547" y="31623"/>
                  <a:pt x="70464" y="27552"/>
                  <a:pt x="80010" y="27552"/>
                </a:cubicBezTo>
                <a:cubicBezTo>
                  <a:pt x="84217" y="27552"/>
                  <a:pt x="88062" y="28309"/>
                  <a:pt x="91546" y="29825"/>
                </a:cubicBezTo>
                <a:cubicBezTo>
                  <a:pt x="95029" y="31340"/>
                  <a:pt x="97665" y="33274"/>
                  <a:pt x="99452" y="35627"/>
                </a:cubicBezTo>
                <a:cubicBezTo>
                  <a:pt x="101239" y="37979"/>
                  <a:pt x="102483" y="40649"/>
                  <a:pt x="103184" y="43635"/>
                </a:cubicBezTo>
                <a:cubicBezTo>
                  <a:pt x="103885" y="46620"/>
                  <a:pt x="104236" y="50896"/>
                  <a:pt x="104236" y="56460"/>
                </a:cubicBezTo>
                <a:lnTo>
                  <a:pt x="104236" y="101248"/>
                </a:lnTo>
                <a:close/>
                <a:moveTo>
                  <a:pt x="186299" y="50489"/>
                </a:moveTo>
                <a:lnTo>
                  <a:pt x="167501" y="53882"/>
                </a:lnTo>
                <a:cubicBezTo>
                  <a:pt x="166868" y="50149"/>
                  <a:pt x="165431" y="47339"/>
                  <a:pt x="163192" y="45450"/>
                </a:cubicBezTo>
                <a:cubicBezTo>
                  <a:pt x="160953" y="43561"/>
                  <a:pt x="158046" y="42617"/>
                  <a:pt x="154472" y="42617"/>
                </a:cubicBezTo>
                <a:cubicBezTo>
                  <a:pt x="149722" y="42617"/>
                  <a:pt x="145933" y="44252"/>
                  <a:pt x="143105" y="47522"/>
                </a:cubicBezTo>
                <a:cubicBezTo>
                  <a:pt x="140278" y="50792"/>
                  <a:pt x="138864" y="56260"/>
                  <a:pt x="138864" y="63927"/>
                </a:cubicBezTo>
                <a:cubicBezTo>
                  <a:pt x="138864" y="72452"/>
                  <a:pt x="140300" y="78474"/>
                  <a:pt x="143173" y="81993"/>
                </a:cubicBezTo>
                <a:cubicBezTo>
                  <a:pt x="146046" y="85510"/>
                  <a:pt x="149903" y="87269"/>
                  <a:pt x="154743" y="87269"/>
                </a:cubicBezTo>
                <a:cubicBezTo>
                  <a:pt x="158363" y="87269"/>
                  <a:pt x="161326" y="86240"/>
                  <a:pt x="163633" y="84181"/>
                </a:cubicBezTo>
                <a:cubicBezTo>
                  <a:pt x="165940" y="82123"/>
                  <a:pt x="167569" y="78583"/>
                  <a:pt x="168519" y="73561"/>
                </a:cubicBezTo>
                <a:lnTo>
                  <a:pt x="187249" y="76819"/>
                </a:lnTo>
                <a:cubicBezTo>
                  <a:pt x="185303" y="85414"/>
                  <a:pt x="181571" y="91906"/>
                  <a:pt x="176052" y="96295"/>
                </a:cubicBezTo>
                <a:cubicBezTo>
                  <a:pt x="170532" y="100683"/>
                  <a:pt x="163135" y="102877"/>
                  <a:pt x="153861" y="102877"/>
                </a:cubicBezTo>
                <a:cubicBezTo>
                  <a:pt x="143320" y="102877"/>
                  <a:pt x="134917" y="99552"/>
                  <a:pt x="128651" y="92902"/>
                </a:cubicBezTo>
                <a:cubicBezTo>
                  <a:pt x="122385" y="86251"/>
                  <a:pt x="119252" y="77045"/>
                  <a:pt x="119252" y="65282"/>
                </a:cubicBezTo>
                <a:cubicBezTo>
                  <a:pt x="119252" y="53384"/>
                  <a:pt x="122396" y="44121"/>
                  <a:pt x="128685" y="37493"/>
                </a:cubicBezTo>
                <a:cubicBezTo>
                  <a:pt x="134973" y="30865"/>
                  <a:pt x="143478" y="27552"/>
                  <a:pt x="154200" y="27552"/>
                </a:cubicBezTo>
                <a:cubicBezTo>
                  <a:pt x="162977" y="27552"/>
                  <a:pt x="169955" y="29440"/>
                  <a:pt x="175136" y="33218"/>
                </a:cubicBezTo>
                <a:cubicBezTo>
                  <a:pt x="180316" y="36996"/>
                  <a:pt x="184037" y="42752"/>
                  <a:pt x="186299" y="50489"/>
                </a:cubicBezTo>
                <a:close/>
                <a:moveTo>
                  <a:pt x="218987" y="101248"/>
                </a:moveTo>
                <a:lnTo>
                  <a:pt x="199918" y="101248"/>
                </a:lnTo>
                <a:lnTo>
                  <a:pt x="199918" y="29180"/>
                </a:lnTo>
                <a:lnTo>
                  <a:pt x="217629" y="29180"/>
                </a:lnTo>
                <a:lnTo>
                  <a:pt x="217629" y="39427"/>
                </a:lnTo>
                <a:cubicBezTo>
                  <a:pt x="220660" y="34586"/>
                  <a:pt x="223386" y="31397"/>
                  <a:pt x="225807" y="29859"/>
                </a:cubicBezTo>
                <a:cubicBezTo>
                  <a:pt x="228227" y="28321"/>
                  <a:pt x="230975" y="27552"/>
                  <a:pt x="234052" y="27552"/>
                </a:cubicBezTo>
                <a:cubicBezTo>
                  <a:pt x="238395" y="27552"/>
                  <a:pt x="242580" y="28750"/>
                  <a:pt x="246606" y="31148"/>
                </a:cubicBezTo>
                <a:lnTo>
                  <a:pt x="240702" y="47774"/>
                </a:lnTo>
                <a:cubicBezTo>
                  <a:pt x="237490" y="45693"/>
                  <a:pt x="234504" y="44652"/>
                  <a:pt x="231744" y="44652"/>
                </a:cubicBezTo>
                <a:cubicBezTo>
                  <a:pt x="229075" y="44652"/>
                  <a:pt x="226813" y="45388"/>
                  <a:pt x="224958" y="46858"/>
                </a:cubicBezTo>
                <a:cubicBezTo>
                  <a:pt x="223103" y="48328"/>
                  <a:pt x="221644" y="50986"/>
                  <a:pt x="220581" y="54832"/>
                </a:cubicBezTo>
                <a:cubicBezTo>
                  <a:pt x="219518" y="58677"/>
                  <a:pt x="218987" y="66730"/>
                  <a:pt x="218987" y="78990"/>
                </a:cubicBezTo>
                <a:lnTo>
                  <a:pt x="218987" y="101248"/>
                </a:lnTo>
                <a:close/>
                <a:moveTo>
                  <a:pt x="296529" y="78312"/>
                </a:moveTo>
                <a:lnTo>
                  <a:pt x="315530" y="81569"/>
                </a:lnTo>
                <a:cubicBezTo>
                  <a:pt x="313087" y="88513"/>
                  <a:pt x="309230" y="93801"/>
                  <a:pt x="303960" y="97431"/>
                </a:cubicBezTo>
                <a:cubicBezTo>
                  <a:pt x="298689" y="101062"/>
                  <a:pt x="292096" y="102877"/>
                  <a:pt x="284178" y="102877"/>
                </a:cubicBezTo>
                <a:cubicBezTo>
                  <a:pt x="271647" y="102877"/>
                  <a:pt x="262373" y="98783"/>
                  <a:pt x="256356" y="90594"/>
                </a:cubicBezTo>
                <a:cubicBezTo>
                  <a:pt x="251605" y="84034"/>
                  <a:pt x="249230" y="75755"/>
                  <a:pt x="249230" y="65757"/>
                </a:cubicBezTo>
                <a:cubicBezTo>
                  <a:pt x="249230" y="53814"/>
                  <a:pt x="252352" y="44460"/>
                  <a:pt x="258595" y="37697"/>
                </a:cubicBezTo>
                <a:cubicBezTo>
                  <a:pt x="264838" y="30933"/>
                  <a:pt x="272733" y="27552"/>
                  <a:pt x="282278" y="27552"/>
                </a:cubicBezTo>
                <a:cubicBezTo>
                  <a:pt x="293000" y="27552"/>
                  <a:pt x="301460" y="31092"/>
                  <a:pt x="307658" y="38172"/>
                </a:cubicBezTo>
                <a:cubicBezTo>
                  <a:pt x="313856" y="45252"/>
                  <a:pt x="316820" y="56098"/>
                  <a:pt x="316548" y="70711"/>
                </a:cubicBezTo>
                <a:lnTo>
                  <a:pt x="268774" y="70711"/>
                </a:lnTo>
                <a:cubicBezTo>
                  <a:pt x="268910" y="76366"/>
                  <a:pt x="270448" y="80766"/>
                  <a:pt x="273389" y="83910"/>
                </a:cubicBezTo>
                <a:cubicBezTo>
                  <a:pt x="276329" y="87054"/>
                  <a:pt x="279994" y="88626"/>
                  <a:pt x="284382" y="88626"/>
                </a:cubicBezTo>
                <a:cubicBezTo>
                  <a:pt x="287368" y="88626"/>
                  <a:pt x="289879" y="87812"/>
                  <a:pt x="291915" y="86183"/>
                </a:cubicBezTo>
                <a:cubicBezTo>
                  <a:pt x="293950" y="84555"/>
                  <a:pt x="295489" y="81931"/>
                  <a:pt x="296529" y="78312"/>
                </a:cubicBezTo>
                <a:moveTo>
                  <a:pt x="297615" y="59039"/>
                </a:moveTo>
                <a:cubicBezTo>
                  <a:pt x="297479" y="53542"/>
                  <a:pt x="296054" y="49363"/>
                  <a:pt x="293340" y="46502"/>
                </a:cubicBezTo>
                <a:cubicBezTo>
                  <a:pt x="290625" y="43640"/>
                  <a:pt x="287323" y="42209"/>
                  <a:pt x="283432" y="42209"/>
                </a:cubicBezTo>
                <a:cubicBezTo>
                  <a:pt x="279270" y="42209"/>
                  <a:pt x="275832" y="43719"/>
                  <a:pt x="273117" y="46737"/>
                </a:cubicBezTo>
                <a:cubicBezTo>
                  <a:pt x="270403" y="49757"/>
                  <a:pt x="269068" y="53858"/>
                  <a:pt x="269113" y="59039"/>
                </a:cubicBezTo>
                <a:lnTo>
                  <a:pt x="297615" y="59039"/>
                </a:lnTo>
                <a:close/>
                <a:moveTo>
                  <a:pt x="346318" y="51439"/>
                </a:moveTo>
                <a:lnTo>
                  <a:pt x="329014" y="48317"/>
                </a:lnTo>
                <a:cubicBezTo>
                  <a:pt x="330959" y="41258"/>
                  <a:pt x="334307" y="36033"/>
                  <a:pt x="339057" y="32641"/>
                </a:cubicBezTo>
                <a:cubicBezTo>
                  <a:pt x="343807" y="29248"/>
                  <a:pt x="350865" y="27552"/>
                  <a:pt x="360230" y="27552"/>
                </a:cubicBezTo>
                <a:cubicBezTo>
                  <a:pt x="368735" y="27552"/>
                  <a:pt x="375069" y="28558"/>
                  <a:pt x="379231" y="30571"/>
                </a:cubicBezTo>
                <a:cubicBezTo>
                  <a:pt x="383393" y="32585"/>
                  <a:pt x="386322" y="35141"/>
                  <a:pt x="388019" y="38240"/>
                </a:cubicBezTo>
                <a:cubicBezTo>
                  <a:pt x="389715" y="41339"/>
                  <a:pt x="390564" y="47028"/>
                  <a:pt x="390564" y="55307"/>
                </a:cubicBezTo>
                <a:lnTo>
                  <a:pt x="390360" y="77565"/>
                </a:lnTo>
                <a:cubicBezTo>
                  <a:pt x="390360" y="83899"/>
                  <a:pt x="390665" y="88570"/>
                  <a:pt x="391276" y="91578"/>
                </a:cubicBezTo>
                <a:cubicBezTo>
                  <a:pt x="391887" y="94587"/>
                  <a:pt x="393029" y="97810"/>
                  <a:pt x="394703" y="101248"/>
                </a:cubicBezTo>
                <a:lnTo>
                  <a:pt x="375838" y="101248"/>
                </a:lnTo>
                <a:cubicBezTo>
                  <a:pt x="375340" y="99982"/>
                  <a:pt x="374729" y="98104"/>
                  <a:pt x="374006" y="95616"/>
                </a:cubicBezTo>
                <a:cubicBezTo>
                  <a:pt x="373689" y="94485"/>
                  <a:pt x="373463" y="93739"/>
                  <a:pt x="373327" y="93377"/>
                </a:cubicBezTo>
                <a:cubicBezTo>
                  <a:pt x="370070" y="96543"/>
                  <a:pt x="366586" y="98919"/>
                  <a:pt x="362876" y="100502"/>
                </a:cubicBezTo>
                <a:cubicBezTo>
                  <a:pt x="359167" y="102085"/>
                  <a:pt x="355208" y="102877"/>
                  <a:pt x="351001" y="102877"/>
                </a:cubicBezTo>
                <a:cubicBezTo>
                  <a:pt x="343581" y="102877"/>
                  <a:pt x="337734" y="100872"/>
                  <a:pt x="333459" y="96863"/>
                </a:cubicBezTo>
                <a:cubicBezTo>
                  <a:pt x="329183" y="92854"/>
                  <a:pt x="327046" y="87785"/>
                  <a:pt x="327046" y="81658"/>
                </a:cubicBezTo>
                <a:cubicBezTo>
                  <a:pt x="327046" y="77603"/>
                  <a:pt x="328018" y="73988"/>
                  <a:pt x="329964" y="70813"/>
                </a:cubicBezTo>
                <a:cubicBezTo>
                  <a:pt x="331909" y="67636"/>
                  <a:pt x="334635" y="65203"/>
                  <a:pt x="338141" y="63514"/>
                </a:cubicBezTo>
                <a:cubicBezTo>
                  <a:pt x="341647" y="61824"/>
                  <a:pt x="346703" y="60349"/>
                  <a:pt x="353308" y="59088"/>
                </a:cubicBezTo>
                <a:cubicBezTo>
                  <a:pt x="362220" y="57421"/>
                  <a:pt x="368396" y="55866"/>
                  <a:pt x="371834" y="54424"/>
                </a:cubicBezTo>
                <a:lnTo>
                  <a:pt x="371834" y="52503"/>
                </a:lnTo>
                <a:cubicBezTo>
                  <a:pt x="371834" y="48798"/>
                  <a:pt x="370929" y="46156"/>
                  <a:pt x="369120" y="44578"/>
                </a:cubicBezTo>
                <a:cubicBezTo>
                  <a:pt x="367310" y="42999"/>
                  <a:pt x="363894" y="42209"/>
                  <a:pt x="358873" y="42209"/>
                </a:cubicBezTo>
                <a:cubicBezTo>
                  <a:pt x="355480" y="42209"/>
                  <a:pt x="352833" y="42892"/>
                  <a:pt x="350933" y="44258"/>
                </a:cubicBezTo>
                <a:cubicBezTo>
                  <a:pt x="349033" y="45622"/>
                  <a:pt x="347495" y="48016"/>
                  <a:pt x="346318" y="51439"/>
                </a:cubicBezTo>
                <a:moveTo>
                  <a:pt x="371834" y="66911"/>
                </a:moveTo>
                <a:cubicBezTo>
                  <a:pt x="369391" y="67715"/>
                  <a:pt x="365523" y="68677"/>
                  <a:pt x="360230" y="69795"/>
                </a:cubicBezTo>
                <a:cubicBezTo>
                  <a:pt x="354937" y="70912"/>
                  <a:pt x="351476" y="72007"/>
                  <a:pt x="349847" y="73080"/>
                </a:cubicBezTo>
                <a:cubicBezTo>
                  <a:pt x="347359" y="74823"/>
                  <a:pt x="346115" y="77036"/>
                  <a:pt x="346115" y="79717"/>
                </a:cubicBezTo>
                <a:cubicBezTo>
                  <a:pt x="346115" y="82356"/>
                  <a:pt x="347110" y="84636"/>
                  <a:pt x="349101" y="86559"/>
                </a:cubicBezTo>
                <a:cubicBezTo>
                  <a:pt x="351091" y="88480"/>
                  <a:pt x="353625" y="89441"/>
                  <a:pt x="356701" y="89441"/>
                </a:cubicBezTo>
                <a:cubicBezTo>
                  <a:pt x="360139" y="89441"/>
                  <a:pt x="363419" y="88323"/>
                  <a:pt x="366541" y="86088"/>
                </a:cubicBezTo>
                <a:cubicBezTo>
                  <a:pt x="368848" y="84390"/>
                  <a:pt x="370364" y="82311"/>
                  <a:pt x="371088" y="79851"/>
                </a:cubicBezTo>
                <a:cubicBezTo>
                  <a:pt x="371585" y="78242"/>
                  <a:pt x="371834" y="75181"/>
                  <a:pt x="371834" y="70667"/>
                </a:cubicBezTo>
                <a:lnTo>
                  <a:pt x="371834" y="66911"/>
                </a:lnTo>
                <a:close/>
                <a:moveTo>
                  <a:pt x="402807" y="80754"/>
                </a:moveTo>
                <a:lnTo>
                  <a:pt x="421944" y="77769"/>
                </a:lnTo>
                <a:cubicBezTo>
                  <a:pt x="422758" y="81456"/>
                  <a:pt x="424409" y="84255"/>
                  <a:pt x="426898" y="86166"/>
                </a:cubicBezTo>
                <a:cubicBezTo>
                  <a:pt x="429386" y="88078"/>
                  <a:pt x="432869" y="89034"/>
                  <a:pt x="437348" y="89034"/>
                </a:cubicBezTo>
                <a:cubicBezTo>
                  <a:pt x="442279" y="89034"/>
                  <a:pt x="445989" y="88130"/>
                  <a:pt x="448477" y="86323"/>
                </a:cubicBezTo>
                <a:cubicBezTo>
                  <a:pt x="450151" y="85058"/>
                  <a:pt x="450988" y="83364"/>
                  <a:pt x="450988" y="81240"/>
                </a:cubicBezTo>
                <a:cubicBezTo>
                  <a:pt x="450988" y="79794"/>
                  <a:pt x="450536" y="78596"/>
                  <a:pt x="449631" y="77648"/>
                </a:cubicBezTo>
                <a:cubicBezTo>
                  <a:pt x="448681" y="76744"/>
                  <a:pt x="446555" y="75909"/>
                  <a:pt x="443252" y="75141"/>
                </a:cubicBezTo>
                <a:cubicBezTo>
                  <a:pt x="427870" y="71754"/>
                  <a:pt x="418121" y="68659"/>
                  <a:pt x="414004" y="65857"/>
                </a:cubicBezTo>
                <a:cubicBezTo>
                  <a:pt x="408304" y="61969"/>
                  <a:pt x="405454" y="56568"/>
                  <a:pt x="405454" y="49653"/>
                </a:cubicBezTo>
                <a:cubicBezTo>
                  <a:pt x="405454" y="43415"/>
                  <a:pt x="407919" y="38172"/>
                  <a:pt x="412850" y="33924"/>
                </a:cubicBezTo>
                <a:cubicBezTo>
                  <a:pt x="417782" y="29676"/>
                  <a:pt x="425427" y="27552"/>
                  <a:pt x="435787" y="27552"/>
                </a:cubicBezTo>
                <a:cubicBezTo>
                  <a:pt x="445650" y="27552"/>
                  <a:pt x="452979" y="29152"/>
                  <a:pt x="457774" y="32353"/>
                </a:cubicBezTo>
                <a:cubicBezTo>
                  <a:pt x="462570" y="35553"/>
                  <a:pt x="465872" y="40287"/>
                  <a:pt x="467682" y="46553"/>
                </a:cubicBezTo>
                <a:lnTo>
                  <a:pt x="449699" y="49946"/>
                </a:lnTo>
                <a:cubicBezTo>
                  <a:pt x="448930" y="47141"/>
                  <a:pt x="447471" y="44992"/>
                  <a:pt x="445322" y="43499"/>
                </a:cubicBezTo>
                <a:cubicBezTo>
                  <a:pt x="443173" y="42006"/>
                  <a:pt x="440108" y="41259"/>
                  <a:pt x="436127" y="41259"/>
                </a:cubicBezTo>
                <a:cubicBezTo>
                  <a:pt x="431105" y="41259"/>
                  <a:pt x="427508" y="41960"/>
                  <a:pt x="425337" y="43361"/>
                </a:cubicBezTo>
                <a:cubicBezTo>
                  <a:pt x="423889" y="44353"/>
                  <a:pt x="423165" y="45641"/>
                  <a:pt x="423165" y="47223"/>
                </a:cubicBezTo>
                <a:cubicBezTo>
                  <a:pt x="423165" y="48577"/>
                  <a:pt x="423799" y="49729"/>
                  <a:pt x="425065" y="50677"/>
                </a:cubicBezTo>
                <a:cubicBezTo>
                  <a:pt x="426784" y="51943"/>
                  <a:pt x="432722" y="53727"/>
                  <a:pt x="442879" y="56032"/>
                </a:cubicBezTo>
                <a:cubicBezTo>
                  <a:pt x="453035" y="58336"/>
                  <a:pt x="460127" y="61163"/>
                  <a:pt x="464153" y="64512"/>
                </a:cubicBezTo>
                <a:cubicBezTo>
                  <a:pt x="468134" y="67908"/>
                  <a:pt x="470125" y="72639"/>
                  <a:pt x="470125" y="78704"/>
                </a:cubicBezTo>
                <a:cubicBezTo>
                  <a:pt x="470125" y="85313"/>
                  <a:pt x="467365" y="90994"/>
                  <a:pt x="461846" y="95748"/>
                </a:cubicBezTo>
                <a:cubicBezTo>
                  <a:pt x="456327" y="100501"/>
                  <a:pt x="448161" y="102877"/>
                  <a:pt x="437348" y="102877"/>
                </a:cubicBezTo>
                <a:cubicBezTo>
                  <a:pt x="427531" y="102877"/>
                  <a:pt x="419761" y="100893"/>
                  <a:pt x="414038" y="96924"/>
                </a:cubicBezTo>
                <a:cubicBezTo>
                  <a:pt x="408315" y="92955"/>
                  <a:pt x="404571" y="87565"/>
                  <a:pt x="402807" y="80754"/>
                </a:cubicBezTo>
                <a:close/>
                <a:moveTo>
                  <a:pt x="528393" y="78312"/>
                </a:moveTo>
                <a:lnTo>
                  <a:pt x="547394" y="81569"/>
                </a:lnTo>
                <a:cubicBezTo>
                  <a:pt x="544951" y="88513"/>
                  <a:pt x="541094" y="93801"/>
                  <a:pt x="535823" y="97431"/>
                </a:cubicBezTo>
                <a:cubicBezTo>
                  <a:pt x="530553" y="101062"/>
                  <a:pt x="523959" y="102877"/>
                  <a:pt x="516042" y="102877"/>
                </a:cubicBezTo>
                <a:cubicBezTo>
                  <a:pt x="503510" y="102877"/>
                  <a:pt x="494236" y="98783"/>
                  <a:pt x="488219" y="90594"/>
                </a:cubicBezTo>
                <a:cubicBezTo>
                  <a:pt x="483469" y="84034"/>
                  <a:pt x="481094" y="75755"/>
                  <a:pt x="481094" y="65757"/>
                </a:cubicBezTo>
                <a:cubicBezTo>
                  <a:pt x="481094" y="53814"/>
                  <a:pt x="484215" y="44460"/>
                  <a:pt x="490458" y="37697"/>
                </a:cubicBezTo>
                <a:cubicBezTo>
                  <a:pt x="496702" y="30933"/>
                  <a:pt x="504596" y="27552"/>
                  <a:pt x="514142" y="27552"/>
                </a:cubicBezTo>
                <a:cubicBezTo>
                  <a:pt x="524864" y="27552"/>
                  <a:pt x="533324" y="31092"/>
                  <a:pt x="539522" y="38172"/>
                </a:cubicBezTo>
                <a:cubicBezTo>
                  <a:pt x="545720" y="45252"/>
                  <a:pt x="548683" y="56098"/>
                  <a:pt x="548412" y="70711"/>
                </a:cubicBezTo>
                <a:lnTo>
                  <a:pt x="500638" y="70711"/>
                </a:lnTo>
                <a:cubicBezTo>
                  <a:pt x="500773" y="76366"/>
                  <a:pt x="502312" y="80766"/>
                  <a:pt x="505252" y="83910"/>
                </a:cubicBezTo>
                <a:cubicBezTo>
                  <a:pt x="508193" y="87054"/>
                  <a:pt x="511857" y="88626"/>
                  <a:pt x="516246" y="88626"/>
                </a:cubicBezTo>
                <a:cubicBezTo>
                  <a:pt x="519231" y="88626"/>
                  <a:pt x="521742" y="87812"/>
                  <a:pt x="523778" y="86183"/>
                </a:cubicBezTo>
                <a:cubicBezTo>
                  <a:pt x="525814" y="84555"/>
                  <a:pt x="527352" y="81931"/>
                  <a:pt x="528393" y="78312"/>
                </a:cubicBezTo>
                <a:moveTo>
                  <a:pt x="529478" y="59039"/>
                </a:moveTo>
                <a:cubicBezTo>
                  <a:pt x="529343" y="53542"/>
                  <a:pt x="527918" y="49363"/>
                  <a:pt x="525203" y="46502"/>
                </a:cubicBezTo>
                <a:cubicBezTo>
                  <a:pt x="522489" y="43640"/>
                  <a:pt x="519186" y="42209"/>
                  <a:pt x="515296" y="42209"/>
                </a:cubicBezTo>
                <a:cubicBezTo>
                  <a:pt x="511133" y="42209"/>
                  <a:pt x="507695" y="43719"/>
                  <a:pt x="504981" y="46737"/>
                </a:cubicBezTo>
                <a:cubicBezTo>
                  <a:pt x="502266" y="49757"/>
                  <a:pt x="500932" y="53858"/>
                  <a:pt x="500977" y="59039"/>
                </a:cubicBezTo>
                <a:lnTo>
                  <a:pt x="529478" y="59039"/>
                </a:lnTo>
                <a:close/>
                <a:moveTo>
                  <a:pt x="635754" y="29180"/>
                </a:moveTo>
                <a:lnTo>
                  <a:pt x="635754" y="44381"/>
                </a:lnTo>
                <a:lnTo>
                  <a:pt x="622725" y="44381"/>
                </a:lnTo>
                <a:lnTo>
                  <a:pt x="622725" y="73379"/>
                </a:lnTo>
                <a:cubicBezTo>
                  <a:pt x="622725" y="79252"/>
                  <a:pt x="622849" y="82674"/>
                  <a:pt x="623098" y="83645"/>
                </a:cubicBezTo>
                <a:cubicBezTo>
                  <a:pt x="623347" y="84615"/>
                  <a:pt x="623912" y="85416"/>
                  <a:pt x="624795" y="86050"/>
                </a:cubicBezTo>
                <a:cubicBezTo>
                  <a:pt x="625677" y="86682"/>
                  <a:pt x="626751" y="86998"/>
                  <a:pt x="628018" y="86998"/>
                </a:cubicBezTo>
                <a:cubicBezTo>
                  <a:pt x="629782" y="86998"/>
                  <a:pt x="632339" y="86387"/>
                  <a:pt x="635686" y="85165"/>
                </a:cubicBezTo>
                <a:lnTo>
                  <a:pt x="637315" y="100014"/>
                </a:lnTo>
                <a:cubicBezTo>
                  <a:pt x="632881" y="101923"/>
                  <a:pt x="627860" y="102877"/>
                  <a:pt x="622250" y="102877"/>
                </a:cubicBezTo>
                <a:cubicBezTo>
                  <a:pt x="618812" y="102877"/>
                  <a:pt x="615713" y="102300"/>
                  <a:pt x="612953" y="101147"/>
                </a:cubicBezTo>
                <a:cubicBezTo>
                  <a:pt x="610193" y="99993"/>
                  <a:pt x="608169" y="98500"/>
                  <a:pt x="606879" y="96668"/>
                </a:cubicBezTo>
                <a:cubicBezTo>
                  <a:pt x="605590" y="94836"/>
                  <a:pt x="604696" y="92359"/>
                  <a:pt x="604199" y="89237"/>
                </a:cubicBezTo>
                <a:cubicBezTo>
                  <a:pt x="603792" y="87020"/>
                  <a:pt x="603588" y="82541"/>
                  <a:pt x="603588" y="75801"/>
                </a:cubicBezTo>
                <a:lnTo>
                  <a:pt x="603588" y="44381"/>
                </a:lnTo>
                <a:lnTo>
                  <a:pt x="594834" y="44381"/>
                </a:lnTo>
                <a:lnTo>
                  <a:pt x="594834" y="29180"/>
                </a:lnTo>
                <a:lnTo>
                  <a:pt x="603588" y="29180"/>
                </a:lnTo>
                <a:lnTo>
                  <a:pt x="603588" y="14794"/>
                </a:lnTo>
                <a:lnTo>
                  <a:pt x="622725" y="3529"/>
                </a:lnTo>
                <a:lnTo>
                  <a:pt x="622725" y="29180"/>
                </a:lnTo>
                <a:lnTo>
                  <a:pt x="635754" y="29180"/>
                </a:lnTo>
                <a:close/>
                <a:moveTo>
                  <a:pt x="667988" y="1764"/>
                </a:moveTo>
                <a:lnTo>
                  <a:pt x="667988" y="38392"/>
                </a:lnTo>
                <a:cubicBezTo>
                  <a:pt x="674140" y="31165"/>
                  <a:pt x="681492" y="27552"/>
                  <a:pt x="690042" y="27552"/>
                </a:cubicBezTo>
                <a:cubicBezTo>
                  <a:pt x="694431" y="27552"/>
                  <a:pt x="698389" y="28366"/>
                  <a:pt x="701918" y="29995"/>
                </a:cubicBezTo>
                <a:cubicBezTo>
                  <a:pt x="705447" y="31623"/>
                  <a:pt x="708105" y="33704"/>
                  <a:pt x="709892" y="36238"/>
                </a:cubicBezTo>
                <a:cubicBezTo>
                  <a:pt x="711679" y="38771"/>
                  <a:pt x="712900" y="41576"/>
                  <a:pt x="713556" y="44652"/>
                </a:cubicBezTo>
                <a:cubicBezTo>
                  <a:pt x="714212" y="47729"/>
                  <a:pt x="714540" y="52502"/>
                  <a:pt x="714540" y="58971"/>
                </a:cubicBezTo>
                <a:lnTo>
                  <a:pt x="714540" y="101248"/>
                </a:lnTo>
                <a:lnTo>
                  <a:pt x="695471" y="101248"/>
                </a:lnTo>
                <a:lnTo>
                  <a:pt x="695471" y="63223"/>
                </a:lnTo>
                <a:cubicBezTo>
                  <a:pt x="695471" y="55676"/>
                  <a:pt x="695109" y="50886"/>
                  <a:pt x="694385" y="48853"/>
                </a:cubicBezTo>
                <a:cubicBezTo>
                  <a:pt x="693662" y="46819"/>
                  <a:pt x="692384" y="45203"/>
                  <a:pt x="690551" y="44006"/>
                </a:cubicBezTo>
                <a:cubicBezTo>
                  <a:pt x="688719" y="42808"/>
                  <a:pt x="686423" y="42209"/>
                  <a:pt x="683663" y="42209"/>
                </a:cubicBezTo>
                <a:cubicBezTo>
                  <a:pt x="680497" y="42209"/>
                  <a:pt x="677669" y="42978"/>
                  <a:pt x="675181" y="44515"/>
                </a:cubicBezTo>
                <a:cubicBezTo>
                  <a:pt x="672693" y="46051"/>
                  <a:pt x="670872" y="48367"/>
                  <a:pt x="669718" y="51462"/>
                </a:cubicBezTo>
                <a:cubicBezTo>
                  <a:pt x="668564" y="54557"/>
                  <a:pt x="667988" y="59132"/>
                  <a:pt x="667988" y="65189"/>
                </a:cubicBezTo>
                <a:lnTo>
                  <a:pt x="667988" y="101248"/>
                </a:lnTo>
                <a:lnTo>
                  <a:pt x="648919" y="101248"/>
                </a:lnTo>
                <a:lnTo>
                  <a:pt x="648919" y="1764"/>
                </a:lnTo>
                <a:lnTo>
                  <a:pt x="667988" y="1764"/>
                </a:lnTo>
                <a:close/>
                <a:moveTo>
                  <a:pt x="775498" y="78312"/>
                </a:moveTo>
                <a:lnTo>
                  <a:pt x="794499" y="81569"/>
                </a:lnTo>
                <a:cubicBezTo>
                  <a:pt x="792056" y="88513"/>
                  <a:pt x="788199" y="93801"/>
                  <a:pt x="782929" y="97431"/>
                </a:cubicBezTo>
                <a:cubicBezTo>
                  <a:pt x="777658" y="101062"/>
                  <a:pt x="771064" y="102877"/>
                  <a:pt x="763147" y="102877"/>
                </a:cubicBezTo>
                <a:cubicBezTo>
                  <a:pt x="750616" y="102877"/>
                  <a:pt x="741341" y="98783"/>
                  <a:pt x="735324" y="90594"/>
                </a:cubicBezTo>
                <a:cubicBezTo>
                  <a:pt x="730574" y="84034"/>
                  <a:pt x="728199" y="75755"/>
                  <a:pt x="728199" y="65757"/>
                </a:cubicBezTo>
                <a:cubicBezTo>
                  <a:pt x="728199" y="53814"/>
                  <a:pt x="731320" y="44460"/>
                  <a:pt x="737564" y="37697"/>
                </a:cubicBezTo>
                <a:cubicBezTo>
                  <a:pt x="743807" y="30933"/>
                  <a:pt x="751701" y="27552"/>
                  <a:pt x="761247" y="27552"/>
                </a:cubicBezTo>
                <a:cubicBezTo>
                  <a:pt x="771969" y="27552"/>
                  <a:pt x="780429" y="31092"/>
                  <a:pt x="786627" y="38172"/>
                </a:cubicBezTo>
                <a:cubicBezTo>
                  <a:pt x="792825" y="45252"/>
                  <a:pt x="795788" y="56098"/>
                  <a:pt x="795517" y="70711"/>
                </a:cubicBezTo>
                <a:lnTo>
                  <a:pt x="747743" y="70711"/>
                </a:lnTo>
                <a:cubicBezTo>
                  <a:pt x="747878" y="76366"/>
                  <a:pt x="749417" y="80766"/>
                  <a:pt x="752357" y="83910"/>
                </a:cubicBezTo>
                <a:cubicBezTo>
                  <a:pt x="755298" y="87054"/>
                  <a:pt x="758962" y="88626"/>
                  <a:pt x="763351" y="88626"/>
                </a:cubicBezTo>
                <a:cubicBezTo>
                  <a:pt x="766337" y="88626"/>
                  <a:pt x="768848" y="87812"/>
                  <a:pt x="770883" y="86183"/>
                </a:cubicBezTo>
                <a:cubicBezTo>
                  <a:pt x="772919" y="84555"/>
                  <a:pt x="774457" y="81931"/>
                  <a:pt x="775498" y="78312"/>
                </a:cubicBezTo>
                <a:moveTo>
                  <a:pt x="776584" y="59039"/>
                </a:moveTo>
                <a:cubicBezTo>
                  <a:pt x="776448" y="53542"/>
                  <a:pt x="775023" y="49363"/>
                  <a:pt x="772308" y="46502"/>
                </a:cubicBezTo>
                <a:cubicBezTo>
                  <a:pt x="769594" y="43640"/>
                  <a:pt x="766291" y="42209"/>
                  <a:pt x="762401" y="42209"/>
                </a:cubicBezTo>
                <a:cubicBezTo>
                  <a:pt x="758239" y="42209"/>
                  <a:pt x="754800" y="43719"/>
                  <a:pt x="752086" y="46737"/>
                </a:cubicBezTo>
                <a:cubicBezTo>
                  <a:pt x="749371" y="49757"/>
                  <a:pt x="748037" y="53858"/>
                  <a:pt x="748082" y="59039"/>
                </a:cubicBezTo>
                <a:lnTo>
                  <a:pt x="776584" y="59039"/>
                </a:lnTo>
                <a:close/>
                <a:moveTo>
                  <a:pt x="863923" y="51439"/>
                </a:moveTo>
                <a:lnTo>
                  <a:pt x="846618" y="48317"/>
                </a:lnTo>
                <a:cubicBezTo>
                  <a:pt x="848564" y="41258"/>
                  <a:pt x="851912" y="36033"/>
                  <a:pt x="856662" y="32641"/>
                </a:cubicBezTo>
                <a:cubicBezTo>
                  <a:pt x="861412" y="29248"/>
                  <a:pt x="868470" y="27552"/>
                  <a:pt x="877834" y="27552"/>
                </a:cubicBezTo>
                <a:cubicBezTo>
                  <a:pt x="886340" y="27552"/>
                  <a:pt x="892673" y="28558"/>
                  <a:pt x="896836" y="30571"/>
                </a:cubicBezTo>
                <a:cubicBezTo>
                  <a:pt x="900998" y="32585"/>
                  <a:pt x="903927" y="35141"/>
                  <a:pt x="905624" y="38240"/>
                </a:cubicBezTo>
                <a:cubicBezTo>
                  <a:pt x="907320" y="41339"/>
                  <a:pt x="908168" y="47028"/>
                  <a:pt x="908168" y="55307"/>
                </a:cubicBezTo>
                <a:lnTo>
                  <a:pt x="907965" y="77565"/>
                </a:lnTo>
                <a:cubicBezTo>
                  <a:pt x="907965" y="83899"/>
                  <a:pt x="908270" y="88570"/>
                  <a:pt x="908881" y="91578"/>
                </a:cubicBezTo>
                <a:cubicBezTo>
                  <a:pt x="909492" y="94587"/>
                  <a:pt x="910634" y="97810"/>
                  <a:pt x="912308" y="101248"/>
                </a:cubicBezTo>
                <a:lnTo>
                  <a:pt x="893442" y="101248"/>
                </a:lnTo>
                <a:cubicBezTo>
                  <a:pt x="892945" y="99982"/>
                  <a:pt x="892334" y="98104"/>
                  <a:pt x="891610" y="95616"/>
                </a:cubicBezTo>
                <a:cubicBezTo>
                  <a:pt x="891294" y="94485"/>
                  <a:pt x="891067" y="93739"/>
                  <a:pt x="890932" y="93377"/>
                </a:cubicBezTo>
                <a:cubicBezTo>
                  <a:pt x="887674" y="96543"/>
                  <a:pt x="884191" y="98919"/>
                  <a:pt x="880481" y="100502"/>
                </a:cubicBezTo>
                <a:cubicBezTo>
                  <a:pt x="876771" y="102085"/>
                  <a:pt x="872813" y="102877"/>
                  <a:pt x="868605" y="102877"/>
                </a:cubicBezTo>
                <a:cubicBezTo>
                  <a:pt x="861186" y="102877"/>
                  <a:pt x="855339" y="100872"/>
                  <a:pt x="851063" y="96863"/>
                </a:cubicBezTo>
                <a:cubicBezTo>
                  <a:pt x="846788" y="92854"/>
                  <a:pt x="844650" y="87785"/>
                  <a:pt x="844650" y="81658"/>
                </a:cubicBezTo>
                <a:cubicBezTo>
                  <a:pt x="844650" y="77603"/>
                  <a:pt x="845623" y="73988"/>
                  <a:pt x="847569" y="70813"/>
                </a:cubicBezTo>
                <a:cubicBezTo>
                  <a:pt x="849514" y="67636"/>
                  <a:pt x="852240" y="65203"/>
                  <a:pt x="855746" y="63514"/>
                </a:cubicBezTo>
                <a:cubicBezTo>
                  <a:pt x="859252" y="61824"/>
                  <a:pt x="864308" y="60349"/>
                  <a:pt x="870913" y="59088"/>
                </a:cubicBezTo>
                <a:cubicBezTo>
                  <a:pt x="879825" y="57421"/>
                  <a:pt x="886000" y="55866"/>
                  <a:pt x="889439" y="54424"/>
                </a:cubicBezTo>
                <a:lnTo>
                  <a:pt x="889439" y="52503"/>
                </a:lnTo>
                <a:cubicBezTo>
                  <a:pt x="889439" y="48798"/>
                  <a:pt x="888534" y="46156"/>
                  <a:pt x="886724" y="44578"/>
                </a:cubicBezTo>
                <a:cubicBezTo>
                  <a:pt x="884915" y="42999"/>
                  <a:pt x="881499" y="42209"/>
                  <a:pt x="876477" y="42209"/>
                </a:cubicBezTo>
                <a:cubicBezTo>
                  <a:pt x="873084" y="42209"/>
                  <a:pt x="870438" y="42892"/>
                  <a:pt x="868538" y="44258"/>
                </a:cubicBezTo>
                <a:cubicBezTo>
                  <a:pt x="866637" y="45622"/>
                  <a:pt x="865099" y="48016"/>
                  <a:pt x="863923" y="51439"/>
                </a:cubicBezTo>
                <a:moveTo>
                  <a:pt x="889439" y="66911"/>
                </a:moveTo>
                <a:cubicBezTo>
                  <a:pt x="886996" y="67715"/>
                  <a:pt x="883128" y="68677"/>
                  <a:pt x="877834" y="69795"/>
                </a:cubicBezTo>
                <a:cubicBezTo>
                  <a:pt x="872541" y="70912"/>
                  <a:pt x="869080" y="72007"/>
                  <a:pt x="867452" y="73080"/>
                </a:cubicBezTo>
                <a:cubicBezTo>
                  <a:pt x="864964" y="74823"/>
                  <a:pt x="863719" y="77036"/>
                  <a:pt x="863719" y="79717"/>
                </a:cubicBezTo>
                <a:cubicBezTo>
                  <a:pt x="863719" y="82356"/>
                  <a:pt x="864715" y="84636"/>
                  <a:pt x="866705" y="86559"/>
                </a:cubicBezTo>
                <a:cubicBezTo>
                  <a:pt x="868696" y="88480"/>
                  <a:pt x="871229" y="89441"/>
                  <a:pt x="874306" y="89441"/>
                </a:cubicBezTo>
                <a:cubicBezTo>
                  <a:pt x="877744" y="89441"/>
                  <a:pt x="881024" y="88323"/>
                  <a:pt x="884146" y="86088"/>
                </a:cubicBezTo>
                <a:cubicBezTo>
                  <a:pt x="886453" y="84390"/>
                  <a:pt x="887968" y="82311"/>
                  <a:pt x="888692" y="79851"/>
                </a:cubicBezTo>
                <a:cubicBezTo>
                  <a:pt x="889190" y="78242"/>
                  <a:pt x="889439" y="75181"/>
                  <a:pt x="889439" y="70667"/>
                </a:cubicBezTo>
                <a:lnTo>
                  <a:pt x="889439" y="66911"/>
                </a:lnTo>
                <a:close/>
                <a:moveTo>
                  <a:pt x="925520" y="29180"/>
                </a:moveTo>
                <a:lnTo>
                  <a:pt x="943096" y="29180"/>
                </a:lnTo>
                <a:lnTo>
                  <a:pt x="943096" y="39020"/>
                </a:lnTo>
                <a:cubicBezTo>
                  <a:pt x="949384" y="31374"/>
                  <a:pt x="956871" y="27552"/>
                  <a:pt x="965558" y="27552"/>
                </a:cubicBezTo>
                <a:cubicBezTo>
                  <a:pt x="970172" y="27552"/>
                  <a:pt x="974176" y="28506"/>
                  <a:pt x="977569" y="30414"/>
                </a:cubicBezTo>
                <a:cubicBezTo>
                  <a:pt x="980962" y="32323"/>
                  <a:pt x="983744" y="35209"/>
                  <a:pt x="985916" y="39073"/>
                </a:cubicBezTo>
                <a:cubicBezTo>
                  <a:pt x="989083" y="35209"/>
                  <a:pt x="992498" y="32323"/>
                  <a:pt x="996163" y="30414"/>
                </a:cubicBezTo>
                <a:cubicBezTo>
                  <a:pt x="999827" y="28506"/>
                  <a:pt x="1003741" y="27552"/>
                  <a:pt x="1007903" y="27552"/>
                </a:cubicBezTo>
                <a:cubicBezTo>
                  <a:pt x="1013196" y="27552"/>
                  <a:pt x="1017675" y="28626"/>
                  <a:pt x="1021339" y="30775"/>
                </a:cubicBezTo>
                <a:cubicBezTo>
                  <a:pt x="1025004" y="32924"/>
                  <a:pt x="1027741" y="36079"/>
                  <a:pt x="1029550" y="40242"/>
                </a:cubicBezTo>
                <a:cubicBezTo>
                  <a:pt x="1030862" y="43318"/>
                  <a:pt x="1031518" y="48294"/>
                  <a:pt x="1031518" y="55171"/>
                </a:cubicBezTo>
                <a:lnTo>
                  <a:pt x="1031518" y="101248"/>
                </a:lnTo>
                <a:lnTo>
                  <a:pt x="1012449" y="101248"/>
                </a:lnTo>
                <a:lnTo>
                  <a:pt x="1012449" y="60104"/>
                </a:lnTo>
                <a:cubicBezTo>
                  <a:pt x="1012449" y="52964"/>
                  <a:pt x="1011793" y="48355"/>
                  <a:pt x="1010482" y="46277"/>
                </a:cubicBezTo>
                <a:cubicBezTo>
                  <a:pt x="1008717" y="43565"/>
                  <a:pt x="1006003" y="42209"/>
                  <a:pt x="1002338" y="42209"/>
                </a:cubicBezTo>
                <a:cubicBezTo>
                  <a:pt x="999669" y="42209"/>
                  <a:pt x="997158" y="43023"/>
                  <a:pt x="994806" y="44650"/>
                </a:cubicBezTo>
                <a:cubicBezTo>
                  <a:pt x="992453" y="46276"/>
                  <a:pt x="990757" y="48660"/>
                  <a:pt x="989716" y="51801"/>
                </a:cubicBezTo>
                <a:cubicBezTo>
                  <a:pt x="988676" y="54941"/>
                  <a:pt x="988155" y="59901"/>
                  <a:pt x="988155" y="66680"/>
                </a:cubicBezTo>
                <a:lnTo>
                  <a:pt x="988155" y="101248"/>
                </a:lnTo>
                <a:lnTo>
                  <a:pt x="969086" y="101248"/>
                </a:lnTo>
                <a:lnTo>
                  <a:pt x="969086" y="61798"/>
                </a:lnTo>
                <a:cubicBezTo>
                  <a:pt x="969086" y="54794"/>
                  <a:pt x="968747" y="50276"/>
                  <a:pt x="968068" y="48243"/>
                </a:cubicBezTo>
                <a:cubicBezTo>
                  <a:pt x="967390" y="46208"/>
                  <a:pt x="966338" y="44694"/>
                  <a:pt x="964913" y="43700"/>
                </a:cubicBezTo>
                <a:cubicBezTo>
                  <a:pt x="963488" y="42706"/>
                  <a:pt x="961554" y="42209"/>
                  <a:pt x="959111" y="42209"/>
                </a:cubicBezTo>
                <a:cubicBezTo>
                  <a:pt x="956170" y="42209"/>
                  <a:pt x="953524" y="43000"/>
                  <a:pt x="951171" y="44583"/>
                </a:cubicBezTo>
                <a:cubicBezTo>
                  <a:pt x="948819" y="46163"/>
                  <a:pt x="947133" y="48445"/>
                  <a:pt x="946115" y="51428"/>
                </a:cubicBezTo>
                <a:cubicBezTo>
                  <a:pt x="945098" y="54411"/>
                  <a:pt x="944589" y="59359"/>
                  <a:pt x="944589" y="66273"/>
                </a:cubicBezTo>
                <a:lnTo>
                  <a:pt x="944589" y="101248"/>
                </a:lnTo>
                <a:lnTo>
                  <a:pt x="925520" y="101248"/>
                </a:lnTo>
                <a:lnTo>
                  <a:pt x="925520" y="29180"/>
                </a:lnTo>
                <a:close/>
                <a:moveTo>
                  <a:pt x="1046272" y="64196"/>
                </a:moveTo>
                <a:cubicBezTo>
                  <a:pt x="1046272" y="57863"/>
                  <a:pt x="1047832" y="51733"/>
                  <a:pt x="1050954" y="45806"/>
                </a:cubicBezTo>
                <a:cubicBezTo>
                  <a:pt x="1054076" y="39880"/>
                  <a:pt x="1058498" y="35356"/>
                  <a:pt x="1064221" y="32234"/>
                </a:cubicBezTo>
                <a:cubicBezTo>
                  <a:pt x="1069944" y="29112"/>
                  <a:pt x="1076334" y="27552"/>
                  <a:pt x="1083391" y="27552"/>
                </a:cubicBezTo>
                <a:cubicBezTo>
                  <a:pt x="1094294" y="27552"/>
                  <a:pt x="1103229" y="31092"/>
                  <a:pt x="1110196" y="38172"/>
                </a:cubicBezTo>
                <a:cubicBezTo>
                  <a:pt x="1117164" y="45252"/>
                  <a:pt x="1120647" y="54198"/>
                  <a:pt x="1120647" y="65011"/>
                </a:cubicBezTo>
                <a:cubicBezTo>
                  <a:pt x="1120647" y="75914"/>
                  <a:pt x="1117130" y="84951"/>
                  <a:pt x="1110095" y="92121"/>
                </a:cubicBezTo>
                <a:cubicBezTo>
                  <a:pt x="1103060" y="99292"/>
                  <a:pt x="1094204" y="102877"/>
                  <a:pt x="1083527" y="102877"/>
                </a:cubicBezTo>
                <a:cubicBezTo>
                  <a:pt x="1076922" y="102877"/>
                  <a:pt x="1070622" y="101384"/>
                  <a:pt x="1064628" y="98398"/>
                </a:cubicBezTo>
                <a:cubicBezTo>
                  <a:pt x="1058633" y="95412"/>
                  <a:pt x="1054076" y="91035"/>
                  <a:pt x="1050954" y="85267"/>
                </a:cubicBezTo>
                <a:cubicBezTo>
                  <a:pt x="1047832" y="79499"/>
                  <a:pt x="1046272" y="72475"/>
                  <a:pt x="1046272" y="64196"/>
                </a:cubicBezTo>
                <a:moveTo>
                  <a:pt x="1065815" y="65214"/>
                </a:moveTo>
                <a:cubicBezTo>
                  <a:pt x="1065815" y="72340"/>
                  <a:pt x="1067512" y="77797"/>
                  <a:pt x="1070905" y="81586"/>
                </a:cubicBezTo>
                <a:cubicBezTo>
                  <a:pt x="1074298" y="85375"/>
                  <a:pt x="1078483" y="87269"/>
                  <a:pt x="1083459" y="87269"/>
                </a:cubicBezTo>
                <a:cubicBezTo>
                  <a:pt x="1088436" y="87269"/>
                  <a:pt x="1092609" y="85375"/>
                  <a:pt x="1095980" y="81586"/>
                </a:cubicBezTo>
                <a:cubicBezTo>
                  <a:pt x="1099350" y="77797"/>
                  <a:pt x="1101035" y="72295"/>
                  <a:pt x="1101035" y="65079"/>
                </a:cubicBezTo>
                <a:cubicBezTo>
                  <a:pt x="1101035" y="58044"/>
                  <a:pt x="1099350" y="52632"/>
                  <a:pt x="1095980" y="48843"/>
                </a:cubicBezTo>
                <a:cubicBezTo>
                  <a:pt x="1092609" y="45054"/>
                  <a:pt x="1088436" y="43160"/>
                  <a:pt x="1083459" y="43160"/>
                </a:cubicBezTo>
                <a:cubicBezTo>
                  <a:pt x="1078483" y="43160"/>
                  <a:pt x="1074298" y="45054"/>
                  <a:pt x="1070905" y="48843"/>
                </a:cubicBezTo>
                <a:cubicBezTo>
                  <a:pt x="1067512" y="52632"/>
                  <a:pt x="1065815" y="58089"/>
                  <a:pt x="1065815" y="65214"/>
                </a:cubicBezTo>
                <a:close/>
                <a:moveTo>
                  <a:pt x="1182894" y="101248"/>
                </a:moveTo>
                <a:lnTo>
                  <a:pt x="1182894" y="90459"/>
                </a:lnTo>
                <a:cubicBezTo>
                  <a:pt x="1180270" y="94304"/>
                  <a:pt x="1176821" y="97335"/>
                  <a:pt x="1172545" y="99552"/>
                </a:cubicBezTo>
                <a:cubicBezTo>
                  <a:pt x="1168270" y="101769"/>
                  <a:pt x="1163757" y="102877"/>
                  <a:pt x="1159007" y="102877"/>
                </a:cubicBezTo>
                <a:cubicBezTo>
                  <a:pt x="1154166" y="102877"/>
                  <a:pt x="1149823" y="101814"/>
                  <a:pt x="1145978" y="99688"/>
                </a:cubicBezTo>
                <a:cubicBezTo>
                  <a:pt x="1142132" y="97561"/>
                  <a:pt x="1139350" y="94576"/>
                  <a:pt x="1137631" y="90730"/>
                </a:cubicBezTo>
                <a:cubicBezTo>
                  <a:pt x="1135912" y="86885"/>
                  <a:pt x="1135052" y="81569"/>
                  <a:pt x="1135052" y="74783"/>
                </a:cubicBezTo>
                <a:lnTo>
                  <a:pt x="1135052" y="29180"/>
                </a:lnTo>
                <a:lnTo>
                  <a:pt x="1154121" y="29180"/>
                </a:lnTo>
                <a:lnTo>
                  <a:pt x="1154121" y="62220"/>
                </a:lnTo>
                <a:cubicBezTo>
                  <a:pt x="1154121" y="72331"/>
                  <a:pt x="1154472" y="78526"/>
                  <a:pt x="1155173" y="80805"/>
                </a:cubicBezTo>
                <a:cubicBezTo>
                  <a:pt x="1155874" y="83084"/>
                  <a:pt x="1157152" y="84890"/>
                  <a:pt x="1159007" y="86222"/>
                </a:cubicBezTo>
                <a:cubicBezTo>
                  <a:pt x="1160862" y="87553"/>
                  <a:pt x="1163214" y="88219"/>
                  <a:pt x="1166065" y="88219"/>
                </a:cubicBezTo>
                <a:cubicBezTo>
                  <a:pt x="1169322" y="88219"/>
                  <a:pt x="1172240" y="87328"/>
                  <a:pt x="1174819" y="85545"/>
                </a:cubicBezTo>
                <a:cubicBezTo>
                  <a:pt x="1177397" y="83762"/>
                  <a:pt x="1179162" y="81550"/>
                  <a:pt x="1180112" y="78910"/>
                </a:cubicBezTo>
                <a:cubicBezTo>
                  <a:pt x="1181062" y="76269"/>
                  <a:pt x="1181537" y="69803"/>
                  <a:pt x="1181537" y="59512"/>
                </a:cubicBezTo>
                <a:lnTo>
                  <a:pt x="1181537" y="29180"/>
                </a:lnTo>
                <a:lnTo>
                  <a:pt x="1200606" y="29180"/>
                </a:lnTo>
                <a:lnTo>
                  <a:pt x="1200606" y="101248"/>
                </a:lnTo>
                <a:lnTo>
                  <a:pt x="1182894" y="101248"/>
                </a:lnTo>
                <a:close/>
                <a:moveTo>
                  <a:pt x="1286022" y="101248"/>
                </a:moveTo>
                <a:lnTo>
                  <a:pt x="1266953" y="101248"/>
                </a:lnTo>
                <a:lnTo>
                  <a:pt x="1266953" y="64510"/>
                </a:lnTo>
                <a:cubicBezTo>
                  <a:pt x="1266953" y="56737"/>
                  <a:pt x="1266546" y="51710"/>
                  <a:pt x="1265732" y="49428"/>
                </a:cubicBezTo>
                <a:cubicBezTo>
                  <a:pt x="1264917" y="47146"/>
                  <a:pt x="1263594" y="45373"/>
                  <a:pt x="1261762" y="44107"/>
                </a:cubicBezTo>
                <a:cubicBezTo>
                  <a:pt x="1259930" y="42842"/>
                  <a:pt x="1257724" y="42209"/>
                  <a:pt x="1255145" y="42209"/>
                </a:cubicBezTo>
                <a:cubicBezTo>
                  <a:pt x="1251843" y="42209"/>
                  <a:pt x="1248880" y="43114"/>
                  <a:pt x="1246256" y="44922"/>
                </a:cubicBezTo>
                <a:cubicBezTo>
                  <a:pt x="1243632" y="46729"/>
                  <a:pt x="1241833" y="49124"/>
                  <a:pt x="1240861" y="52107"/>
                </a:cubicBezTo>
                <a:cubicBezTo>
                  <a:pt x="1239888" y="55088"/>
                  <a:pt x="1239402" y="60601"/>
                  <a:pt x="1239402" y="68646"/>
                </a:cubicBezTo>
                <a:lnTo>
                  <a:pt x="1239402" y="101248"/>
                </a:lnTo>
                <a:lnTo>
                  <a:pt x="1220333" y="101248"/>
                </a:lnTo>
                <a:lnTo>
                  <a:pt x="1220333" y="29180"/>
                </a:lnTo>
                <a:lnTo>
                  <a:pt x="1238045" y="29180"/>
                </a:lnTo>
                <a:lnTo>
                  <a:pt x="1238045" y="39766"/>
                </a:lnTo>
                <a:cubicBezTo>
                  <a:pt x="1244333" y="31623"/>
                  <a:pt x="1252250" y="27552"/>
                  <a:pt x="1261796" y="27552"/>
                </a:cubicBezTo>
                <a:cubicBezTo>
                  <a:pt x="1266003" y="27552"/>
                  <a:pt x="1269849" y="28309"/>
                  <a:pt x="1273332" y="29825"/>
                </a:cubicBezTo>
                <a:cubicBezTo>
                  <a:pt x="1276816" y="31340"/>
                  <a:pt x="1279451" y="33274"/>
                  <a:pt x="1281238" y="35627"/>
                </a:cubicBezTo>
                <a:cubicBezTo>
                  <a:pt x="1283025" y="37979"/>
                  <a:pt x="1284269" y="40649"/>
                  <a:pt x="1284970" y="43635"/>
                </a:cubicBezTo>
                <a:cubicBezTo>
                  <a:pt x="1285672" y="46620"/>
                  <a:pt x="1286022" y="50896"/>
                  <a:pt x="1286022" y="56460"/>
                </a:cubicBezTo>
                <a:lnTo>
                  <a:pt x="1286022" y="101248"/>
                </a:lnTo>
                <a:close/>
                <a:moveTo>
                  <a:pt x="1338294" y="29180"/>
                </a:moveTo>
                <a:lnTo>
                  <a:pt x="1338294" y="44381"/>
                </a:lnTo>
                <a:lnTo>
                  <a:pt x="1325265" y="44381"/>
                </a:lnTo>
                <a:lnTo>
                  <a:pt x="1325265" y="73379"/>
                </a:lnTo>
                <a:cubicBezTo>
                  <a:pt x="1325265" y="79252"/>
                  <a:pt x="1325389" y="82674"/>
                  <a:pt x="1325638" y="83645"/>
                </a:cubicBezTo>
                <a:cubicBezTo>
                  <a:pt x="1325887" y="84615"/>
                  <a:pt x="1326452" y="85416"/>
                  <a:pt x="1327334" y="86050"/>
                </a:cubicBezTo>
                <a:cubicBezTo>
                  <a:pt x="1328217" y="86682"/>
                  <a:pt x="1329291" y="86998"/>
                  <a:pt x="1330558" y="86998"/>
                </a:cubicBezTo>
                <a:cubicBezTo>
                  <a:pt x="1332322" y="86998"/>
                  <a:pt x="1334878" y="86387"/>
                  <a:pt x="1338226" y="85165"/>
                </a:cubicBezTo>
                <a:lnTo>
                  <a:pt x="1339855" y="100014"/>
                </a:lnTo>
                <a:cubicBezTo>
                  <a:pt x="1335421" y="101923"/>
                  <a:pt x="1330399" y="102877"/>
                  <a:pt x="1324790" y="102877"/>
                </a:cubicBezTo>
                <a:cubicBezTo>
                  <a:pt x="1321351" y="102877"/>
                  <a:pt x="1318252" y="102300"/>
                  <a:pt x="1315493" y="101147"/>
                </a:cubicBezTo>
                <a:cubicBezTo>
                  <a:pt x="1312733" y="99993"/>
                  <a:pt x="1310709" y="98500"/>
                  <a:pt x="1309419" y="96668"/>
                </a:cubicBezTo>
                <a:cubicBezTo>
                  <a:pt x="1308130" y="94836"/>
                  <a:pt x="1307236" y="92359"/>
                  <a:pt x="1306739" y="89237"/>
                </a:cubicBezTo>
                <a:cubicBezTo>
                  <a:pt x="1306331" y="87020"/>
                  <a:pt x="1306128" y="82541"/>
                  <a:pt x="1306128" y="75801"/>
                </a:cubicBezTo>
                <a:lnTo>
                  <a:pt x="1306128" y="44381"/>
                </a:lnTo>
                <a:lnTo>
                  <a:pt x="1297374" y="44381"/>
                </a:lnTo>
                <a:lnTo>
                  <a:pt x="1297374" y="29180"/>
                </a:lnTo>
                <a:lnTo>
                  <a:pt x="1306128" y="29180"/>
                </a:lnTo>
                <a:lnTo>
                  <a:pt x="1306128" y="14794"/>
                </a:lnTo>
                <a:lnTo>
                  <a:pt x="1325265" y="3529"/>
                </a:lnTo>
                <a:lnTo>
                  <a:pt x="1325265" y="29180"/>
                </a:lnTo>
                <a:lnTo>
                  <a:pt x="1338294" y="29180"/>
                </a:lnTo>
                <a:close/>
                <a:moveTo>
                  <a:pt x="1385844" y="64196"/>
                </a:moveTo>
                <a:cubicBezTo>
                  <a:pt x="1385844" y="57863"/>
                  <a:pt x="1387405" y="51733"/>
                  <a:pt x="1390527" y="45806"/>
                </a:cubicBezTo>
                <a:cubicBezTo>
                  <a:pt x="1393648" y="39880"/>
                  <a:pt x="1398071" y="35356"/>
                  <a:pt x="1403793" y="32234"/>
                </a:cubicBezTo>
                <a:cubicBezTo>
                  <a:pt x="1409516" y="29112"/>
                  <a:pt x="1415907" y="27552"/>
                  <a:pt x="1422964" y="27552"/>
                </a:cubicBezTo>
                <a:cubicBezTo>
                  <a:pt x="1433867" y="27552"/>
                  <a:pt x="1442802" y="31092"/>
                  <a:pt x="1449769" y="38172"/>
                </a:cubicBezTo>
                <a:cubicBezTo>
                  <a:pt x="1456736" y="45252"/>
                  <a:pt x="1460220" y="54198"/>
                  <a:pt x="1460220" y="65011"/>
                </a:cubicBezTo>
                <a:cubicBezTo>
                  <a:pt x="1460220" y="75914"/>
                  <a:pt x="1456702" y="84951"/>
                  <a:pt x="1449667" y="92121"/>
                </a:cubicBezTo>
                <a:cubicBezTo>
                  <a:pt x="1442633" y="99292"/>
                  <a:pt x="1433777" y="102877"/>
                  <a:pt x="1423100" y="102877"/>
                </a:cubicBezTo>
                <a:cubicBezTo>
                  <a:pt x="1416495" y="102877"/>
                  <a:pt x="1410195" y="101384"/>
                  <a:pt x="1404201" y="98398"/>
                </a:cubicBezTo>
                <a:cubicBezTo>
                  <a:pt x="1398206" y="95412"/>
                  <a:pt x="1393648" y="91035"/>
                  <a:pt x="1390527" y="85267"/>
                </a:cubicBezTo>
                <a:cubicBezTo>
                  <a:pt x="1387405" y="79499"/>
                  <a:pt x="1385844" y="72475"/>
                  <a:pt x="1385844" y="64196"/>
                </a:cubicBezTo>
                <a:moveTo>
                  <a:pt x="1405388" y="65214"/>
                </a:moveTo>
                <a:cubicBezTo>
                  <a:pt x="1405388" y="72340"/>
                  <a:pt x="1407085" y="77797"/>
                  <a:pt x="1410478" y="81586"/>
                </a:cubicBezTo>
                <a:cubicBezTo>
                  <a:pt x="1413871" y="85375"/>
                  <a:pt x="1418056" y="87269"/>
                  <a:pt x="1423032" y="87269"/>
                </a:cubicBezTo>
                <a:cubicBezTo>
                  <a:pt x="1428008" y="87269"/>
                  <a:pt x="1432182" y="85375"/>
                  <a:pt x="1435552" y="81586"/>
                </a:cubicBezTo>
                <a:cubicBezTo>
                  <a:pt x="1438923" y="77797"/>
                  <a:pt x="1440608" y="72295"/>
                  <a:pt x="1440608" y="65079"/>
                </a:cubicBezTo>
                <a:cubicBezTo>
                  <a:pt x="1440608" y="58044"/>
                  <a:pt x="1438923" y="52632"/>
                  <a:pt x="1435552" y="48843"/>
                </a:cubicBezTo>
                <a:cubicBezTo>
                  <a:pt x="1432182" y="45054"/>
                  <a:pt x="1428008" y="43160"/>
                  <a:pt x="1423032" y="43160"/>
                </a:cubicBezTo>
                <a:cubicBezTo>
                  <a:pt x="1418056" y="43160"/>
                  <a:pt x="1413871" y="45054"/>
                  <a:pt x="1410478" y="48843"/>
                </a:cubicBezTo>
                <a:cubicBezTo>
                  <a:pt x="1407085" y="52632"/>
                  <a:pt x="1405388" y="58089"/>
                  <a:pt x="1405388" y="65214"/>
                </a:cubicBezTo>
                <a:close/>
                <a:moveTo>
                  <a:pt x="1466685" y="29180"/>
                </a:moveTo>
                <a:lnTo>
                  <a:pt x="1477272" y="29180"/>
                </a:lnTo>
                <a:lnTo>
                  <a:pt x="1477272" y="23739"/>
                </a:lnTo>
                <a:cubicBezTo>
                  <a:pt x="1477272" y="17662"/>
                  <a:pt x="1477916" y="13128"/>
                  <a:pt x="1479206" y="10135"/>
                </a:cubicBezTo>
                <a:cubicBezTo>
                  <a:pt x="1480495" y="7142"/>
                  <a:pt x="1482870" y="4704"/>
                  <a:pt x="1486331" y="2823"/>
                </a:cubicBezTo>
                <a:cubicBezTo>
                  <a:pt x="1489792" y="941"/>
                  <a:pt x="1494169" y="0"/>
                  <a:pt x="1499462" y="0"/>
                </a:cubicBezTo>
                <a:cubicBezTo>
                  <a:pt x="1504891" y="0"/>
                  <a:pt x="1510207" y="814"/>
                  <a:pt x="1515410" y="2443"/>
                </a:cubicBezTo>
                <a:lnTo>
                  <a:pt x="1512831" y="15744"/>
                </a:lnTo>
                <a:cubicBezTo>
                  <a:pt x="1509800" y="15020"/>
                  <a:pt x="1506882" y="14658"/>
                  <a:pt x="1504077" y="14658"/>
                </a:cubicBezTo>
                <a:cubicBezTo>
                  <a:pt x="1501317" y="14658"/>
                  <a:pt x="1499338" y="15306"/>
                  <a:pt x="1498139" y="16603"/>
                </a:cubicBezTo>
                <a:cubicBezTo>
                  <a:pt x="1496940" y="17898"/>
                  <a:pt x="1496341" y="20386"/>
                  <a:pt x="1496341" y="24067"/>
                </a:cubicBezTo>
                <a:lnTo>
                  <a:pt x="1496341" y="29180"/>
                </a:lnTo>
                <a:lnTo>
                  <a:pt x="1510591" y="29180"/>
                </a:lnTo>
                <a:lnTo>
                  <a:pt x="1510591" y="44245"/>
                </a:lnTo>
                <a:lnTo>
                  <a:pt x="1496341" y="44245"/>
                </a:lnTo>
                <a:lnTo>
                  <a:pt x="1496341" y="101248"/>
                </a:lnTo>
                <a:lnTo>
                  <a:pt x="1477272" y="101248"/>
                </a:lnTo>
                <a:lnTo>
                  <a:pt x="1477272" y="44245"/>
                </a:lnTo>
                <a:lnTo>
                  <a:pt x="1466685" y="44245"/>
                </a:lnTo>
                <a:lnTo>
                  <a:pt x="1466685" y="291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currency.">
            <a:extLst xmlns:a="http://schemas.openxmlformats.org/drawingml/2006/main">
              <a:ext uri="{FF2B5EF4-FFF2-40B4-BE49-F238E27FC236}">
                <a16:creationId xmlns:a16="http://schemas.microsoft.com/office/drawing/2014/main" id="{E80D9DF5-331D-489A-9617-BD549E82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437" y="2049908"/>
            <a:ext cx="607952" cy="103013"/>
          </a:xfrm>
          <a:custGeom xmlns:a="http://schemas.openxmlformats.org/drawingml/2006/main">
            <a:pathLst>
              <a:path w="607952" h="103013">
                <a:moveTo>
                  <a:pt x="67047" y="22937"/>
                </a:moveTo>
                <a:lnTo>
                  <a:pt x="48249" y="26330"/>
                </a:lnTo>
                <a:cubicBezTo>
                  <a:pt x="47616" y="22598"/>
                  <a:pt x="46179" y="19787"/>
                  <a:pt x="43940" y="17898"/>
                </a:cubicBezTo>
                <a:cubicBezTo>
                  <a:pt x="41701" y="16010"/>
                  <a:pt x="38794" y="15065"/>
                  <a:pt x="35220" y="15065"/>
                </a:cubicBezTo>
                <a:cubicBezTo>
                  <a:pt x="30470" y="15065"/>
                  <a:pt x="26681" y="16700"/>
                  <a:pt x="23853" y="19970"/>
                </a:cubicBezTo>
                <a:cubicBezTo>
                  <a:pt x="21026" y="23240"/>
                  <a:pt x="19612" y="28709"/>
                  <a:pt x="19612" y="36376"/>
                </a:cubicBezTo>
                <a:cubicBezTo>
                  <a:pt x="19612" y="44901"/>
                  <a:pt x="21048" y="50923"/>
                  <a:pt x="23921" y="54441"/>
                </a:cubicBezTo>
                <a:cubicBezTo>
                  <a:pt x="26794" y="57959"/>
                  <a:pt x="30651" y="59718"/>
                  <a:pt x="35491" y="59718"/>
                </a:cubicBezTo>
                <a:cubicBezTo>
                  <a:pt x="39111" y="59718"/>
                  <a:pt x="42074" y="58688"/>
                  <a:pt x="44381" y="56630"/>
                </a:cubicBezTo>
                <a:cubicBezTo>
                  <a:pt x="46688" y="54571"/>
                  <a:pt x="48317" y="51031"/>
                  <a:pt x="49267" y="46010"/>
                </a:cubicBezTo>
                <a:lnTo>
                  <a:pt x="67997" y="49267"/>
                </a:lnTo>
                <a:cubicBezTo>
                  <a:pt x="66051" y="57863"/>
                  <a:pt x="62319" y="64355"/>
                  <a:pt x="56800" y="68743"/>
                </a:cubicBezTo>
                <a:cubicBezTo>
                  <a:pt x="51280" y="73131"/>
                  <a:pt x="43883" y="75326"/>
                  <a:pt x="34609" y="75326"/>
                </a:cubicBezTo>
                <a:cubicBezTo>
                  <a:pt x="24068" y="75326"/>
                  <a:pt x="15665" y="72000"/>
                  <a:pt x="9399" y="65350"/>
                </a:cubicBezTo>
                <a:cubicBezTo>
                  <a:pt x="3133" y="58700"/>
                  <a:pt x="0" y="49493"/>
                  <a:pt x="0" y="37731"/>
                </a:cubicBezTo>
                <a:cubicBezTo>
                  <a:pt x="0" y="25832"/>
                  <a:pt x="3144" y="16569"/>
                  <a:pt x="9433" y="9942"/>
                </a:cubicBezTo>
                <a:cubicBezTo>
                  <a:pt x="15721" y="3314"/>
                  <a:pt x="24226" y="0"/>
                  <a:pt x="34948" y="0"/>
                </a:cubicBezTo>
                <a:cubicBezTo>
                  <a:pt x="43725" y="0"/>
                  <a:pt x="50703" y="1889"/>
                  <a:pt x="55883" y="5666"/>
                </a:cubicBezTo>
                <a:cubicBezTo>
                  <a:pt x="61064" y="9444"/>
                  <a:pt x="64785" y="15201"/>
                  <a:pt x="67047" y="22937"/>
                </a:cubicBezTo>
                <a:close/>
                <a:moveTo>
                  <a:pt x="128915" y="73697"/>
                </a:moveTo>
                <a:lnTo>
                  <a:pt x="128915" y="62907"/>
                </a:lnTo>
                <a:cubicBezTo>
                  <a:pt x="126291" y="66753"/>
                  <a:pt x="122841" y="69784"/>
                  <a:pt x="118566" y="72000"/>
                </a:cubicBezTo>
                <a:cubicBezTo>
                  <a:pt x="114291" y="74217"/>
                  <a:pt x="109778" y="75326"/>
                  <a:pt x="105028" y="75326"/>
                </a:cubicBezTo>
                <a:cubicBezTo>
                  <a:pt x="100187" y="75326"/>
                  <a:pt x="95844" y="74262"/>
                  <a:pt x="91998" y="72136"/>
                </a:cubicBezTo>
                <a:cubicBezTo>
                  <a:pt x="88153" y="70010"/>
                  <a:pt x="85371" y="67024"/>
                  <a:pt x="83651" y="63179"/>
                </a:cubicBezTo>
                <a:cubicBezTo>
                  <a:pt x="81932" y="59333"/>
                  <a:pt x="81073" y="54017"/>
                  <a:pt x="81073" y="47231"/>
                </a:cubicBezTo>
                <a:lnTo>
                  <a:pt x="81073" y="1629"/>
                </a:lnTo>
                <a:lnTo>
                  <a:pt x="100142" y="1629"/>
                </a:lnTo>
                <a:lnTo>
                  <a:pt x="100142" y="34668"/>
                </a:lnTo>
                <a:cubicBezTo>
                  <a:pt x="100142" y="44780"/>
                  <a:pt x="100492" y="50975"/>
                  <a:pt x="101193" y="53254"/>
                </a:cubicBezTo>
                <a:cubicBezTo>
                  <a:pt x="101895" y="55533"/>
                  <a:pt x="103173" y="57338"/>
                  <a:pt x="105028" y="58670"/>
                </a:cubicBezTo>
                <a:cubicBezTo>
                  <a:pt x="106882" y="60002"/>
                  <a:pt x="109235" y="60668"/>
                  <a:pt x="112085" y="60668"/>
                </a:cubicBezTo>
                <a:cubicBezTo>
                  <a:pt x="115342" y="60668"/>
                  <a:pt x="118261" y="59776"/>
                  <a:pt x="120839" y="57994"/>
                </a:cubicBezTo>
                <a:cubicBezTo>
                  <a:pt x="123418" y="56211"/>
                  <a:pt x="125182" y="53999"/>
                  <a:pt x="126132" y="51358"/>
                </a:cubicBezTo>
                <a:cubicBezTo>
                  <a:pt x="127082" y="48717"/>
                  <a:pt x="127557" y="42251"/>
                  <a:pt x="127557" y="31960"/>
                </a:cubicBezTo>
                <a:lnTo>
                  <a:pt x="127557" y="1629"/>
                </a:lnTo>
                <a:lnTo>
                  <a:pt x="146626" y="1629"/>
                </a:lnTo>
                <a:lnTo>
                  <a:pt x="146626" y="73697"/>
                </a:lnTo>
                <a:lnTo>
                  <a:pt x="128915" y="73697"/>
                </a:lnTo>
                <a:close/>
                <a:moveTo>
                  <a:pt x="184512" y="73697"/>
                </a:moveTo>
                <a:lnTo>
                  <a:pt x="165443" y="73697"/>
                </a:lnTo>
                <a:lnTo>
                  <a:pt x="165443" y="1629"/>
                </a:lnTo>
                <a:lnTo>
                  <a:pt x="183154" y="1629"/>
                </a:lnTo>
                <a:lnTo>
                  <a:pt x="183154" y="11876"/>
                </a:lnTo>
                <a:cubicBezTo>
                  <a:pt x="186186" y="7035"/>
                  <a:pt x="188911" y="3845"/>
                  <a:pt x="191332" y="2307"/>
                </a:cubicBezTo>
                <a:cubicBezTo>
                  <a:pt x="193752" y="769"/>
                  <a:pt x="196500" y="0"/>
                  <a:pt x="199577" y="0"/>
                </a:cubicBezTo>
                <a:cubicBezTo>
                  <a:pt x="203920" y="0"/>
                  <a:pt x="208105" y="1199"/>
                  <a:pt x="212131" y="3597"/>
                </a:cubicBezTo>
                <a:lnTo>
                  <a:pt x="206227" y="20223"/>
                </a:lnTo>
                <a:cubicBezTo>
                  <a:pt x="203015" y="18141"/>
                  <a:pt x="200029" y="17101"/>
                  <a:pt x="197270" y="17101"/>
                </a:cubicBezTo>
                <a:cubicBezTo>
                  <a:pt x="194600" y="17101"/>
                  <a:pt x="192338" y="17836"/>
                  <a:pt x="190483" y="19306"/>
                </a:cubicBezTo>
                <a:cubicBezTo>
                  <a:pt x="188629" y="20777"/>
                  <a:pt x="187170" y="23435"/>
                  <a:pt x="186106" y="27280"/>
                </a:cubicBezTo>
                <a:cubicBezTo>
                  <a:pt x="185043" y="31126"/>
                  <a:pt x="184512" y="39178"/>
                  <a:pt x="184512" y="51439"/>
                </a:cubicBezTo>
                <a:lnTo>
                  <a:pt x="184512" y="73697"/>
                </a:lnTo>
                <a:close/>
                <a:moveTo>
                  <a:pt x="238806" y="73697"/>
                </a:moveTo>
                <a:lnTo>
                  <a:pt x="219738" y="73697"/>
                </a:lnTo>
                <a:lnTo>
                  <a:pt x="219738" y="1629"/>
                </a:lnTo>
                <a:lnTo>
                  <a:pt x="237449" y="1629"/>
                </a:lnTo>
                <a:lnTo>
                  <a:pt x="237449" y="11876"/>
                </a:lnTo>
                <a:cubicBezTo>
                  <a:pt x="240480" y="7035"/>
                  <a:pt x="243206" y="3845"/>
                  <a:pt x="245626" y="2307"/>
                </a:cubicBezTo>
                <a:cubicBezTo>
                  <a:pt x="248047" y="769"/>
                  <a:pt x="250795" y="0"/>
                  <a:pt x="253872" y="0"/>
                </a:cubicBezTo>
                <a:cubicBezTo>
                  <a:pt x="258215" y="0"/>
                  <a:pt x="262399" y="1199"/>
                  <a:pt x="266426" y="3597"/>
                </a:cubicBezTo>
                <a:lnTo>
                  <a:pt x="260522" y="20223"/>
                </a:lnTo>
                <a:cubicBezTo>
                  <a:pt x="257310" y="18141"/>
                  <a:pt x="254324" y="17101"/>
                  <a:pt x="251564" y="17101"/>
                </a:cubicBezTo>
                <a:cubicBezTo>
                  <a:pt x="248895" y="17101"/>
                  <a:pt x="246633" y="17836"/>
                  <a:pt x="244778" y="19306"/>
                </a:cubicBezTo>
                <a:cubicBezTo>
                  <a:pt x="242923" y="20777"/>
                  <a:pt x="241464" y="23435"/>
                  <a:pt x="240401" y="27280"/>
                </a:cubicBezTo>
                <a:cubicBezTo>
                  <a:pt x="239338" y="31126"/>
                  <a:pt x="238806" y="39178"/>
                  <a:pt x="238806" y="51439"/>
                </a:cubicBezTo>
                <a:lnTo>
                  <a:pt x="238806" y="73697"/>
                </a:lnTo>
                <a:close/>
                <a:moveTo>
                  <a:pt x="316349" y="50760"/>
                </a:moveTo>
                <a:lnTo>
                  <a:pt x="335350" y="54017"/>
                </a:lnTo>
                <a:cubicBezTo>
                  <a:pt x="332907" y="60962"/>
                  <a:pt x="329051" y="66249"/>
                  <a:pt x="323780" y="69880"/>
                </a:cubicBezTo>
                <a:cubicBezTo>
                  <a:pt x="318510" y="73510"/>
                  <a:pt x="311916" y="75326"/>
                  <a:pt x="303999" y="75326"/>
                </a:cubicBezTo>
                <a:cubicBezTo>
                  <a:pt x="291467" y="75326"/>
                  <a:pt x="282193" y="71231"/>
                  <a:pt x="276176" y="63043"/>
                </a:cubicBezTo>
                <a:cubicBezTo>
                  <a:pt x="271425" y="56483"/>
                  <a:pt x="269050" y="48204"/>
                  <a:pt x="269050" y="38206"/>
                </a:cubicBezTo>
                <a:cubicBezTo>
                  <a:pt x="269050" y="26262"/>
                  <a:pt x="272172" y="16909"/>
                  <a:pt x="278415" y="10145"/>
                </a:cubicBezTo>
                <a:cubicBezTo>
                  <a:pt x="284658" y="3382"/>
                  <a:pt x="292553" y="0"/>
                  <a:pt x="302099" y="0"/>
                </a:cubicBezTo>
                <a:cubicBezTo>
                  <a:pt x="312821" y="0"/>
                  <a:pt x="321281" y="3540"/>
                  <a:pt x="327479" y="10620"/>
                </a:cubicBezTo>
                <a:cubicBezTo>
                  <a:pt x="333677" y="17700"/>
                  <a:pt x="336640" y="28547"/>
                  <a:pt x="336368" y="43160"/>
                </a:cubicBezTo>
                <a:lnTo>
                  <a:pt x="288594" y="43160"/>
                </a:lnTo>
                <a:cubicBezTo>
                  <a:pt x="288730" y="48815"/>
                  <a:pt x="290268" y="53214"/>
                  <a:pt x="293209" y="56358"/>
                </a:cubicBezTo>
                <a:cubicBezTo>
                  <a:pt x="296149" y="59503"/>
                  <a:pt x="299814" y="61075"/>
                  <a:pt x="304202" y="61075"/>
                </a:cubicBezTo>
                <a:cubicBezTo>
                  <a:pt x="307188" y="61075"/>
                  <a:pt x="309699" y="60261"/>
                  <a:pt x="311735" y="58632"/>
                </a:cubicBezTo>
                <a:cubicBezTo>
                  <a:pt x="313771" y="57003"/>
                  <a:pt x="315309" y="54379"/>
                  <a:pt x="316349" y="50760"/>
                </a:cubicBezTo>
                <a:moveTo>
                  <a:pt x="317435" y="31487"/>
                </a:moveTo>
                <a:cubicBezTo>
                  <a:pt x="317299" y="25991"/>
                  <a:pt x="315874" y="21812"/>
                  <a:pt x="313160" y="18950"/>
                </a:cubicBezTo>
                <a:cubicBezTo>
                  <a:pt x="310445" y="16089"/>
                  <a:pt x="307143" y="14658"/>
                  <a:pt x="303252" y="14658"/>
                </a:cubicBezTo>
                <a:cubicBezTo>
                  <a:pt x="299090" y="14658"/>
                  <a:pt x="295652" y="16167"/>
                  <a:pt x="292937" y="19186"/>
                </a:cubicBezTo>
                <a:cubicBezTo>
                  <a:pt x="290223" y="22205"/>
                  <a:pt x="288888" y="26306"/>
                  <a:pt x="288934" y="31487"/>
                </a:cubicBezTo>
                <a:lnTo>
                  <a:pt x="317435" y="31487"/>
                </a:lnTo>
                <a:close/>
                <a:moveTo>
                  <a:pt x="417441" y="73697"/>
                </a:moveTo>
                <a:lnTo>
                  <a:pt x="398372" y="73697"/>
                </a:lnTo>
                <a:lnTo>
                  <a:pt x="398372" y="36959"/>
                </a:lnTo>
                <a:cubicBezTo>
                  <a:pt x="398372" y="29186"/>
                  <a:pt x="397965" y="24158"/>
                  <a:pt x="397150" y="21877"/>
                </a:cubicBezTo>
                <a:cubicBezTo>
                  <a:pt x="396336" y="19595"/>
                  <a:pt x="395013" y="17821"/>
                  <a:pt x="393180" y="16556"/>
                </a:cubicBezTo>
                <a:cubicBezTo>
                  <a:pt x="391348" y="15291"/>
                  <a:pt x="389143" y="14658"/>
                  <a:pt x="386564" y="14658"/>
                </a:cubicBezTo>
                <a:cubicBezTo>
                  <a:pt x="383261" y="14658"/>
                  <a:pt x="380298" y="15562"/>
                  <a:pt x="377674" y="17370"/>
                </a:cubicBezTo>
                <a:cubicBezTo>
                  <a:pt x="375050" y="19177"/>
                  <a:pt x="373252" y="21572"/>
                  <a:pt x="372279" y="24555"/>
                </a:cubicBezTo>
                <a:cubicBezTo>
                  <a:pt x="371307" y="27537"/>
                  <a:pt x="370820" y="33050"/>
                  <a:pt x="370820" y="41094"/>
                </a:cubicBezTo>
                <a:lnTo>
                  <a:pt x="370820" y="73697"/>
                </a:lnTo>
                <a:lnTo>
                  <a:pt x="351751" y="73697"/>
                </a:lnTo>
                <a:lnTo>
                  <a:pt x="351751" y="1629"/>
                </a:lnTo>
                <a:lnTo>
                  <a:pt x="369463" y="1629"/>
                </a:lnTo>
                <a:lnTo>
                  <a:pt x="369463" y="12215"/>
                </a:lnTo>
                <a:cubicBezTo>
                  <a:pt x="375752" y="4072"/>
                  <a:pt x="383669" y="0"/>
                  <a:pt x="393214" y="0"/>
                </a:cubicBezTo>
                <a:cubicBezTo>
                  <a:pt x="397422" y="0"/>
                  <a:pt x="401267" y="758"/>
                  <a:pt x="404751" y="2273"/>
                </a:cubicBezTo>
                <a:cubicBezTo>
                  <a:pt x="408234" y="3789"/>
                  <a:pt x="410870" y="5723"/>
                  <a:pt x="412657" y="8075"/>
                </a:cubicBezTo>
                <a:cubicBezTo>
                  <a:pt x="414444" y="10428"/>
                  <a:pt x="415688" y="13097"/>
                  <a:pt x="416389" y="16083"/>
                </a:cubicBezTo>
                <a:cubicBezTo>
                  <a:pt x="417090" y="19069"/>
                  <a:pt x="417441" y="23344"/>
                  <a:pt x="417441" y="28909"/>
                </a:cubicBezTo>
                <a:lnTo>
                  <a:pt x="417441" y="73697"/>
                </a:lnTo>
                <a:close/>
                <a:moveTo>
                  <a:pt x="499504" y="22937"/>
                </a:moveTo>
                <a:lnTo>
                  <a:pt x="480706" y="26330"/>
                </a:lnTo>
                <a:cubicBezTo>
                  <a:pt x="480073" y="22598"/>
                  <a:pt x="478636" y="19787"/>
                  <a:pt x="476397" y="17898"/>
                </a:cubicBezTo>
                <a:cubicBezTo>
                  <a:pt x="474157" y="16010"/>
                  <a:pt x="471251" y="15065"/>
                  <a:pt x="467677" y="15065"/>
                </a:cubicBezTo>
                <a:cubicBezTo>
                  <a:pt x="462926" y="15065"/>
                  <a:pt x="459138" y="16700"/>
                  <a:pt x="456310" y="19970"/>
                </a:cubicBezTo>
                <a:cubicBezTo>
                  <a:pt x="453482" y="23240"/>
                  <a:pt x="452069" y="28709"/>
                  <a:pt x="452069" y="36376"/>
                </a:cubicBezTo>
                <a:cubicBezTo>
                  <a:pt x="452069" y="44901"/>
                  <a:pt x="453505" y="50923"/>
                  <a:pt x="456378" y="54441"/>
                </a:cubicBezTo>
                <a:cubicBezTo>
                  <a:pt x="459251" y="57959"/>
                  <a:pt x="463107" y="59718"/>
                  <a:pt x="467948" y="59718"/>
                </a:cubicBezTo>
                <a:cubicBezTo>
                  <a:pt x="471567" y="59718"/>
                  <a:pt x="474531" y="58688"/>
                  <a:pt x="476838" y="56630"/>
                </a:cubicBezTo>
                <a:cubicBezTo>
                  <a:pt x="479145" y="54571"/>
                  <a:pt x="480774" y="51031"/>
                  <a:pt x="481724" y="46010"/>
                </a:cubicBezTo>
                <a:lnTo>
                  <a:pt x="500454" y="49267"/>
                </a:lnTo>
                <a:cubicBezTo>
                  <a:pt x="498508" y="57863"/>
                  <a:pt x="494776" y="64355"/>
                  <a:pt x="489256" y="68743"/>
                </a:cubicBezTo>
                <a:cubicBezTo>
                  <a:pt x="483737" y="73131"/>
                  <a:pt x="476340" y="75326"/>
                  <a:pt x="467066" y="75326"/>
                </a:cubicBezTo>
                <a:cubicBezTo>
                  <a:pt x="456525" y="75326"/>
                  <a:pt x="448121" y="72000"/>
                  <a:pt x="441856" y="65350"/>
                </a:cubicBezTo>
                <a:cubicBezTo>
                  <a:pt x="435590" y="58700"/>
                  <a:pt x="432457" y="49493"/>
                  <a:pt x="432457" y="37731"/>
                </a:cubicBezTo>
                <a:cubicBezTo>
                  <a:pt x="432457" y="25832"/>
                  <a:pt x="435601" y="16569"/>
                  <a:pt x="441890" y="9942"/>
                </a:cubicBezTo>
                <a:cubicBezTo>
                  <a:pt x="448178" y="3314"/>
                  <a:pt x="456683" y="0"/>
                  <a:pt x="467405" y="0"/>
                </a:cubicBezTo>
                <a:cubicBezTo>
                  <a:pt x="476182" y="0"/>
                  <a:pt x="483160" y="1889"/>
                  <a:pt x="488340" y="5666"/>
                </a:cubicBezTo>
                <a:cubicBezTo>
                  <a:pt x="493520" y="9444"/>
                  <a:pt x="497241" y="15201"/>
                  <a:pt x="499504" y="22937"/>
                </a:cubicBezTo>
                <a:close/>
                <a:moveTo>
                  <a:pt x="504911" y="1629"/>
                </a:moveTo>
                <a:lnTo>
                  <a:pt x="525201" y="1629"/>
                </a:lnTo>
                <a:lnTo>
                  <a:pt x="542438" y="52845"/>
                </a:lnTo>
                <a:lnTo>
                  <a:pt x="559268" y="1629"/>
                </a:lnTo>
                <a:lnTo>
                  <a:pt x="579015" y="1629"/>
                </a:lnTo>
                <a:lnTo>
                  <a:pt x="553567" y="71006"/>
                </a:lnTo>
                <a:lnTo>
                  <a:pt x="549021" y="83605"/>
                </a:lnTo>
                <a:cubicBezTo>
                  <a:pt x="547347" y="87812"/>
                  <a:pt x="545752" y="91024"/>
                  <a:pt x="544236" y="93241"/>
                </a:cubicBezTo>
                <a:cubicBezTo>
                  <a:pt x="542721" y="95458"/>
                  <a:pt x="540979" y="97256"/>
                  <a:pt x="539011" y="98636"/>
                </a:cubicBezTo>
                <a:cubicBezTo>
                  <a:pt x="537043" y="100016"/>
                  <a:pt x="534623" y="101090"/>
                  <a:pt x="531750" y="101859"/>
                </a:cubicBezTo>
                <a:cubicBezTo>
                  <a:pt x="528877" y="102628"/>
                  <a:pt x="525631" y="103013"/>
                  <a:pt x="522012" y="103013"/>
                </a:cubicBezTo>
                <a:cubicBezTo>
                  <a:pt x="518347" y="103013"/>
                  <a:pt x="514751" y="102628"/>
                  <a:pt x="511222" y="101859"/>
                </a:cubicBezTo>
                <a:lnTo>
                  <a:pt x="509526" y="86930"/>
                </a:lnTo>
                <a:cubicBezTo>
                  <a:pt x="512511" y="87518"/>
                  <a:pt x="515203" y="87812"/>
                  <a:pt x="517601" y="87812"/>
                </a:cubicBezTo>
                <a:cubicBezTo>
                  <a:pt x="522035" y="87812"/>
                  <a:pt x="525315" y="86511"/>
                  <a:pt x="527441" y="83910"/>
                </a:cubicBezTo>
                <a:cubicBezTo>
                  <a:pt x="529567" y="81309"/>
                  <a:pt x="531196" y="77995"/>
                  <a:pt x="532327" y="73968"/>
                </a:cubicBezTo>
                <a:lnTo>
                  <a:pt x="504911" y="1629"/>
                </a:lnTo>
                <a:close/>
                <a:moveTo>
                  <a:pt x="594041" y="73697"/>
                </a:moveTo>
                <a:lnTo>
                  <a:pt x="594041" y="59718"/>
                </a:lnTo>
                <a:lnTo>
                  <a:pt x="607952" y="59718"/>
                </a:lnTo>
                <a:lnTo>
                  <a:pt x="607952" y="73697"/>
                </a:lnTo>
                <a:lnTo>
                  <a:pt x="594041" y="736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51ef1e5b0c49bc"/>
          <a:stretch xmlns:a="http://schemas.openxmlformats.org/drawingml/2006/main"/>
        </p:blipFill>
        <p:spPr>
          <a:xfrm xmlns:a="http://schemas.openxmlformats.org/drawingml/2006/main">
            <a:off x="6603031" y="3270384"/>
            <a:ext cx="2443485" cy="644352"/>
          </a:xfrm>
          <a:prstGeom xmlns:a="http://schemas.openxmlformats.org/drawingml/2006/main" prst="rect">
            <a:avLst/>
          </a:prstGeom>
        </p:spPr>
      </p:pic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D7BEA3-29C8-4B1E-8CCF-F204906E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9357" y="3318547"/>
            <a:ext cx="2349443" cy="548968"/>
          </a:xfrm>
          <a:custGeom xmlns:a="http://schemas.openxmlformats.org/drawingml/2006/main">
            <a:pathLst>
              <a:path w="2349443" h="548968" fill="none">
                <a:moveTo>
                  <a:pt x="82461" y="548968"/>
                </a:moveTo>
                <a:lnTo>
                  <a:pt x="2267214" y="548968"/>
                </a:lnTo>
                <a:cubicBezTo>
                  <a:pt x="2312613" y="548968"/>
                  <a:pt x="2349443" y="512138"/>
                  <a:pt x="2349443" y="466738"/>
                </a:cubicBezTo>
                <a:lnTo>
                  <a:pt x="2349443" y="82461"/>
                </a:lnTo>
                <a:cubicBezTo>
                  <a:pt x="2349443" y="36829"/>
                  <a:pt x="2312613" y="0"/>
                  <a:pt x="2267214" y="0"/>
                </a:cubicBezTo>
                <a:lnTo>
                  <a:pt x="82461" y="0"/>
                </a:lnTo>
                <a:cubicBezTo>
                  <a:pt x="37061" y="0"/>
                  <a:pt x="0" y="36829"/>
                  <a:pt x="0" y="82461"/>
                </a:cubicBezTo>
                <a:lnTo>
                  <a:pt x="0" y="466738"/>
                </a:lnTo>
                <a:cubicBezTo>
                  <a:pt x="0" y="512138"/>
                  <a:pt x="37061" y="548968"/>
                  <a:pt x="82461" y="54896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582" cap="sq">
            <a:solidFill>
              <a:srgbClr val="000000"/>
            </a:solidFill>
            <a:miter/>
          </a:ln>
        </p:spPr>
      </p:sp>
      <p:sp>
        <p:nvSpPr>
          <p:cNvPr id="48" name="Text Tradedisruptionsandfinancial">
            <a:extLst xmlns:a="http://schemas.openxmlformats.org/drawingml/2006/main">
              <a:ext uri="{FF2B5EF4-FFF2-40B4-BE49-F238E27FC236}">
                <a16:creationId xmlns:a16="http://schemas.microsoft.com/office/drawing/2014/main" id="{EABDAE0A-FC1E-49D0-8EB0-317CC516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6372" y="3377125"/>
            <a:ext cx="2049136" cy="128664"/>
          </a:xfrm>
          <a:custGeom xmlns:a="http://schemas.openxmlformats.org/drawingml/2006/main">
            <a:pathLst>
              <a:path w="2049136" h="128664">
                <a:moveTo>
                  <a:pt x="29520" y="101248"/>
                </a:moveTo>
                <a:lnTo>
                  <a:pt x="29520" y="18594"/>
                </a:lnTo>
                <a:lnTo>
                  <a:pt x="0" y="18594"/>
                </a:lnTo>
                <a:lnTo>
                  <a:pt x="0" y="1764"/>
                </a:lnTo>
                <a:lnTo>
                  <a:pt x="79058" y="1764"/>
                </a:lnTo>
                <a:lnTo>
                  <a:pt x="79058" y="18594"/>
                </a:lnTo>
                <a:lnTo>
                  <a:pt x="49606" y="18594"/>
                </a:lnTo>
                <a:lnTo>
                  <a:pt x="49606" y="101248"/>
                </a:lnTo>
                <a:lnTo>
                  <a:pt x="29520" y="101248"/>
                </a:lnTo>
                <a:close/>
                <a:moveTo>
                  <a:pt x="110021" y="101248"/>
                </a:moveTo>
                <a:lnTo>
                  <a:pt x="90952" y="101248"/>
                </a:lnTo>
                <a:lnTo>
                  <a:pt x="90952" y="29180"/>
                </a:lnTo>
                <a:lnTo>
                  <a:pt x="108664" y="29180"/>
                </a:lnTo>
                <a:lnTo>
                  <a:pt x="108664" y="39427"/>
                </a:lnTo>
                <a:cubicBezTo>
                  <a:pt x="111695" y="34586"/>
                  <a:pt x="114421" y="31397"/>
                  <a:pt x="116841" y="29859"/>
                </a:cubicBezTo>
                <a:cubicBezTo>
                  <a:pt x="119262" y="28321"/>
                  <a:pt x="122010" y="27552"/>
                  <a:pt x="125086" y="27552"/>
                </a:cubicBezTo>
                <a:cubicBezTo>
                  <a:pt x="129429" y="27552"/>
                  <a:pt x="133614" y="28750"/>
                  <a:pt x="137641" y="31148"/>
                </a:cubicBezTo>
                <a:lnTo>
                  <a:pt x="131737" y="47774"/>
                </a:lnTo>
                <a:cubicBezTo>
                  <a:pt x="128525" y="45693"/>
                  <a:pt x="125539" y="44652"/>
                  <a:pt x="122779" y="44652"/>
                </a:cubicBezTo>
                <a:cubicBezTo>
                  <a:pt x="120110" y="44652"/>
                  <a:pt x="117848" y="45388"/>
                  <a:pt x="115993" y="46858"/>
                </a:cubicBezTo>
                <a:cubicBezTo>
                  <a:pt x="114138" y="48328"/>
                  <a:pt x="112679" y="50986"/>
                  <a:pt x="111616" y="54832"/>
                </a:cubicBezTo>
                <a:cubicBezTo>
                  <a:pt x="110553" y="58677"/>
                  <a:pt x="110021" y="66730"/>
                  <a:pt x="110021" y="78990"/>
                </a:cubicBezTo>
                <a:lnTo>
                  <a:pt x="110021" y="101248"/>
                </a:lnTo>
                <a:close/>
                <a:moveTo>
                  <a:pt x="160220" y="51439"/>
                </a:moveTo>
                <a:lnTo>
                  <a:pt x="142915" y="48317"/>
                </a:lnTo>
                <a:cubicBezTo>
                  <a:pt x="144860" y="41258"/>
                  <a:pt x="148208" y="36033"/>
                  <a:pt x="152958" y="32641"/>
                </a:cubicBezTo>
                <a:cubicBezTo>
                  <a:pt x="157709" y="29248"/>
                  <a:pt x="164766" y="27552"/>
                  <a:pt x="174131" y="27552"/>
                </a:cubicBezTo>
                <a:cubicBezTo>
                  <a:pt x="182636" y="27552"/>
                  <a:pt x="188970" y="28558"/>
                  <a:pt x="193132" y="30571"/>
                </a:cubicBezTo>
                <a:cubicBezTo>
                  <a:pt x="197294" y="32585"/>
                  <a:pt x="200224" y="35141"/>
                  <a:pt x="201920" y="38240"/>
                </a:cubicBezTo>
                <a:cubicBezTo>
                  <a:pt x="203617" y="41339"/>
                  <a:pt x="204465" y="47028"/>
                  <a:pt x="204465" y="55307"/>
                </a:cubicBezTo>
                <a:lnTo>
                  <a:pt x="204261" y="77565"/>
                </a:lnTo>
                <a:cubicBezTo>
                  <a:pt x="204261" y="83899"/>
                  <a:pt x="204567" y="88570"/>
                  <a:pt x="205177" y="91578"/>
                </a:cubicBezTo>
                <a:cubicBezTo>
                  <a:pt x="205788" y="94587"/>
                  <a:pt x="206930" y="97810"/>
                  <a:pt x="208604" y="101248"/>
                </a:cubicBezTo>
                <a:lnTo>
                  <a:pt x="189739" y="101248"/>
                </a:lnTo>
                <a:cubicBezTo>
                  <a:pt x="189241" y="99982"/>
                  <a:pt x="188631" y="98104"/>
                  <a:pt x="187907" y="95616"/>
                </a:cubicBezTo>
                <a:cubicBezTo>
                  <a:pt x="187590" y="94485"/>
                  <a:pt x="187364" y="93739"/>
                  <a:pt x="187228" y="93377"/>
                </a:cubicBezTo>
                <a:cubicBezTo>
                  <a:pt x="183971" y="96543"/>
                  <a:pt x="180487" y="98919"/>
                  <a:pt x="176778" y="100502"/>
                </a:cubicBezTo>
                <a:cubicBezTo>
                  <a:pt x="173068" y="102085"/>
                  <a:pt x="169109" y="102877"/>
                  <a:pt x="164902" y="102877"/>
                </a:cubicBezTo>
                <a:cubicBezTo>
                  <a:pt x="157482" y="102877"/>
                  <a:pt x="151635" y="100872"/>
                  <a:pt x="147360" y="96863"/>
                </a:cubicBezTo>
                <a:cubicBezTo>
                  <a:pt x="143085" y="92854"/>
                  <a:pt x="140947" y="87785"/>
                  <a:pt x="140947" y="81658"/>
                </a:cubicBezTo>
                <a:cubicBezTo>
                  <a:pt x="140947" y="77603"/>
                  <a:pt x="141920" y="73988"/>
                  <a:pt x="143865" y="70813"/>
                </a:cubicBezTo>
                <a:cubicBezTo>
                  <a:pt x="145810" y="67636"/>
                  <a:pt x="148536" y="65203"/>
                  <a:pt x="152042" y="63514"/>
                </a:cubicBezTo>
                <a:cubicBezTo>
                  <a:pt x="155548" y="61824"/>
                  <a:pt x="160604" y="60349"/>
                  <a:pt x="167209" y="59088"/>
                </a:cubicBezTo>
                <a:cubicBezTo>
                  <a:pt x="176122" y="57421"/>
                  <a:pt x="182297" y="55866"/>
                  <a:pt x="185735" y="54424"/>
                </a:cubicBezTo>
                <a:lnTo>
                  <a:pt x="185735" y="52503"/>
                </a:lnTo>
                <a:cubicBezTo>
                  <a:pt x="185735" y="48798"/>
                  <a:pt x="184830" y="46156"/>
                  <a:pt x="183021" y="44578"/>
                </a:cubicBezTo>
                <a:cubicBezTo>
                  <a:pt x="181211" y="42999"/>
                  <a:pt x="177796" y="42209"/>
                  <a:pt x="172774" y="42209"/>
                </a:cubicBezTo>
                <a:cubicBezTo>
                  <a:pt x="169381" y="42209"/>
                  <a:pt x="166734" y="42892"/>
                  <a:pt x="164834" y="44258"/>
                </a:cubicBezTo>
                <a:cubicBezTo>
                  <a:pt x="162934" y="45622"/>
                  <a:pt x="161396" y="48016"/>
                  <a:pt x="160220" y="51439"/>
                </a:cubicBezTo>
                <a:moveTo>
                  <a:pt x="185735" y="66911"/>
                </a:moveTo>
                <a:cubicBezTo>
                  <a:pt x="183292" y="67715"/>
                  <a:pt x="179424" y="68677"/>
                  <a:pt x="174131" y="69795"/>
                </a:cubicBezTo>
                <a:cubicBezTo>
                  <a:pt x="168838" y="70912"/>
                  <a:pt x="165377" y="72007"/>
                  <a:pt x="163748" y="73080"/>
                </a:cubicBezTo>
                <a:cubicBezTo>
                  <a:pt x="161260" y="74823"/>
                  <a:pt x="160016" y="77036"/>
                  <a:pt x="160016" y="79717"/>
                </a:cubicBezTo>
                <a:cubicBezTo>
                  <a:pt x="160016" y="82356"/>
                  <a:pt x="161011" y="84636"/>
                  <a:pt x="163002" y="86559"/>
                </a:cubicBezTo>
                <a:cubicBezTo>
                  <a:pt x="164992" y="88480"/>
                  <a:pt x="167526" y="89441"/>
                  <a:pt x="170602" y="89441"/>
                </a:cubicBezTo>
                <a:cubicBezTo>
                  <a:pt x="174041" y="89441"/>
                  <a:pt x="177321" y="88323"/>
                  <a:pt x="180442" y="86088"/>
                </a:cubicBezTo>
                <a:cubicBezTo>
                  <a:pt x="182749" y="84390"/>
                  <a:pt x="184265" y="82311"/>
                  <a:pt x="184989" y="79851"/>
                </a:cubicBezTo>
                <a:cubicBezTo>
                  <a:pt x="185486" y="78242"/>
                  <a:pt x="185735" y="75181"/>
                  <a:pt x="185735" y="70667"/>
                </a:cubicBezTo>
                <a:lnTo>
                  <a:pt x="185735" y="66911"/>
                </a:lnTo>
                <a:close/>
                <a:moveTo>
                  <a:pt x="289338" y="101248"/>
                </a:moveTo>
                <a:lnTo>
                  <a:pt x="271626" y="101248"/>
                </a:lnTo>
                <a:lnTo>
                  <a:pt x="271626" y="90662"/>
                </a:lnTo>
                <a:cubicBezTo>
                  <a:pt x="268685" y="94779"/>
                  <a:pt x="265213" y="97844"/>
                  <a:pt x="261209" y="99857"/>
                </a:cubicBezTo>
                <a:cubicBezTo>
                  <a:pt x="257205" y="101871"/>
                  <a:pt x="253168" y="102877"/>
                  <a:pt x="249096" y="102877"/>
                </a:cubicBezTo>
                <a:cubicBezTo>
                  <a:pt x="240817" y="102877"/>
                  <a:pt x="233726" y="99541"/>
                  <a:pt x="227822" y="92868"/>
                </a:cubicBezTo>
                <a:cubicBezTo>
                  <a:pt x="221918" y="86195"/>
                  <a:pt x="218966" y="76886"/>
                  <a:pt x="218966" y="64943"/>
                </a:cubicBezTo>
                <a:cubicBezTo>
                  <a:pt x="218966" y="52728"/>
                  <a:pt x="221839" y="43442"/>
                  <a:pt x="227584" y="37086"/>
                </a:cubicBezTo>
                <a:cubicBezTo>
                  <a:pt x="233330" y="30730"/>
                  <a:pt x="240591" y="27552"/>
                  <a:pt x="249367" y="27552"/>
                </a:cubicBezTo>
                <a:cubicBezTo>
                  <a:pt x="257420" y="27552"/>
                  <a:pt x="264387" y="30899"/>
                  <a:pt x="270269" y="37595"/>
                </a:cubicBezTo>
                <a:lnTo>
                  <a:pt x="270269" y="1764"/>
                </a:lnTo>
                <a:lnTo>
                  <a:pt x="289338" y="1764"/>
                </a:lnTo>
                <a:lnTo>
                  <a:pt x="289338" y="101248"/>
                </a:lnTo>
                <a:moveTo>
                  <a:pt x="238442" y="63690"/>
                </a:moveTo>
                <a:cubicBezTo>
                  <a:pt x="238442" y="71369"/>
                  <a:pt x="239505" y="76925"/>
                  <a:pt x="241631" y="80358"/>
                </a:cubicBezTo>
                <a:cubicBezTo>
                  <a:pt x="244708" y="85327"/>
                  <a:pt x="249006" y="87812"/>
                  <a:pt x="254525" y="87812"/>
                </a:cubicBezTo>
                <a:cubicBezTo>
                  <a:pt x="258913" y="87812"/>
                  <a:pt x="262646" y="85949"/>
                  <a:pt x="265722" y="82222"/>
                </a:cubicBezTo>
                <a:cubicBezTo>
                  <a:pt x="268798" y="78495"/>
                  <a:pt x="270336" y="72928"/>
                  <a:pt x="270336" y="65520"/>
                </a:cubicBezTo>
                <a:cubicBezTo>
                  <a:pt x="270336" y="57252"/>
                  <a:pt x="268844" y="51300"/>
                  <a:pt x="265858" y="47664"/>
                </a:cubicBezTo>
                <a:cubicBezTo>
                  <a:pt x="262872" y="44028"/>
                  <a:pt x="259049" y="42209"/>
                  <a:pt x="254389" y="42209"/>
                </a:cubicBezTo>
                <a:cubicBezTo>
                  <a:pt x="249865" y="42209"/>
                  <a:pt x="246076" y="44005"/>
                  <a:pt x="243022" y="47596"/>
                </a:cubicBezTo>
                <a:cubicBezTo>
                  <a:pt x="239969" y="51187"/>
                  <a:pt x="238442" y="56551"/>
                  <a:pt x="238442" y="63690"/>
                </a:cubicBezTo>
                <a:close/>
                <a:moveTo>
                  <a:pt x="349753" y="78312"/>
                </a:moveTo>
                <a:lnTo>
                  <a:pt x="368754" y="81569"/>
                </a:lnTo>
                <a:cubicBezTo>
                  <a:pt x="366311" y="88513"/>
                  <a:pt x="362454" y="93801"/>
                  <a:pt x="357183" y="97431"/>
                </a:cubicBezTo>
                <a:cubicBezTo>
                  <a:pt x="351913" y="101062"/>
                  <a:pt x="345319" y="102877"/>
                  <a:pt x="337402" y="102877"/>
                </a:cubicBezTo>
                <a:cubicBezTo>
                  <a:pt x="324870" y="102877"/>
                  <a:pt x="315596" y="98783"/>
                  <a:pt x="309579" y="90594"/>
                </a:cubicBezTo>
                <a:cubicBezTo>
                  <a:pt x="304829" y="84034"/>
                  <a:pt x="302454" y="75755"/>
                  <a:pt x="302454" y="65757"/>
                </a:cubicBezTo>
                <a:cubicBezTo>
                  <a:pt x="302454" y="53814"/>
                  <a:pt x="305575" y="44460"/>
                  <a:pt x="311818" y="37697"/>
                </a:cubicBezTo>
                <a:cubicBezTo>
                  <a:pt x="318062" y="30933"/>
                  <a:pt x="325956" y="27552"/>
                  <a:pt x="335502" y="27552"/>
                </a:cubicBezTo>
                <a:cubicBezTo>
                  <a:pt x="346224" y="27552"/>
                  <a:pt x="354684" y="31092"/>
                  <a:pt x="360882" y="38172"/>
                </a:cubicBezTo>
                <a:cubicBezTo>
                  <a:pt x="367080" y="45252"/>
                  <a:pt x="370043" y="56098"/>
                  <a:pt x="369772" y="70711"/>
                </a:cubicBezTo>
                <a:lnTo>
                  <a:pt x="321998" y="70711"/>
                </a:lnTo>
                <a:cubicBezTo>
                  <a:pt x="322133" y="76366"/>
                  <a:pt x="323671" y="80766"/>
                  <a:pt x="326612" y="83910"/>
                </a:cubicBezTo>
                <a:cubicBezTo>
                  <a:pt x="329553" y="87054"/>
                  <a:pt x="333217" y="88626"/>
                  <a:pt x="337606" y="88626"/>
                </a:cubicBezTo>
                <a:cubicBezTo>
                  <a:pt x="340591" y="88626"/>
                  <a:pt x="343102" y="87812"/>
                  <a:pt x="345138" y="86183"/>
                </a:cubicBezTo>
                <a:cubicBezTo>
                  <a:pt x="347174" y="84555"/>
                  <a:pt x="348712" y="81931"/>
                  <a:pt x="349753" y="78312"/>
                </a:cubicBezTo>
                <a:moveTo>
                  <a:pt x="350838" y="59039"/>
                </a:moveTo>
                <a:cubicBezTo>
                  <a:pt x="350703" y="53542"/>
                  <a:pt x="349278" y="49363"/>
                  <a:pt x="346563" y="46502"/>
                </a:cubicBezTo>
                <a:cubicBezTo>
                  <a:pt x="343849" y="43640"/>
                  <a:pt x="340546" y="42209"/>
                  <a:pt x="336655" y="42209"/>
                </a:cubicBezTo>
                <a:cubicBezTo>
                  <a:pt x="332493" y="42209"/>
                  <a:pt x="329055" y="43719"/>
                  <a:pt x="326341" y="46737"/>
                </a:cubicBezTo>
                <a:cubicBezTo>
                  <a:pt x="323626" y="49757"/>
                  <a:pt x="322292" y="53858"/>
                  <a:pt x="322337" y="59039"/>
                </a:cubicBezTo>
                <a:lnTo>
                  <a:pt x="350838" y="59039"/>
                </a:lnTo>
                <a:close/>
                <a:moveTo>
                  <a:pt x="490255" y="101248"/>
                </a:moveTo>
                <a:lnTo>
                  <a:pt x="472544" y="101248"/>
                </a:lnTo>
                <a:lnTo>
                  <a:pt x="472544" y="90662"/>
                </a:lnTo>
                <a:cubicBezTo>
                  <a:pt x="469603" y="94779"/>
                  <a:pt x="466131" y="97844"/>
                  <a:pt x="462127" y="99857"/>
                </a:cubicBezTo>
                <a:cubicBezTo>
                  <a:pt x="458123" y="101871"/>
                  <a:pt x="454085" y="102877"/>
                  <a:pt x="450014" y="102877"/>
                </a:cubicBezTo>
                <a:cubicBezTo>
                  <a:pt x="441735" y="102877"/>
                  <a:pt x="434643" y="99541"/>
                  <a:pt x="428739" y="92868"/>
                </a:cubicBezTo>
                <a:cubicBezTo>
                  <a:pt x="422835" y="86195"/>
                  <a:pt x="419883" y="76886"/>
                  <a:pt x="419883" y="64943"/>
                </a:cubicBezTo>
                <a:cubicBezTo>
                  <a:pt x="419883" y="52728"/>
                  <a:pt x="422756" y="43442"/>
                  <a:pt x="428502" y="37086"/>
                </a:cubicBezTo>
                <a:cubicBezTo>
                  <a:pt x="434247" y="30730"/>
                  <a:pt x="441508" y="27552"/>
                  <a:pt x="450285" y="27552"/>
                </a:cubicBezTo>
                <a:cubicBezTo>
                  <a:pt x="458338" y="27552"/>
                  <a:pt x="465305" y="30899"/>
                  <a:pt x="471186" y="37595"/>
                </a:cubicBezTo>
                <a:lnTo>
                  <a:pt x="471186" y="1764"/>
                </a:lnTo>
                <a:lnTo>
                  <a:pt x="490255" y="1764"/>
                </a:lnTo>
                <a:lnTo>
                  <a:pt x="490255" y="101248"/>
                </a:lnTo>
                <a:moveTo>
                  <a:pt x="439360" y="63690"/>
                </a:moveTo>
                <a:cubicBezTo>
                  <a:pt x="439360" y="71369"/>
                  <a:pt x="440423" y="76925"/>
                  <a:pt x="442549" y="80358"/>
                </a:cubicBezTo>
                <a:cubicBezTo>
                  <a:pt x="445625" y="85327"/>
                  <a:pt x="449923" y="87812"/>
                  <a:pt x="455443" y="87812"/>
                </a:cubicBezTo>
                <a:cubicBezTo>
                  <a:pt x="459831" y="87812"/>
                  <a:pt x="463563" y="85949"/>
                  <a:pt x="466640" y="82222"/>
                </a:cubicBezTo>
                <a:cubicBezTo>
                  <a:pt x="469716" y="78495"/>
                  <a:pt x="471254" y="72928"/>
                  <a:pt x="471254" y="65520"/>
                </a:cubicBezTo>
                <a:cubicBezTo>
                  <a:pt x="471254" y="57252"/>
                  <a:pt x="469761" y="51300"/>
                  <a:pt x="466775" y="47664"/>
                </a:cubicBezTo>
                <a:cubicBezTo>
                  <a:pt x="463789" y="44028"/>
                  <a:pt x="459967" y="42209"/>
                  <a:pt x="455307" y="42209"/>
                </a:cubicBezTo>
                <a:cubicBezTo>
                  <a:pt x="450783" y="42209"/>
                  <a:pt x="446994" y="44005"/>
                  <a:pt x="443940" y="47596"/>
                </a:cubicBezTo>
                <a:cubicBezTo>
                  <a:pt x="440886" y="51187"/>
                  <a:pt x="439360" y="56551"/>
                  <a:pt x="439360" y="63690"/>
                </a:cubicBezTo>
                <a:close/>
                <a:moveTo>
                  <a:pt x="508936" y="19408"/>
                </a:moveTo>
                <a:lnTo>
                  <a:pt x="508936" y="1764"/>
                </a:lnTo>
                <a:lnTo>
                  <a:pt x="528004" y="1764"/>
                </a:lnTo>
                <a:lnTo>
                  <a:pt x="528004" y="19408"/>
                </a:lnTo>
                <a:lnTo>
                  <a:pt x="508936" y="19408"/>
                </a:lnTo>
                <a:moveTo>
                  <a:pt x="508936" y="101248"/>
                </a:moveTo>
                <a:lnTo>
                  <a:pt x="508936" y="29180"/>
                </a:lnTo>
                <a:lnTo>
                  <a:pt x="528004" y="29180"/>
                </a:lnTo>
                <a:lnTo>
                  <a:pt x="528004" y="101248"/>
                </a:lnTo>
                <a:lnTo>
                  <a:pt x="508936" y="101248"/>
                </a:lnTo>
                <a:close/>
                <a:moveTo>
                  <a:pt x="540901" y="80754"/>
                </a:moveTo>
                <a:lnTo>
                  <a:pt x="560038" y="77769"/>
                </a:lnTo>
                <a:cubicBezTo>
                  <a:pt x="560852" y="81456"/>
                  <a:pt x="562503" y="84255"/>
                  <a:pt x="564992" y="86166"/>
                </a:cubicBezTo>
                <a:cubicBezTo>
                  <a:pt x="567480" y="88078"/>
                  <a:pt x="570963" y="89034"/>
                  <a:pt x="575442" y="89034"/>
                </a:cubicBezTo>
                <a:cubicBezTo>
                  <a:pt x="580373" y="89034"/>
                  <a:pt x="584083" y="88130"/>
                  <a:pt x="586571" y="86323"/>
                </a:cubicBezTo>
                <a:cubicBezTo>
                  <a:pt x="588245" y="85058"/>
                  <a:pt x="589082" y="83364"/>
                  <a:pt x="589082" y="81240"/>
                </a:cubicBezTo>
                <a:cubicBezTo>
                  <a:pt x="589082" y="79794"/>
                  <a:pt x="588630" y="78596"/>
                  <a:pt x="587725" y="77648"/>
                </a:cubicBezTo>
                <a:cubicBezTo>
                  <a:pt x="586775" y="76744"/>
                  <a:pt x="584649" y="75909"/>
                  <a:pt x="581346" y="75141"/>
                </a:cubicBezTo>
                <a:cubicBezTo>
                  <a:pt x="565964" y="71754"/>
                  <a:pt x="556215" y="68659"/>
                  <a:pt x="552098" y="65857"/>
                </a:cubicBezTo>
                <a:cubicBezTo>
                  <a:pt x="546398" y="61969"/>
                  <a:pt x="543548" y="56568"/>
                  <a:pt x="543548" y="49653"/>
                </a:cubicBezTo>
                <a:cubicBezTo>
                  <a:pt x="543548" y="43415"/>
                  <a:pt x="546013" y="38172"/>
                  <a:pt x="550944" y="33924"/>
                </a:cubicBezTo>
                <a:cubicBezTo>
                  <a:pt x="555876" y="29676"/>
                  <a:pt x="563521" y="27552"/>
                  <a:pt x="573881" y="27552"/>
                </a:cubicBezTo>
                <a:cubicBezTo>
                  <a:pt x="583744" y="27552"/>
                  <a:pt x="591073" y="29152"/>
                  <a:pt x="595868" y="32353"/>
                </a:cubicBezTo>
                <a:cubicBezTo>
                  <a:pt x="600664" y="35553"/>
                  <a:pt x="603966" y="40287"/>
                  <a:pt x="605776" y="46553"/>
                </a:cubicBezTo>
                <a:lnTo>
                  <a:pt x="587793" y="49946"/>
                </a:lnTo>
                <a:cubicBezTo>
                  <a:pt x="587024" y="47141"/>
                  <a:pt x="585565" y="44992"/>
                  <a:pt x="583416" y="43499"/>
                </a:cubicBezTo>
                <a:cubicBezTo>
                  <a:pt x="581267" y="42006"/>
                  <a:pt x="578202" y="41259"/>
                  <a:pt x="574221" y="41259"/>
                </a:cubicBezTo>
                <a:cubicBezTo>
                  <a:pt x="569199" y="41259"/>
                  <a:pt x="565602" y="41960"/>
                  <a:pt x="563431" y="43361"/>
                </a:cubicBezTo>
                <a:cubicBezTo>
                  <a:pt x="561983" y="44353"/>
                  <a:pt x="561259" y="45641"/>
                  <a:pt x="561259" y="47223"/>
                </a:cubicBezTo>
                <a:cubicBezTo>
                  <a:pt x="561259" y="48577"/>
                  <a:pt x="561893" y="49729"/>
                  <a:pt x="563159" y="50677"/>
                </a:cubicBezTo>
                <a:cubicBezTo>
                  <a:pt x="564879" y="51943"/>
                  <a:pt x="570816" y="53727"/>
                  <a:pt x="580973" y="56032"/>
                </a:cubicBezTo>
                <a:cubicBezTo>
                  <a:pt x="591129" y="58336"/>
                  <a:pt x="598221" y="61163"/>
                  <a:pt x="602247" y="64512"/>
                </a:cubicBezTo>
                <a:cubicBezTo>
                  <a:pt x="606228" y="67908"/>
                  <a:pt x="608219" y="72639"/>
                  <a:pt x="608219" y="78704"/>
                </a:cubicBezTo>
                <a:cubicBezTo>
                  <a:pt x="608219" y="85313"/>
                  <a:pt x="605459" y="90994"/>
                  <a:pt x="599940" y="95748"/>
                </a:cubicBezTo>
                <a:cubicBezTo>
                  <a:pt x="594421" y="100501"/>
                  <a:pt x="586255" y="102877"/>
                  <a:pt x="575442" y="102877"/>
                </a:cubicBezTo>
                <a:cubicBezTo>
                  <a:pt x="565625" y="102877"/>
                  <a:pt x="557855" y="100893"/>
                  <a:pt x="552132" y="96924"/>
                </a:cubicBezTo>
                <a:cubicBezTo>
                  <a:pt x="546409" y="92955"/>
                  <a:pt x="542665" y="87565"/>
                  <a:pt x="540901" y="80754"/>
                </a:cubicBezTo>
                <a:close/>
                <a:moveTo>
                  <a:pt x="643007" y="101248"/>
                </a:moveTo>
                <a:lnTo>
                  <a:pt x="623938" y="101248"/>
                </a:lnTo>
                <a:lnTo>
                  <a:pt x="623938" y="29180"/>
                </a:lnTo>
                <a:lnTo>
                  <a:pt x="641649" y="29180"/>
                </a:lnTo>
                <a:lnTo>
                  <a:pt x="641649" y="39427"/>
                </a:lnTo>
                <a:cubicBezTo>
                  <a:pt x="644681" y="34586"/>
                  <a:pt x="647406" y="31397"/>
                  <a:pt x="649827" y="29859"/>
                </a:cubicBezTo>
                <a:cubicBezTo>
                  <a:pt x="652247" y="28321"/>
                  <a:pt x="654995" y="27552"/>
                  <a:pt x="658072" y="27552"/>
                </a:cubicBezTo>
                <a:cubicBezTo>
                  <a:pt x="662415" y="27552"/>
                  <a:pt x="666600" y="28750"/>
                  <a:pt x="670626" y="31148"/>
                </a:cubicBezTo>
                <a:lnTo>
                  <a:pt x="664722" y="47774"/>
                </a:lnTo>
                <a:cubicBezTo>
                  <a:pt x="661510" y="45693"/>
                  <a:pt x="658524" y="44652"/>
                  <a:pt x="655764" y="44652"/>
                </a:cubicBezTo>
                <a:cubicBezTo>
                  <a:pt x="653095" y="44652"/>
                  <a:pt x="650833" y="45388"/>
                  <a:pt x="648978" y="46858"/>
                </a:cubicBezTo>
                <a:cubicBezTo>
                  <a:pt x="647124" y="48328"/>
                  <a:pt x="645665" y="50986"/>
                  <a:pt x="644601" y="54832"/>
                </a:cubicBezTo>
                <a:cubicBezTo>
                  <a:pt x="643538" y="58677"/>
                  <a:pt x="643007" y="66730"/>
                  <a:pt x="643007" y="78990"/>
                </a:cubicBezTo>
                <a:lnTo>
                  <a:pt x="643007" y="101248"/>
                </a:lnTo>
                <a:close/>
                <a:moveTo>
                  <a:pt x="726389" y="101248"/>
                </a:moveTo>
                <a:lnTo>
                  <a:pt x="726389" y="90459"/>
                </a:lnTo>
                <a:cubicBezTo>
                  <a:pt x="723765" y="94304"/>
                  <a:pt x="720315" y="97335"/>
                  <a:pt x="716040" y="99552"/>
                </a:cubicBezTo>
                <a:cubicBezTo>
                  <a:pt x="711765" y="101769"/>
                  <a:pt x="707252" y="102877"/>
                  <a:pt x="702502" y="102877"/>
                </a:cubicBezTo>
                <a:cubicBezTo>
                  <a:pt x="697661" y="102877"/>
                  <a:pt x="693318" y="101814"/>
                  <a:pt x="689472" y="99688"/>
                </a:cubicBezTo>
                <a:cubicBezTo>
                  <a:pt x="685627" y="97561"/>
                  <a:pt x="682845" y="94576"/>
                  <a:pt x="681125" y="90730"/>
                </a:cubicBezTo>
                <a:cubicBezTo>
                  <a:pt x="679406" y="86885"/>
                  <a:pt x="678547" y="81569"/>
                  <a:pt x="678547" y="74783"/>
                </a:cubicBezTo>
                <a:lnTo>
                  <a:pt x="678547" y="29180"/>
                </a:lnTo>
                <a:lnTo>
                  <a:pt x="697616" y="29180"/>
                </a:lnTo>
                <a:lnTo>
                  <a:pt x="697616" y="62220"/>
                </a:lnTo>
                <a:cubicBezTo>
                  <a:pt x="697616" y="72331"/>
                  <a:pt x="697966" y="78526"/>
                  <a:pt x="698668" y="80805"/>
                </a:cubicBezTo>
                <a:cubicBezTo>
                  <a:pt x="699369" y="83084"/>
                  <a:pt x="700647" y="84890"/>
                  <a:pt x="702502" y="86222"/>
                </a:cubicBezTo>
                <a:cubicBezTo>
                  <a:pt x="704357" y="87553"/>
                  <a:pt x="706709" y="88219"/>
                  <a:pt x="709559" y="88219"/>
                </a:cubicBezTo>
                <a:cubicBezTo>
                  <a:pt x="712817" y="88219"/>
                  <a:pt x="715735" y="87328"/>
                  <a:pt x="718313" y="85545"/>
                </a:cubicBezTo>
                <a:cubicBezTo>
                  <a:pt x="720892" y="83762"/>
                  <a:pt x="722656" y="81550"/>
                  <a:pt x="723606" y="78910"/>
                </a:cubicBezTo>
                <a:cubicBezTo>
                  <a:pt x="724556" y="76269"/>
                  <a:pt x="725032" y="69803"/>
                  <a:pt x="725032" y="59512"/>
                </a:cubicBezTo>
                <a:lnTo>
                  <a:pt x="725032" y="29180"/>
                </a:lnTo>
                <a:lnTo>
                  <a:pt x="744100" y="29180"/>
                </a:lnTo>
                <a:lnTo>
                  <a:pt x="744100" y="101248"/>
                </a:lnTo>
                <a:lnTo>
                  <a:pt x="726389" y="101248"/>
                </a:lnTo>
                <a:close/>
                <a:moveTo>
                  <a:pt x="763189" y="29180"/>
                </a:moveTo>
                <a:lnTo>
                  <a:pt x="780968" y="29180"/>
                </a:lnTo>
                <a:lnTo>
                  <a:pt x="780968" y="39766"/>
                </a:lnTo>
                <a:cubicBezTo>
                  <a:pt x="783276" y="36147"/>
                  <a:pt x="786397" y="33207"/>
                  <a:pt x="790333" y="30945"/>
                </a:cubicBezTo>
                <a:cubicBezTo>
                  <a:pt x="794269" y="28683"/>
                  <a:pt x="798635" y="27552"/>
                  <a:pt x="803430" y="27552"/>
                </a:cubicBezTo>
                <a:cubicBezTo>
                  <a:pt x="811800" y="27552"/>
                  <a:pt x="818903" y="30831"/>
                  <a:pt x="824739" y="37391"/>
                </a:cubicBezTo>
                <a:cubicBezTo>
                  <a:pt x="830575" y="43951"/>
                  <a:pt x="833493" y="53090"/>
                  <a:pt x="833493" y="64807"/>
                </a:cubicBezTo>
                <a:cubicBezTo>
                  <a:pt x="833493" y="76841"/>
                  <a:pt x="830552" y="86195"/>
                  <a:pt x="824671" y="92868"/>
                </a:cubicBezTo>
                <a:cubicBezTo>
                  <a:pt x="818790" y="99541"/>
                  <a:pt x="811664" y="102877"/>
                  <a:pt x="803295" y="102877"/>
                </a:cubicBezTo>
                <a:cubicBezTo>
                  <a:pt x="799313" y="102877"/>
                  <a:pt x="795705" y="102085"/>
                  <a:pt x="792471" y="100502"/>
                </a:cubicBezTo>
                <a:cubicBezTo>
                  <a:pt x="789236" y="98919"/>
                  <a:pt x="785832" y="96204"/>
                  <a:pt x="782258" y="92359"/>
                </a:cubicBezTo>
                <a:lnTo>
                  <a:pt x="782258" y="128664"/>
                </a:lnTo>
                <a:lnTo>
                  <a:pt x="763189" y="128664"/>
                </a:lnTo>
                <a:lnTo>
                  <a:pt x="763189" y="29180"/>
                </a:lnTo>
                <a:moveTo>
                  <a:pt x="782054" y="63961"/>
                </a:moveTo>
                <a:cubicBezTo>
                  <a:pt x="782054" y="72046"/>
                  <a:pt x="783660" y="78020"/>
                  <a:pt x="786872" y="81883"/>
                </a:cubicBezTo>
                <a:cubicBezTo>
                  <a:pt x="790084" y="85745"/>
                  <a:pt x="793998" y="87676"/>
                  <a:pt x="798612" y="87676"/>
                </a:cubicBezTo>
                <a:cubicBezTo>
                  <a:pt x="803046" y="87676"/>
                  <a:pt x="806733" y="85903"/>
                  <a:pt x="809674" y="82358"/>
                </a:cubicBezTo>
                <a:cubicBezTo>
                  <a:pt x="812614" y="78812"/>
                  <a:pt x="814084" y="72996"/>
                  <a:pt x="814084" y="64909"/>
                </a:cubicBezTo>
                <a:cubicBezTo>
                  <a:pt x="814084" y="57365"/>
                  <a:pt x="812569" y="51764"/>
                  <a:pt x="809538" y="48105"/>
                </a:cubicBezTo>
                <a:cubicBezTo>
                  <a:pt x="806507" y="44446"/>
                  <a:pt x="802752" y="42617"/>
                  <a:pt x="798273" y="42617"/>
                </a:cubicBezTo>
                <a:cubicBezTo>
                  <a:pt x="793613" y="42617"/>
                  <a:pt x="789745" y="44412"/>
                  <a:pt x="786669" y="48003"/>
                </a:cubicBezTo>
                <a:cubicBezTo>
                  <a:pt x="783592" y="51594"/>
                  <a:pt x="782054" y="56913"/>
                  <a:pt x="782054" y="63961"/>
                </a:cubicBezTo>
                <a:close/>
                <a:moveTo>
                  <a:pt x="881789" y="29180"/>
                </a:moveTo>
                <a:lnTo>
                  <a:pt x="881789" y="44381"/>
                </a:lnTo>
                <a:lnTo>
                  <a:pt x="868760" y="44381"/>
                </a:lnTo>
                <a:lnTo>
                  <a:pt x="868760" y="73379"/>
                </a:lnTo>
                <a:cubicBezTo>
                  <a:pt x="868760" y="79252"/>
                  <a:pt x="868884" y="82674"/>
                  <a:pt x="869133" y="83645"/>
                </a:cubicBezTo>
                <a:cubicBezTo>
                  <a:pt x="869382" y="84615"/>
                  <a:pt x="869947" y="85416"/>
                  <a:pt x="870829" y="86050"/>
                </a:cubicBezTo>
                <a:cubicBezTo>
                  <a:pt x="871712" y="86682"/>
                  <a:pt x="872786" y="86998"/>
                  <a:pt x="874053" y="86998"/>
                </a:cubicBezTo>
                <a:cubicBezTo>
                  <a:pt x="875817" y="86998"/>
                  <a:pt x="878373" y="86387"/>
                  <a:pt x="881721" y="85165"/>
                </a:cubicBezTo>
                <a:lnTo>
                  <a:pt x="883350" y="100014"/>
                </a:lnTo>
                <a:cubicBezTo>
                  <a:pt x="878916" y="101923"/>
                  <a:pt x="873894" y="102877"/>
                  <a:pt x="868285" y="102877"/>
                </a:cubicBezTo>
                <a:cubicBezTo>
                  <a:pt x="864846" y="102877"/>
                  <a:pt x="861747" y="102300"/>
                  <a:pt x="858988" y="101147"/>
                </a:cubicBezTo>
                <a:cubicBezTo>
                  <a:pt x="856228" y="99993"/>
                  <a:pt x="854203" y="98500"/>
                  <a:pt x="852914" y="96668"/>
                </a:cubicBezTo>
                <a:cubicBezTo>
                  <a:pt x="851625" y="94836"/>
                  <a:pt x="850731" y="92359"/>
                  <a:pt x="850234" y="89237"/>
                </a:cubicBezTo>
                <a:cubicBezTo>
                  <a:pt x="849826" y="87020"/>
                  <a:pt x="849623" y="82541"/>
                  <a:pt x="849623" y="75801"/>
                </a:cubicBezTo>
                <a:lnTo>
                  <a:pt x="849623" y="44381"/>
                </a:lnTo>
                <a:lnTo>
                  <a:pt x="840869" y="44381"/>
                </a:lnTo>
                <a:lnTo>
                  <a:pt x="840869" y="29180"/>
                </a:lnTo>
                <a:lnTo>
                  <a:pt x="849623" y="29180"/>
                </a:lnTo>
                <a:lnTo>
                  <a:pt x="849623" y="14794"/>
                </a:lnTo>
                <a:lnTo>
                  <a:pt x="868760" y="3529"/>
                </a:lnTo>
                <a:lnTo>
                  <a:pt x="868760" y="29180"/>
                </a:lnTo>
                <a:lnTo>
                  <a:pt x="881789" y="29180"/>
                </a:lnTo>
                <a:close/>
                <a:moveTo>
                  <a:pt x="895021" y="19408"/>
                </a:moveTo>
                <a:lnTo>
                  <a:pt x="895021" y="1764"/>
                </a:lnTo>
                <a:lnTo>
                  <a:pt x="914090" y="1764"/>
                </a:lnTo>
                <a:lnTo>
                  <a:pt x="914090" y="19408"/>
                </a:lnTo>
                <a:lnTo>
                  <a:pt x="895021" y="19408"/>
                </a:lnTo>
                <a:moveTo>
                  <a:pt x="895021" y="101248"/>
                </a:moveTo>
                <a:lnTo>
                  <a:pt x="895021" y="29180"/>
                </a:lnTo>
                <a:lnTo>
                  <a:pt x="914090" y="29180"/>
                </a:lnTo>
                <a:lnTo>
                  <a:pt x="914090" y="101248"/>
                </a:lnTo>
                <a:lnTo>
                  <a:pt x="895021" y="101248"/>
                </a:lnTo>
                <a:close/>
                <a:moveTo>
                  <a:pt x="929106" y="64196"/>
                </a:moveTo>
                <a:cubicBezTo>
                  <a:pt x="929106" y="57863"/>
                  <a:pt x="930667" y="51733"/>
                  <a:pt x="933789" y="45806"/>
                </a:cubicBezTo>
                <a:cubicBezTo>
                  <a:pt x="936910" y="39880"/>
                  <a:pt x="941333" y="35356"/>
                  <a:pt x="947055" y="32234"/>
                </a:cubicBezTo>
                <a:cubicBezTo>
                  <a:pt x="952778" y="29112"/>
                  <a:pt x="959169" y="27552"/>
                  <a:pt x="966226" y="27552"/>
                </a:cubicBezTo>
                <a:cubicBezTo>
                  <a:pt x="977129" y="27552"/>
                  <a:pt x="986064" y="31092"/>
                  <a:pt x="993031" y="38172"/>
                </a:cubicBezTo>
                <a:cubicBezTo>
                  <a:pt x="999998" y="45252"/>
                  <a:pt x="1003482" y="54198"/>
                  <a:pt x="1003482" y="65011"/>
                </a:cubicBezTo>
                <a:cubicBezTo>
                  <a:pt x="1003482" y="75914"/>
                  <a:pt x="999964" y="84951"/>
                  <a:pt x="992929" y="92121"/>
                </a:cubicBezTo>
                <a:cubicBezTo>
                  <a:pt x="985895" y="99292"/>
                  <a:pt x="977039" y="102877"/>
                  <a:pt x="966362" y="102877"/>
                </a:cubicBezTo>
                <a:cubicBezTo>
                  <a:pt x="959757" y="102877"/>
                  <a:pt x="953457" y="101384"/>
                  <a:pt x="947463" y="98398"/>
                </a:cubicBezTo>
                <a:cubicBezTo>
                  <a:pt x="941468" y="95412"/>
                  <a:pt x="936910" y="91035"/>
                  <a:pt x="933789" y="85267"/>
                </a:cubicBezTo>
                <a:cubicBezTo>
                  <a:pt x="930667" y="79499"/>
                  <a:pt x="929106" y="72475"/>
                  <a:pt x="929106" y="64196"/>
                </a:cubicBezTo>
                <a:moveTo>
                  <a:pt x="948650" y="65214"/>
                </a:moveTo>
                <a:cubicBezTo>
                  <a:pt x="948650" y="72340"/>
                  <a:pt x="950347" y="77797"/>
                  <a:pt x="953740" y="81586"/>
                </a:cubicBezTo>
                <a:cubicBezTo>
                  <a:pt x="957133" y="85375"/>
                  <a:pt x="961318" y="87269"/>
                  <a:pt x="966294" y="87269"/>
                </a:cubicBezTo>
                <a:cubicBezTo>
                  <a:pt x="971270" y="87269"/>
                  <a:pt x="975444" y="85375"/>
                  <a:pt x="978814" y="81586"/>
                </a:cubicBezTo>
                <a:cubicBezTo>
                  <a:pt x="982185" y="77797"/>
                  <a:pt x="983870" y="72295"/>
                  <a:pt x="983870" y="65079"/>
                </a:cubicBezTo>
                <a:cubicBezTo>
                  <a:pt x="983870" y="58044"/>
                  <a:pt x="982185" y="52632"/>
                  <a:pt x="978814" y="48843"/>
                </a:cubicBezTo>
                <a:cubicBezTo>
                  <a:pt x="975444" y="45054"/>
                  <a:pt x="971270" y="43160"/>
                  <a:pt x="966294" y="43160"/>
                </a:cubicBezTo>
                <a:cubicBezTo>
                  <a:pt x="961318" y="43160"/>
                  <a:pt x="957133" y="45054"/>
                  <a:pt x="953740" y="48843"/>
                </a:cubicBezTo>
                <a:cubicBezTo>
                  <a:pt x="950347" y="52632"/>
                  <a:pt x="948650" y="58089"/>
                  <a:pt x="948650" y="65214"/>
                </a:cubicBezTo>
                <a:close/>
                <a:moveTo>
                  <a:pt x="1084081" y="101248"/>
                </a:moveTo>
                <a:lnTo>
                  <a:pt x="1065012" y="101248"/>
                </a:lnTo>
                <a:lnTo>
                  <a:pt x="1065012" y="64510"/>
                </a:lnTo>
                <a:cubicBezTo>
                  <a:pt x="1065012" y="56737"/>
                  <a:pt x="1064605" y="51710"/>
                  <a:pt x="1063791" y="49428"/>
                </a:cubicBezTo>
                <a:cubicBezTo>
                  <a:pt x="1062976" y="47146"/>
                  <a:pt x="1061653" y="45373"/>
                  <a:pt x="1059821" y="44107"/>
                </a:cubicBezTo>
                <a:cubicBezTo>
                  <a:pt x="1057989" y="42842"/>
                  <a:pt x="1055783" y="42209"/>
                  <a:pt x="1053204" y="42209"/>
                </a:cubicBezTo>
                <a:cubicBezTo>
                  <a:pt x="1049902" y="42209"/>
                  <a:pt x="1046939" y="43114"/>
                  <a:pt x="1044315" y="44922"/>
                </a:cubicBezTo>
                <a:cubicBezTo>
                  <a:pt x="1041691" y="46729"/>
                  <a:pt x="1039892" y="49124"/>
                  <a:pt x="1038920" y="52107"/>
                </a:cubicBezTo>
                <a:cubicBezTo>
                  <a:pt x="1037947" y="55088"/>
                  <a:pt x="1037461" y="60601"/>
                  <a:pt x="1037461" y="68646"/>
                </a:cubicBezTo>
                <a:lnTo>
                  <a:pt x="1037461" y="101248"/>
                </a:lnTo>
                <a:lnTo>
                  <a:pt x="1018392" y="101248"/>
                </a:lnTo>
                <a:lnTo>
                  <a:pt x="1018392" y="29180"/>
                </a:lnTo>
                <a:lnTo>
                  <a:pt x="1036104" y="29180"/>
                </a:lnTo>
                <a:lnTo>
                  <a:pt x="1036104" y="39766"/>
                </a:lnTo>
                <a:cubicBezTo>
                  <a:pt x="1042392" y="31623"/>
                  <a:pt x="1050309" y="27552"/>
                  <a:pt x="1059855" y="27552"/>
                </a:cubicBezTo>
                <a:cubicBezTo>
                  <a:pt x="1064062" y="27552"/>
                  <a:pt x="1067908" y="28309"/>
                  <a:pt x="1071391" y="29825"/>
                </a:cubicBezTo>
                <a:cubicBezTo>
                  <a:pt x="1074875" y="31340"/>
                  <a:pt x="1077510" y="33274"/>
                  <a:pt x="1079297" y="35627"/>
                </a:cubicBezTo>
                <a:cubicBezTo>
                  <a:pt x="1081084" y="37979"/>
                  <a:pt x="1082328" y="40649"/>
                  <a:pt x="1083029" y="43635"/>
                </a:cubicBezTo>
                <a:cubicBezTo>
                  <a:pt x="1083731" y="46620"/>
                  <a:pt x="1084081" y="50896"/>
                  <a:pt x="1084081" y="56460"/>
                </a:cubicBezTo>
                <a:lnTo>
                  <a:pt x="1084081" y="101248"/>
                </a:lnTo>
                <a:close/>
                <a:moveTo>
                  <a:pt x="1096586" y="80754"/>
                </a:moveTo>
                <a:lnTo>
                  <a:pt x="1115723" y="77769"/>
                </a:lnTo>
                <a:cubicBezTo>
                  <a:pt x="1116537" y="81456"/>
                  <a:pt x="1118188" y="84255"/>
                  <a:pt x="1120677" y="86166"/>
                </a:cubicBezTo>
                <a:cubicBezTo>
                  <a:pt x="1123165" y="88078"/>
                  <a:pt x="1126648" y="89034"/>
                  <a:pt x="1131127" y="89034"/>
                </a:cubicBezTo>
                <a:cubicBezTo>
                  <a:pt x="1136058" y="89034"/>
                  <a:pt x="1139768" y="88130"/>
                  <a:pt x="1142256" y="86323"/>
                </a:cubicBezTo>
                <a:cubicBezTo>
                  <a:pt x="1143930" y="85058"/>
                  <a:pt x="1144767" y="83364"/>
                  <a:pt x="1144767" y="81240"/>
                </a:cubicBezTo>
                <a:cubicBezTo>
                  <a:pt x="1144767" y="79794"/>
                  <a:pt x="1144315" y="78596"/>
                  <a:pt x="1143410" y="77648"/>
                </a:cubicBezTo>
                <a:cubicBezTo>
                  <a:pt x="1142460" y="76744"/>
                  <a:pt x="1140334" y="75909"/>
                  <a:pt x="1137031" y="75141"/>
                </a:cubicBezTo>
                <a:cubicBezTo>
                  <a:pt x="1121649" y="71754"/>
                  <a:pt x="1111900" y="68659"/>
                  <a:pt x="1107783" y="65857"/>
                </a:cubicBezTo>
                <a:cubicBezTo>
                  <a:pt x="1102083" y="61969"/>
                  <a:pt x="1099232" y="56568"/>
                  <a:pt x="1099232" y="49653"/>
                </a:cubicBezTo>
                <a:cubicBezTo>
                  <a:pt x="1099232" y="43415"/>
                  <a:pt x="1101698" y="38172"/>
                  <a:pt x="1106629" y="33924"/>
                </a:cubicBezTo>
                <a:cubicBezTo>
                  <a:pt x="1111561" y="29676"/>
                  <a:pt x="1119206" y="27552"/>
                  <a:pt x="1129566" y="27552"/>
                </a:cubicBezTo>
                <a:cubicBezTo>
                  <a:pt x="1139429" y="27552"/>
                  <a:pt x="1146758" y="29152"/>
                  <a:pt x="1151553" y="32353"/>
                </a:cubicBezTo>
                <a:cubicBezTo>
                  <a:pt x="1156349" y="35553"/>
                  <a:pt x="1159651" y="40287"/>
                  <a:pt x="1161461" y="46553"/>
                </a:cubicBezTo>
                <a:lnTo>
                  <a:pt x="1143478" y="49946"/>
                </a:lnTo>
                <a:cubicBezTo>
                  <a:pt x="1142709" y="47141"/>
                  <a:pt x="1141250" y="44992"/>
                  <a:pt x="1139101" y="43499"/>
                </a:cubicBezTo>
                <a:cubicBezTo>
                  <a:pt x="1136952" y="42006"/>
                  <a:pt x="1133887" y="41259"/>
                  <a:pt x="1129906" y="41259"/>
                </a:cubicBezTo>
                <a:cubicBezTo>
                  <a:pt x="1124884" y="41259"/>
                  <a:pt x="1121287" y="41960"/>
                  <a:pt x="1119116" y="43361"/>
                </a:cubicBezTo>
                <a:cubicBezTo>
                  <a:pt x="1117668" y="44353"/>
                  <a:pt x="1116944" y="45641"/>
                  <a:pt x="1116944" y="47223"/>
                </a:cubicBezTo>
                <a:cubicBezTo>
                  <a:pt x="1116944" y="48577"/>
                  <a:pt x="1117578" y="49729"/>
                  <a:pt x="1118844" y="50677"/>
                </a:cubicBezTo>
                <a:cubicBezTo>
                  <a:pt x="1120563" y="51943"/>
                  <a:pt x="1126501" y="53727"/>
                  <a:pt x="1136658" y="56032"/>
                </a:cubicBezTo>
                <a:cubicBezTo>
                  <a:pt x="1146814" y="58336"/>
                  <a:pt x="1153906" y="61163"/>
                  <a:pt x="1157932" y="64512"/>
                </a:cubicBezTo>
                <a:cubicBezTo>
                  <a:pt x="1161913" y="67908"/>
                  <a:pt x="1163904" y="72639"/>
                  <a:pt x="1163904" y="78704"/>
                </a:cubicBezTo>
                <a:cubicBezTo>
                  <a:pt x="1163904" y="85313"/>
                  <a:pt x="1161144" y="90994"/>
                  <a:pt x="1155625" y="95748"/>
                </a:cubicBezTo>
                <a:cubicBezTo>
                  <a:pt x="1150106" y="100501"/>
                  <a:pt x="1141940" y="102877"/>
                  <a:pt x="1131127" y="102877"/>
                </a:cubicBezTo>
                <a:cubicBezTo>
                  <a:pt x="1121310" y="102877"/>
                  <a:pt x="1113540" y="100893"/>
                  <a:pt x="1107817" y="96924"/>
                </a:cubicBezTo>
                <a:cubicBezTo>
                  <a:pt x="1102094" y="92955"/>
                  <a:pt x="1098350" y="87565"/>
                  <a:pt x="1096586" y="80754"/>
                </a:cubicBezTo>
                <a:close/>
                <a:moveTo>
                  <a:pt x="1233603" y="51439"/>
                </a:moveTo>
                <a:lnTo>
                  <a:pt x="1216299" y="48317"/>
                </a:lnTo>
                <a:cubicBezTo>
                  <a:pt x="1218244" y="41258"/>
                  <a:pt x="1221592" y="36033"/>
                  <a:pt x="1226342" y="32641"/>
                </a:cubicBezTo>
                <a:cubicBezTo>
                  <a:pt x="1231092" y="29248"/>
                  <a:pt x="1238150" y="27552"/>
                  <a:pt x="1247515" y="27552"/>
                </a:cubicBezTo>
                <a:cubicBezTo>
                  <a:pt x="1256020" y="27552"/>
                  <a:pt x="1262354" y="28558"/>
                  <a:pt x="1266516" y="30571"/>
                </a:cubicBezTo>
                <a:cubicBezTo>
                  <a:pt x="1270678" y="32585"/>
                  <a:pt x="1273607" y="35141"/>
                  <a:pt x="1275304" y="38240"/>
                </a:cubicBezTo>
                <a:cubicBezTo>
                  <a:pt x="1277000" y="41339"/>
                  <a:pt x="1277848" y="47028"/>
                  <a:pt x="1277848" y="55307"/>
                </a:cubicBezTo>
                <a:lnTo>
                  <a:pt x="1277645" y="77565"/>
                </a:lnTo>
                <a:cubicBezTo>
                  <a:pt x="1277645" y="83899"/>
                  <a:pt x="1277950" y="88570"/>
                  <a:pt x="1278561" y="91578"/>
                </a:cubicBezTo>
                <a:cubicBezTo>
                  <a:pt x="1279172" y="94587"/>
                  <a:pt x="1280314" y="97810"/>
                  <a:pt x="1281988" y="101248"/>
                </a:cubicBezTo>
                <a:lnTo>
                  <a:pt x="1263123" y="101248"/>
                </a:lnTo>
                <a:cubicBezTo>
                  <a:pt x="1262625" y="99982"/>
                  <a:pt x="1262014" y="98104"/>
                  <a:pt x="1261290" y="95616"/>
                </a:cubicBezTo>
                <a:cubicBezTo>
                  <a:pt x="1260974" y="94485"/>
                  <a:pt x="1260748" y="93739"/>
                  <a:pt x="1260612" y="93377"/>
                </a:cubicBezTo>
                <a:cubicBezTo>
                  <a:pt x="1257354" y="96543"/>
                  <a:pt x="1253871" y="98919"/>
                  <a:pt x="1250161" y="100502"/>
                </a:cubicBezTo>
                <a:cubicBezTo>
                  <a:pt x="1246451" y="102085"/>
                  <a:pt x="1242493" y="102877"/>
                  <a:pt x="1238286" y="102877"/>
                </a:cubicBezTo>
                <a:cubicBezTo>
                  <a:pt x="1230866" y="102877"/>
                  <a:pt x="1225019" y="100872"/>
                  <a:pt x="1220743" y="96863"/>
                </a:cubicBezTo>
                <a:cubicBezTo>
                  <a:pt x="1216468" y="92854"/>
                  <a:pt x="1214331" y="87785"/>
                  <a:pt x="1214331" y="81658"/>
                </a:cubicBezTo>
                <a:cubicBezTo>
                  <a:pt x="1214331" y="77603"/>
                  <a:pt x="1215303" y="73988"/>
                  <a:pt x="1217249" y="70813"/>
                </a:cubicBezTo>
                <a:cubicBezTo>
                  <a:pt x="1219194" y="67636"/>
                  <a:pt x="1221920" y="65203"/>
                  <a:pt x="1225426" y="63514"/>
                </a:cubicBezTo>
                <a:cubicBezTo>
                  <a:pt x="1228932" y="61824"/>
                  <a:pt x="1233988" y="60349"/>
                  <a:pt x="1240593" y="59088"/>
                </a:cubicBezTo>
                <a:cubicBezTo>
                  <a:pt x="1249505" y="57421"/>
                  <a:pt x="1255681" y="55866"/>
                  <a:pt x="1259119" y="54424"/>
                </a:cubicBezTo>
                <a:lnTo>
                  <a:pt x="1259119" y="52503"/>
                </a:lnTo>
                <a:cubicBezTo>
                  <a:pt x="1259119" y="48798"/>
                  <a:pt x="1258214" y="46156"/>
                  <a:pt x="1256404" y="44578"/>
                </a:cubicBezTo>
                <a:cubicBezTo>
                  <a:pt x="1254595" y="42999"/>
                  <a:pt x="1251179" y="42209"/>
                  <a:pt x="1246157" y="42209"/>
                </a:cubicBezTo>
                <a:cubicBezTo>
                  <a:pt x="1242764" y="42209"/>
                  <a:pt x="1240118" y="42892"/>
                  <a:pt x="1238218" y="44258"/>
                </a:cubicBezTo>
                <a:cubicBezTo>
                  <a:pt x="1236318" y="45622"/>
                  <a:pt x="1234779" y="48016"/>
                  <a:pt x="1233603" y="51439"/>
                </a:cubicBezTo>
                <a:moveTo>
                  <a:pt x="1259119" y="66911"/>
                </a:moveTo>
                <a:cubicBezTo>
                  <a:pt x="1256676" y="67715"/>
                  <a:pt x="1252808" y="68677"/>
                  <a:pt x="1247515" y="69795"/>
                </a:cubicBezTo>
                <a:cubicBezTo>
                  <a:pt x="1242221" y="70912"/>
                  <a:pt x="1238761" y="72007"/>
                  <a:pt x="1237132" y="73080"/>
                </a:cubicBezTo>
                <a:cubicBezTo>
                  <a:pt x="1234644" y="74823"/>
                  <a:pt x="1233400" y="77036"/>
                  <a:pt x="1233400" y="79717"/>
                </a:cubicBezTo>
                <a:cubicBezTo>
                  <a:pt x="1233400" y="82356"/>
                  <a:pt x="1234395" y="84636"/>
                  <a:pt x="1236385" y="86559"/>
                </a:cubicBezTo>
                <a:cubicBezTo>
                  <a:pt x="1238376" y="88480"/>
                  <a:pt x="1240909" y="89441"/>
                  <a:pt x="1243986" y="89441"/>
                </a:cubicBezTo>
                <a:cubicBezTo>
                  <a:pt x="1247424" y="89441"/>
                  <a:pt x="1250704" y="88323"/>
                  <a:pt x="1253826" y="86088"/>
                </a:cubicBezTo>
                <a:cubicBezTo>
                  <a:pt x="1256133" y="84390"/>
                  <a:pt x="1257649" y="82311"/>
                  <a:pt x="1258372" y="79851"/>
                </a:cubicBezTo>
                <a:cubicBezTo>
                  <a:pt x="1258870" y="78242"/>
                  <a:pt x="1259119" y="75181"/>
                  <a:pt x="1259119" y="70667"/>
                </a:cubicBezTo>
                <a:lnTo>
                  <a:pt x="1259119" y="66911"/>
                </a:lnTo>
                <a:close/>
                <a:moveTo>
                  <a:pt x="1362040" y="101248"/>
                </a:moveTo>
                <a:lnTo>
                  <a:pt x="1342972" y="101248"/>
                </a:lnTo>
                <a:lnTo>
                  <a:pt x="1342972" y="64510"/>
                </a:lnTo>
                <a:cubicBezTo>
                  <a:pt x="1342972" y="56737"/>
                  <a:pt x="1342564" y="51710"/>
                  <a:pt x="1341750" y="49428"/>
                </a:cubicBezTo>
                <a:cubicBezTo>
                  <a:pt x="1340936" y="47146"/>
                  <a:pt x="1339612" y="45373"/>
                  <a:pt x="1337780" y="44107"/>
                </a:cubicBezTo>
                <a:cubicBezTo>
                  <a:pt x="1335948" y="42842"/>
                  <a:pt x="1333742" y="42209"/>
                  <a:pt x="1331164" y="42209"/>
                </a:cubicBezTo>
                <a:cubicBezTo>
                  <a:pt x="1327861" y="42209"/>
                  <a:pt x="1324898" y="43114"/>
                  <a:pt x="1322274" y="44922"/>
                </a:cubicBezTo>
                <a:cubicBezTo>
                  <a:pt x="1319650" y="46729"/>
                  <a:pt x="1317852" y="49124"/>
                  <a:pt x="1316879" y="52107"/>
                </a:cubicBezTo>
                <a:cubicBezTo>
                  <a:pt x="1315906" y="55088"/>
                  <a:pt x="1315420" y="60601"/>
                  <a:pt x="1315420" y="68646"/>
                </a:cubicBezTo>
                <a:lnTo>
                  <a:pt x="1315420" y="101248"/>
                </a:lnTo>
                <a:lnTo>
                  <a:pt x="1296351" y="101248"/>
                </a:lnTo>
                <a:lnTo>
                  <a:pt x="1296351" y="29180"/>
                </a:lnTo>
                <a:lnTo>
                  <a:pt x="1314063" y="29180"/>
                </a:lnTo>
                <a:lnTo>
                  <a:pt x="1314063" y="39766"/>
                </a:lnTo>
                <a:cubicBezTo>
                  <a:pt x="1320351" y="31623"/>
                  <a:pt x="1328268" y="27552"/>
                  <a:pt x="1337814" y="27552"/>
                </a:cubicBezTo>
                <a:cubicBezTo>
                  <a:pt x="1342022" y="27552"/>
                  <a:pt x="1345867" y="28309"/>
                  <a:pt x="1349351" y="29825"/>
                </a:cubicBezTo>
                <a:cubicBezTo>
                  <a:pt x="1352834" y="31340"/>
                  <a:pt x="1355469" y="33274"/>
                  <a:pt x="1357256" y="35627"/>
                </a:cubicBezTo>
                <a:cubicBezTo>
                  <a:pt x="1359043" y="37979"/>
                  <a:pt x="1360287" y="40649"/>
                  <a:pt x="1360989" y="43635"/>
                </a:cubicBezTo>
                <a:cubicBezTo>
                  <a:pt x="1361690" y="46620"/>
                  <a:pt x="1362040" y="50896"/>
                  <a:pt x="1362040" y="56460"/>
                </a:cubicBezTo>
                <a:lnTo>
                  <a:pt x="1362040" y="101248"/>
                </a:lnTo>
                <a:close/>
                <a:moveTo>
                  <a:pt x="1447592" y="101248"/>
                </a:moveTo>
                <a:lnTo>
                  <a:pt x="1429881" y="101248"/>
                </a:lnTo>
                <a:lnTo>
                  <a:pt x="1429881" y="90662"/>
                </a:lnTo>
                <a:cubicBezTo>
                  <a:pt x="1426940" y="94779"/>
                  <a:pt x="1423468" y="97844"/>
                  <a:pt x="1419464" y="99857"/>
                </a:cubicBezTo>
                <a:cubicBezTo>
                  <a:pt x="1415460" y="101871"/>
                  <a:pt x="1411422" y="102877"/>
                  <a:pt x="1407351" y="102877"/>
                </a:cubicBezTo>
                <a:cubicBezTo>
                  <a:pt x="1399072" y="102877"/>
                  <a:pt x="1391980" y="99541"/>
                  <a:pt x="1386076" y="92868"/>
                </a:cubicBezTo>
                <a:cubicBezTo>
                  <a:pt x="1380172" y="86195"/>
                  <a:pt x="1377221" y="76886"/>
                  <a:pt x="1377221" y="64943"/>
                </a:cubicBezTo>
                <a:cubicBezTo>
                  <a:pt x="1377221" y="52728"/>
                  <a:pt x="1380093" y="43442"/>
                  <a:pt x="1385839" y="37086"/>
                </a:cubicBezTo>
                <a:cubicBezTo>
                  <a:pt x="1391584" y="30730"/>
                  <a:pt x="1398846" y="27552"/>
                  <a:pt x="1407622" y="27552"/>
                </a:cubicBezTo>
                <a:cubicBezTo>
                  <a:pt x="1415675" y="27552"/>
                  <a:pt x="1422642" y="30899"/>
                  <a:pt x="1428523" y="37595"/>
                </a:cubicBezTo>
                <a:lnTo>
                  <a:pt x="1428523" y="1764"/>
                </a:lnTo>
                <a:lnTo>
                  <a:pt x="1447592" y="1764"/>
                </a:lnTo>
                <a:lnTo>
                  <a:pt x="1447592" y="101248"/>
                </a:lnTo>
                <a:moveTo>
                  <a:pt x="1396697" y="63690"/>
                </a:moveTo>
                <a:cubicBezTo>
                  <a:pt x="1396697" y="71369"/>
                  <a:pt x="1397760" y="76925"/>
                  <a:pt x="1399886" y="80358"/>
                </a:cubicBezTo>
                <a:cubicBezTo>
                  <a:pt x="1402962" y="85327"/>
                  <a:pt x="1407260" y="87812"/>
                  <a:pt x="1412780" y="87812"/>
                </a:cubicBezTo>
                <a:cubicBezTo>
                  <a:pt x="1417168" y="87812"/>
                  <a:pt x="1420900" y="85949"/>
                  <a:pt x="1423977" y="82222"/>
                </a:cubicBezTo>
                <a:cubicBezTo>
                  <a:pt x="1427053" y="78495"/>
                  <a:pt x="1428591" y="72928"/>
                  <a:pt x="1428591" y="65520"/>
                </a:cubicBezTo>
                <a:cubicBezTo>
                  <a:pt x="1428591" y="57252"/>
                  <a:pt x="1427098" y="51300"/>
                  <a:pt x="1424112" y="47664"/>
                </a:cubicBezTo>
                <a:cubicBezTo>
                  <a:pt x="1421127" y="44028"/>
                  <a:pt x="1417304" y="42209"/>
                  <a:pt x="1412644" y="42209"/>
                </a:cubicBezTo>
                <a:cubicBezTo>
                  <a:pt x="1408120" y="42209"/>
                  <a:pt x="1404331" y="44005"/>
                  <a:pt x="1401277" y="47596"/>
                </a:cubicBezTo>
                <a:cubicBezTo>
                  <a:pt x="1398223" y="51187"/>
                  <a:pt x="1396697" y="56551"/>
                  <a:pt x="1396697" y="63690"/>
                </a:cubicBezTo>
                <a:close/>
                <a:moveTo>
                  <a:pt x="1496609" y="29180"/>
                </a:moveTo>
                <a:lnTo>
                  <a:pt x="1507195" y="29180"/>
                </a:lnTo>
                <a:lnTo>
                  <a:pt x="1507195" y="23739"/>
                </a:lnTo>
                <a:cubicBezTo>
                  <a:pt x="1507195" y="17662"/>
                  <a:pt x="1507840" y="13128"/>
                  <a:pt x="1509129" y="10135"/>
                </a:cubicBezTo>
                <a:cubicBezTo>
                  <a:pt x="1510419" y="7142"/>
                  <a:pt x="1512794" y="4704"/>
                  <a:pt x="1516255" y="2823"/>
                </a:cubicBezTo>
                <a:cubicBezTo>
                  <a:pt x="1519716" y="941"/>
                  <a:pt x="1524093" y="0"/>
                  <a:pt x="1529386" y="0"/>
                </a:cubicBezTo>
                <a:cubicBezTo>
                  <a:pt x="1534815" y="0"/>
                  <a:pt x="1540130" y="814"/>
                  <a:pt x="1545333" y="2443"/>
                </a:cubicBezTo>
                <a:lnTo>
                  <a:pt x="1542754" y="15744"/>
                </a:lnTo>
                <a:cubicBezTo>
                  <a:pt x="1539723" y="15020"/>
                  <a:pt x="1536805" y="14658"/>
                  <a:pt x="1534000" y="14658"/>
                </a:cubicBezTo>
                <a:cubicBezTo>
                  <a:pt x="1531241" y="14658"/>
                  <a:pt x="1529261" y="15306"/>
                  <a:pt x="1528062" y="16603"/>
                </a:cubicBezTo>
                <a:cubicBezTo>
                  <a:pt x="1526864" y="17898"/>
                  <a:pt x="1526264" y="20386"/>
                  <a:pt x="1526264" y="24067"/>
                </a:cubicBezTo>
                <a:lnTo>
                  <a:pt x="1526264" y="29180"/>
                </a:lnTo>
                <a:lnTo>
                  <a:pt x="1540515" y="29180"/>
                </a:lnTo>
                <a:lnTo>
                  <a:pt x="1540515" y="44245"/>
                </a:lnTo>
                <a:lnTo>
                  <a:pt x="1526264" y="44245"/>
                </a:lnTo>
                <a:lnTo>
                  <a:pt x="1526264" y="101248"/>
                </a:lnTo>
                <a:lnTo>
                  <a:pt x="1507195" y="101248"/>
                </a:lnTo>
                <a:lnTo>
                  <a:pt x="1507195" y="44245"/>
                </a:lnTo>
                <a:lnTo>
                  <a:pt x="1496609" y="44245"/>
                </a:lnTo>
                <a:lnTo>
                  <a:pt x="1496609" y="29180"/>
                </a:lnTo>
                <a:close/>
                <a:moveTo>
                  <a:pt x="1551236" y="19408"/>
                </a:moveTo>
                <a:lnTo>
                  <a:pt x="1551236" y="1764"/>
                </a:lnTo>
                <a:lnTo>
                  <a:pt x="1570305" y="1764"/>
                </a:lnTo>
                <a:lnTo>
                  <a:pt x="1570305" y="19408"/>
                </a:lnTo>
                <a:lnTo>
                  <a:pt x="1551236" y="19408"/>
                </a:lnTo>
                <a:moveTo>
                  <a:pt x="1551236" y="101248"/>
                </a:moveTo>
                <a:lnTo>
                  <a:pt x="1551236" y="29180"/>
                </a:lnTo>
                <a:lnTo>
                  <a:pt x="1570305" y="29180"/>
                </a:lnTo>
                <a:lnTo>
                  <a:pt x="1570305" y="101248"/>
                </a:lnTo>
                <a:lnTo>
                  <a:pt x="1551236" y="101248"/>
                </a:lnTo>
                <a:close/>
                <a:moveTo>
                  <a:pt x="1655519" y="101248"/>
                </a:moveTo>
                <a:lnTo>
                  <a:pt x="1636450" y="101248"/>
                </a:lnTo>
                <a:lnTo>
                  <a:pt x="1636450" y="64510"/>
                </a:lnTo>
                <a:cubicBezTo>
                  <a:pt x="1636450" y="56737"/>
                  <a:pt x="1636043" y="51710"/>
                  <a:pt x="1635228" y="49428"/>
                </a:cubicBezTo>
                <a:cubicBezTo>
                  <a:pt x="1634414" y="47146"/>
                  <a:pt x="1633091" y="45373"/>
                  <a:pt x="1631258" y="44107"/>
                </a:cubicBezTo>
                <a:cubicBezTo>
                  <a:pt x="1629426" y="42842"/>
                  <a:pt x="1627221" y="42209"/>
                  <a:pt x="1624642" y="42209"/>
                </a:cubicBezTo>
                <a:cubicBezTo>
                  <a:pt x="1621339" y="42209"/>
                  <a:pt x="1618376" y="43114"/>
                  <a:pt x="1615752" y="44922"/>
                </a:cubicBezTo>
                <a:cubicBezTo>
                  <a:pt x="1613128" y="46729"/>
                  <a:pt x="1611330" y="49124"/>
                  <a:pt x="1610357" y="52107"/>
                </a:cubicBezTo>
                <a:cubicBezTo>
                  <a:pt x="1609384" y="55088"/>
                  <a:pt x="1608898" y="60601"/>
                  <a:pt x="1608898" y="68646"/>
                </a:cubicBezTo>
                <a:lnTo>
                  <a:pt x="1608898" y="101248"/>
                </a:lnTo>
                <a:lnTo>
                  <a:pt x="1589829" y="101248"/>
                </a:lnTo>
                <a:lnTo>
                  <a:pt x="1589829" y="29180"/>
                </a:lnTo>
                <a:lnTo>
                  <a:pt x="1607541" y="29180"/>
                </a:lnTo>
                <a:lnTo>
                  <a:pt x="1607541" y="39766"/>
                </a:lnTo>
                <a:cubicBezTo>
                  <a:pt x="1613829" y="31623"/>
                  <a:pt x="1621746" y="27552"/>
                  <a:pt x="1631292" y="27552"/>
                </a:cubicBezTo>
                <a:cubicBezTo>
                  <a:pt x="1635500" y="27552"/>
                  <a:pt x="1639345" y="28309"/>
                  <a:pt x="1642829" y="29825"/>
                </a:cubicBezTo>
                <a:cubicBezTo>
                  <a:pt x="1646312" y="31340"/>
                  <a:pt x="1648947" y="33274"/>
                  <a:pt x="1650734" y="35627"/>
                </a:cubicBezTo>
                <a:cubicBezTo>
                  <a:pt x="1652521" y="37979"/>
                  <a:pt x="1653766" y="40649"/>
                  <a:pt x="1654467" y="43635"/>
                </a:cubicBezTo>
                <a:cubicBezTo>
                  <a:pt x="1655168" y="46620"/>
                  <a:pt x="1655519" y="50896"/>
                  <a:pt x="1655519" y="56460"/>
                </a:cubicBezTo>
                <a:lnTo>
                  <a:pt x="1655519" y="101248"/>
                </a:lnTo>
                <a:close/>
                <a:moveTo>
                  <a:pt x="1688992" y="51439"/>
                </a:moveTo>
                <a:lnTo>
                  <a:pt x="1671688" y="48317"/>
                </a:lnTo>
                <a:cubicBezTo>
                  <a:pt x="1673633" y="41258"/>
                  <a:pt x="1676981" y="36033"/>
                  <a:pt x="1681731" y="32641"/>
                </a:cubicBezTo>
                <a:cubicBezTo>
                  <a:pt x="1686481" y="29248"/>
                  <a:pt x="1693539" y="27552"/>
                  <a:pt x="1702904" y="27552"/>
                </a:cubicBezTo>
                <a:cubicBezTo>
                  <a:pt x="1711409" y="27552"/>
                  <a:pt x="1717742" y="28558"/>
                  <a:pt x="1721905" y="30571"/>
                </a:cubicBezTo>
                <a:cubicBezTo>
                  <a:pt x="1726067" y="32585"/>
                  <a:pt x="1728996" y="35141"/>
                  <a:pt x="1730693" y="38240"/>
                </a:cubicBezTo>
                <a:cubicBezTo>
                  <a:pt x="1732389" y="41339"/>
                  <a:pt x="1733237" y="47028"/>
                  <a:pt x="1733237" y="55307"/>
                </a:cubicBezTo>
                <a:lnTo>
                  <a:pt x="1733034" y="77565"/>
                </a:lnTo>
                <a:cubicBezTo>
                  <a:pt x="1733034" y="83899"/>
                  <a:pt x="1733339" y="88570"/>
                  <a:pt x="1733950" y="91578"/>
                </a:cubicBezTo>
                <a:cubicBezTo>
                  <a:pt x="1734561" y="94587"/>
                  <a:pt x="1735703" y="97810"/>
                  <a:pt x="1737377" y="101248"/>
                </a:cubicBezTo>
                <a:lnTo>
                  <a:pt x="1718512" y="101248"/>
                </a:lnTo>
                <a:cubicBezTo>
                  <a:pt x="1718014" y="99982"/>
                  <a:pt x="1717403" y="98104"/>
                  <a:pt x="1716679" y="95616"/>
                </a:cubicBezTo>
                <a:cubicBezTo>
                  <a:pt x="1716363" y="94485"/>
                  <a:pt x="1716136" y="93739"/>
                  <a:pt x="1716001" y="93377"/>
                </a:cubicBezTo>
                <a:cubicBezTo>
                  <a:pt x="1712743" y="96543"/>
                  <a:pt x="1709260" y="98919"/>
                  <a:pt x="1705550" y="100502"/>
                </a:cubicBezTo>
                <a:cubicBezTo>
                  <a:pt x="1701840" y="102085"/>
                  <a:pt x="1697882" y="102877"/>
                  <a:pt x="1693674" y="102877"/>
                </a:cubicBezTo>
                <a:cubicBezTo>
                  <a:pt x="1686255" y="102877"/>
                  <a:pt x="1680408" y="100872"/>
                  <a:pt x="1676132" y="96863"/>
                </a:cubicBezTo>
                <a:cubicBezTo>
                  <a:pt x="1671857" y="92854"/>
                  <a:pt x="1669720" y="87785"/>
                  <a:pt x="1669720" y="81658"/>
                </a:cubicBezTo>
                <a:cubicBezTo>
                  <a:pt x="1669720" y="77603"/>
                  <a:pt x="1670692" y="73988"/>
                  <a:pt x="1672638" y="70813"/>
                </a:cubicBezTo>
                <a:cubicBezTo>
                  <a:pt x="1674583" y="67636"/>
                  <a:pt x="1677309" y="65203"/>
                  <a:pt x="1680815" y="63514"/>
                </a:cubicBezTo>
                <a:cubicBezTo>
                  <a:pt x="1684321" y="61824"/>
                  <a:pt x="1689377" y="60349"/>
                  <a:pt x="1695982" y="59088"/>
                </a:cubicBezTo>
                <a:cubicBezTo>
                  <a:pt x="1704894" y="57421"/>
                  <a:pt x="1711069" y="55866"/>
                  <a:pt x="1714508" y="54424"/>
                </a:cubicBezTo>
                <a:lnTo>
                  <a:pt x="1714508" y="52503"/>
                </a:lnTo>
                <a:cubicBezTo>
                  <a:pt x="1714508" y="48798"/>
                  <a:pt x="1713603" y="46156"/>
                  <a:pt x="1711793" y="44578"/>
                </a:cubicBezTo>
                <a:cubicBezTo>
                  <a:pt x="1709984" y="42999"/>
                  <a:pt x="1706568" y="42209"/>
                  <a:pt x="1701546" y="42209"/>
                </a:cubicBezTo>
                <a:cubicBezTo>
                  <a:pt x="1698153" y="42209"/>
                  <a:pt x="1695507" y="42892"/>
                  <a:pt x="1693607" y="44258"/>
                </a:cubicBezTo>
                <a:cubicBezTo>
                  <a:pt x="1691706" y="45622"/>
                  <a:pt x="1690168" y="48016"/>
                  <a:pt x="1688992" y="51439"/>
                </a:cubicBezTo>
                <a:moveTo>
                  <a:pt x="1714508" y="66911"/>
                </a:moveTo>
                <a:cubicBezTo>
                  <a:pt x="1712065" y="67715"/>
                  <a:pt x="1708197" y="68677"/>
                  <a:pt x="1702904" y="69795"/>
                </a:cubicBezTo>
                <a:cubicBezTo>
                  <a:pt x="1697610" y="70912"/>
                  <a:pt x="1694149" y="72007"/>
                  <a:pt x="1692521" y="73080"/>
                </a:cubicBezTo>
                <a:cubicBezTo>
                  <a:pt x="1690033" y="74823"/>
                  <a:pt x="1688788" y="77036"/>
                  <a:pt x="1688788" y="79717"/>
                </a:cubicBezTo>
                <a:cubicBezTo>
                  <a:pt x="1688788" y="82356"/>
                  <a:pt x="1689784" y="84636"/>
                  <a:pt x="1691774" y="86559"/>
                </a:cubicBezTo>
                <a:cubicBezTo>
                  <a:pt x="1693765" y="88480"/>
                  <a:pt x="1696298" y="89441"/>
                  <a:pt x="1699375" y="89441"/>
                </a:cubicBezTo>
                <a:cubicBezTo>
                  <a:pt x="1702813" y="89441"/>
                  <a:pt x="1706093" y="88323"/>
                  <a:pt x="1709215" y="86088"/>
                </a:cubicBezTo>
                <a:cubicBezTo>
                  <a:pt x="1711522" y="84390"/>
                  <a:pt x="1713037" y="82311"/>
                  <a:pt x="1713761" y="79851"/>
                </a:cubicBezTo>
                <a:cubicBezTo>
                  <a:pt x="1714259" y="78242"/>
                  <a:pt x="1714508" y="75181"/>
                  <a:pt x="1714508" y="70667"/>
                </a:cubicBezTo>
                <a:lnTo>
                  <a:pt x="1714508" y="66911"/>
                </a:lnTo>
                <a:close/>
                <a:moveTo>
                  <a:pt x="1817567" y="101248"/>
                </a:moveTo>
                <a:lnTo>
                  <a:pt x="1798499" y="101248"/>
                </a:lnTo>
                <a:lnTo>
                  <a:pt x="1798499" y="64510"/>
                </a:lnTo>
                <a:cubicBezTo>
                  <a:pt x="1798499" y="56737"/>
                  <a:pt x="1798091" y="51710"/>
                  <a:pt x="1797277" y="49428"/>
                </a:cubicBezTo>
                <a:cubicBezTo>
                  <a:pt x="1796463" y="47146"/>
                  <a:pt x="1795139" y="45373"/>
                  <a:pt x="1793307" y="44107"/>
                </a:cubicBezTo>
                <a:cubicBezTo>
                  <a:pt x="1791475" y="42842"/>
                  <a:pt x="1789269" y="42209"/>
                  <a:pt x="1786691" y="42209"/>
                </a:cubicBezTo>
                <a:cubicBezTo>
                  <a:pt x="1783388" y="42209"/>
                  <a:pt x="1780425" y="43114"/>
                  <a:pt x="1777801" y="44922"/>
                </a:cubicBezTo>
                <a:cubicBezTo>
                  <a:pt x="1775177" y="46729"/>
                  <a:pt x="1773379" y="49124"/>
                  <a:pt x="1772406" y="52107"/>
                </a:cubicBezTo>
                <a:cubicBezTo>
                  <a:pt x="1771433" y="55088"/>
                  <a:pt x="1770947" y="60601"/>
                  <a:pt x="1770947" y="68646"/>
                </a:cubicBezTo>
                <a:lnTo>
                  <a:pt x="1770947" y="101248"/>
                </a:lnTo>
                <a:lnTo>
                  <a:pt x="1751878" y="101248"/>
                </a:lnTo>
                <a:lnTo>
                  <a:pt x="1751878" y="29180"/>
                </a:lnTo>
                <a:lnTo>
                  <a:pt x="1769590" y="29180"/>
                </a:lnTo>
                <a:lnTo>
                  <a:pt x="1769590" y="39766"/>
                </a:lnTo>
                <a:cubicBezTo>
                  <a:pt x="1775878" y="31623"/>
                  <a:pt x="1783795" y="27552"/>
                  <a:pt x="1793341" y="27552"/>
                </a:cubicBezTo>
                <a:cubicBezTo>
                  <a:pt x="1797548" y="27552"/>
                  <a:pt x="1801394" y="28309"/>
                  <a:pt x="1804877" y="29825"/>
                </a:cubicBezTo>
                <a:cubicBezTo>
                  <a:pt x="1808361" y="31340"/>
                  <a:pt x="1810996" y="33274"/>
                  <a:pt x="1812783" y="35627"/>
                </a:cubicBezTo>
                <a:cubicBezTo>
                  <a:pt x="1814570" y="37979"/>
                  <a:pt x="1815814" y="40649"/>
                  <a:pt x="1816516" y="43635"/>
                </a:cubicBezTo>
                <a:cubicBezTo>
                  <a:pt x="1817217" y="46620"/>
                  <a:pt x="1817567" y="50896"/>
                  <a:pt x="1817567" y="56460"/>
                </a:cubicBezTo>
                <a:lnTo>
                  <a:pt x="1817567" y="101248"/>
                </a:lnTo>
                <a:close/>
                <a:moveTo>
                  <a:pt x="1899630" y="50489"/>
                </a:moveTo>
                <a:lnTo>
                  <a:pt x="1880833" y="53882"/>
                </a:lnTo>
                <a:cubicBezTo>
                  <a:pt x="1880200" y="50149"/>
                  <a:pt x="1878763" y="47339"/>
                  <a:pt x="1876524" y="45450"/>
                </a:cubicBezTo>
                <a:cubicBezTo>
                  <a:pt x="1874284" y="43561"/>
                  <a:pt x="1871378" y="42617"/>
                  <a:pt x="1867804" y="42617"/>
                </a:cubicBezTo>
                <a:cubicBezTo>
                  <a:pt x="1863053" y="42617"/>
                  <a:pt x="1859265" y="44252"/>
                  <a:pt x="1856437" y="47522"/>
                </a:cubicBezTo>
                <a:cubicBezTo>
                  <a:pt x="1853609" y="50792"/>
                  <a:pt x="1852196" y="56260"/>
                  <a:pt x="1852196" y="63927"/>
                </a:cubicBezTo>
                <a:cubicBezTo>
                  <a:pt x="1852196" y="72452"/>
                  <a:pt x="1853632" y="78474"/>
                  <a:pt x="1856505" y="81993"/>
                </a:cubicBezTo>
                <a:cubicBezTo>
                  <a:pt x="1859378" y="85510"/>
                  <a:pt x="1863234" y="87269"/>
                  <a:pt x="1868075" y="87269"/>
                </a:cubicBezTo>
                <a:cubicBezTo>
                  <a:pt x="1871694" y="87269"/>
                  <a:pt x="1874658" y="86240"/>
                  <a:pt x="1876965" y="84181"/>
                </a:cubicBezTo>
                <a:cubicBezTo>
                  <a:pt x="1879272" y="82123"/>
                  <a:pt x="1880901" y="78583"/>
                  <a:pt x="1881851" y="73561"/>
                </a:cubicBezTo>
                <a:lnTo>
                  <a:pt x="1900580" y="76819"/>
                </a:lnTo>
                <a:cubicBezTo>
                  <a:pt x="1898635" y="85414"/>
                  <a:pt x="1894903" y="91906"/>
                  <a:pt x="1889383" y="96295"/>
                </a:cubicBezTo>
                <a:cubicBezTo>
                  <a:pt x="1883864" y="100683"/>
                  <a:pt x="1876467" y="102877"/>
                  <a:pt x="1867193" y="102877"/>
                </a:cubicBezTo>
                <a:cubicBezTo>
                  <a:pt x="1856652" y="102877"/>
                  <a:pt x="1848248" y="99552"/>
                  <a:pt x="1841983" y="92902"/>
                </a:cubicBezTo>
                <a:cubicBezTo>
                  <a:pt x="1835717" y="86251"/>
                  <a:pt x="1832584" y="77045"/>
                  <a:pt x="1832584" y="65282"/>
                </a:cubicBezTo>
                <a:cubicBezTo>
                  <a:pt x="1832584" y="53384"/>
                  <a:pt x="1835728" y="44121"/>
                  <a:pt x="1842017" y="37493"/>
                </a:cubicBezTo>
                <a:cubicBezTo>
                  <a:pt x="1848305" y="30865"/>
                  <a:pt x="1856810" y="27552"/>
                  <a:pt x="1867532" y="27552"/>
                </a:cubicBezTo>
                <a:cubicBezTo>
                  <a:pt x="1876309" y="27552"/>
                  <a:pt x="1883287" y="29440"/>
                  <a:pt x="1888467" y="33218"/>
                </a:cubicBezTo>
                <a:cubicBezTo>
                  <a:pt x="1893647" y="36996"/>
                  <a:pt x="1897368" y="42752"/>
                  <a:pt x="1899630" y="50489"/>
                </a:cubicBezTo>
                <a:close/>
                <a:moveTo>
                  <a:pt x="1914250" y="19408"/>
                </a:moveTo>
                <a:lnTo>
                  <a:pt x="1914250" y="1764"/>
                </a:lnTo>
                <a:lnTo>
                  <a:pt x="1933319" y="1764"/>
                </a:lnTo>
                <a:lnTo>
                  <a:pt x="1933319" y="19408"/>
                </a:lnTo>
                <a:lnTo>
                  <a:pt x="1914250" y="19408"/>
                </a:lnTo>
                <a:moveTo>
                  <a:pt x="1914250" y="101248"/>
                </a:moveTo>
                <a:lnTo>
                  <a:pt x="1914250" y="29180"/>
                </a:lnTo>
                <a:lnTo>
                  <a:pt x="1933319" y="29180"/>
                </a:lnTo>
                <a:lnTo>
                  <a:pt x="1933319" y="101248"/>
                </a:lnTo>
                <a:lnTo>
                  <a:pt x="1914250" y="101248"/>
                </a:lnTo>
                <a:close/>
                <a:moveTo>
                  <a:pt x="1967184" y="51439"/>
                </a:moveTo>
                <a:lnTo>
                  <a:pt x="1949879" y="48317"/>
                </a:lnTo>
                <a:cubicBezTo>
                  <a:pt x="1951825" y="41258"/>
                  <a:pt x="1955173" y="36033"/>
                  <a:pt x="1959923" y="32641"/>
                </a:cubicBezTo>
                <a:cubicBezTo>
                  <a:pt x="1964673" y="29248"/>
                  <a:pt x="1971731" y="27552"/>
                  <a:pt x="1981095" y="27552"/>
                </a:cubicBezTo>
                <a:cubicBezTo>
                  <a:pt x="1989601" y="27552"/>
                  <a:pt x="1995934" y="28558"/>
                  <a:pt x="2000097" y="30571"/>
                </a:cubicBezTo>
                <a:cubicBezTo>
                  <a:pt x="2004259" y="32585"/>
                  <a:pt x="2007188" y="35141"/>
                  <a:pt x="2008885" y="38240"/>
                </a:cubicBezTo>
                <a:cubicBezTo>
                  <a:pt x="2010581" y="41339"/>
                  <a:pt x="2011429" y="47028"/>
                  <a:pt x="2011429" y="55307"/>
                </a:cubicBezTo>
                <a:lnTo>
                  <a:pt x="2011226" y="77565"/>
                </a:lnTo>
                <a:cubicBezTo>
                  <a:pt x="2011226" y="83899"/>
                  <a:pt x="2011531" y="88570"/>
                  <a:pt x="2012142" y="91578"/>
                </a:cubicBezTo>
                <a:cubicBezTo>
                  <a:pt x="2012753" y="94587"/>
                  <a:pt x="2013895" y="97810"/>
                  <a:pt x="2015569" y="101248"/>
                </a:cubicBezTo>
                <a:lnTo>
                  <a:pt x="1996703" y="101248"/>
                </a:lnTo>
                <a:cubicBezTo>
                  <a:pt x="1996206" y="99982"/>
                  <a:pt x="1995595" y="98104"/>
                  <a:pt x="1994871" y="95616"/>
                </a:cubicBezTo>
                <a:cubicBezTo>
                  <a:pt x="1994555" y="94485"/>
                  <a:pt x="1994328" y="93739"/>
                  <a:pt x="1994193" y="93377"/>
                </a:cubicBezTo>
                <a:cubicBezTo>
                  <a:pt x="1990935" y="96543"/>
                  <a:pt x="1987452" y="98919"/>
                  <a:pt x="1983742" y="100502"/>
                </a:cubicBezTo>
                <a:cubicBezTo>
                  <a:pt x="1980032" y="102085"/>
                  <a:pt x="1976074" y="102877"/>
                  <a:pt x="1971866" y="102877"/>
                </a:cubicBezTo>
                <a:cubicBezTo>
                  <a:pt x="1964447" y="102877"/>
                  <a:pt x="1958600" y="100872"/>
                  <a:pt x="1954324" y="96863"/>
                </a:cubicBezTo>
                <a:cubicBezTo>
                  <a:pt x="1950049" y="92854"/>
                  <a:pt x="1947911" y="87785"/>
                  <a:pt x="1947911" y="81658"/>
                </a:cubicBezTo>
                <a:cubicBezTo>
                  <a:pt x="1947911" y="77603"/>
                  <a:pt x="1948884" y="73988"/>
                  <a:pt x="1950829" y="70813"/>
                </a:cubicBezTo>
                <a:cubicBezTo>
                  <a:pt x="1952775" y="67636"/>
                  <a:pt x="1955501" y="65203"/>
                  <a:pt x="1959007" y="63514"/>
                </a:cubicBezTo>
                <a:cubicBezTo>
                  <a:pt x="1962513" y="61824"/>
                  <a:pt x="1967569" y="60349"/>
                  <a:pt x="1974174" y="59088"/>
                </a:cubicBezTo>
                <a:cubicBezTo>
                  <a:pt x="1983086" y="57421"/>
                  <a:pt x="1989261" y="55866"/>
                  <a:pt x="1992700" y="54424"/>
                </a:cubicBezTo>
                <a:lnTo>
                  <a:pt x="1992700" y="52503"/>
                </a:lnTo>
                <a:cubicBezTo>
                  <a:pt x="1992700" y="48798"/>
                  <a:pt x="1991795" y="46156"/>
                  <a:pt x="1989985" y="44578"/>
                </a:cubicBezTo>
                <a:cubicBezTo>
                  <a:pt x="1988176" y="42999"/>
                  <a:pt x="1984760" y="42209"/>
                  <a:pt x="1979738" y="42209"/>
                </a:cubicBezTo>
                <a:cubicBezTo>
                  <a:pt x="1976345" y="42209"/>
                  <a:pt x="1973699" y="42892"/>
                  <a:pt x="1971799" y="44258"/>
                </a:cubicBezTo>
                <a:cubicBezTo>
                  <a:pt x="1969898" y="45622"/>
                  <a:pt x="1968360" y="48016"/>
                  <a:pt x="1967184" y="51439"/>
                </a:cubicBezTo>
                <a:moveTo>
                  <a:pt x="1992700" y="66911"/>
                </a:moveTo>
                <a:cubicBezTo>
                  <a:pt x="1990257" y="67715"/>
                  <a:pt x="1986389" y="68677"/>
                  <a:pt x="1981095" y="69795"/>
                </a:cubicBezTo>
                <a:cubicBezTo>
                  <a:pt x="1975802" y="70912"/>
                  <a:pt x="1972341" y="72007"/>
                  <a:pt x="1970713" y="73080"/>
                </a:cubicBezTo>
                <a:cubicBezTo>
                  <a:pt x="1968225" y="74823"/>
                  <a:pt x="1966980" y="77036"/>
                  <a:pt x="1966980" y="79717"/>
                </a:cubicBezTo>
                <a:cubicBezTo>
                  <a:pt x="1966980" y="82356"/>
                  <a:pt x="1967976" y="84636"/>
                  <a:pt x="1969966" y="86559"/>
                </a:cubicBezTo>
                <a:cubicBezTo>
                  <a:pt x="1971957" y="88480"/>
                  <a:pt x="1974490" y="89441"/>
                  <a:pt x="1977567" y="89441"/>
                </a:cubicBezTo>
                <a:cubicBezTo>
                  <a:pt x="1981005" y="89441"/>
                  <a:pt x="1984285" y="88323"/>
                  <a:pt x="1987407" y="86088"/>
                </a:cubicBezTo>
                <a:cubicBezTo>
                  <a:pt x="1989714" y="84390"/>
                  <a:pt x="1991229" y="82311"/>
                  <a:pt x="1991953" y="79851"/>
                </a:cubicBezTo>
                <a:cubicBezTo>
                  <a:pt x="1992451" y="78242"/>
                  <a:pt x="1992700" y="75181"/>
                  <a:pt x="1992700" y="70667"/>
                </a:cubicBezTo>
                <a:lnTo>
                  <a:pt x="1992700" y="66911"/>
                </a:lnTo>
                <a:close/>
                <a:moveTo>
                  <a:pt x="2030067" y="101248"/>
                </a:moveTo>
                <a:lnTo>
                  <a:pt x="2030067" y="1764"/>
                </a:lnTo>
                <a:lnTo>
                  <a:pt x="2049136" y="1764"/>
                </a:lnTo>
                <a:lnTo>
                  <a:pt x="2049136" y="101248"/>
                </a:lnTo>
                <a:lnTo>
                  <a:pt x="2030067" y="1012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shortagesoftenaccompanymilitary">
            <a:extLst xmlns:a="http://schemas.openxmlformats.org/drawingml/2006/main">
              <a:ext uri="{FF2B5EF4-FFF2-40B4-BE49-F238E27FC236}">
                <a16:creationId xmlns:a16="http://schemas.microsoft.com/office/drawing/2014/main" id="{2CBAB450-3F85-40A0-8E94-A36760B6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7558" y="3530138"/>
            <a:ext cx="2235219" cy="130429"/>
          </a:xfrm>
          <a:custGeom xmlns:a="http://schemas.openxmlformats.org/drawingml/2006/main">
            <a:pathLst>
              <a:path w="2235219" h="130429">
                <a:moveTo>
                  <a:pt x="0" y="80619"/>
                </a:moveTo>
                <a:lnTo>
                  <a:pt x="19137" y="77633"/>
                </a:lnTo>
                <a:cubicBezTo>
                  <a:pt x="19951" y="81320"/>
                  <a:pt x="21602" y="84119"/>
                  <a:pt x="24091" y="86031"/>
                </a:cubicBezTo>
                <a:cubicBezTo>
                  <a:pt x="26579" y="87942"/>
                  <a:pt x="30062" y="88898"/>
                  <a:pt x="34541" y="88898"/>
                </a:cubicBezTo>
                <a:cubicBezTo>
                  <a:pt x="39472" y="88898"/>
                  <a:pt x="43182" y="87994"/>
                  <a:pt x="45670" y="86188"/>
                </a:cubicBezTo>
                <a:cubicBezTo>
                  <a:pt x="47344" y="84922"/>
                  <a:pt x="48181" y="83228"/>
                  <a:pt x="48181" y="81104"/>
                </a:cubicBezTo>
                <a:cubicBezTo>
                  <a:pt x="48181" y="79658"/>
                  <a:pt x="47729" y="78461"/>
                  <a:pt x="46824" y="77512"/>
                </a:cubicBezTo>
                <a:cubicBezTo>
                  <a:pt x="45874" y="76609"/>
                  <a:pt x="43748" y="75773"/>
                  <a:pt x="40445" y="75005"/>
                </a:cubicBezTo>
                <a:cubicBezTo>
                  <a:pt x="25063" y="71618"/>
                  <a:pt x="15314" y="68523"/>
                  <a:pt x="11197" y="65721"/>
                </a:cubicBezTo>
                <a:cubicBezTo>
                  <a:pt x="5497" y="61833"/>
                  <a:pt x="2647" y="56432"/>
                  <a:pt x="2647" y="49517"/>
                </a:cubicBezTo>
                <a:cubicBezTo>
                  <a:pt x="2647" y="43280"/>
                  <a:pt x="5112" y="38037"/>
                  <a:pt x="10043" y="33788"/>
                </a:cubicBezTo>
                <a:cubicBezTo>
                  <a:pt x="14975" y="29540"/>
                  <a:pt x="22620" y="27416"/>
                  <a:pt x="32980" y="27416"/>
                </a:cubicBezTo>
                <a:cubicBezTo>
                  <a:pt x="42843" y="27416"/>
                  <a:pt x="50172" y="29016"/>
                  <a:pt x="54967" y="32217"/>
                </a:cubicBezTo>
                <a:cubicBezTo>
                  <a:pt x="59763" y="35418"/>
                  <a:pt x="63065" y="40151"/>
                  <a:pt x="64875" y="46417"/>
                </a:cubicBezTo>
                <a:lnTo>
                  <a:pt x="46892" y="49810"/>
                </a:lnTo>
                <a:cubicBezTo>
                  <a:pt x="46123" y="47005"/>
                  <a:pt x="44664" y="44856"/>
                  <a:pt x="42515" y="43363"/>
                </a:cubicBezTo>
                <a:cubicBezTo>
                  <a:pt x="40366" y="41870"/>
                  <a:pt x="37301" y="41124"/>
                  <a:pt x="33320" y="41124"/>
                </a:cubicBezTo>
                <a:cubicBezTo>
                  <a:pt x="28298" y="41124"/>
                  <a:pt x="24701" y="41824"/>
                  <a:pt x="22530" y="43225"/>
                </a:cubicBezTo>
                <a:cubicBezTo>
                  <a:pt x="21082" y="44218"/>
                  <a:pt x="20358" y="45505"/>
                  <a:pt x="20358" y="47087"/>
                </a:cubicBezTo>
                <a:cubicBezTo>
                  <a:pt x="20358" y="48441"/>
                  <a:pt x="20992" y="49593"/>
                  <a:pt x="22258" y="50542"/>
                </a:cubicBezTo>
                <a:cubicBezTo>
                  <a:pt x="23978" y="51807"/>
                  <a:pt x="29915" y="53592"/>
                  <a:pt x="40072" y="55896"/>
                </a:cubicBezTo>
                <a:cubicBezTo>
                  <a:pt x="50228" y="58201"/>
                  <a:pt x="57320" y="61027"/>
                  <a:pt x="61346" y="64377"/>
                </a:cubicBezTo>
                <a:cubicBezTo>
                  <a:pt x="65327" y="67773"/>
                  <a:pt x="67318" y="72503"/>
                  <a:pt x="67318" y="78568"/>
                </a:cubicBezTo>
                <a:cubicBezTo>
                  <a:pt x="67318" y="85177"/>
                  <a:pt x="64558" y="90859"/>
                  <a:pt x="59039" y="95612"/>
                </a:cubicBezTo>
                <a:cubicBezTo>
                  <a:pt x="53520" y="100365"/>
                  <a:pt x="45354" y="102741"/>
                  <a:pt x="34541" y="102741"/>
                </a:cubicBezTo>
                <a:cubicBezTo>
                  <a:pt x="24724" y="102741"/>
                  <a:pt x="16954" y="100757"/>
                  <a:pt x="11231" y="96789"/>
                </a:cubicBezTo>
                <a:cubicBezTo>
                  <a:pt x="5508" y="92819"/>
                  <a:pt x="1764" y="87429"/>
                  <a:pt x="0" y="80619"/>
                </a:cubicBezTo>
                <a:close/>
                <a:moveTo>
                  <a:pt x="102992" y="1629"/>
                </a:moveTo>
                <a:lnTo>
                  <a:pt x="102992" y="38257"/>
                </a:lnTo>
                <a:cubicBezTo>
                  <a:pt x="109144" y="31029"/>
                  <a:pt x="116496" y="27416"/>
                  <a:pt x="125046" y="27416"/>
                </a:cubicBezTo>
                <a:cubicBezTo>
                  <a:pt x="129435" y="27416"/>
                  <a:pt x="133393" y="28230"/>
                  <a:pt x="136922" y="29859"/>
                </a:cubicBezTo>
                <a:cubicBezTo>
                  <a:pt x="140451" y="31487"/>
                  <a:pt x="143109" y="33569"/>
                  <a:pt x="144896" y="36102"/>
                </a:cubicBezTo>
                <a:cubicBezTo>
                  <a:pt x="146683" y="38635"/>
                  <a:pt x="147904" y="41440"/>
                  <a:pt x="148560" y="44517"/>
                </a:cubicBezTo>
                <a:cubicBezTo>
                  <a:pt x="149216" y="47593"/>
                  <a:pt x="149544" y="52366"/>
                  <a:pt x="149544" y="58835"/>
                </a:cubicBezTo>
                <a:lnTo>
                  <a:pt x="149544" y="101113"/>
                </a:lnTo>
                <a:lnTo>
                  <a:pt x="130475" y="101113"/>
                </a:lnTo>
                <a:lnTo>
                  <a:pt x="130475" y="63087"/>
                </a:lnTo>
                <a:cubicBezTo>
                  <a:pt x="130475" y="55541"/>
                  <a:pt x="130113" y="50751"/>
                  <a:pt x="129389" y="48718"/>
                </a:cubicBezTo>
                <a:cubicBezTo>
                  <a:pt x="128666" y="46683"/>
                  <a:pt x="127388" y="45067"/>
                  <a:pt x="125555" y="43870"/>
                </a:cubicBezTo>
                <a:cubicBezTo>
                  <a:pt x="123723" y="42673"/>
                  <a:pt x="121427" y="42074"/>
                  <a:pt x="118667" y="42074"/>
                </a:cubicBezTo>
                <a:cubicBezTo>
                  <a:pt x="115501" y="42074"/>
                  <a:pt x="112673" y="42842"/>
                  <a:pt x="110185" y="44379"/>
                </a:cubicBezTo>
                <a:cubicBezTo>
                  <a:pt x="107697" y="45916"/>
                  <a:pt x="105876" y="48231"/>
                  <a:pt x="104722" y="51326"/>
                </a:cubicBezTo>
                <a:cubicBezTo>
                  <a:pt x="103568" y="54421"/>
                  <a:pt x="102992" y="58997"/>
                  <a:pt x="102992" y="65053"/>
                </a:cubicBezTo>
                <a:lnTo>
                  <a:pt x="102992" y="101113"/>
                </a:lnTo>
                <a:lnTo>
                  <a:pt x="83923" y="101113"/>
                </a:lnTo>
                <a:lnTo>
                  <a:pt x="83923" y="1629"/>
                </a:lnTo>
                <a:lnTo>
                  <a:pt x="102992" y="1629"/>
                </a:lnTo>
                <a:close/>
                <a:moveTo>
                  <a:pt x="164356" y="64061"/>
                </a:moveTo>
                <a:cubicBezTo>
                  <a:pt x="164356" y="57727"/>
                  <a:pt x="165917" y="51597"/>
                  <a:pt x="169039" y="45670"/>
                </a:cubicBezTo>
                <a:cubicBezTo>
                  <a:pt x="172160" y="39744"/>
                  <a:pt x="176583" y="35220"/>
                  <a:pt x="182306" y="32098"/>
                </a:cubicBezTo>
                <a:cubicBezTo>
                  <a:pt x="188029" y="28977"/>
                  <a:pt x="194419" y="27416"/>
                  <a:pt x="201476" y="27416"/>
                </a:cubicBezTo>
                <a:cubicBezTo>
                  <a:pt x="212379" y="27416"/>
                  <a:pt x="221314" y="30956"/>
                  <a:pt x="228281" y="38036"/>
                </a:cubicBezTo>
                <a:cubicBezTo>
                  <a:pt x="235248" y="45116"/>
                  <a:pt x="238732" y="54063"/>
                  <a:pt x="238732" y="64875"/>
                </a:cubicBezTo>
                <a:cubicBezTo>
                  <a:pt x="238732" y="75778"/>
                  <a:pt x="235214" y="84815"/>
                  <a:pt x="228180" y="91985"/>
                </a:cubicBezTo>
                <a:cubicBezTo>
                  <a:pt x="221145" y="99156"/>
                  <a:pt x="212289" y="102741"/>
                  <a:pt x="201612" y="102741"/>
                </a:cubicBezTo>
                <a:cubicBezTo>
                  <a:pt x="195007" y="102741"/>
                  <a:pt x="188707" y="101249"/>
                  <a:pt x="182713" y="98263"/>
                </a:cubicBezTo>
                <a:cubicBezTo>
                  <a:pt x="176718" y="95277"/>
                  <a:pt x="172160" y="90900"/>
                  <a:pt x="169039" y="85132"/>
                </a:cubicBezTo>
                <a:cubicBezTo>
                  <a:pt x="165917" y="79363"/>
                  <a:pt x="164356" y="72340"/>
                  <a:pt x="164356" y="64061"/>
                </a:cubicBezTo>
                <a:moveTo>
                  <a:pt x="183900" y="65079"/>
                </a:moveTo>
                <a:cubicBezTo>
                  <a:pt x="183900" y="72204"/>
                  <a:pt x="185597" y="77661"/>
                  <a:pt x="188990" y="81450"/>
                </a:cubicBezTo>
                <a:cubicBezTo>
                  <a:pt x="192383" y="85239"/>
                  <a:pt x="196568" y="87133"/>
                  <a:pt x="201544" y="87133"/>
                </a:cubicBezTo>
                <a:cubicBezTo>
                  <a:pt x="206521" y="87133"/>
                  <a:pt x="210694" y="85239"/>
                  <a:pt x="214065" y="81450"/>
                </a:cubicBezTo>
                <a:cubicBezTo>
                  <a:pt x="217435" y="77661"/>
                  <a:pt x="219120" y="72159"/>
                  <a:pt x="219120" y="64943"/>
                </a:cubicBezTo>
                <a:cubicBezTo>
                  <a:pt x="219120" y="57908"/>
                  <a:pt x="217435" y="52496"/>
                  <a:pt x="214065" y="48707"/>
                </a:cubicBezTo>
                <a:cubicBezTo>
                  <a:pt x="210694" y="44918"/>
                  <a:pt x="206521" y="43024"/>
                  <a:pt x="201544" y="43024"/>
                </a:cubicBezTo>
                <a:cubicBezTo>
                  <a:pt x="196568" y="43024"/>
                  <a:pt x="192383" y="44918"/>
                  <a:pt x="188990" y="48707"/>
                </a:cubicBezTo>
                <a:cubicBezTo>
                  <a:pt x="185597" y="52496"/>
                  <a:pt x="183900" y="57953"/>
                  <a:pt x="183900" y="65079"/>
                </a:cubicBezTo>
                <a:close/>
                <a:moveTo>
                  <a:pt x="272124" y="101113"/>
                </a:moveTo>
                <a:lnTo>
                  <a:pt x="253055" y="101113"/>
                </a:lnTo>
                <a:lnTo>
                  <a:pt x="253055" y="29044"/>
                </a:lnTo>
                <a:lnTo>
                  <a:pt x="270766" y="29044"/>
                </a:lnTo>
                <a:lnTo>
                  <a:pt x="270766" y="39291"/>
                </a:lnTo>
                <a:cubicBezTo>
                  <a:pt x="273798" y="34451"/>
                  <a:pt x="276523" y="31261"/>
                  <a:pt x="278944" y="29723"/>
                </a:cubicBezTo>
                <a:cubicBezTo>
                  <a:pt x="281364" y="28185"/>
                  <a:pt x="284112" y="27416"/>
                  <a:pt x="287189" y="27416"/>
                </a:cubicBezTo>
                <a:cubicBezTo>
                  <a:pt x="291532" y="27416"/>
                  <a:pt x="295717" y="28615"/>
                  <a:pt x="299743" y="31012"/>
                </a:cubicBezTo>
                <a:lnTo>
                  <a:pt x="293839" y="47638"/>
                </a:lnTo>
                <a:cubicBezTo>
                  <a:pt x="290627" y="45557"/>
                  <a:pt x="287641" y="44517"/>
                  <a:pt x="284882" y="44517"/>
                </a:cubicBezTo>
                <a:cubicBezTo>
                  <a:pt x="282212" y="44517"/>
                  <a:pt x="279950" y="45252"/>
                  <a:pt x="278095" y="46722"/>
                </a:cubicBezTo>
                <a:cubicBezTo>
                  <a:pt x="276241" y="48193"/>
                  <a:pt x="274782" y="50850"/>
                  <a:pt x="273718" y="54696"/>
                </a:cubicBezTo>
                <a:cubicBezTo>
                  <a:pt x="272655" y="58541"/>
                  <a:pt x="272124" y="66594"/>
                  <a:pt x="272124" y="78854"/>
                </a:cubicBezTo>
                <a:lnTo>
                  <a:pt x="272124" y="101113"/>
                </a:lnTo>
                <a:close/>
                <a:moveTo>
                  <a:pt x="340980" y="29044"/>
                </a:moveTo>
                <a:lnTo>
                  <a:pt x="340980" y="44245"/>
                </a:lnTo>
                <a:lnTo>
                  <a:pt x="327951" y="44245"/>
                </a:lnTo>
                <a:lnTo>
                  <a:pt x="327951" y="73243"/>
                </a:lnTo>
                <a:cubicBezTo>
                  <a:pt x="327951" y="79116"/>
                  <a:pt x="328076" y="82538"/>
                  <a:pt x="328324" y="83509"/>
                </a:cubicBezTo>
                <a:cubicBezTo>
                  <a:pt x="328573" y="84479"/>
                  <a:pt x="329139" y="85281"/>
                  <a:pt x="330021" y="85914"/>
                </a:cubicBezTo>
                <a:cubicBezTo>
                  <a:pt x="330903" y="86546"/>
                  <a:pt x="331978" y="86862"/>
                  <a:pt x="333244" y="86862"/>
                </a:cubicBezTo>
                <a:cubicBezTo>
                  <a:pt x="335009" y="86862"/>
                  <a:pt x="337565" y="86251"/>
                  <a:pt x="340913" y="85030"/>
                </a:cubicBezTo>
                <a:lnTo>
                  <a:pt x="342541" y="99879"/>
                </a:lnTo>
                <a:cubicBezTo>
                  <a:pt x="338108" y="101787"/>
                  <a:pt x="333086" y="102741"/>
                  <a:pt x="327476" y="102741"/>
                </a:cubicBezTo>
                <a:cubicBezTo>
                  <a:pt x="324038" y="102741"/>
                  <a:pt x="320939" y="102165"/>
                  <a:pt x="318179" y="101011"/>
                </a:cubicBezTo>
                <a:cubicBezTo>
                  <a:pt x="315419" y="99857"/>
                  <a:pt x="313395" y="98364"/>
                  <a:pt x="312106" y="96532"/>
                </a:cubicBezTo>
                <a:cubicBezTo>
                  <a:pt x="310816" y="94700"/>
                  <a:pt x="309923" y="92223"/>
                  <a:pt x="309425" y="89101"/>
                </a:cubicBezTo>
                <a:cubicBezTo>
                  <a:pt x="309018" y="86885"/>
                  <a:pt x="308814" y="82406"/>
                  <a:pt x="308814" y="75665"/>
                </a:cubicBezTo>
                <a:lnTo>
                  <a:pt x="308814" y="44245"/>
                </a:lnTo>
                <a:lnTo>
                  <a:pt x="300060" y="44245"/>
                </a:lnTo>
                <a:lnTo>
                  <a:pt x="300060" y="29044"/>
                </a:lnTo>
                <a:lnTo>
                  <a:pt x="308814" y="29044"/>
                </a:lnTo>
                <a:lnTo>
                  <a:pt x="308814" y="14658"/>
                </a:lnTo>
                <a:lnTo>
                  <a:pt x="327951" y="3393"/>
                </a:lnTo>
                <a:lnTo>
                  <a:pt x="327951" y="29044"/>
                </a:lnTo>
                <a:lnTo>
                  <a:pt x="340980" y="29044"/>
                </a:lnTo>
                <a:close/>
                <a:moveTo>
                  <a:pt x="368463" y="51303"/>
                </a:moveTo>
                <a:lnTo>
                  <a:pt x="351158" y="48181"/>
                </a:lnTo>
                <a:cubicBezTo>
                  <a:pt x="353104" y="41122"/>
                  <a:pt x="356451" y="35897"/>
                  <a:pt x="361202" y="32505"/>
                </a:cubicBezTo>
                <a:cubicBezTo>
                  <a:pt x="365952" y="29112"/>
                  <a:pt x="373009" y="27416"/>
                  <a:pt x="382374" y="27416"/>
                </a:cubicBezTo>
                <a:cubicBezTo>
                  <a:pt x="390879" y="27416"/>
                  <a:pt x="397213" y="28422"/>
                  <a:pt x="401375" y="30436"/>
                </a:cubicBezTo>
                <a:cubicBezTo>
                  <a:pt x="405537" y="32449"/>
                  <a:pt x="408467" y="35005"/>
                  <a:pt x="410163" y="38104"/>
                </a:cubicBezTo>
                <a:cubicBezTo>
                  <a:pt x="411860" y="41203"/>
                  <a:pt x="412708" y="46892"/>
                  <a:pt x="412708" y="55171"/>
                </a:cubicBezTo>
                <a:lnTo>
                  <a:pt x="412504" y="77429"/>
                </a:lnTo>
                <a:cubicBezTo>
                  <a:pt x="412504" y="83763"/>
                  <a:pt x="412810" y="88434"/>
                  <a:pt x="413421" y="91443"/>
                </a:cubicBezTo>
                <a:cubicBezTo>
                  <a:pt x="414031" y="94451"/>
                  <a:pt x="415174" y="97674"/>
                  <a:pt x="416848" y="101113"/>
                </a:cubicBezTo>
                <a:lnTo>
                  <a:pt x="397982" y="101113"/>
                </a:lnTo>
                <a:cubicBezTo>
                  <a:pt x="397485" y="99846"/>
                  <a:pt x="396874" y="97969"/>
                  <a:pt x="396150" y="95480"/>
                </a:cubicBezTo>
                <a:cubicBezTo>
                  <a:pt x="395833" y="94349"/>
                  <a:pt x="395607" y="93603"/>
                  <a:pt x="395471" y="93241"/>
                </a:cubicBezTo>
                <a:cubicBezTo>
                  <a:pt x="392214" y="96408"/>
                  <a:pt x="388731" y="98783"/>
                  <a:pt x="385021" y="100366"/>
                </a:cubicBezTo>
                <a:cubicBezTo>
                  <a:pt x="381311" y="101950"/>
                  <a:pt x="377353" y="102741"/>
                  <a:pt x="373145" y="102741"/>
                </a:cubicBezTo>
                <a:cubicBezTo>
                  <a:pt x="365726" y="102741"/>
                  <a:pt x="359878" y="100737"/>
                  <a:pt x="355603" y="96727"/>
                </a:cubicBezTo>
                <a:cubicBezTo>
                  <a:pt x="351328" y="92718"/>
                  <a:pt x="349190" y="87649"/>
                  <a:pt x="349190" y="81522"/>
                </a:cubicBezTo>
                <a:cubicBezTo>
                  <a:pt x="349190" y="77467"/>
                  <a:pt x="350163" y="73852"/>
                  <a:pt x="352108" y="70677"/>
                </a:cubicBezTo>
                <a:cubicBezTo>
                  <a:pt x="354054" y="67500"/>
                  <a:pt x="356779" y="65067"/>
                  <a:pt x="360286" y="63378"/>
                </a:cubicBezTo>
                <a:cubicBezTo>
                  <a:pt x="363792" y="61688"/>
                  <a:pt x="368847" y="60213"/>
                  <a:pt x="375452" y="58952"/>
                </a:cubicBezTo>
                <a:cubicBezTo>
                  <a:pt x="384365" y="57285"/>
                  <a:pt x="390540" y="55731"/>
                  <a:pt x="393978" y="54289"/>
                </a:cubicBezTo>
                <a:lnTo>
                  <a:pt x="393978" y="52367"/>
                </a:lnTo>
                <a:cubicBezTo>
                  <a:pt x="393978" y="48662"/>
                  <a:pt x="393074" y="46020"/>
                  <a:pt x="391264" y="44443"/>
                </a:cubicBezTo>
                <a:cubicBezTo>
                  <a:pt x="389454" y="42863"/>
                  <a:pt x="386039" y="42074"/>
                  <a:pt x="381017" y="42074"/>
                </a:cubicBezTo>
                <a:cubicBezTo>
                  <a:pt x="377624" y="42074"/>
                  <a:pt x="374977" y="42757"/>
                  <a:pt x="373077" y="44122"/>
                </a:cubicBezTo>
                <a:cubicBezTo>
                  <a:pt x="371177" y="45487"/>
                  <a:pt x="369639" y="47880"/>
                  <a:pt x="368463" y="51303"/>
                </a:cubicBezTo>
                <a:moveTo>
                  <a:pt x="393978" y="66775"/>
                </a:moveTo>
                <a:cubicBezTo>
                  <a:pt x="391535" y="67580"/>
                  <a:pt x="387667" y="68541"/>
                  <a:pt x="382374" y="69659"/>
                </a:cubicBezTo>
                <a:cubicBezTo>
                  <a:pt x="377081" y="70776"/>
                  <a:pt x="373620" y="71871"/>
                  <a:pt x="371992" y="72944"/>
                </a:cubicBezTo>
                <a:cubicBezTo>
                  <a:pt x="369503" y="74687"/>
                  <a:pt x="368259" y="76900"/>
                  <a:pt x="368259" y="79582"/>
                </a:cubicBezTo>
                <a:cubicBezTo>
                  <a:pt x="368259" y="82220"/>
                  <a:pt x="369254" y="84500"/>
                  <a:pt x="371245" y="86423"/>
                </a:cubicBezTo>
                <a:cubicBezTo>
                  <a:pt x="373236" y="88344"/>
                  <a:pt x="375769" y="89305"/>
                  <a:pt x="378845" y="89305"/>
                </a:cubicBezTo>
                <a:cubicBezTo>
                  <a:pt x="382284" y="89305"/>
                  <a:pt x="385564" y="88187"/>
                  <a:pt x="388685" y="85952"/>
                </a:cubicBezTo>
                <a:cubicBezTo>
                  <a:pt x="390993" y="84254"/>
                  <a:pt x="392508" y="82175"/>
                  <a:pt x="393232" y="79715"/>
                </a:cubicBezTo>
                <a:cubicBezTo>
                  <a:pt x="393730" y="78107"/>
                  <a:pt x="393978" y="75045"/>
                  <a:pt x="393978" y="70531"/>
                </a:cubicBezTo>
                <a:lnTo>
                  <a:pt x="393978" y="66775"/>
                </a:lnTo>
                <a:close/>
                <a:moveTo>
                  <a:pt x="429720" y="105727"/>
                </a:moveTo>
                <a:lnTo>
                  <a:pt x="451504" y="108442"/>
                </a:lnTo>
                <a:cubicBezTo>
                  <a:pt x="451866" y="110999"/>
                  <a:pt x="452703" y="112757"/>
                  <a:pt x="454015" y="113716"/>
                </a:cubicBezTo>
                <a:cubicBezTo>
                  <a:pt x="455824" y="115086"/>
                  <a:pt x="458674" y="115771"/>
                  <a:pt x="462565" y="115771"/>
                </a:cubicBezTo>
                <a:cubicBezTo>
                  <a:pt x="467542" y="115771"/>
                  <a:pt x="471274" y="115019"/>
                  <a:pt x="473762" y="113514"/>
                </a:cubicBezTo>
                <a:cubicBezTo>
                  <a:pt x="475436" y="112512"/>
                  <a:pt x="476703" y="110895"/>
                  <a:pt x="477562" y="108662"/>
                </a:cubicBezTo>
                <a:cubicBezTo>
                  <a:pt x="478150" y="107068"/>
                  <a:pt x="478445" y="104129"/>
                  <a:pt x="478445" y="99847"/>
                </a:cubicBezTo>
                <a:lnTo>
                  <a:pt x="478445" y="89252"/>
                </a:lnTo>
                <a:cubicBezTo>
                  <a:pt x="472744" y="97159"/>
                  <a:pt x="465551" y="101113"/>
                  <a:pt x="456865" y="101113"/>
                </a:cubicBezTo>
                <a:cubicBezTo>
                  <a:pt x="447183" y="101113"/>
                  <a:pt x="439515" y="97019"/>
                  <a:pt x="433860" y="88830"/>
                </a:cubicBezTo>
                <a:cubicBezTo>
                  <a:pt x="429426" y="82361"/>
                  <a:pt x="427210" y="74308"/>
                  <a:pt x="427210" y="64671"/>
                </a:cubicBezTo>
                <a:cubicBezTo>
                  <a:pt x="427210" y="52592"/>
                  <a:pt x="430116" y="43363"/>
                  <a:pt x="435930" y="36984"/>
                </a:cubicBezTo>
                <a:cubicBezTo>
                  <a:pt x="441743" y="30605"/>
                  <a:pt x="448970" y="27416"/>
                  <a:pt x="457611" y="27416"/>
                </a:cubicBezTo>
                <a:cubicBezTo>
                  <a:pt x="466524" y="27416"/>
                  <a:pt x="473875" y="31348"/>
                  <a:pt x="479666" y="39211"/>
                </a:cubicBezTo>
                <a:lnTo>
                  <a:pt x="479666" y="29044"/>
                </a:lnTo>
                <a:lnTo>
                  <a:pt x="497513" y="29044"/>
                </a:lnTo>
                <a:lnTo>
                  <a:pt x="497513" y="93758"/>
                </a:lnTo>
                <a:cubicBezTo>
                  <a:pt x="497513" y="102269"/>
                  <a:pt x="496812" y="108630"/>
                  <a:pt x="495410" y="112840"/>
                </a:cubicBezTo>
                <a:cubicBezTo>
                  <a:pt x="494007" y="117050"/>
                  <a:pt x="492039" y="120355"/>
                  <a:pt x="489506" y="122754"/>
                </a:cubicBezTo>
                <a:cubicBezTo>
                  <a:pt x="486972" y="125155"/>
                  <a:pt x="483591" y="127034"/>
                  <a:pt x="479361" y="128391"/>
                </a:cubicBezTo>
                <a:cubicBezTo>
                  <a:pt x="475131" y="129749"/>
                  <a:pt x="469781" y="130429"/>
                  <a:pt x="463312" y="130429"/>
                </a:cubicBezTo>
                <a:cubicBezTo>
                  <a:pt x="451097" y="130429"/>
                  <a:pt x="442433" y="128319"/>
                  <a:pt x="437321" y="124099"/>
                </a:cubicBezTo>
                <a:cubicBezTo>
                  <a:pt x="432209" y="119880"/>
                  <a:pt x="429653" y="114532"/>
                  <a:pt x="429653" y="108054"/>
                </a:cubicBezTo>
                <a:cubicBezTo>
                  <a:pt x="429653" y="107415"/>
                  <a:pt x="429675" y="106639"/>
                  <a:pt x="429720" y="105727"/>
                </a:cubicBezTo>
                <a:moveTo>
                  <a:pt x="446753" y="63586"/>
                </a:moveTo>
                <a:cubicBezTo>
                  <a:pt x="446753" y="71209"/>
                  <a:pt x="448235" y="76790"/>
                  <a:pt x="451198" y="80330"/>
                </a:cubicBezTo>
                <a:cubicBezTo>
                  <a:pt x="454162" y="83870"/>
                  <a:pt x="457815" y="85640"/>
                  <a:pt x="462158" y="85640"/>
                </a:cubicBezTo>
                <a:cubicBezTo>
                  <a:pt x="466818" y="85640"/>
                  <a:pt x="470754" y="83825"/>
                  <a:pt x="473966" y="80195"/>
                </a:cubicBezTo>
                <a:cubicBezTo>
                  <a:pt x="477178" y="76564"/>
                  <a:pt x="478784" y="71186"/>
                  <a:pt x="478784" y="64061"/>
                </a:cubicBezTo>
                <a:cubicBezTo>
                  <a:pt x="478784" y="56619"/>
                  <a:pt x="477246" y="51094"/>
                  <a:pt x="474169" y="47486"/>
                </a:cubicBezTo>
                <a:cubicBezTo>
                  <a:pt x="471093" y="43878"/>
                  <a:pt x="467202" y="42074"/>
                  <a:pt x="462497" y="42074"/>
                </a:cubicBezTo>
                <a:cubicBezTo>
                  <a:pt x="457928" y="42074"/>
                  <a:pt x="454162" y="43844"/>
                  <a:pt x="451198" y="47384"/>
                </a:cubicBezTo>
                <a:cubicBezTo>
                  <a:pt x="448235" y="50924"/>
                  <a:pt x="446753" y="56325"/>
                  <a:pt x="446753" y="63586"/>
                </a:cubicBezTo>
                <a:close/>
                <a:moveTo>
                  <a:pt x="557996" y="78176"/>
                </a:moveTo>
                <a:lnTo>
                  <a:pt x="576997" y="81433"/>
                </a:lnTo>
                <a:cubicBezTo>
                  <a:pt x="574554" y="88378"/>
                  <a:pt x="570698" y="93665"/>
                  <a:pt x="565427" y="97296"/>
                </a:cubicBezTo>
                <a:cubicBezTo>
                  <a:pt x="560157" y="100926"/>
                  <a:pt x="553563" y="102741"/>
                  <a:pt x="545646" y="102741"/>
                </a:cubicBezTo>
                <a:cubicBezTo>
                  <a:pt x="533114" y="102741"/>
                  <a:pt x="523840" y="98647"/>
                  <a:pt x="517823" y="90459"/>
                </a:cubicBezTo>
                <a:cubicBezTo>
                  <a:pt x="513072" y="83899"/>
                  <a:pt x="510697" y="75620"/>
                  <a:pt x="510697" y="65622"/>
                </a:cubicBezTo>
                <a:cubicBezTo>
                  <a:pt x="510697" y="53678"/>
                  <a:pt x="513819" y="44324"/>
                  <a:pt x="520062" y="37561"/>
                </a:cubicBezTo>
                <a:cubicBezTo>
                  <a:pt x="526305" y="30798"/>
                  <a:pt x="534200" y="27416"/>
                  <a:pt x="543746" y="27416"/>
                </a:cubicBezTo>
                <a:cubicBezTo>
                  <a:pt x="554468" y="27416"/>
                  <a:pt x="562928" y="30956"/>
                  <a:pt x="569126" y="38036"/>
                </a:cubicBezTo>
                <a:cubicBezTo>
                  <a:pt x="575324" y="45116"/>
                  <a:pt x="578287" y="55963"/>
                  <a:pt x="578015" y="70575"/>
                </a:cubicBezTo>
                <a:lnTo>
                  <a:pt x="530241" y="70575"/>
                </a:lnTo>
                <a:cubicBezTo>
                  <a:pt x="530377" y="76230"/>
                  <a:pt x="531915" y="80630"/>
                  <a:pt x="534856" y="83774"/>
                </a:cubicBezTo>
                <a:cubicBezTo>
                  <a:pt x="537796" y="86919"/>
                  <a:pt x="541461" y="88491"/>
                  <a:pt x="545849" y="88491"/>
                </a:cubicBezTo>
                <a:cubicBezTo>
                  <a:pt x="548835" y="88491"/>
                  <a:pt x="551346" y="87676"/>
                  <a:pt x="553382" y="86048"/>
                </a:cubicBezTo>
                <a:cubicBezTo>
                  <a:pt x="555418" y="84419"/>
                  <a:pt x="556956" y="81795"/>
                  <a:pt x="557996" y="78176"/>
                </a:cubicBezTo>
                <a:moveTo>
                  <a:pt x="559082" y="58903"/>
                </a:moveTo>
                <a:cubicBezTo>
                  <a:pt x="558946" y="53407"/>
                  <a:pt x="557521" y="49227"/>
                  <a:pt x="554807" y="46366"/>
                </a:cubicBezTo>
                <a:cubicBezTo>
                  <a:pt x="552092" y="43505"/>
                  <a:pt x="548790" y="42074"/>
                  <a:pt x="544899" y="42074"/>
                </a:cubicBezTo>
                <a:cubicBezTo>
                  <a:pt x="540737" y="42074"/>
                  <a:pt x="537299" y="43583"/>
                  <a:pt x="534584" y="46601"/>
                </a:cubicBezTo>
                <a:cubicBezTo>
                  <a:pt x="531870" y="49621"/>
                  <a:pt x="530535" y="53722"/>
                  <a:pt x="530581" y="58903"/>
                </a:cubicBezTo>
                <a:lnTo>
                  <a:pt x="559082" y="58903"/>
                </a:lnTo>
                <a:close/>
                <a:moveTo>
                  <a:pt x="586955" y="80619"/>
                </a:moveTo>
                <a:lnTo>
                  <a:pt x="606092" y="77633"/>
                </a:lnTo>
                <a:cubicBezTo>
                  <a:pt x="606906" y="81320"/>
                  <a:pt x="608557" y="84119"/>
                  <a:pt x="611045" y="86031"/>
                </a:cubicBezTo>
                <a:cubicBezTo>
                  <a:pt x="613534" y="87942"/>
                  <a:pt x="617017" y="88898"/>
                  <a:pt x="621496" y="88898"/>
                </a:cubicBezTo>
                <a:cubicBezTo>
                  <a:pt x="626427" y="88898"/>
                  <a:pt x="630137" y="87994"/>
                  <a:pt x="632625" y="86188"/>
                </a:cubicBezTo>
                <a:cubicBezTo>
                  <a:pt x="634299" y="84922"/>
                  <a:pt x="635136" y="83228"/>
                  <a:pt x="635136" y="81104"/>
                </a:cubicBezTo>
                <a:cubicBezTo>
                  <a:pt x="635136" y="79658"/>
                  <a:pt x="634684" y="78461"/>
                  <a:pt x="633779" y="77512"/>
                </a:cubicBezTo>
                <a:cubicBezTo>
                  <a:pt x="632829" y="76609"/>
                  <a:pt x="630702" y="75773"/>
                  <a:pt x="627400" y="75005"/>
                </a:cubicBezTo>
                <a:cubicBezTo>
                  <a:pt x="612018" y="71618"/>
                  <a:pt x="602269" y="68523"/>
                  <a:pt x="598152" y="65721"/>
                </a:cubicBezTo>
                <a:cubicBezTo>
                  <a:pt x="592452" y="61833"/>
                  <a:pt x="589601" y="56432"/>
                  <a:pt x="589601" y="49517"/>
                </a:cubicBezTo>
                <a:cubicBezTo>
                  <a:pt x="589601" y="43280"/>
                  <a:pt x="592067" y="38037"/>
                  <a:pt x="596998" y="33788"/>
                </a:cubicBezTo>
                <a:cubicBezTo>
                  <a:pt x="601929" y="29540"/>
                  <a:pt x="609575" y="27416"/>
                  <a:pt x="619935" y="27416"/>
                </a:cubicBezTo>
                <a:cubicBezTo>
                  <a:pt x="629798" y="27416"/>
                  <a:pt x="637127" y="29016"/>
                  <a:pt x="641922" y="32217"/>
                </a:cubicBezTo>
                <a:cubicBezTo>
                  <a:pt x="646718" y="35418"/>
                  <a:pt x="650020" y="40151"/>
                  <a:pt x="651830" y="46417"/>
                </a:cubicBezTo>
                <a:lnTo>
                  <a:pt x="633847" y="49810"/>
                </a:lnTo>
                <a:cubicBezTo>
                  <a:pt x="633078" y="47005"/>
                  <a:pt x="631619" y="44856"/>
                  <a:pt x="629470" y="43363"/>
                </a:cubicBezTo>
                <a:cubicBezTo>
                  <a:pt x="627321" y="41870"/>
                  <a:pt x="624256" y="41124"/>
                  <a:pt x="620275" y="41124"/>
                </a:cubicBezTo>
                <a:cubicBezTo>
                  <a:pt x="615253" y="41124"/>
                  <a:pt x="611656" y="41824"/>
                  <a:pt x="609485" y="43225"/>
                </a:cubicBezTo>
                <a:cubicBezTo>
                  <a:pt x="608037" y="44218"/>
                  <a:pt x="607313" y="45505"/>
                  <a:pt x="607313" y="47087"/>
                </a:cubicBezTo>
                <a:cubicBezTo>
                  <a:pt x="607313" y="48441"/>
                  <a:pt x="607946" y="49593"/>
                  <a:pt x="609213" y="50542"/>
                </a:cubicBezTo>
                <a:cubicBezTo>
                  <a:pt x="610932" y="51807"/>
                  <a:pt x="616870" y="53592"/>
                  <a:pt x="627027" y="55896"/>
                </a:cubicBezTo>
                <a:cubicBezTo>
                  <a:pt x="637183" y="58201"/>
                  <a:pt x="644275" y="61027"/>
                  <a:pt x="648301" y="64377"/>
                </a:cubicBezTo>
                <a:cubicBezTo>
                  <a:pt x="652282" y="67773"/>
                  <a:pt x="654273" y="72503"/>
                  <a:pt x="654273" y="78568"/>
                </a:cubicBezTo>
                <a:cubicBezTo>
                  <a:pt x="654273" y="85177"/>
                  <a:pt x="651513" y="90859"/>
                  <a:pt x="645994" y="95612"/>
                </a:cubicBezTo>
                <a:cubicBezTo>
                  <a:pt x="640474" y="100365"/>
                  <a:pt x="632309" y="102741"/>
                  <a:pt x="621496" y="102741"/>
                </a:cubicBezTo>
                <a:cubicBezTo>
                  <a:pt x="611679" y="102741"/>
                  <a:pt x="603909" y="100757"/>
                  <a:pt x="598186" y="96789"/>
                </a:cubicBezTo>
                <a:cubicBezTo>
                  <a:pt x="592463" y="92819"/>
                  <a:pt x="588719" y="87429"/>
                  <a:pt x="586955" y="80619"/>
                </a:cubicBezTo>
                <a:close/>
                <a:moveTo>
                  <a:pt x="704036" y="65079"/>
                </a:moveTo>
                <a:cubicBezTo>
                  <a:pt x="704036" y="51733"/>
                  <a:pt x="707746" y="41848"/>
                  <a:pt x="715166" y="35423"/>
                </a:cubicBezTo>
                <a:cubicBezTo>
                  <a:pt x="721364" y="30085"/>
                  <a:pt x="728919" y="27416"/>
                  <a:pt x="737831" y="27416"/>
                </a:cubicBezTo>
                <a:cubicBezTo>
                  <a:pt x="747739" y="27416"/>
                  <a:pt x="755837" y="30662"/>
                  <a:pt x="762125" y="37154"/>
                </a:cubicBezTo>
                <a:cubicBezTo>
                  <a:pt x="768414" y="43646"/>
                  <a:pt x="771558" y="52615"/>
                  <a:pt x="771558" y="64061"/>
                </a:cubicBezTo>
                <a:cubicBezTo>
                  <a:pt x="771558" y="73335"/>
                  <a:pt x="770167" y="80630"/>
                  <a:pt x="767385" y="85946"/>
                </a:cubicBezTo>
                <a:cubicBezTo>
                  <a:pt x="764602" y="91262"/>
                  <a:pt x="760553" y="95390"/>
                  <a:pt x="755238" y="98330"/>
                </a:cubicBezTo>
                <a:cubicBezTo>
                  <a:pt x="749922" y="101271"/>
                  <a:pt x="744120" y="102741"/>
                  <a:pt x="737831" y="102741"/>
                </a:cubicBezTo>
                <a:cubicBezTo>
                  <a:pt x="727743" y="102741"/>
                  <a:pt x="719588" y="99507"/>
                  <a:pt x="713367" y="93037"/>
                </a:cubicBezTo>
                <a:cubicBezTo>
                  <a:pt x="707147" y="86568"/>
                  <a:pt x="704036" y="77248"/>
                  <a:pt x="704036" y="65079"/>
                </a:cubicBezTo>
                <a:moveTo>
                  <a:pt x="716591" y="65045"/>
                </a:moveTo>
                <a:cubicBezTo>
                  <a:pt x="716591" y="74240"/>
                  <a:pt x="718604" y="81125"/>
                  <a:pt x="722630" y="85700"/>
                </a:cubicBezTo>
                <a:cubicBezTo>
                  <a:pt x="726657" y="90275"/>
                  <a:pt x="731724" y="92562"/>
                  <a:pt x="737831" y="92562"/>
                </a:cubicBezTo>
                <a:cubicBezTo>
                  <a:pt x="743893" y="92562"/>
                  <a:pt x="748938" y="90264"/>
                  <a:pt x="752964" y="85666"/>
                </a:cubicBezTo>
                <a:cubicBezTo>
                  <a:pt x="756991" y="81068"/>
                  <a:pt x="759004" y="74060"/>
                  <a:pt x="759004" y="64640"/>
                </a:cubicBezTo>
                <a:cubicBezTo>
                  <a:pt x="759004" y="55760"/>
                  <a:pt x="756979" y="49032"/>
                  <a:pt x="752930" y="44457"/>
                </a:cubicBezTo>
                <a:cubicBezTo>
                  <a:pt x="748881" y="39882"/>
                  <a:pt x="743848" y="37595"/>
                  <a:pt x="737831" y="37595"/>
                </a:cubicBezTo>
                <a:cubicBezTo>
                  <a:pt x="731724" y="37595"/>
                  <a:pt x="726657" y="39871"/>
                  <a:pt x="722630" y="44423"/>
                </a:cubicBezTo>
                <a:cubicBezTo>
                  <a:pt x="718604" y="48976"/>
                  <a:pt x="716591" y="55850"/>
                  <a:pt x="716591" y="65045"/>
                </a:cubicBezTo>
                <a:close/>
                <a:moveTo>
                  <a:pt x="788774" y="101113"/>
                </a:moveTo>
                <a:lnTo>
                  <a:pt x="788774" y="38545"/>
                </a:lnTo>
                <a:lnTo>
                  <a:pt x="777984" y="38545"/>
                </a:lnTo>
                <a:lnTo>
                  <a:pt x="777984" y="29044"/>
                </a:lnTo>
                <a:lnTo>
                  <a:pt x="788774" y="29044"/>
                </a:lnTo>
                <a:lnTo>
                  <a:pt x="788774" y="21393"/>
                </a:lnTo>
                <a:cubicBezTo>
                  <a:pt x="788774" y="16564"/>
                  <a:pt x="789203" y="12976"/>
                  <a:pt x="790063" y="10629"/>
                </a:cubicBezTo>
                <a:cubicBezTo>
                  <a:pt x="791239" y="7470"/>
                  <a:pt x="793309" y="4909"/>
                  <a:pt x="796272" y="2946"/>
                </a:cubicBezTo>
                <a:cubicBezTo>
                  <a:pt x="799236" y="982"/>
                  <a:pt x="803386" y="0"/>
                  <a:pt x="808725" y="0"/>
                </a:cubicBezTo>
                <a:cubicBezTo>
                  <a:pt x="812163" y="0"/>
                  <a:pt x="815963" y="407"/>
                  <a:pt x="820125" y="1222"/>
                </a:cubicBezTo>
                <a:lnTo>
                  <a:pt x="818293" y="11876"/>
                </a:lnTo>
                <a:cubicBezTo>
                  <a:pt x="815760" y="11423"/>
                  <a:pt x="813362" y="11197"/>
                  <a:pt x="811100" y="11197"/>
                </a:cubicBezTo>
                <a:cubicBezTo>
                  <a:pt x="807390" y="11197"/>
                  <a:pt x="804766" y="11986"/>
                  <a:pt x="803228" y="13564"/>
                </a:cubicBezTo>
                <a:cubicBezTo>
                  <a:pt x="801690" y="15141"/>
                  <a:pt x="800921" y="18093"/>
                  <a:pt x="800921" y="22420"/>
                </a:cubicBezTo>
                <a:lnTo>
                  <a:pt x="800921" y="29044"/>
                </a:lnTo>
                <a:lnTo>
                  <a:pt x="814968" y="29044"/>
                </a:lnTo>
                <a:lnTo>
                  <a:pt x="814968" y="38545"/>
                </a:lnTo>
                <a:lnTo>
                  <a:pt x="800921" y="38545"/>
                </a:lnTo>
                <a:lnTo>
                  <a:pt x="800921" y="101113"/>
                </a:lnTo>
                <a:lnTo>
                  <a:pt x="788774" y="101113"/>
                </a:lnTo>
                <a:close/>
                <a:moveTo>
                  <a:pt x="851022" y="90323"/>
                </a:moveTo>
                <a:lnTo>
                  <a:pt x="852786" y="101113"/>
                </a:lnTo>
                <a:cubicBezTo>
                  <a:pt x="849348" y="101746"/>
                  <a:pt x="846271" y="102063"/>
                  <a:pt x="843557" y="102063"/>
                </a:cubicBezTo>
                <a:cubicBezTo>
                  <a:pt x="839123" y="102063"/>
                  <a:pt x="835685" y="101362"/>
                  <a:pt x="833242" y="99959"/>
                </a:cubicBezTo>
                <a:cubicBezTo>
                  <a:pt x="830799" y="98557"/>
                  <a:pt x="829080" y="96713"/>
                  <a:pt x="828085" y="94428"/>
                </a:cubicBezTo>
                <a:cubicBezTo>
                  <a:pt x="827089" y="92144"/>
                  <a:pt x="826592" y="87337"/>
                  <a:pt x="826592" y="80008"/>
                </a:cubicBezTo>
                <a:lnTo>
                  <a:pt x="826592" y="38545"/>
                </a:lnTo>
                <a:lnTo>
                  <a:pt x="817634" y="38545"/>
                </a:lnTo>
                <a:lnTo>
                  <a:pt x="817634" y="29044"/>
                </a:lnTo>
                <a:lnTo>
                  <a:pt x="826592" y="29044"/>
                </a:lnTo>
                <a:lnTo>
                  <a:pt x="826592" y="11148"/>
                </a:lnTo>
                <a:lnTo>
                  <a:pt x="838739" y="3800"/>
                </a:lnTo>
                <a:lnTo>
                  <a:pt x="838739" y="29044"/>
                </a:lnTo>
                <a:lnTo>
                  <a:pt x="851022" y="29044"/>
                </a:lnTo>
                <a:lnTo>
                  <a:pt x="851022" y="38545"/>
                </a:lnTo>
                <a:lnTo>
                  <a:pt x="838739" y="38545"/>
                </a:lnTo>
                <a:lnTo>
                  <a:pt x="838739" y="80687"/>
                </a:lnTo>
                <a:cubicBezTo>
                  <a:pt x="838739" y="84170"/>
                  <a:pt x="838954" y="86410"/>
                  <a:pt x="839383" y="87405"/>
                </a:cubicBezTo>
                <a:cubicBezTo>
                  <a:pt x="839813" y="88400"/>
                  <a:pt x="840514" y="89192"/>
                  <a:pt x="841487" y="89780"/>
                </a:cubicBezTo>
                <a:cubicBezTo>
                  <a:pt x="842460" y="90368"/>
                  <a:pt x="843851" y="90662"/>
                  <a:pt x="845661" y="90662"/>
                </a:cubicBezTo>
                <a:cubicBezTo>
                  <a:pt x="847018" y="90662"/>
                  <a:pt x="848805" y="90549"/>
                  <a:pt x="851022" y="90323"/>
                </a:cubicBezTo>
                <a:close/>
                <a:moveTo>
                  <a:pt x="912417" y="77904"/>
                </a:moveTo>
                <a:lnTo>
                  <a:pt x="925039" y="79465"/>
                </a:lnTo>
                <a:cubicBezTo>
                  <a:pt x="923049" y="86839"/>
                  <a:pt x="919362" y="92562"/>
                  <a:pt x="913978" y="96634"/>
                </a:cubicBezTo>
                <a:cubicBezTo>
                  <a:pt x="908595" y="100706"/>
                  <a:pt x="901718" y="102741"/>
                  <a:pt x="893348" y="102741"/>
                </a:cubicBezTo>
                <a:cubicBezTo>
                  <a:pt x="882807" y="102741"/>
                  <a:pt x="874449" y="99495"/>
                  <a:pt x="868274" y="93003"/>
                </a:cubicBezTo>
                <a:cubicBezTo>
                  <a:pt x="862098" y="86511"/>
                  <a:pt x="859011" y="77407"/>
                  <a:pt x="859011" y="65689"/>
                </a:cubicBezTo>
                <a:cubicBezTo>
                  <a:pt x="859011" y="53565"/>
                  <a:pt x="862132" y="44155"/>
                  <a:pt x="868376" y="37459"/>
                </a:cubicBezTo>
                <a:cubicBezTo>
                  <a:pt x="874619" y="30764"/>
                  <a:pt x="882717" y="27416"/>
                  <a:pt x="892670" y="27416"/>
                </a:cubicBezTo>
                <a:cubicBezTo>
                  <a:pt x="902306" y="27416"/>
                  <a:pt x="910178" y="30691"/>
                  <a:pt x="916285" y="37241"/>
                </a:cubicBezTo>
                <a:cubicBezTo>
                  <a:pt x="922393" y="43789"/>
                  <a:pt x="925447" y="53003"/>
                  <a:pt x="925447" y="64881"/>
                </a:cubicBezTo>
                <a:cubicBezTo>
                  <a:pt x="925447" y="65604"/>
                  <a:pt x="925424" y="66687"/>
                  <a:pt x="925379" y="68132"/>
                </a:cubicBezTo>
                <a:lnTo>
                  <a:pt x="871633" y="68132"/>
                </a:lnTo>
                <a:cubicBezTo>
                  <a:pt x="872085" y="76027"/>
                  <a:pt x="874325" y="82072"/>
                  <a:pt x="878351" y="86268"/>
                </a:cubicBezTo>
                <a:cubicBezTo>
                  <a:pt x="882378" y="90464"/>
                  <a:pt x="887399" y="92562"/>
                  <a:pt x="893416" y="92562"/>
                </a:cubicBezTo>
                <a:cubicBezTo>
                  <a:pt x="897895" y="92562"/>
                  <a:pt x="901718" y="91397"/>
                  <a:pt x="904885" y="89067"/>
                </a:cubicBezTo>
                <a:cubicBezTo>
                  <a:pt x="908052" y="86736"/>
                  <a:pt x="910562" y="83015"/>
                  <a:pt x="912417" y="77904"/>
                </a:cubicBezTo>
                <a:moveTo>
                  <a:pt x="872312" y="57953"/>
                </a:moveTo>
                <a:lnTo>
                  <a:pt x="912553" y="57953"/>
                </a:lnTo>
                <a:cubicBezTo>
                  <a:pt x="912010" y="51990"/>
                  <a:pt x="910472" y="47517"/>
                  <a:pt x="907939" y="44536"/>
                </a:cubicBezTo>
                <a:cubicBezTo>
                  <a:pt x="904048" y="39909"/>
                  <a:pt x="899004" y="37595"/>
                  <a:pt x="892806" y="37595"/>
                </a:cubicBezTo>
                <a:cubicBezTo>
                  <a:pt x="887196" y="37595"/>
                  <a:pt x="882479" y="39442"/>
                  <a:pt x="878657" y="43136"/>
                </a:cubicBezTo>
                <a:cubicBezTo>
                  <a:pt x="874834" y="46829"/>
                  <a:pt x="872719" y="51768"/>
                  <a:pt x="872312" y="57953"/>
                </a:cubicBezTo>
                <a:close/>
                <a:moveTo>
                  <a:pt x="940355" y="101113"/>
                </a:moveTo>
                <a:lnTo>
                  <a:pt x="940355" y="29044"/>
                </a:lnTo>
                <a:lnTo>
                  <a:pt x="951348" y="29044"/>
                </a:lnTo>
                <a:lnTo>
                  <a:pt x="951348" y="39224"/>
                </a:lnTo>
                <a:cubicBezTo>
                  <a:pt x="956642" y="31352"/>
                  <a:pt x="964287" y="27416"/>
                  <a:pt x="974285" y="27416"/>
                </a:cubicBezTo>
                <a:cubicBezTo>
                  <a:pt x="978629" y="27416"/>
                  <a:pt x="982621" y="28196"/>
                  <a:pt x="986263" y="29757"/>
                </a:cubicBezTo>
                <a:cubicBezTo>
                  <a:pt x="989905" y="31318"/>
                  <a:pt x="992631" y="33365"/>
                  <a:pt x="994440" y="35898"/>
                </a:cubicBezTo>
                <a:cubicBezTo>
                  <a:pt x="996250" y="38432"/>
                  <a:pt x="997516" y="41440"/>
                  <a:pt x="998240" y="44924"/>
                </a:cubicBezTo>
                <a:cubicBezTo>
                  <a:pt x="998693" y="47186"/>
                  <a:pt x="998919" y="51145"/>
                  <a:pt x="998919" y="56800"/>
                </a:cubicBezTo>
                <a:lnTo>
                  <a:pt x="998919" y="101113"/>
                </a:lnTo>
                <a:lnTo>
                  <a:pt x="986704" y="101113"/>
                </a:lnTo>
                <a:lnTo>
                  <a:pt x="986704" y="57228"/>
                </a:lnTo>
                <a:cubicBezTo>
                  <a:pt x="986704" y="52246"/>
                  <a:pt x="986229" y="48521"/>
                  <a:pt x="985279" y="46052"/>
                </a:cubicBezTo>
                <a:cubicBezTo>
                  <a:pt x="984329" y="43584"/>
                  <a:pt x="982644" y="41614"/>
                  <a:pt x="980223" y="40142"/>
                </a:cubicBezTo>
                <a:cubicBezTo>
                  <a:pt x="977803" y="38670"/>
                  <a:pt x="974964" y="37934"/>
                  <a:pt x="971707" y="37934"/>
                </a:cubicBezTo>
                <a:cubicBezTo>
                  <a:pt x="966504" y="37934"/>
                  <a:pt x="962014" y="39588"/>
                  <a:pt x="958236" y="42894"/>
                </a:cubicBezTo>
                <a:cubicBezTo>
                  <a:pt x="954459" y="46200"/>
                  <a:pt x="952570" y="52472"/>
                  <a:pt x="952570" y="61711"/>
                </a:cubicBezTo>
                <a:lnTo>
                  <a:pt x="952570" y="101113"/>
                </a:lnTo>
                <a:lnTo>
                  <a:pt x="940355" y="101113"/>
                </a:lnTo>
                <a:close/>
                <a:moveTo>
                  <a:pt x="1103291" y="92215"/>
                </a:moveTo>
                <a:cubicBezTo>
                  <a:pt x="1098767" y="96063"/>
                  <a:pt x="1094413" y="98779"/>
                  <a:pt x="1090228" y="100364"/>
                </a:cubicBezTo>
                <a:cubicBezTo>
                  <a:pt x="1086043" y="101949"/>
                  <a:pt x="1081553" y="102741"/>
                  <a:pt x="1076758" y="102741"/>
                </a:cubicBezTo>
                <a:cubicBezTo>
                  <a:pt x="1068841" y="102741"/>
                  <a:pt x="1062756" y="100806"/>
                  <a:pt x="1058503" y="96935"/>
                </a:cubicBezTo>
                <a:cubicBezTo>
                  <a:pt x="1054251" y="93064"/>
                  <a:pt x="1052124" y="88118"/>
                  <a:pt x="1052124" y="82097"/>
                </a:cubicBezTo>
                <a:cubicBezTo>
                  <a:pt x="1052124" y="78567"/>
                  <a:pt x="1052927" y="75342"/>
                  <a:pt x="1054533" y="72422"/>
                </a:cubicBezTo>
                <a:cubicBezTo>
                  <a:pt x="1056139" y="69502"/>
                  <a:pt x="1058243" y="67158"/>
                  <a:pt x="1060844" y="65392"/>
                </a:cubicBezTo>
                <a:cubicBezTo>
                  <a:pt x="1063446" y="63627"/>
                  <a:pt x="1066375" y="62291"/>
                  <a:pt x="1069632" y="61387"/>
                </a:cubicBezTo>
                <a:cubicBezTo>
                  <a:pt x="1072030" y="60752"/>
                  <a:pt x="1075649" y="60140"/>
                  <a:pt x="1080490" y="59552"/>
                </a:cubicBezTo>
                <a:cubicBezTo>
                  <a:pt x="1090353" y="58384"/>
                  <a:pt x="1097614" y="56992"/>
                  <a:pt x="1102273" y="55375"/>
                </a:cubicBezTo>
                <a:cubicBezTo>
                  <a:pt x="1102319" y="53708"/>
                  <a:pt x="1102341" y="52649"/>
                  <a:pt x="1102341" y="52198"/>
                </a:cubicBezTo>
                <a:cubicBezTo>
                  <a:pt x="1102341" y="47240"/>
                  <a:pt x="1101188" y="43747"/>
                  <a:pt x="1098880" y="41720"/>
                </a:cubicBezTo>
                <a:cubicBezTo>
                  <a:pt x="1095759" y="38970"/>
                  <a:pt x="1091122" y="37595"/>
                  <a:pt x="1084969" y="37595"/>
                </a:cubicBezTo>
                <a:cubicBezTo>
                  <a:pt x="1079223" y="37595"/>
                  <a:pt x="1074982" y="38602"/>
                  <a:pt x="1072245" y="40615"/>
                </a:cubicBezTo>
                <a:cubicBezTo>
                  <a:pt x="1069508" y="42628"/>
                  <a:pt x="1067483" y="46191"/>
                  <a:pt x="1066171" y="51303"/>
                </a:cubicBezTo>
                <a:lnTo>
                  <a:pt x="1054228" y="49674"/>
                </a:lnTo>
                <a:cubicBezTo>
                  <a:pt x="1055314" y="44546"/>
                  <a:pt x="1057101" y="40406"/>
                  <a:pt x="1059589" y="37251"/>
                </a:cubicBezTo>
                <a:cubicBezTo>
                  <a:pt x="1062077" y="34097"/>
                  <a:pt x="1065674" y="31670"/>
                  <a:pt x="1070379" y="29969"/>
                </a:cubicBezTo>
                <a:cubicBezTo>
                  <a:pt x="1075084" y="28267"/>
                  <a:pt x="1080535" y="27416"/>
                  <a:pt x="1086733" y="27416"/>
                </a:cubicBezTo>
                <a:cubicBezTo>
                  <a:pt x="1092886" y="27416"/>
                  <a:pt x="1097885" y="28140"/>
                  <a:pt x="1101731" y="29587"/>
                </a:cubicBezTo>
                <a:cubicBezTo>
                  <a:pt x="1105576" y="31035"/>
                  <a:pt x="1108404" y="32856"/>
                  <a:pt x="1110213" y="35050"/>
                </a:cubicBezTo>
                <a:cubicBezTo>
                  <a:pt x="1112023" y="37244"/>
                  <a:pt x="1113290" y="40015"/>
                  <a:pt x="1114013" y="43363"/>
                </a:cubicBezTo>
                <a:cubicBezTo>
                  <a:pt x="1114421" y="45444"/>
                  <a:pt x="1114624" y="49199"/>
                  <a:pt x="1114624" y="54628"/>
                </a:cubicBezTo>
                <a:lnTo>
                  <a:pt x="1114624" y="70915"/>
                </a:lnTo>
                <a:cubicBezTo>
                  <a:pt x="1114624" y="82270"/>
                  <a:pt x="1114884" y="89452"/>
                  <a:pt x="1115405" y="92461"/>
                </a:cubicBezTo>
                <a:cubicBezTo>
                  <a:pt x="1115925" y="95469"/>
                  <a:pt x="1116954" y="98353"/>
                  <a:pt x="1118492" y="101113"/>
                </a:cubicBezTo>
                <a:lnTo>
                  <a:pt x="1105734" y="101113"/>
                </a:lnTo>
                <a:cubicBezTo>
                  <a:pt x="1104468" y="98576"/>
                  <a:pt x="1103653" y="95610"/>
                  <a:pt x="1103291" y="92215"/>
                </a:cubicBezTo>
                <a:moveTo>
                  <a:pt x="1102273" y="64875"/>
                </a:moveTo>
                <a:cubicBezTo>
                  <a:pt x="1097840" y="66700"/>
                  <a:pt x="1091190" y="68251"/>
                  <a:pt x="1082322" y="69528"/>
                </a:cubicBezTo>
                <a:cubicBezTo>
                  <a:pt x="1077301" y="70254"/>
                  <a:pt x="1073749" y="71072"/>
                  <a:pt x="1071668" y="71981"/>
                </a:cubicBezTo>
                <a:cubicBezTo>
                  <a:pt x="1069587" y="72889"/>
                  <a:pt x="1067981" y="74218"/>
                  <a:pt x="1066850" y="75968"/>
                </a:cubicBezTo>
                <a:cubicBezTo>
                  <a:pt x="1065719" y="77717"/>
                  <a:pt x="1065154" y="79659"/>
                  <a:pt x="1065154" y="81794"/>
                </a:cubicBezTo>
                <a:cubicBezTo>
                  <a:pt x="1065154" y="85064"/>
                  <a:pt x="1066386" y="87789"/>
                  <a:pt x="1068852" y="89971"/>
                </a:cubicBezTo>
                <a:cubicBezTo>
                  <a:pt x="1071318" y="92151"/>
                  <a:pt x="1074926" y="93241"/>
                  <a:pt x="1079676" y="93241"/>
                </a:cubicBezTo>
                <a:cubicBezTo>
                  <a:pt x="1084381" y="93241"/>
                  <a:pt x="1088566" y="92207"/>
                  <a:pt x="1092230" y="90138"/>
                </a:cubicBezTo>
                <a:cubicBezTo>
                  <a:pt x="1095895" y="88070"/>
                  <a:pt x="1098586" y="85240"/>
                  <a:pt x="1100305" y="81649"/>
                </a:cubicBezTo>
                <a:cubicBezTo>
                  <a:pt x="1101617" y="78876"/>
                  <a:pt x="1102273" y="74784"/>
                  <a:pt x="1102273" y="69375"/>
                </a:cubicBezTo>
                <a:lnTo>
                  <a:pt x="1102273" y="64875"/>
                </a:lnTo>
                <a:close/>
                <a:moveTo>
                  <a:pt x="1180564" y="74647"/>
                </a:moveTo>
                <a:lnTo>
                  <a:pt x="1192575" y="76208"/>
                </a:lnTo>
                <a:cubicBezTo>
                  <a:pt x="1191263" y="84508"/>
                  <a:pt x="1187904" y="91006"/>
                  <a:pt x="1182498" y="95701"/>
                </a:cubicBezTo>
                <a:cubicBezTo>
                  <a:pt x="1177091" y="100395"/>
                  <a:pt x="1170452" y="102741"/>
                  <a:pt x="1162580" y="102741"/>
                </a:cubicBezTo>
                <a:cubicBezTo>
                  <a:pt x="1152718" y="102741"/>
                  <a:pt x="1144790" y="99518"/>
                  <a:pt x="1138795" y="93071"/>
                </a:cubicBezTo>
                <a:cubicBezTo>
                  <a:pt x="1132801" y="86624"/>
                  <a:pt x="1129804" y="77384"/>
                  <a:pt x="1129804" y="65350"/>
                </a:cubicBezTo>
                <a:cubicBezTo>
                  <a:pt x="1129804" y="57569"/>
                  <a:pt x="1131093" y="50760"/>
                  <a:pt x="1133672" y="44924"/>
                </a:cubicBezTo>
                <a:cubicBezTo>
                  <a:pt x="1136250" y="39088"/>
                  <a:pt x="1140175" y="34711"/>
                  <a:pt x="1145446" y="31793"/>
                </a:cubicBezTo>
                <a:cubicBezTo>
                  <a:pt x="1150716" y="28875"/>
                  <a:pt x="1156450" y="27416"/>
                  <a:pt x="1162648" y="27416"/>
                </a:cubicBezTo>
                <a:cubicBezTo>
                  <a:pt x="1170475" y="27416"/>
                  <a:pt x="1176876" y="29401"/>
                  <a:pt x="1181853" y="33373"/>
                </a:cubicBezTo>
                <a:cubicBezTo>
                  <a:pt x="1186829" y="37343"/>
                  <a:pt x="1190019" y="42980"/>
                  <a:pt x="1191421" y="50285"/>
                </a:cubicBezTo>
                <a:lnTo>
                  <a:pt x="1179546" y="52117"/>
                </a:lnTo>
                <a:cubicBezTo>
                  <a:pt x="1178415" y="47299"/>
                  <a:pt x="1176413" y="43674"/>
                  <a:pt x="1173540" y="41242"/>
                </a:cubicBezTo>
                <a:cubicBezTo>
                  <a:pt x="1170667" y="38811"/>
                  <a:pt x="1167195" y="37595"/>
                  <a:pt x="1163123" y="37595"/>
                </a:cubicBezTo>
                <a:cubicBezTo>
                  <a:pt x="1156971" y="37595"/>
                  <a:pt x="1151972" y="39790"/>
                  <a:pt x="1148126" y="44180"/>
                </a:cubicBezTo>
                <a:cubicBezTo>
                  <a:pt x="1144281" y="48568"/>
                  <a:pt x="1142358" y="55512"/>
                  <a:pt x="1142358" y="65011"/>
                </a:cubicBezTo>
                <a:cubicBezTo>
                  <a:pt x="1142358" y="74646"/>
                  <a:pt x="1144213" y="81647"/>
                  <a:pt x="1147922" y="86014"/>
                </a:cubicBezTo>
                <a:cubicBezTo>
                  <a:pt x="1151632" y="90379"/>
                  <a:pt x="1156473" y="92562"/>
                  <a:pt x="1162445" y="92562"/>
                </a:cubicBezTo>
                <a:cubicBezTo>
                  <a:pt x="1167240" y="92562"/>
                  <a:pt x="1171244" y="91098"/>
                  <a:pt x="1174456" y="88168"/>
                </a:cubicBezTo>
                <a:cubicBezTo>
                  <a:pt x="1177668" y="85239"/>
                  <a:pt x="1179704" y="80732"/>
                  <a:pt x="1180564" y="74647"/>
                </a:cubicBezTo>
                <a:close/>
                <a:moveTo>
                  <a:pt x="1250053" y="74647"/>
                </a:moveTo>
                <a:lnTo>
                  <a:pt x="1262064" y="76208"/>
                </a:lnTo>
                <a:cubicBezTo>
                  <a:pt x="1260752" y="84508"/>
                  <a:pt x="1257393" y="91006"/>
                  <a:pt x="1251987" y="95701"/>
                </a:cubicBezTo>
                <a:cubicBezTo>
                  <a:pt x="1246581" y="100395"/>
                  <a:pt x="1239942" y="102741"/>
                  <a:pt x="1232070" y="102741"/>
                </a:cubicBezTo>
                <a:cubicBezTo>
                  <a:pt x="1222207" y="102741"/>
                  <a:pt x="1214279" y="99518"/>
                  <a:pt x="1208284" y="93071"/>
                </a:cubicBezTo>
                <a:cubicBezTo>
                  <a:pt x="1202290" y="86624"/>
                  <a:pt x="1199293" y="77384"/>
                  <a:pt x="1199293" y="65350"/>
                </a:cubicBezTo>
                <a:cubicBezTo>
                  <a:pt x="1199293" y="57569"/>
                  <a:pt x="1200582" y="50760"/>
                  <a:pt x="1203161" y="44924"/>
                </a:cubicBezTo>
                <a:cubicBezTo>
                  <a:pt x="1205740" y="39088"/>
                  <a:pt x="1209664" y="34711"/>
                  <a:pt x="1214935" y="31793"/>
                </a:cubicBezTo>
                <a:cubicBezTo>
                  <a:pt x="1220205" y="28875"/>
                  <a:pt x="1225940" y="27416"/>
                  <a:pt x="1232138" y="27416"/>
                </a:cubicBezTo>
                <a:cubicBezTo>
                  <a:pt x="1239964" y="27416"/>
                  <a:pt x="1246366" y="29401"/>
                  <a:pt x="1251342" y="33373"/>
                </a:cubicBezTo>
                <a:cubicBezTo>
                  <a:pt x="1256319" y="37343"/>
                  <a:pt x="1259508" y="42980"/>
                  <a:pt x="1260911" y="50285"/>
                </a:cubicBezTo>
                <a:lnTo>
                  <a:pt x="1249035" y="52117"/>
                </a:lnTo>
                <a:cubicBezTo>
                  <a:pt x="1247904" y="47299"/>
                  <a:pt x="1245902" y="43674"/>
                  <a:pt x="1243029" y="41242"/>
                </a:cubicBezTo>
                <a:cubicBezTo>
                  <a:pt x="1240156" y="38811"/>
                  <a:pt x="1236684" y="37595"/>
                  <a:pt x="1232613" y="37595"/>
                </a:cubicBezTo>
                <a:cubicBezTo>
                  <a:pt x="1226460" y="37595"/>
                  <a:pt x="1221461" y="39790"/>
                  <a:pt x="1217615" y="44180"/>
                </a:cubicBezTo>
                <a:cubicBezTo>
                  <a:pt x="1213770" y="48568"/>
                  <a:pt x="1211847" y="55512"/>
                  <a:pt x="1211847" y="65011"/>
                </a:cubicBezTo>
                <a:cubicBezTo>
                  <a:pt x="1211847" y="74646"/>
                  <a:pt x="1213702" y="81647"/>
                  <a:pt x="1217412" y="86014"/>
                </a:cubicBezTo>
                <a:cubicBezTo>
                  <a:pt x="1221121" y="90379"/>
                  <a:pt x="1225962" y="92562"/>
                  <a:pt x="1231934" y="92562"/>
                </a:cubicBezTo>
                <a:cubicBezTo>
                  <a:pt x="1236729" y="92562"/>
                  <a:pt x="1240733" y="91098"/>
                  <a:pt x="1243945" y="88168"/>
                </a:cubicBezTo>
                <a:cubicBezTo>
                  <a:pt x="1247157" y="85239"/>
                  <a:pt x="1249193" y="80732"/>
                  <a:pt x="1250053" y="74647"/>
                </a:cubicBezTo>
                <a:close/>
                <a:moveTo>
                  <a:pt x="1267968" y="65079"/>
                </a:moveTo>
                <a:cubicBezTo>
                  <a:pt x="1267968" y="51733"/>
                  <a:pt x="1271678" y="41848"/>
                  <a:pt x="1279097" y="35423"/>
                </a:cubicBezTo>
                <a:cubicBezTo>
                  <a:pt x="1285295" y="30085"/>
                  <a:pt x="1292850" y="27416"/>
                  <a:pt x="1301763" y="27416"/>
                </a:cubicBezTo>
                <a:cubicBezTo>
                  <a:pt x="1311671" y="27416"/>
                  <a:pt x="1319769" y="30662"/>
                  <a:pt x="1326057" y="37154"/>
                </a:cubicBezTo>
                <a:cubicBezTo>
                  <a:pt x="1332345" y="43646"/>
                  <a:pt x="1335490" y="52615"/>
                  <a:pt x="1335490" y="64061"/>
                </a:cubicBezTo>
                <a:cubicBezTo>
                  <a:pt x="1335490" y="73335"/>
                  <a:pt x="1334099" y="80630"/>
                  <a:pt x="1331316" y="85946"/>
                </a:cubicBezTo>
                <a:cubicBezTo>
                  <a:pt x="1328534" y="91262"/>
                  <a:pt x="1324485" y="95390"/>
                  <a:pt x="1319169" y="98330"/>
                </a:cubicBezTo>
                <a:cubicBezTo>
                  <a:pt x="1313853" y="101271"/>
                  <a:pt x="1308051" y="102741"/>
                  <a:pt x="1301763" y="102741"/>
                </a:cubicBezTo>
                <a:cubicBezTo>
                  <a:pt x="1291674" y="102741"/>
                  <a:pt x="1283520" y="99507"/>
                  <a:pt x="1277299" y="93037"/>
                </a:cubicBezTo>
                <a:cubicBezTo>
                  <a:pt x="1271078" y="86568"/>
                  <a:pt x="1267968" y="77248"/>
                  <a:pt x="1267968" y="65079"/>
                </a:cubicBezTo>
                <a:moveTo>
                  <a:pt x="1280522" y="65045"/>
                </a:moveTo>
                <a:cubicBezTo>
                  <a:pt x="1280522" y="74240"/>
                  <a:pt x="1282536" y="81125"/>
                  <a:pt x="1286562" y="85700"/>
                </a:cubicBezTo>
                <a:cubicBezTo>
                  <a:pt x="1290588" y="90275"/>
                  <a:pt x="1295655" y="92562"/>
                  <a:pt x="1301763" y="92562"/>
                </a:cubicBezTo>
                <a:cubicBezTo>
                  <a:pt x="1307825" y="92562"/>
                  <a:pt x="1312869" y="90264"/>
                  <a:pt x="1316896" y="85666"/>
                </a:cubicBezTo>
                <a:cubicBezTo>
                  <a:pt x="1320922" y="81068"/>
                  <a:pt x="1322935" y="74060"/>
                  <a:pt x="1322935" y="64640"/>
                </a:cubicBezTo>
                <a:cubicBezTo>
                  <a:pt x="1322935" y="55760"/>
                  <a:pt x="1320911" y="49032"/>
                  <a:pt x="1316862" y="44457"/>
                </a:cubicBezTo>
                <a:cubicBezTo>
                  <a:pt x="1312813" y="39882"/>
                  <a:pt x="1307780" y="37595"/>
                  <a:pt x="1301763" y="37595"/>
                </a:cubicBezTo>
                <a:cubicBezTo>
                  <a:pt x="1295655" y="37595"/>
                  <a:pt x="1290588" y="39871"/>
                  <a:pt x="1286562" y="44423"/>
                </a:cubicBezTo>
                <a:cubicBezTo>
                  <a:pt x="1282536" y="48976"/>
                  <a:pt x="1280522" y="55850"/>
                  <a:pt x="1280522" y="65045"/>
                </a:cubicBezTo>
                <a:close/>
                <a:moveTo>
                  <a:pt x="1349974" y="101113"/>
                </a:moveTo>
                <a:lnTo>
                  <a:pt x="1349974" y="29044"/>
                </a:lnTo>
                <a:lnTo>
                  <a:pt x="1360899" y="29044"/>
                </a:lnTo>
                <a:lnTo>
                  <a:pt x="1360899" y="39088"/>
                </a:lnTo>
                <a:cubicBezTo>
                  <a:pt x="1363162" y="35579"/>
                  <a:pt x="1366170" y="32756"/>
                  <a:pt x="1369925" y="30620"/>
                </a:cubicBezTo>
                <a:cubicBezTo>
                  <a:pt x="1373680" y="28484"/>
                  <a:pt x="1377955" y="27416"/>
                  <a:pt x="1382751" y="27416"/>
                </a:cubicBezTo>
                <a:cubicBezTo>
                  <a:pt x="1388089" y="27416"/>
                  <a:pt x="1392466" y="28519"/>
                  <a:pt x="1395882" y="30724"/>
                </a:cubicBezTo>
                <a:cubicBezTo>
                  <a:pt x="1399297" y="32928"/>
                  <a:pt x="1401707" y="36010"/>
                  <a:pt x="1403109" y="39970"/>
                </a:cubicBezTo>
                <a:cubicBezTo>
                  <a:pt x="1408809" y="31601"/>
                  <a:pt x="1416229" y="27416"/>
                  <a:pt x="1425367" y="27416"/>
                </a:cubicBezTo>
                <a:cubicBezTo>
                  <a:pt x="1432515" y="27416"/>
                  <a:pt x="1438012" y="29395"/>
                  <a:pt x="1441858" y="33354"/>
                </a:cubicBezTo>
                <a:cubicBezTo>
                  <a:pt x="1445703" y="37312"/>
                  <a:pt x="1447626" y="43408"/>
                  <a:pt x="1447626" y="51642"/>
                </a:cubicBezTo>
                <a:lnTo>
                  <a:pt x="1447626" y="101113"/>
                </a:lnTo>
                <a:lnTo>
                  <a:pt x="1435479" y="101113"/>
                </a:lnTo>
                <a:lnTo>
                  <a:pt x="1435479" y="55665"/>
                </a:lnTo>
                <a:cubicBezTo>
                  <a:pt x="1435479" y="50773"/>
                  <a:pt x="1435083" y="47252"/>
                  <a:pt x="1434291" y="45102"/>
                </a:cubicBezTo>
                <a:cubicBezTo>
                  <a:pt x="1433499" y="42950"/>
                  <a:pt x="1432063" y="41218"/>
                  <a:pt x="1429982" y="39904"/>
                </a:cubicBezTo>
                <a:cubicBezTo>
                  <a:pt x="1427901" y="38591"/>
                  <a:pt x="1425458" y="37934"/>
                  <a:pt x="1422653" y="37934"/>
                </a:cubicBezTo>
                <a:cubicBezTo>
                  <a:pt x="1417586" y="37934"/>
                  <a:pt x="1413379" y="39622"/>
                  <a:pt x="1410031" y="42996"/>
                </a:cubicBezTo>
                <a:cubicBezTo>
                  <a:pt x="1406683" y="46370"/>
                  <a:pt x="1405009" y="51770"/>
                  <a:pt x="1405009" y="59198"/>
                </a:cubicBezTo>
                <a:lnTo>
                  <a:pt x="1405009" y="101113"/>
                </a:lnTo>
                <a:lnTo>
                  <a:pt x="1392794" y="101113"/>
                </a:lnTo>
                <a:lnTo>
                  <a:pt x="1392794" y="54238"/>
                </a:lnTo>
                <a:cubicBezTo>
                  <a:pt x="1392794" y="48803"/>
                  <a:pt x="1391799" y="44727"/>
                  <a:pt x="1389808" y="42010"/>
                </a:cubicBezTo>
                <a:cubicBezTo>
                  <a:pt x="1387818" y="39293"/>
                  <a:pt x="1384560" y="37934"/>
                  <a:pt x="1380036" y="37934"/>
                </a:cubicBezTo>
                <a:cubicBezTo>
                  <a:pt x="1376598" y="37934"/>
                  <a:pt x="1373420" y="38840"/>
                  <a:pt x="1370502" y="40653"/>
                </a:cubicBezTo>
                <a:cubicBezTo>
                  <a:pt x="1367584" y="42464"/>
                  <a:pt x="1365469" y="45113"/>
                  <a:pt x="1364157" y="48601"/>
                </a:cubicBezTo>
                <a:cubicBezTo>
                  <a:pt x="1362845" y="52088"/>
                  <a:pt x="1362189" y="57114"/>
                  <a:pt x="1362189" y="63681"/>
                </a:cubicBezTo>
                <a:lnTo>
                  <a:pt x="1362189" y="101113"/>
                </a:lnTo>
                <a:lnTo>
                  <a:pt x="1349974" y="101113"/>
                </a:lnTo>
                <a:close/>
                <a:moveTo>
                  <a:pt x="1465557" y="128800"/>
                </a:moveTo>
                <a:lnTo>
                  <a:pt x="1465557" y="29044"/>
                </a:lnTo>
                <a:lnTo>
                  <a:pt x="1476687" y="29044"/>
                </a:lnTo>
                <a:lnTo>
                  <a:pt x="1476687" y="38341"/>
                </a:lnTo>
                <a:cubicBezTo>
                  <a:pt x="1479311" y="34700"/>
                  <a:pt x="1482274" y="31968"/>
                  <a:pt x="1485576" y="30147"/>
                </a:cubicBezTo>
                <a:cubicBezTo>
                  <a:pt x="1488879" y="28326"/>
                  <a:pt x="1492883" y="27416"/>
                  <a:pt x="1497588" y="27416"/>
                </a:cubicBezTo>
                <a:cubicBezTo>
                  <a:pt x="1503741" y="27416"/>
                  <a:pt x="1509169" y="28999"/>
                  <a:pt x="1513874" y="32166"/>
                </a:cubicBezTo>
                <a:cubicBezTo>
                  <a:pt x="1518579" y="35333"/>
                  <a:pt x="1522131" y="39800"/>
                  <a:pt x="1524529" y="45569"/>
                </a:cubicBezTo>
                <a:cubicBezTo>
                  <a:pt x="1526926" y="51337"/>
                  <a:pt x="1528125" y="57659"/>
                  <a:pt x="1528125" y="64536"/>
                </a:cubicBezTo>
                <a:cubicBezTo>
                  <a:pt x="1528125" y="71910"/>
                  <a:pt x="1526802" y="78549"/>
                  <a:pt x="1524155" y="84453"/>
                </a:cubicBezTo>
                <a:cubicBezTo>
                  <a:pt x="1521509" y="90357"/>
                  <a:pt x="1517663" y="94881"/>
                  <a:pt x="1512619" y="98025"/>
                </a:cubicBezTo>
                <a:cubicBezTo>
                  <a:pt x="1507575" y="101169"/>
                  <a:pt x="1502270" y="102741"/>
                  <a:pt x="1496706" y="102741"/>
                </a:cubicBezTo>
                <a:cubicBezTo>
                  <a:pt x="1492634" y="102741"/>
                  <a:pt x="1488981" y="101871"/>
                  <a:pt x="1485746" y="100129"/>
                </a:cubicBezTo>
                <a:cubicBezTo>
                  <a:pt x="1482511" y="98386"/>
                  <a:pt x="1479854" y="96184"/>
                  <a:pt x="1477772" y="93525"/>
                </a:cubicBezTo>
                <a:lnTo>
                  <a:pt x="1477772" y="128800"/>
                </a:lnTo>
                <a:lnTo>
                  <a:pt x="1465557" y="128800"/>
                </a:lnTo>
                <a:moveTo>
                  <a:pt x="1476619" y="65384"/>
                </a:moveTo>
                <a:cubicBezTo>
                  <a:pt x="1476619" y="74647"/>
                  <a:pt x="1478496" y="81492"/>
                  <a:pt x="1482251" y="85920"/>
                </a:cubicBezTo>
                <a:cubicBezTo>
                  <a:pt x="1486006" y="90348"/>
                  <a:pt x="1490553" y="92562"/>
                  <a:pt x="1495891" y="92562"/>
                </a:cubicBezTo>
                <a:cubicBezTo>
                  <a:pt x="1501320" y="92562"/>
                  <a:pt x="1505969" y="90269"/>
                  <a:pt x="1509837" y="85683"/>
                </a:cubicBezTo>
                <a:cubicBezTo>
                  <a:pt x="1513705" y="81097"/>
                  <a:pt x="1515639" y="73991"/>
                  <a:pt x="1515639" y="64366"/>
                </a:cubicBezTo>
                <a:cubicBezTo>
                  <a:pt x="1515639" y="55194"/>
                  <a:pt x="1513750" y="48325"/>
                  <a:pt x="1509972" y="43762"/>
                </a:cubicBezTo>
                <a:cubicBezTo>
                  <a:pt x="1506195" y="39198"/>
                  <a:pt x="1501682" y="36916"/>
                  <a:pt x="1496434" y="36916"/>
                </a:cubicBezTo>
                <a:cubicBezTo>
                  <a:pt x="1491232" y="36916"/>
                  <a:pt x="1486628" y="39345"/>
                  <a:pt x="1482624" y="44203"/>
                </a:cubicBezTo>
                <a:cubicBezTo>
                  <a:pt x="1478621" y="49061"/>
                  <a:pt x="1476619" y="56121"/>
                  <a:pt x="1476619" y="65384"/>
                </a:cubicBezTo>
                <a:close/>
                <a:moveTo>
                  <a:pt x="1589858" y="92215"/>
                </a:moveTo>
                <a:cubicBezTo>
                  <a:pt x="1585334" y="96063"/>
                  <a:pt x="1580980" y="98779"/>
                  <a:pt x="1576795" y="100364"/>
                </a:cubicBezTo>
                <a:cubicBezTo>
                  <a:pt x="1572610" y="101949"/>
                  <a:pt x="1568120" y="102741"/>
                  <a:pt x="1563325" y="102741"/>
                </a:cubicBezTo>
                <a:cubicBezTo>
                  <a:pt x="1555407" y="102741"/>
                  <a:pt x="1549323" y="100806"/>
                  <a:pt x="1545070" y="96935"/>
                </a:cubicBezTo>
                <a:cubicBezTo>
                  <a:pt x="1540817" y="93064"/>
                  <a:pt x="1538691" y="88118"/>
                  <a:pt x="1538691" y="82097"/>
                </a:cubicBezTo>
                <a:cubicBezTo>
                  <a:pt x="1538691" y="78567"/>
                  <a:pt x="1539494" y="75342"/>
                  <a:pt x="1541100" y="72422"/>
                </a:cubicBezTo>
                <a:cubicBezTo>
                  <a:pt x="1542706" y="69502"/>
                  <a:pt x="1544810" y="67158"/>
                  <a:pt x="1547411" y="65392"/>
                </a:cubicBezTo>
                <a:cubicBezTo>
                  <a:pt x="1550013" y="63627"/>
                  <a:pt x="1552942" y="62291"/>
                  <a:pt x="1556199" y="61387"/>
                </a:cubicBezTo>
                <a:cubicBezTo>
                  <a:pt x="1558597" y="60752"/>
                  <a:pt x="1562216" y="60140"/>
                  <a:pt x="1567057" y="59552"/>
                </a:cubicBezTo>
                <a:cubicBezTo>
                  <a:pt x="1576919" y="58384"/>
                  <a:pt x="1584180" y="56992"/>
                  <a:pt x="1588840" y="55375"/>
                </a:cubicBezTo>
                <a:cubicBezTo>
                  <a:pt x="1588886" y="53708"/>
                  <a:pt x="1588908" y="52649"/>
                  <a:pt x="1588908" y="52198"/>
                </a:cubicBezTo>
                <a:cubicBezTo>
                  <a:pt x="1588908" y="47240"/>
                  <a:pt x="1587754" y="43747"/>
                  <a:pt x="1585447" y="41720"/>
                </a:cubicBezTo>
                <a:cubicBezTo>
                  <a:pt x="1582326" y="38970"/>
                  <a:pt x="1577688" y="37595"/>
                  <a:pt x="1571536" y="37595"/>
                </a:cubicBezTo>
                <a:cubicBezTo>
                  <a:pt x="1565790" y="37595"/>
                  <a:pt x="1561549" y="38602"/>
                  <a:pt x="1558812" y="40615"/>
                </a:cubicBezTo>
                <a:cubicBezTo>
                  <a:pt x="1556075" y="42628"/>
                  <a:pt x="1554050" y="46191"/>
                  <a:pt x="1552738" y="51303"/>
                </a:cubicBezTo>
                <a:lnTo>
                  <a:pt x="1540795" y="49674"/>
                </a:lnTo>
                <a:cubicBezTo>
                  <a:pt x="1541881" y="44546"/>
                  <a:pt x="1543668" y="40406"/>
                  <a:pt x="1546156" y="37251"/>
                </a:cubicBezTo>
                <a:cubicBezTo>
                  <a:pt x="1548644" y="34097"/>
                  <a:pt x="1552241" y="31670"/>
                  <a:pt x="1556946" y="29969"/>
                </a:cubicBezTo>
                <a:cubicBezTo>
                  <a:pt x="1561651" y="28267"/>
                  <a:pt x="1567102" y="27416"/>
                  <a:pt x="1573300" y="27416"/>
                </a:cubicBezTo>
                <a:cubicBezTo>
                  <a:pt x="1579453" y="27416"/>
                  <a:pt x="1584452" y="28140"/>
                  <a:pt x="1588297" y="29587"/>
                </a:cubicBezTo>
                <a:cubicBezTo>
                  <a:pt x="1592143" y="31035"/>
                  <a:pt x="1594970" y="32856"/>
                  <a:pt x="1596780" y="35050"/>
                </a:cubicBezTo>
                <a:cubicBezTo>
                  <a:pt x="1598590" y="37244"/>
                  <a:pt x="1599856" y="40015"/>
                  <a:pt x="1600580" y="43363"/>
                </a:cubicBezTo>
                <a:cubicBezTo>
                  <a:pt x="1600987" y="45444"/>
                  <a:pt x="1601191" y="49199"/>
                  <a:pt x="1601191" y="54628"/>
                </a:cubicBezTo>
                <a:lnTo>
                  <a:pt x="1601191" y="70915"/>
                </a:lnTo>
                <a:cubicBezTo>
                  <a:pt x="1601191" y="82270"/>
                  <a:pt x="1601451" y="89452"/>
                  <a:pt x="1601971" y="92461"/>
                </a:cubicBezTo>
                <a:cubicBezTo>
                  <a:pt x="1602492" y="95469"/>
                  <a:pt x="1603521" y="98353"/>
                  <a:pt x="1605059" y="101113"/>
                </a:cubicBezTo>
                <a:lnTo>
                  <a:pt x="1592301" y="101113"/>
                </a:lnTo>
                <a:cubicBezTo>
                  <a:pt x="1591034" y="98576"/>
                  <a:pt x="1590220" y="95610"/>
                  <a:pt x="1589858" y="92215"/>
                </a:cubicBezTo>
                <a:moveTo>
                  <a:pt x="1588840" y="64875"/>
                </a:moveTo>
                <a:cubicBezTo>
                  <a:pt x="1584407" y="66700"/>
                  <a:pt x="1577756" y="68251"/>
                  <a:pt x="1568889" y="69528"/>
                </a:cubicBezTo>
                <a:cubicBezTo>
                  <a:pt x="1563867" y="70254"/>
                  <a:pt x="1560316" y="71072"/>
                  <a:pt x="1558235" y="71981"/>
                </a:cubicBezTo>
                <a:cubicBezTo>
                  <a:pt x="1556154" y="72889"/>
                  <a:pt x="1554548" y="74218"/>
                  <a:pt x="1553417" y="75968"/>
                </a:cubicBezTo>
                <a:cubicBezTo>
                  <a:pt x="1552286" y="77717"/>
                  <a:pt x="1551720" y="79659"/>
                  <a:pt x="1551720" y="81794"/>
                </a:cubicBezTo>
                <a:cubicBezTo>
                  <a:pt x="1551720" y="85064"/>
                  <a:pt x="1552953" y="87789"/>
                  <a:pt x="1555419" y="89971"/>
                </a:cubicBezTo>
                <a:cubicBezTo>
                  <a:pt x="1557884" y="92151"/>
                  <a:pt x="1561492" y="93241"/>
                  <a:pt x="1566243" y="93241"/>
                </a:cubicBezTo>
                <a:cubicBezTo>
                  <a:pt x="1570948" y="93241"/>
                  <a:pt x="1575132" y="92207"/>
                  <a:pt x="1578797" y="90138"/>
                </a:cubicBezTo>
                <a:cubicBezTo>
                  <a:pt x="1582461" y="88070"/>
                  <a:pt x="1585153" y="85240"/>
                  <a:pt x="1586872" y="81649"/>
                </a:cubicBezTo>
                <a:cubicBezTo>
                  <a:pt x="1588184" y="78876"/>
                  <a:pt x="1588840" y="74784"/>
                  <a:pt x="1588840" y="69375"/>
                </a:cubicBezTo>
                <a:lnTo>
                  <a:pt x="1588840" y="64875"/>
                </a:lnTo>
                <a:close/>
                <a:moveTo>
                  <a:pt x="1620289" y="101113"/>
                </a:moveTo>
                <a:lnTo>
                  <a:pt x="1620289" y="29044"/>
                </a:lnTo>
                <a:lnTo>
                  <a:pt x="1631282" y="29044"/>
                </a:lnTo>
                <a:lnTo>
                  <a:pt x="1631282" y="39224"/>
                </a:lnTo>
                <a:cubicBezTo>
                  <a:pt x="1636575" y="31352"/>
                  <a:pt x="1644221" y="27416"/>
                  <a:pt x="1654219" y="27416"/>
                </a:cubicBezTo>
                <a:cubicBezTo>
                  <a:pt x="1658562" y="27416"/>
                  <a:pt x="1662555" y="28196"/>
                  <a:pt x="1666196" y="29757"/>
                </a:cubicBezTo>
                <a:cubicBezTo>
                  <a:pt x="1669838" y="31318"/>
                  <a:pt x="1672564" y="33365"/>
                  <a:pt x="1674374" y="35898"/>
                </a:cubicBezTo>
                <a:cubicBezTo>
                  <a:pt x="1676183" y="38432"/>
                  <a:pt x="1677450" y="41440"/>
                  <a:pt x="1678174" y="44924"/>
                </a:cubicBezTo>
                <a:cubicBezTo>
                  <a:pt x="1678626" y="47186"/>
                  <a:pt x="1678853" y="51145"/>
                  <a:pt x="1678853" y="56800"/>
                </a:cubicBezTo>
                <a:lnTo>
                  <a:pt x="1678853" y="101113"/>
                </a:lnTo>
                <a:lnTo>
                  <a:pt x="1666638" y="101113"/>
                </a:lnTo>
                <a:lnTo>
                  <a:pt x="1666638" y="57228"/>
                </a:lnTo>
                <a:cubicBezTo>
                  <a:pt x="1666638" y="52246"/>
                  <a:pt x="1666163" y="48521"/>
                  <a:pt x="1665212" y="46052"/>
                </a:cubicBezTo>
                <a:cubicBezTo>
                  <a:pt x="1664262" y="43584"/>
                  <a:pt x="1662577" y="41614"/>
                  <a:pt x="1660157" y="40142"/>
                </a:cubicBezTo>
                <a:cubicBezTo>
                  <a:pt x="1657736" y="38670"/>
                  <a:pt x="1654898" y="37934"/>
                  <a:pt x="1651640" y="37934"/>
                </a:cubicBezTo>
                <a:cubicBezTo>
                  <a:pt x="1646438" y="37934"/>
                  <a:pt x="1641947" y="39588"/>
                  <a:pt x="1638170" y="42894"/>
                </a:cubicBezTo>
                <a:cubicBezTo>
                  <a:pt x="1634392" y="46200"/>
                  <a:pt x="1632503" y="52472"/>
                  <a:pt x="1632503" y="61711"/>
                </a:cubicBezTo>
                <a:lnTo>
                  <a:pt x="1632503" y="101113"/>
                </a:lnTo>
                <a:lnTo>
                  <a:pt x="1620289" y="101113"/>
                </a:lnTo>
                <a:close/>
                <a:moveTo>
                  <a:pt x="1696880" y="128936"/>
                </a:moveTo>
                <a:lnTo>
                  <a:pt x="1695523" y="117467"/>
                </a:lnTo>
                <a:cubicBezTo>
                  <a:pt x="1698192" y="118191"/>
                  <a:pt x="1700522" y="118553"/>
                  <a:pt x="1702513" y="118553"/>
                </a:cubicBezTo>
                <a:cubicBezTo>
                  <a:pt x="1705227" y="118553"/>
                  <a:pt x="1707399" y="118095"/>
                  <a:pt x="1709028" y="117179"/>
                </a:cubicBezTo>
                <a:cubicBezTo>
                  <a:pt x="1710656" y="116264"/>
                  <a:pt x="1711991" y="114983"/>
                  <a:pt x="1713031" y="113334"/>
                </a:cubicBezTo>
                <a:cubicBezTo>
                  <a:pt x="1713800" y="112098"/>
                  <a:pt x="1715045" y="109032"/>
                  <a:pt x="1716764" y="104135"/>
                </a:cubicBezTo>
                <a:cubicBezTo>
                  <a:pt x="1716990" y="103448"/>
                  <a:pt x="1717352" y="102440"/>
                  <a:pt x="1717849" y="101113"/>
                </a:cubicBezTo>
                <a:lnTo>
                  <a:pt x="1690501" y="29044"/>
                </a:lnTo>
                <a:lnTo>
                  <a:pt x="1703667" y="29044"/>
                </a:lnTo>
                <a:lnTo>
                  <a:pt x="1718664" y="70681"/>
                </a:lnTo>
                <a:cubicBezTo>
                  <a:pt x="1720609" y="75963"/>
                  <a:pt x="1722351" y="81515"/>
                  <a:pt x="1723889" y="87337"/>
                </a:cubicBezTo>
                <a:cubicBezTo>
                  <a:pt x="1725292" y="81740"/>
                  <a:pt x="1726965" y="76279"/>
                  <a:pt x="1728911" y="70953"/>
                </a:cubicBezTo>
                <a:lnTo>
                  <a:pt x="1744315" y="29044"/>
                </a:lnTo>
                <a:lnTo>
                  <a:pt x="1756530" y="29044"/>
                </a:lnTo>
                <a:lnTo>
                  <a:pt x="1729114" y="102383"/>
                </a:lnTo>
                <a:cubicBezTo>
                  <a:pt x="1726174" y="110306"/>
                  <a:pt x="1723889" y="115761"/>
                  <a:pt x="1722260" y="118748"/>
                </a:cubicBezTo>
                <a:cubicBezTo>
                  <a:pt x="1720089" y="122777"/>
                  <a:pt x="1717601" y="125731"/>
                  <a:pt x="1714796" y="127610"/>
                </a:cubicBezTo>
                <a:cubicBezTo>
                  <a:pt x="1711991" y="129489"/>
                  <a:pt x="1708643" y="130429"/>
                  <a:pt x="1704752" y="130429"/>
                </a:cubicBezTo>
                <a:cubicBezTo>
                  <a:pt x="1702400" y="130429"/>
                  <a:pt x="1699776" y="129931"/>
                  <a:pt x="1696880" y="128936"/>
                </a:cubicBezTo>
                <a:close/>
                <a:moveTo>
                  <a:pt x="1805595" y="101113"/>
                </a:moveTo>
                <a:lnTo>
                  <a:pt x="1805595" y="29044"/>
                </a:lnTo>
                <a:lnTo>
                  <a:pt x="1816520" y="29044"/>
                </a:lnTo>
                <a:lnTo>
                  <a:pt x="1816520" y="39088"/>
                </a:lnTo>
                <a:cubicBezTo>
                  <a:pt x="1818782" y="35579"/>
                  <a:pt x="1821791" y="32756"/>
                  <a:pt x="1825546" y="30620"/>
                </a:cubicBezTo>
                <a:cubicBezTo>
                  <a:pt x="1829301" y="28484"/>
                  <a:pt x="1833576" y="27416"/>
                  <a:pt x="1838372" y="27416"/>
                </a:cubicBezTo>
                <a:cubicBezTo>
                  <a:pt x="1843710" y="27416"/>
                  <a:pt x="1848087" y="28519"/>
                  <a:pt x="1851503" y="30724"/>
                </a:cubicBezTo>
                <a:cubicBezTo>
                  <a:pt x="1854918" y="32928"/>
                  <a:pt x="1857327" y="36010"/>
                  <a:pt x="1858730" y="39970"/>
                </a:cubicBezTo>
                <a:cubicBezTo>
                  <a:pt x="1864430" y="31601"/>
                  <a:pt x="1871850" y="27416"/>
                  <a:pt x="1880988" y="27416"/>
                </a:cubicBezTo>
                <a:cubicBezTo>
                  <a:pt x="1888136" y="27416"/>
                  <a:pt x="1893633" y="29395"/>
                  <a:pt x="1897479" y="33354"/>
                </a:cubicBezTo>
                <a:cubicBezTo>
                  <a:pt x="1901324" y="37312"/>
                  <a:pt x="1903247" y="43408"/>
                  <a:pt x="1903247" y="51642"/>
                </a:cubicBezTo>
                <a:lnTo>
                  <a:pt x="1903247" y="101113"/>
                </a:lnTo>
                <a:lnTo>
                  <a:pt x="1891100" y="101113"/>
                </a:lnTo>
                <a:lnTo>
                  <a:pt x="1891100" y="55665"/>
                </a:lnTo>
                <a:cubicBezTo>
                  <a:pt x="1891100" y="50773"/>
                  <a:pt x="1890704" y="47252"/>
                  <a:pt x="1889912" y="45102"/>
                </a:cubicBezTo>
                <a:cubicBezTo>
                  <a:pt x="1889120" y="42950"/>
                  <a:pt x="1887684" y="41218"/>
                  <a:pt x="1885603" y="39904"/>
                </a:cubicBezTo>
                <a:cubicBezTo>
                  <a:pt x="1883522" y="38591"/>
                  <a:pt x="1881079" y="37934"/>
                  <a:pt x="1878274" y="37934"/>
                </a:cubicBezTo>
                <a:cubicBezTo>
                  <a:pt x="1873207" y="37934"/>
                  <a:pt x="1869000" y="39622"/>
                  <a:pt x="1865652" y="42996"/>
                </a:cubicBezTo>
                <a:cubicBezTo>
                  <a:pt x="1862304" y="46370"/>
                  <a:pt x="1860630" y="51770"/>
                  <a:pt x="1860630" y="59198"/>
                </a:cubicBezTo>
                <a:lnTo>
                  <a:pt x="1860630" y="101113"/>
                </a:lnTo>
                <a:lnTo>
                  <a:pt x="1848415" y="101113"/>
                </a:lnTo>
                <a:lnTo>
                  <a:pt x="1848415" y="54238"/>
                </a:lnTo>
                <a:cubicBezTo>
                  <a:pt x="1848415" y="48803"/>
                  <a:pt x="1847420" y="44727"/>
                  <a:pt x="1845429" y="42010"/>
                </a:cubicBezTo>
                <a:cubicBezTo>
                  <a:pt x="1843439" y="39293"/>
                  <a:pt x="1840181" y="37934"/>
                  <a:pt x="1835657" y="37934"/>
                </a:cubicBezTo>
                <a:cubicBezTo>
                  <a:pt x="1832219" y="37934"/>
                  <a:pt x="1829041" y="38840"/>
                  <a:pt x="1826123" y="40653"/>
                </a:cubicBezTo>
                <a:cubicBezTo>
                  <a:pt x="1823205" y="42464"/>
                  <a:pt x="1821090" y="45113"/>
                  <a:pt x="1819778" y="48601"/>
                </a:cubicBezTo>
                <a:cubicBezTo>
                  <a:pt x="1818466" y="52088"/>
                  <a:pt x="1817810" y="57114"/>
                  <a:pt x="1817810" y="63681"/>
                </a:cubicBezTo>
                <a:lnTo>
                  <a:pt x="1817810" y="101113"/>
                </a:lnTo>
                <a:lnTo>
                  <a:pt x="1805595" y="101113"/>
                </a:lnTo>
                <a:close/>
                <a:moveTo>
                  <a:pt x="1921433" y="15744"/>
                </a:moveTo>
                <a:lnTo>
                  <a:pt x="1921433" y="1629"/>
                </a:lnTo>
                <a:lnTo>
                  <a:pt x="1933648" y="1629"/>
                </a:lnTo>
                <a:lnTo>
                  <a:pt x="1933648" y="15744"/>
                </a:lnTo>
                <a:lnTo>
                  <a:pt x="1921433" y="15744"/>
                </a:lnTo>
                <a:moveTo>
                  <a:pt x="1921433" y="101113"/>
                </a:moveTo>
                <a:lnTo>
                  <a:pt x="1921433" y="29044"/>
                </a:lnTo>
                <a:lnTo>
                  <a:pt x="1933648" y="29044"/>
                </a:lnTo>
                <a:lnTo>
                  <a:pt x="1933648" y="101113"/>
                </a:lnTo>
                <a:lnTo>
                  <a:pt x="1921433" y="101113"/>
                </a:lnTo>
                <a:close/>
                <a:moveTo>
                  <a:pt x="1951947" y="101113"/>
                </a:moveTo>
                <a:lnTo>
                  <a:pt x="1951947" y="1629"/>
                </a:lnTo>
                <a:lnTo>
                  <a:pt x="1964162" y="1629"/>
                </a:lnTo>
                <a:lnTo>
                  <a:pt x="1964162" y="101113"/>
                </a:lnTo>
                <a:lnTo>
                  <a:pt x="1951947" y="101113"/>
                </a:lnTo>
                <a:close/>
                <a:moveTo>
                  <a:pt x="1983139" y="15744"/>
                </a:moveTo>
                <a:lnTo>
                  <a:pt x="1983139" y="1629"/>
                </a:lnTo>
                <a:lnTo>
                  <a:pt x="1995354" y="1629"/>
                </a:lnTo>
                <a:lnTo>
                  <a:pt x="1995354" y="15744"/>
                </a:lnTo>
                <a:lnTo>
                  <a:pt x="1983139" y="15744"/>
                </a:lnTo>
                <a:moveTo>
                  <a:pt x="1983139" y="101113"/>
                </a:moveTo>
                <a:lnTo>
                  <a:pt x="1983139" y="29044"/>
                </a:lnTo>
                <a:lnTo>
                  <a:pt x="1995354" y="29044"/>
                </a:lnTo>
                <a:lnTo>
                  <a:pt x="1995354" y="101113"/>
                </a:lnTo>
                <a:lnTo>
                  <a:pt x="1983139" y="101113"/>
                </a:lnTo>
                <a:close/>
                <a:moveTo>
                  <a:pt x="2040733" y="90323"/>
                </a:moveTo>
                <a:lnTo>
                  <a:pt x="2042497" y="101113"/>
                </a:lnTo>
                <a:cubicBezTo>
                  <a:pt x="2039059" y="101746"/>
                  <a:pt x="2035983" y="102063"/>
                  <a:pt x="2033268" y="102063"/>
                </a:cubicBezTo>
                <a:cubicBezTo>
                  <a:pt x="2028835" y="102063"/>
                  <a:pt x="2025396" y="101362"/>
                  <a:pt x="2022953" y="99959"/>
                </a:cubicBezTo>
                <a:cubicBezTo>
                  <a:pt x="2020510" y="98557"/>
                  <a:pt x="2018791" y="96713"/>
                  <a:pt x="2017796" y="94428"/>
                </a:cubicBezTo>
                <a:cubicBezTo>
                  <a:pt x="2016801" y="92144"/>
                  <a:pt x="2016303" y="87337"/>
                  <a:pt x="2016303" y="80008"/>
                </a:cubicBezTo>
                <a:lnTo>
                  <a:pt x="2016303" y="38545"/>
                </a:lnTo>
                <a:lnTo>
                  <a:pt x="2007345" y="38545"/>
                </a:lnTo>
                <a:lnTo>
                  <a:pt x="2007345" y="29044"/>
                </a:lnTo>
                <a:lnTo>
                  <a:pt x="2016303" y="29044"/>
                </a:lnTo>
                <a:lnTo>
                  <a:pt x="2016303" y="11148"/>
                </a:lnTo>
                <a:lnTo>
                  <a:pt x="2028450" y="3800"/>
                </a:lnTo>
                <a:lnTo>
                  <a:pt x="2028450" y="29044"/>
                </a:lnTo>
                <a:lnTo>
                  <a:pt x="2040733" y="29044"/>
                </a:lnTo>
                <a:lnTo>
                  <a:pt x="2040733" y="38545"/>
                </a:lnTo>
                <a:lnTo>
                  <a:pt x="2028450" y="38545"/>
                </a:lnTo>
                <a:lnTo>
                  <a:pt x="2028450" y="80687"/>
                </a:lnTo>
                <a:cubicBezTo>
                  <a:pt x="2028450" y="84170"/>
                  <a:pt x="2028665" y="86410"/>
                  <a:pt x="2029095" y="87405"/>
                </a:cubicBezTo>
                <a:cubicBezTo>
                  <a:pt x="2029524" y="88400"/>
                  <a:pt x="2030226" y="89192"/>
                  <a:pt x="2031198" y="89780"/>
                </a:cubicBezTo>
                <a:cubicBezTo>
                  <a:pt x="2032171" y="90368"/>
                  <a:pt x="2033562" y="90662"/>
                  <a:pt x="2035372" y="90662"/>
                </a:cubicBezTo>
                <a:cubicBezTo>
                  <a:pt x="2036729" y="90662"/>
                  <a:pt x="2038516" y="90549"/>
                  <a:pt x="2040733" y="90323"/>
                </a:cubicBezTo>
                <a:close/>
                <a:moveTo>
                  <a:pt x="2099588" y="92215"/>
                </a:moveTo>
                <a:cubicBezTo>
                  <a:pt x="2095064" y="96063"/>
                  <a:pt x="2090709" y="98779"/>
                  <a:pt x="2086524" y="100364"/>
                </a:cubicBezTo>
                <a:cubicBezTo>
                  <a:pt x="2082340" y="101949"/>
                  <a:pt x="2077849" y="102741"/>
                  <a:pt x="2073054" y="102741"/>
                </a:cubicBezTo>
                <a:cubicBezTo>
                  <a:pt x="2065137" y="102741"/>
                  <a:pt x="2059052" y="100806"/>
                  <a:pt x="2054799" y="96935"/>
                </a:cubicBezTo>
                <a:cubicBezTo>
                  <a:pt x="2050547" y="93064"/>
                  <a:pt x="2048420" y="88118"/>
                  <a:pt x="2048420" y="82097"/>
                </a:cubicBezTo>
                <a:cubicBezTo>
                  <a:pt x="2048420" y="78567"/>
                  <a:pt x="2049223" y="75342"/>
                  <a:pt x="2050830" y="72422"/>
                </a:cubicBezTo>
                <a:cubicBezTo>
                  <a:pt x="2052436" y="69502"/>
                  <a:pt x="2054539" y="67158"/>
                  <a:pt x="2057141" y="65392"/>
                </a:cubicBezTo>
                <a:cubicBezTo>
                  <a:pt x="2059742" y="63627"/>
                  <a:pt x="2062671" y="62291"/>
                  <a:pt x="2065929" y="61387"/>
                </a:cubicBezTo>
                <a:cubicBezTo>
                  <a:pt x="2068326" y="60752"/>
                  <a:pt x="2071946" y="60140"/>
                  <a:pt x="2076786" y="59552"/>
                </a:cubicBezTo>
                <a:cubicBezTo>
                  <a:pt x="2086649" y="58384"/>
                  <a:pt x="2093910" y="56992"/>
                  <a:pt x="2098570" y="55375"/>
                </a:cubicBezTo>
                <a:cubicBezTo>
                  <a:pt x="2098615" y="53708"/>
                  <a:pt x="2098638" y="52649"/>
                  <a:pt x="2098638" y="52198"/>
                </a:cubicBezTo>
                <a:cubicBezTo>
                  <a:pt x="2098638" y="47240"/>
                  <a:pt x="2097484" y="43747"/>
                  <a:pt x="2095177" y="41720"/>
                </a:cubicBezTo>
                <a:cubicBezTo>
                  <a:pt x="2092055" y="38970"/>
                  <a:pt x="2087418" y="37595"/>
                  <a:pt x="2081265" y="37595"/>
                </a:cubicBezTo>
                <a:cubicBezTo>
                  <a:pt x="2075520" y="37595"/>
                  <a:pt x="2071278" y="38602"/>
                  <a:pt x="2068541" y="40615"/>
                </a:cubicBezTo>
                <a:cubicBezTo>
                  <a:pt x="2065804" y="42628"/>
                  <a:pt x="2063780" y="46191"/>
                  <a:pt x="2062468" y="51303"/>
                </a:cubicBezTo>
                <a:lnTo>
                  <a:pt x="2050524" y="49674"/>
                </a:lnTo>
                <a:cubicBezTo>
                  <a:pt x="2051610" y="44546"/>
                  <a:pt x="2053397" y="40406"/>
                  <a:pt x="2055885" y="37251"/>
                </a:cubicBezTo>
                <a:cubicBezTo>
                  <a:pt x="2058373" y="34097"/>
                  <a:pt x="2061970" y="31670"/>
                  <a:pt x="2066675" y="29969"/>
                </a:cubicBezTo>
                <a:cubicBezTo>
                  <a:pt x="2071380" y="28267"/>
                  <a:pt x="2076832" y="27416"/>
                  <a:pt x="2083030" y="27416"/>
                </a:cubicBezTo>
                <a:cubicBezTo>
                  <a:pt x="2089182" y="27416"/>
                  <a:pt x="2094181" y="28140"/>
                  <a:pt x="2098027" y="29587"/>
                </a:cubicBezTo>
                <a:cubicBezTo>
                  <a:pt x="2101872" y="31035"/>
                  <a:pt x="2104700" y="32856"/>
                  <a:pt x="2106509" y="35050"/>
                </a:cubicBezTo>
                <a:cubicBezTo>
                  <a:pt x="2108319" y="37244"/>
                  <a:pt x="2109586" y="40015"/>
                  <a:pt x="2110310" y="43363"/>
                </a:cubicBezTo>
                <a:cubicBezTo>
                  <a:pt x="2110717" y="45444"/>
                  <a:pt x="2110920" y="49199"/>
                  <a:pt x="2110920" y="54628"/>
                </a:cubicBezTo>
                <a:lnTo>
                  <a:pt x="2110920" y="70915"/>
                </a:lnTo>
                <a:cubicBezTo>
                  <a:pt x="2110920" y="82270"/>
                  <a:pt x="2111181" y="89452"/>
                  <a:pt x="2111701" y="92461"/>
                </a:cubicBezTo>
                <a:cubicBezTo>
                  <a:pt x="2112221" y="95469"/>
                  <a:pt x="2113250" y="98353"/>
                  <a:pt x="2114788" y="101113"/>
                </a:cubicBezTo>
                <a:lnTo>
                  <a:pt x="2102031" y="101113"/>
                </a:lnTo>
                <a:cubicBezTo>
                  <a:pt x="2100764" y="98576"/>
                  <a:pt x="2099950" y="95610"/>
                  <a:pt x="2099588" y="92215"/>
                </a:cubicBezTo>
                <a:moveTo>
                  <a:pt x="2098570" y="64875"/>
                </a:moveTo>
                <a:cubicBezTo>
                  <a:pt x="2094136" y="66700"/>
                  <a:pt x="2087486" y="68251"/>
                  <a:pt x="2078619" y="69528"/>
                </a:cubicBezTo>
                <a:cubicBezTo>
                  <a:pt x="2073597" y="70254"/>
                  <a:pt x="2070045" y="71072"/>
                  <a:pt x="2067964" y="71981"/>
                </a:cubicBezTo>
                <a:cubicBezTo>
                  <a:pt x="2065883" y="72889"/>
                  <a:pt x="2064277" y="74218"/>
                  <a:pt x="2063146" y="75968"/>
                </a:cubicBezTo>
                <a:cubicBezTo>
                  <a:pt x="2062015" y="77717"/>
                  <a:pt x="2061450" y="79659"/>
                  <a:pt x="2061450" y="81794"/>
                </a:cubicBezTo>
                <a:cubicBezTo>
                  <a:pt x="2061450" y="85064"/>
                  <a:pt x="2062683" y="87789"/>
                  <a:pt x="2065148" y="89971"/>
                </a:cubicBezTo>
                <a:cubicBezTo>
                  <a:pt x="2067614" y="92151"/>
                  <a:pt x="2071222" y="93241"/>
                  <a:pt x="2075972" y="93241"/>
                </a:cubicBezTo>
                <a:cubicBezTo>
                  <a:pt x="2080677" y="93241"/>
                  <a:pt x="2084862" y="92207"/>
                  <a:pt x="2088526" y="90138"/>
                </a:cubicBezTo>
                <a:cubicBezTo>
                  <a:pt x="2092191" y="88070"/>
                  <a:pt x="2094883" y="85240"/>
                  <a:pt x="2096602" y="81649"/>
                </a:cubicBezTo>
                <a:cubicBezTo>
                  <a:pt x="2097914" y="78876"/>
                  <a:pt x="2098570" y="74784"/>
                  <a:pt x="2098570" y="69375"/>
                </a:cubicBezTo>
                <a:lnTo>
                  <a:pt x="2098570" y="64875"/>
                </a:lnTo>
                <a:close/>
                <a:moveTo>
                  <a:pt x="2129697" y="101113"/>
                </a:moveTo>
                <a:lnTo>
                  <a:pt x="2129697" y="29044"/>
                </a:lnTo>
                <a:lnTo>
                  <a:pt x="2140690" y="29044"/>
                </a:lnTo>
                <a:lnTo>
                  <a:pt x="2140690" y="39902"/>
                </a:lnTo>
                <a:cubicBezTo>
                  <a:pt x="2143495" y="34818"/>
                  <a:pt x="2146085" y="31466"/>
                  <a:pt x="2148460" y="29846"/>
                </a:cubicBezTo>
                <a:cubicBezTo>
                  <a:pt x="2150835" y="28226"/>
                  <a:pt x="2153448" y="27416"/>
                  <a:pt x="2156298" y="27416"/>
                </a:cubicBezTo>
                <a:cubicBezTo>
                  <a:pt x="2160415" y="27416"/>
                  <a:pt x="2164600" y="28722"/>
                  <a:pt x="2168853" y="31335"/>
                </a:cubicBezTo>
                <a:lnTo>
                  <a:pt x="2164645" y="42617"/>
                </a:lnTo>
                <a:cubicBezTo>
                  <a:pt x="2161659" y="40852"/>
                  <a:pt x="2158673" y="39970"/>
                  <a:pt x="2155688" y="39970"/>
                </a:cubicBezTo>
                <a:cubicBezTo>
                  <a:pt x="2153018" y="39970"/>
                  <a:pt x="2150621" y="40775"/>
                  <a:pt x="2148494" y="42383"/>
                </a:cubicBezTo>
                <a:cubicBezTo>
                  <a:pt x="2146368" y="43991"/>
                  <a:pt x="2144852" y="46221"/>
                  <a:pt x="2143948" y="49074"/>
                </a:cubicBezTo>
                <a:cubicBezTo>
                  <a:pt x="2142590" y="53421"/>
                  <a:pt x="2141912" y="58177"/>
                  <a:pt x="2141912" y="63340"/>
                </a:cubicBezTo>
                <a:lnTo>
                  <a:pt x="2141912" y="101113"/>
                </a:lnTo>
                <a:lnTo>
                  <a:pt x="2129697" y="101113"/>
                </a:lnTo>
                <a:close/>
                <a:moveTo>
                  <a:pt x="2175570" y="128936"/>
                </a:moveTo>
                <a:lnTo>
                  <a:pt x="2174212" y="117467"/>
                </a:lnTo>
                <a:cubicBezTo>
                  <a:pt x="2176882" y="118191"/>
                  <a:pt x="2179212" y="118553"/>
                  <a:pt x="2181202" y="118553"/>
                </a:cubicBezTo>
                <a:cubicBezTo>
                  <a:pt x="2183917" y="118553"/>
                  <a:pt x="2186088" y="118095"/>
                  <a:pt x="2187717" y="117179"/>
                </a:cubicBezTo>
                <a:cubicBezTo>
                  <a:pt x="2189345" y="116264"/>
                  <a:pt x="2190680" y="114983"/>
                  <a:pt x="2191721" y="113334"/>
                </a:cubicBezTo>
                <a:cubicBezTo>
                  <a:pt x="2192490" y="112098"/>
                  <a:pt x="2193734" y="109032"/>
                  <a:pt x="2195453" y="104135"/>
                </a:cubicBezTo>
                <a:cubicBezTo>
                  <a:pt x="2195679" y="103448"/>
                  <a:pt x="2196041" y="102440"/>
                  <a:pt x="2196539" y="101113"/>
                </a:cubicBezTo>
                <a:lnTo>
                  <a:pt x="2169191" y="29044"/>
                </a:lnTo>
                <a:lnTo>
                  <a:pt x="2182356" y="29044"/>
                </a:lnTo>
                <a:lnTo>
                  <a:pt x="2197353" y="70681"/>
                </a:lnTo>
                <a:cubicBezTo>
                  <a:pt x="2199298" y="75963"/>
                  <a:pt x="2201040" y="81515"/>
                  <a:pt x="2202578" y="87337"/>
                </a:cubicBezTo>
                <a:cubicBezTo>
                  <a:pt x="2203981" y="81740"/>
                  <a:pt x="2205655" y="76279"/>
                  <a:pt x="2207600" y="70953"/>
                </a:cubicBezTo>
                <a:lnTo>
                  <a:pt x="2223004" y="29044"/>
                </a:lnTo>
                <a:lnTo>
                  <a:pt x="2235219" y="29044"/>
                </a:lnTo>
                <a:lnTo>
                  <a:pt x="2207804" y="102383"/>
                </a:lnTo>
                <a:cubicBezTo>
                  <a:pt x="2204863" y="110306"/>
                  <a:pt x="2202578" y="115761"/>
                  <a:pt x="2200950" y="118748"/>
                </a:cubicBezTo>
                <a:cubicBezTo>
                  <a:pt x="2198778" y="122777"/>
                  <a:pt x="2196290" y="125731"/>
                  <a:pt x="2193485" y="127610"/>
                </a:cubicBezTo>
                <a:cubicBezTo>
                  <a:pt x="2190680" y="129489"/>
                  <a:pt x="2187332" y="130429"/>
                  <a:pt x="2183442" y="130429"/>
                </a:cubicBezTo>
                <a:cubicBezTo>
                  <a:pt x="2181089" y="130429"/>
                  <a:pt x="2178465" y="129931"/>
                  <a:pt x="2175570" y="12893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crises.">
            <a:extLst xmlns:a="http://schemas.openxmlformats.org/drawingml/2006/main">
              <a:ext uri="{FF2B5EF4-FFF2-40B4-BE49-F238E27FC236}">
                <a16:creationId xmlns:a16="http://schemas.microsoft.com/office/drawing/2014/main" id="{5E58CD2E-F020-4262-BC98-899A7633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8799" y="3684644"/>
            <a:ext cx="383980" cy="101113"/>
          </a:xfrm>
          <a:custGeom xmlns:a="http://schemas.openxmlformats.org/drawingml/2006/main">
            <a:pathLst>
              <a:path w="383980" h="101113">
                <a:moveTo>
                  <a:pt x="50760" y="73018"/>
                </a:moveTo>
                <a:lnTo>
                  <a:pt x="62771" y="74579"/>
                </a:lnTo>
                <a:cubicBezTo>
                  <a:pt x="61459" y="82879"/>
                  <a:pt x="58100" y="89377"/>
                  <a:pt x="52694" y="94072"/>
                </a:cubicBezTo>
                <a:cubicBezTo>
                  <a:pt x="47288" y="98766"/>
                  <a:pt x="40649" y="101113"/>
                  <a:pt x="32777" y="101113"/>
                </a:cubicBezTo>
                <a:cubicBezTo>
                  <a:pt x="22914" y="101113"/>
                  <a:pt x="14986" y="97889"/>
                  <a:pt x="8992" y="91443"/>
                </a:cubicBezTo>
                <a:cubicBezTo>
                  <a:pt x="2997" y="84996"/>
                  <a:pt x="0" y="75755"/>
                  <a:pt x="0" y="63721"/>
                </a:cubicBezTo>
                <a:cubicBezTo>
                  <a:pt x="0" y="55940"/>
                  <a:pt x="1289" y="49131"/>
                  <a:pt x="3868" y="43295"/>
                </a:cubicBezTo>
                <a:cubicBezTo>
                  <a:pt x="6447" y="37459"/>
                  <a:pt x="10371" y="33082"/>
                  <a:pt x="15642" y="30164"/>
                </a:cubicBezTo>
                <a:cubicBezTo>
                  <a:pt x="20912" y="27246"/>
                  <a:pt x="26647" y="25787"/>
                  <a:pt x="32845" y="25787"/>
                </a:cubicBezTo>
                <a:cubicBezTo>
                  <a:pt x="40671" y="25787"/>
                  <a:pt x="47073" y="27773"/>
                  <a:pt x="52049" y="31744"/>
                </a:cubicBezTo>
                <a:cubicBezTo>
                  <a:pt x="57026" y="35714"/>
                  <a:pt x="60215" y="41351"/>
                  <a:pt x="61618" y="48656"/>
                </a:cubicBezTo>
                <a:lnTo>
                  <a:pt x="49742" y="50489"/>
                </a:lnTo>
                <a:cubicBezTo>
                  <a:pt x="48611" y="45670"/>
                  <a:pt x="46609" y="42045"/>
                  <a:pt x="43736" y="39614"/>
                </a:cubicBezTo>
                <a:cubicBezTo>
                  <a:pt x="40864" y="37182"/>
                  <a:pt x="37391" y="35966"/>
                  <a:pt x="33320" y="35966"/>
                </a:cubicBezTo>
                <a:cubicBezTo>
                  <a:pt x="27167" y="35966"/>
                  <a:pt x="22168" y="38161"/>
                  <a:pt x="18322" y="42551"/>
                </a:cubicBezTo>
                <a:cubicBezTo>
                  <a:pt x="14477" y="46939"/>
                  <a:pt x="12554" y="53883"/>
                  <a:pt x="12554" y="63382"/>
                </a:cubicBezTo>
                <a:cubicBezTo>
                  <a:pt x="12554" y="73017"/>
                  <a:pt x="14409" y="80018"/>
                  <a:pt x="18119" y="84385"/>
                </a:cubicBezTo>
                <a:cubicBezTo>
                  <a:pt x="21829" y="88751"/>
                  <a:pt x="26669" y="90934"/>
                  <a:pt x="32641" y="90934"/>
                </a:cubicBezTo>
                <a:cubicBezTo>
                  <a:pt x="37437" y="90934"/>
                  <a:pt x="41440" y="89469"/>
                  <a:pt x="44652" y="86540"/>
                </a:cubicBezTo>
                <a:cubicBezTo>
                  <a:pt x="47865" y="83610"/>
                  <a:pt x="49900" y="79103"/>
                  <a:pt x="50760" y="73018"/>
                </a:cubicBezTo>
                <a:close/>
                <a:moveTo>
                  <a:pt x="73087" y="99484"/>
                </a:moveTo>
                <a:lnTo>
                  <a:pt x="73087" y="27416"/>
                </a:lnTo>
                <a:lnTo>
                  <a:pt x="84080" y="27416"/>
                </a:lnTo>
                <a:lnTo>
                  <a:pt x="84080" y="38274"/>
                </a:lnTo>
                <a:cubicBezTo>
                  <a:pt x="86885" y="33190"/>
                  <a:pt x="89475" y="29838"/>
                  <a:pt x="91850" y="28217"/>
                </a:cubicBezTo>
                <a:cubicBezTo>
                  <a:pt x="94225" y="26597"/>
                  <a:pt x="96838" y="25787"/>
                  <a:pt x="99688" y="25787"/>
                </a:cubicBezTo>
                <a:cubicBezTo>
                  <a:pt x="103805" y="25787"/>
                  <a:pt x="107990" y="27093"/>
                  <a:pt x="112242" y="29706"/>
                </a:cubicBezTo>
                <a:lnTo>
                  <a:pt x="108035" y="40988"/>
                </a:lnTo>
                <a:cubicBezTo>
                  <a:pt x="105049" y="39224"/>
                  <a:pt x="102063" y="38341"/>
                  <a:pt x="99077" y="38341"/>
                </a:cubicBezTo>
                <a:cubicBezTo>
                  <a:pt x="96408" y="38341"/>
                  <a:pt x="94011" y="39146"/>
                  <a:pt x="91884" y="40755"/>
                </a:cubicBezTo>
                <a:cubicBezTo>
                  <a:pt x="89758" y="42362"/>
                  <a:pt x="88242" y="44592"/>
                  <a:pt x="87338" y="47445"/>
                </a:cubicBezTo>
                <a:cubicBezTo>
                  <a:pt x="85980" y="51793"/>
                  <a:pt x="85302" y="56548"/>
                  <a:pt x="85302" y="61711"/>
                </a:cubicBezTo>
                <a:lnTo>
                  <a:pt x="85302" y="99484"/>
                </a:lnTo>
                <a:lnTo>
                  <a:pt x="73087" y="99484"/>
                </a:lnTo>
                <a:close/>
                <a:moveTo>
                  <a:pt x="119570" y="14115"/>
                </a:moveTo>
                <a:lnTo>
                  <a:pt x="119570" y="0"/>
                </a:lnTo>
                <a:lnTo>
                  <a:pt x="131785" y="0"/>
                </a:lnTo>
                <a:lnTo>
                  <a:pt x="131785" y="14115"/>
                </a:lnTo>
                <a:lnTo>
                  <a:pt x="119570" y="14115"/>
                </a:lnTo>
                <a:moveTo>
                  <a:pt x="119570" y="99484"/>
                </a:moveTo>
                <a:lnTo>
                  <a:pt x="119570" y="27416"/>
                </a:lnTo>
                <a:lnTo>
                  <a:pt x="131785" y="27416"/>
                </a:lnTo>
                <a:lnTo>
                  <a:pt x="131785" y="99484"/>
                </a:lnTo>
                <a:lnTo>
                  <a:pt x="119570" y="99484"/>
                </a:lnTo>
                <a:close/>
                <a:moveTo>
                  <a:pt x="145470" y="77904"/>
                </a:moveTo>
                <a:lnTo>
                  <a:pt x="157549" y="76004"/>
                </a:lnTo>
                <a:cubicBezTo>
                  <a:pt x="158228" y="80824"/>
                  <a:pt x="160117" y="84517"/>
                  <a:pt x="163216" y="87085"/>
                </a:cubicBezTo>
                <a:cubicBezTo>
                  <a:pt x="166315" y="89651"/>
                  <a:pt x="170647" y="90934"/>
                  <a:pt x="176211" y="90934"/>
                </a:cubicBezTo>
                <a:cubicBezTo>
                  <a:pt x="181821" y="90934"/>
                  <a:pt x="185983" y="89800"/>
                  <a:pt x="188698" y="87534"/>
                </a:cubicBezTo>
                <a:cubicBezTo>
                  <a:pt x="191412" y="85267"/>
                  <a:pt x="192769" y="82607"/>
                  <a:pt x="192769" y="79556"/>
                </a:cubicBezTo>
                <a:cubicBezTo>
                  <a:pt x="192769" y="76818"/>
                  <a:pt x="191570" y="74663"/>
                  <a:pt x="189173" y="73093"/>
                </a:cubicBezTo>
                <a:cubicBezTo>
                  <a:pt x="187499" y="72015"/>
                  <a:pt x="183337" y="70646"/>
                  <a:pt x="176686" y="68985"/>
                </a:cubicBezTo>
                <a:cubicBezTo>
                  <a:pt x="167729" y="66721"/>
                  <a:pt x="161519" y="64763"/>
                  <a:pt x="158058" y="63111"/>
                </a:cubicBezTo>
                <a:cubicBezTo>
                  <a:pt x="154597" y="61458"/>
                  <a:pt x="151973" y="59171"/>
                  <a:pt x="150186" y="56250"/>
                </a:cubicBezTo>
                <a:cubicBezTo>
                  <a:pt x="148399" y="53329"/>
                  <a:pt x="147506" y="50103"/>
                  <a:pt x="147506" y="46572"/>
                </a:cubicBezTo>
                <a:cubicBezTo>
                  <a:pt x="147506" y="43357"/>
                  <a:pt x="148241" y="40379"/>
                  <a:pt x="149711" y="37639"/>
                </a:cubicBezTo>
                <a:cubicBezTo>
                  <a:pt x="151182" y="34900"/>
                  <a:pt x="153184" y="32624"/>
                  <a:pt x="155717" y="30813"/>
                </a:cubicBezTo>
                <a:cubicBezTo>
                  <a:pt x="157617" y="29409"/>
                  <a:pt x="160207" y="28221"/>
                  <a:pt x="163487" y="27248"/>
                </a:cubicBezTo>
                <a:cubicBezTo>
                  <a:pt x="166767" y="26274"/>
                  <a:pt x="170285" y="25787"/>
                  <a:pt x="174040" y="25787"/>
                </a:cubicBezTo>
                <a:cubicBezTo>
                  <a:pt x="179695" y="25787"/>
                  <a:pt x="184660" y="26607"/>
                  <a:pt x="188935" y="28247"/>
                </a:cubicBezTo>
                <a:cubicBezTo>
                  <a:pt x="193210" y="29886"/>
                  <a:pt x="196366" y="32106"/>
                  <a:pt x="198402" y="34908"/>
                </a:cubicBezTo>
                <a:cubicBezTo>
                  <a:pt x="200437" y="37709"/>
                  <a:pt x="201840" y="41455"/>
                  <a:pt x="202609" y="46145"/>
                </a:cubicBezTo>
                <a:lnTo>
                  <a:pt x="190665" y="47774"/>
                </a:lnTo>
                <a:cubicBezTo>
                  <a:pt x="190123" y="44064"/>
                  <a:pt x="188550" y="41169"/>
                  <a:pt x="185949" y="39088"/>
                </a:cubicBezTo>
                <a:cubicBezTo>
                  <a:pt x="183348" y="37007"/>
                  <a:pt x="179672" y="35966"/>
                  <a:pt x="174922" y="35966"/>
                </a:cubicBezTo>
                <a:cubicBezTo>
                  <a:pt x="169312" y="35966"/>
                  <a:pt x="165308" y="36889"/>
                  <a:pt x="162910" y="38736"/>
                </a:cubicBezTo>
                <a:cubicBezTo>
                  <a:pt x="160513" y="40581"/>
                  <a:pt x="159314" y="42742"/>
                  <a:pt x="159314" y="45219"/>
                </a:cubicBezTo>
                <a:cubicBezTo>
                  <a:pt x="159314" y="46794"/>
                  <a:pt x="159811" y="48212"/>
                  <a:pt x="160807" y="49473"/>
                </a:cubicBezTo>
                <a:cubicBezTo>
                  <a:pt x="161802" y="50778"/>
                  <a:pt x="163363" y="51858"/>
                  <a:pt x="165489" y="52713"/>
                </a:cubicBezTo>
                <a:cubicBezTo>
                  <a:pt x="166711" y="53164"/>
                  <a:pt x="170307" y="54200"/>
                  <a:pt x="176279" y="55820"/>
                </a:cubicBezTo>
                <a:cubicBezTo>
                  <a:pt x="184920" y="58126"/>
                  <a:pt x="190948" y="60013"/>
                  <a:pt x="194364" y="61482"/>
                </a:cubicBezTo>
                <a:cubicBezTo>
                  <a:pt x="197780" y="62951"/>
                  <a:pt x="200460" y="65087"/>
                  <a:pt x="202405" y="67891"/>
                </a:cubicBezTo>
                <a:cubicBezTo>
                  <a:pt x="204351" y="70693"/>
                  <a:pt x="205323" y="74173"/>
                  <a:pt x="205323" y="78331"/>
                </a:cubicBezTo>
                <a:cubicBezTo>
                  <a:pt x="205323" y="82399"/>
                  <a:pt x="204136" y="86231"/>
                  <a:pt x="201761" y="89825"/>
                </a:cubicBezTo>
                <a:cubicBezTo>
                  <a:pt x="199386" y="93417"/>
                  <a:pt x="195959" y="96196"/>
                  <a:pt x="191480" y="98163"/>
                </a:cubicBezTo>
                <a:cubicBezTo>
                  <a:pt x="187001" y="100129"/>
                  <a:pt x="181934" y="101113"/>
                  <a:pt x="176279" y="101113"/>
                </a:cubicBezTo>
                <a:cubicBezTo>
                  <a:pt x="166914" y="101113"/>
                  <a:pt x="159777" y="99162"/>
                  <a:pt x="154869" y="95260"/>
                </a:cubicBezTo>
                <a:cubicBezTo>
                  <a:pt x="149960" y="91358"/>
                  <a:pt x="146827" y="85573"/>
                  <a:pt x="145470" y="77904"/>
                </a:cubicBezTo>
                <a:close/>
                <a:moveTo>
                  <a:pt x="269180" y="76276"/>
                </a:moveTo>
                <a:lnTo>
                  <a:pt x="281802" y="77836"/>
                </a:lnTo>
                <a:cubicBezTo>
                  <a:pt x="279812" y="85211"/>
                  <a:pt x="276125" y="90934"/>
                  <a:pt x="270741" y="95005"/>
                </a:cubicBezTo>
                <a:cubicBezTo>
                  <a:pt x="265357" y="99077"/>
                  <a:pt x="258481" y="101113"/>
                  <a:pt x="250111" y="101113"/>
                </a:cubicBezTo>
                <a:cubicBezTo>
                  <a:pt x="239570" y="101113"/>
                  <a:pt x="231212" y="97867"/>
                  <a:pt x="225037" y="91375"/>
                </a:cubicBezTo>
                <a:cubicBezTo>
                  <a:pt x="218861" y="84883"/>
                  <a:pt x="215774" y="75778"/>
                  <a:pt x="215774" y="64061"/>
                </a:cubicBezTo>
                <a:cubicBezTo>
                  <a:pt x="215774" y="51936"/>
                  <a:pt x="218895" y="42526"/>
                  <a:pt x="225139" y="35831"/>
                </a:cubicBezTo>
                <a:cubicBezTo>
                  <a:pt x="231382" y="29135"/>
                  <a:pt x="239480" y="25787"/>
                  <a:pt x="249433" y="25787"/>
                </a:cubicBezTo>
                <a:cubicBezTo>
                  <a:pt x="259069" y="25787"/>
                  <a:pt x="266941" y="29062"/>
                  <a:pt x="273048" y="35612"/>
                </a:cubicBezTo>
                <a:cubicBezTo>
                  <a:pt x="279156" y="42161"/>
                  <a:pt x="282210" y="51374"/>
                  <a:pt x="282210" y="63253"/>
                </a:cubicBezTo>
                <a:cubicBezTo>
                  <a:pt x="282210" y="63975"/>
                  <a:pt x="282187" y="65059"/>
                  <a:pt x="282142" y="66504"/>
                </a:cubicBezTo>
                <a:lnTo>
                  <a:pt x="228396" y="66504"/>
                </a:lnTo>
                <a:cubicBezTo>
                  <a:pt x="228848" y="74398"/>
                  <a:pt x="231088" y="80443"/>
                  <a:pt x="235114" y="84640"/>
                </a:cubicBezTo>
                <a:cubicBezTo>
                  <a:pt x="239140" y="88836"/>
                  <a:pt x="244162" y="90934"/>
                  <a:pt x="250179" y="90934"/>
                </a:cubicBezTo>
                <a:cubicBezTo>
                  <a:pt x="254658" y="90934"/>
                  <a:pt x="258481" y="89769"/>
                  <a:pt x="261648" y="87439"/>
                </a:cubicBezTo>
                <a:cubicBezTo>
                  <a:pt x="264815" y="85107"/>
                  <a:pt x="267325" y="81386"/>
                  <a:pt x="269180" y="76276"/>
                </a:cubicBezTo>
                <a:moveTo>
                  <a:pt x="229074" y="56325"/>
                </a:moveTo>
                <a:lnTo>
                  <a:pt x="269316" y="56325"/>
                </a:lnTo>
                <a:cubicBezTo>
                  <a:pt x="268773" y="50361"/>
                  <a:pt x="267235" y="45889"/>
                  <a:pt x="264701" y="42907"/>
                </a:cubicBezTo>
                <a:cubicBezTo>
                  <a:pt x="260811" y="38280"/>
                  <a:pt x="255766" y="35966"/>
                  <a:pt x="249568" y="35966"/>
                </a:cubicBezTo>
                <a:cubicBezTo>
                  <a:pt x="243959" y="35966"/>
                  <a:pt x="239242" y="37813"/>
                  <a:pt x="235419" y="41508"/>
                </a:cubicBezTo>
                <a:cubicBezTo>
                  <a:pt x="231597" y="45200"/>
                  <a:pt x="229482" y="50139"/>
                  <a:pt x="229074" y="56325"/>
                </a:cubicBezTo>
                <a:close/>
                <a:moveTo>
                  <a:pt x="292233" y="77904"/>
                </a:moveTo>
                <a:lnTo>
                  <a:pt x="304312" y="76004"/>
                </a:lnTo>
                <a:cubicBezTo>
                  <a:pt x="304991" y="80824"/>
                  <a:pt x="306879" y="84517"/>
                  <a:pt x="309978" y="87085"/>
                </a:cubicBezTo>
                <a:cubicBezTo>
                  <a:pt x="313077" y="89651"/>
                  <a:pt x="317409" y="90934"/>
                  <a:pt x="322974" y="90934"/>
                </a:cubicBezTo>
                <a:cubicBezTo>
                  <a:pt x="328584" y="90934"/>
                  <a:pt x="332746" y="89800"/>
                  <a:pt x="335460" y="87534"/>
                </a:cubicBezTo>
                <a:cubicBezTo>
                  <a:pt x="338175" y="85267"/>
                  <a:pt x="339532" y="82607"/>
                  <a:pt x="339532" y="79556"/>
                </a:cubicBezTo>
                <a:cubicBezTo>
                  <a:pt x="339532" y="76818"/>
                  <a:pt x="338333" y="74663"/>
                  <a:pt x="335935" y="73093"/>
                </a:cubicBezTo>
                <a:cubicBezTo>
                  <a:pt x="334261" y="72015"/>
                  <a:pt x="330099" y="70646"/>
                  <a:pt x="323449" y="68985"/>
                </a:cubicBezTo>
                <a:cubicBezTo>
                  <a:pt x="314491" y="66721"/>
                  <a:pt x="308282" y="64763"/>
                  <a:pt x="304821" y="63111"/>
                </a:cubicBezTo>
                <a:cubicBezTo>
                  <a:pt x="301360" y="61458"/>
                  <a:pt x="298736" y="59171"/>
                  <a:pt x="296949" y="56250"/>
                </a:cubicBezTo>
                <a:cubicBezTo>
                  <a:pt x="295162" y="53329"/>
                  <a:pt x="294269" y="50103"/>
                  <a:pt x="294269" y="46572"/>
                </a:cubicBezTo>
                <a:cubicBezTo>
                  <a:pt x="294269" y="43357"/>
                  <a:pt x="295004" y="40379"/>
                  <a:pt x="296474" y="37639"/>
                </a:cubicBezTo>
                <a:cubicBezTo>
                  <a:pt x="297944" y="34900"/>
                  <a:pt x="299946" y="32624"/>
                  <a:pt x="302480" y="30813"/>
                </a:cubicBezTo>
                <a:cubicBezTo>
                  <a:pt x="304380" y="29409"/>
                  <a:pt x="306970" y="28221"/>
                  <a:pt x="310250" y="27248"/>
                </a:cubicBezTo>
                <a:cubicBezTo>
                  <a:pt x="313530" y="26274"/>
                  <a:pt x="317047" y="25787"/>
                  <a:pt x="320802" y="25787"/>
                </a:cubicBezTo>
                <a:cubicBezTo>
                  <a:pt x="326457" y="25787"/>
                  <a:pt x="331422" y="26607"/>
                  <a:pt x="335698" y="28247"/>
                </a:cubicBezTo>
                <a:cubicBezTo>
                  <a:pt x="339973" y="29886"/>
                  <a:pt x="343128" y="32106"/>
                  <a:pt x="345164" y="34908"/>
                </a:cubicBezTo>
                <a:cubicBezTo>
                  <a:pt x="347200" y="37709"/>
                  <a:pt x="348603" y="41455"/>
                  <a:pt x="349372" y="46145"/>
                </a:cubicBezTo>
                <a:lnTo>
                  <a:pt x="337428" y="47774"/>
                </a:lnTo>
                <a:cubicBezTo>
                  <a:pt x="336885" y="44064"/>
                  <a:pt x="335313" y="41169"/>
                  <a:pt x="332712" y="39088"/>
                </a:cubicBezTo>
                <a:cubicBezTo>
                  <a:pt x="330110" y="37007"/>
                  <a:pt x="326435" y="35966"/>
                  <a:pt x="321684" y="35966"/>
                </a:cubicBezTo>
                <a:cubicBezTo>
                  <a:pt x="316075" y="35966"/>
                  <a:pt x="312071" y="36889"/>
                  <a:pt x="309673" y="38736"/>
                </a:cubicBezTo>
                <a:cubicBezTo>
                  <a:pt x="307275" y="40581"/>
                  <a:pt x="306076" y="42742"/>
                  <a:pt x="306076" y="45219"/>
                </a:cubicBezTo>
                <a:cubicBezTo>
                  <a:pt x="306076" y="46794"/>
                  <a:pt x="306574" y="48212"/>
                  <a:pt x="307569" y="49473"/>
                </a:cubicBezTo>
                <a:cubicBezTo>
                  <a:pt x="308565" y="50778"/>
                  <a:pt x="310125" y="51858"/>
                  <a:pt x="312252" y="52713"/>
                </a:cubicBezTo>
                <a:cubicBezTo>
                  <a:pt x="313473" y="53164"/>
                  <a:pt x="317070" y="54200"/>
                  <a:pt x="323042" y="55820"/>
                </a:cubicBezTo>
                <a:cubicBezTo>
                  <a:pt x="331683" y="58126"/>
                  <a:pt x="337711" y="60013"/>
                  <a:pt x="341127" y="61482"/>
                </a:cubicBezTo>
                <a:cubicBezTo>
                  <a:pt x="344542" y="62951"/>
                  <a:pt x="347223" y="65087"/>
                  <a:pt x="349168" y="67891"/>
                </a:cubicBezTo>
                <a:cubicBezTo>
                  <a:pt x="351113" y="70693"/>
                  <a:pt x="352086" y="74173"/>
                  <a:pt x="352086" y="78331"/>
                </a:cubicBezTo>
                <a:cubicBezTo>
                  <a:pt x="352086" y="82399"/>
                  <a:pt x="350899" y="86231"/>
                  <a:pt x="348523" y="89825"/>
                </a:cubicBezTo>
                <a:cubicBezTo>
                  <a:pt x="346148" y="93417"/>
                  <a:pt x="342721" y="96196"/>
                  <a:pt x="338242" y="98163"/>
                </a:cubicBezTo>
                <a:cubicBezTo>
                  <a:pt x="333764" y="100129"/>
                  <a:pt x="328697" y="101113"/>
                  <a:pt x="323042" y="101113"/>
                </a:cubicBezTo>
                <a:cubicBezTo>
                  <a:pt x="313677" y="101113"/>
                  <a:pt x="306540" y="99162"/>
                  <a:pt x="301631" y="95260"/>
                </a:cubicBezTo>
                <a:cubicBezTo>
                  <a:pt x="296723" y="91358"/>
                  <a:pt x="293590" y="85573"/>
                  <a:pt x="292233" y="77904"/>
                </a:cubicBezTo>
                <a:close/>
                <a:moveTo>
                  <a:pt x="370069" y="99484"/>
                </a:moveTo>
                <a:lnTo>
                  <a:pt x="370069" y="85505"/>
                </a:lnTo>
                <a:lnTo>
                  <a:pt x="383980" y="85505"/>
                </a:lnTo>
                <a:lnTo>
                  <a:pt x="383980" y="99484"/>
                </a:lnTo>
                <a:lnTo>
                  <a:pt x="370069" y="994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f5382f84aa4dec"/>
          <a:stretch xmlns:a="http://schemas.openxmlformats.org/drawingml/2006/main"/>
        </p:blipFill>
        <p:spPr>
          <a:xfrm xmlns:a="http://schemas.openxmlformats.org/drawingml/2006/main">
            <a:off x="3838503" y="3270379"/>
            <a:ext cx="2587561" cy="644363"/>
          </a:xfrm>
          <a:prstGeom xmlns:a="http://schemas.openxmlformats.org/drawingml/2006/main" prst="rect">
            <a:avLst/>
          </a:prstGeom>
        </p:spPr>
      </p:pic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3D96C3-5A20-465D-89D3-703E1824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4598" y="3318547"/>
            <a:ext cx="2495139" cy="548968"/>
          </a:xfrm>
          <a:custGeom xmlns:a="http://schemas.openxmlformats.org/drawingml/2006/main">
            <a:pathLst>
              <a:path w="2495139" h="548968" fill="none">
                <a:moveTo>
                  <a:pt x="87557" y="548968"/>
                </a:moveTo>
                <a:lnTo>
                  <a:pt x="2407582" y="548968"/>
                </a:lnTo>
                <a:cubicBezTo>
                  <a:pt x="2455994" y="548968"/>
                  <a:pt x="2495139" y="509822"/>
                  <a:pt x="2495139" y="461642"/>
                </a:cubicBezTo>
                <a:lnTo>
                  <a:pt x="2495139" y="87557"/>
                </a:lnTo>
                <a:cubicBezTo>
                  <a:pt x="2495139" y="39146"/>
                  <a:pt x="2455994" y="0"/>
                  <a:pt x="2407582" y="0"/>
                </a:cubicBezTo>
                <a:lnTo>
                  <a:pt x="87557" y="0"/>
                </a:lnTo>
                <a:cubicBezTo>
                  <a:pt x="39377" y="0"/>
                  <a:pt x="0" y="39146"/>
                  <a:pt x="0" y="87557"/>
                </a:cubicBezTo>
                <a:lnTo>
                  <a:pt x="0" y="461642"/>
                </a:lnTo>
                <a:cubicBezTo>
                  <a:pt x="0" y="509822"/>
                  <a:pt x="39377" y="548968"/>
                  <a:pt x="87557" y="54896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582" cap="sq">
            <a:solidFill>
              <a:srgbClr val="000000"/>
            </a:solidFill>
            <a:miter/>
          </a:ln>
        </p:spPr>
      </p:sp>
      <p:sp>
        <p:nvSpPr>
          <p:cNvPr id="53" name="Text Themilitarycriseslikelydemanded">
            <a:extLst xmlns:a="http://schemas.openxmlformats.org/drawingml/2006/main">
              <a:ext uri="{FF2B5EF4-FFF2-40B4-BE49-F238E27FC236}">
                <a16:creationId xmlns:a16="http://schemas.microsoft.com/office/drawing/2014/main" id="{C9D84569-4C5A-40B7-83D3-3F0957CB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4167" y="3378889"/>
            <a:ext cx="2149374" cy="128800"/>
          </a:xfrm>
          <a:custGeom xmlns:a="http://schemas.openxmlformats.org/drawingml/2006/main">
            <a:pathLst>
              <a:path w="2149374" h="128800">
                <a:moveTo>
                  <a:pt x="32777" y="99484"/>
                </a:moveTo>
                <a:lnTo>
                  <a:pt x="32777" y="11740"/>
                </a:lnTo>
                <a:lnTo>
                  <a:pt x="0" y="11740"/>
                </a:lnTo>
                <a:lnTo>
                  <a:pt x="0" y="0"/>
                </a:lnTo>
                <a:lnTo>
                  <a:pt x="78854" y="0"/>
                </a:lnTo>
                <a:lnTo>
                  <a:pt x="78854" y="11740"/>
                </a:lnTo>
                <a:lnTo>
                  <a:pt x="45942" y="11740"/>
                </a:lnTo>
                <a:lnTo>
                  <a:pt x="45942" y="99484"/>
                </a:lnTo>
                <a:lnTo>
                  <a:pt x="32777" y="99484"/>
                </a:lnTo>
                <a:close/>
                <a:moveTo>
                  <a:pt x="90681" y="99484"/>
                </a:moveTo>
                <a:lnTo>
                  <a:pt x="90681" y="0"/>
                </a:lnTo>
                <a:lnTo>
                  <a:pt x="102896" y="0"/>
                </a:lnTo>
                <a:lnTo>
                  <a:pt x="102896" y="35695"/>
                </a:lnTo>
                <a:cubicBezTo>
                  <a:pt x="108596" y="29090"/>
                  <a:pt x="115789" y="25787"/>
                  <a:pt x="124476" y="25787"/>
                </a:cubicBezTo>
                <a:cubicBezTo>
                  <a:pt x="129814" y="25787"/>
                  <a:pt x="134451" y="26839"/>
                  <a:pt x="138387" y="28943"/>
                </a:cubicBezTo>
                <a:cubicBezTo>
                  <a:pt x="142323" y="31046"/>
                  <a:pt x="145139" y="33953"/>
                  <a:pt x="146836" y="37663"/>
                </a:cubicBezTo>
                <a:cubicBezTo>
                  <a:pt x="148532" y="41373"/>
                  <a:pt x="149380" y="46756"/>
                  <a:pt x="149380" y="53814"/>
                </a:cubicBezTo>
                <a:lnTo>
                  <a:pt x="149380" y="99484"/>
                </a:lnTo>
                <a:lnTo>
                  <a:pt x="137166" y="99484"/>
                </a:lnTo>
                <a:lnTo>
                  <a:pt x="137166" y="53814"/>
                </a:lnTo>
                <a:cubicBezTo>
                  <a:pt x="137166" y="47706"/>
                  <a:pt x="135842" y="43261"/>
                  <a:pt x="133196" y="40479"/>
                </a:cubicBezTo>
                <a:cubicBezTo>
                  <a:pt x="130549" y="37697"/>
                  <a:pt x="126805" y="36306"/>
                  <a:pt x="121965" y="36306"/>
                </a:cubicBezTo>
                <a:cubicBezTo>
                  <a:pt x="118345" y="36306"/>
                  <a:pt x="114941" y="37244"/>
                  <a:pt x="111752" y="39122"/>
                </a:cubicBezTo>
                <a:cubicBezTo>
                  <a:pt x="108562" y="40999"/>
                  <a:pt x="106289" y="43544"/>
                  <a:pt x="104932" y="46756"/>
                </a:cubicBezTo>
                <a:cubicBezTo>
                  <a:pt x="103574" y="49968"/>
                  <a:pt x="102896" y="54402"/>
                  <a:pt x="102896" y="60057"/>
                </a:cubicBezTo>
                <a:lnTo>
                  <a:pt x="102896" y="99484"/>
                </a:lnTo>
                <a:lnTo>
                  <a:pt x="90681" y="99484"/>
                </a:lnTo>
                <a:close/>
                <a:moveTo>
                  <a:pt x="217288" y="76276"/>
                </a:moveTo>
                <a:lnTo>
                  <a:pt x="229910" y="77836"/>
                </a:lnTo>
                <a:cubicBezTo>
                  <a:pt x="227920" y="85211"/>
                  <a:pt x="224233" y="90934"/>
                  <a:pt x="218849" y="95005"/>
                </a:cubicBezTo>
                <a:cubicBezTo>
                  <a:pt x="213465" y="99077"/>
                  <a:pt x="206589" y="101113"/>
                  <a:pt x="198219" y="101113"/>
                </a:cubicBezTo>
                <a:cubicBezTo>
                  <a:pt x="187678" y="101113"/>
                  <a:pt x="179320" y="97867"/>
                  <a:pt x="173145" y="91375"/>
                </a:cubicBezTo>
                <a:cubicBezTo>
                  <a:pt x="166969" y="84883"/>
                  <a:pt x="163882" y="75778"/>
                  <a:pt x="163882" y="64061"/>
                </a:cubicBezTo>
                <a:cubicBezTo>
                  <a:pt x="163882" y="51936"/>
                  <a:pt x="167003" y="42526"/>
                  <a:pt x="173246" y="35831"/>
                </a:cubicBezTo>
                <a:cubicBezTo>
                  <a:pt x="179490" y="29135"/>
                  <a:pt x="187588" y="25787"/>
                  <a:pt x="197541" y="25787"/>
                </a:cubicBezTo>
                <a:cubicBezTo>
                  <a:pt x="207177" y="25787"/>
                  <a:pt x="215049" y="29062"/>
                  <a:pt x="221156" y="35612"/>
                </a:cubicBezTo>
                <a:cubicBezTo>
                  <a:pt x="227264" y="42161"/>
                  <a:pt x="230317" y="51374"/>
                  <a:pt x="230317" y="63253"/>
                </a:cubicBezTo>
                <a:cubicBezTo>
                  <a:pt x="230317" y="63975"/>
                  <a:pt x="230295" y="65059"/>
                  <a:pt x="230250" y="66504"/>
                </a:cubicBezTo>
                <a:lnTo>
                  <a:pt x="176504" y="66504"/>
                </a:lnTo>
                <a:cubicBezTo>
                  <a:pt x="176956" y="74398"/>
                  <a:pt x="179196" y="80443"/>
                  <a:pt x="183222" y="84640"/>
                </a:cubicBezTo>
                <a:cubicBezTo>
                  <a:pt x="187248" y="88836"/>
                  <a:pt x="192270" y="90934"/>
                  <a:pt x="198287" y="90934"/>
                </a:cubicBezTo>
                <a:cubicBezTo>
                  <a:pt x="202766" y="90934"/>
                  <a:pt x="206589" y="89769"/>
                  <a:pt x="209756" y="87439"/>
                </a:cubicBezTo>
                <a:cubicBezTo>
                  <a:pt x="212922" y="85107"/>
                  <a:pt x="215433" y="81386"/>
                  <a:pt x="217288" y="76276"/>
                </a:cubicBezTo>
                <a:moveTo>
                  <a:pt x="177182" y="56325"/>
                </a:moveTo>
                <a:lnTo>
                  <a:pt x="217424" y="56325"/>
                </a:lnTo>
                <a:cubicBezTo>
                  <a:pt x="216881" y="50361"/>
                  <a:pt x="215343" y="45889"/>
                  <a:pt x="212809" y="42907"/>
                </a:cubicBezTo>
                <a:cubicBezTo>
                  <a:pt x="208919" y="38280"/>
                  <a:pt x="203874" y="35966"/>
                  <a:pt x="197676" y="35966"/>
                </a:cubicBezTo>
                <a:cubicBezTo>
                  <a:pt x="192067" y="35966"/>
                  <a:pt x="187350" y="37813"/>
                  <a:pt x="183527" y="41508"/>
                </a:cubicBezTo>
                <a:cubicBezTo>
                  <a:pt x="179705" y="45200"/>
                  <a:pt x="177590" y="50139"/>
                  <a:pt x="177182" y="56325"/>
                </a:cubicBezTo>
                <a:close/>
                <a:moveTo>
                  <a:pt x="284094" y="99484"/>
                </a:moveTo>
                <a:lnTo>
                  <a:pt x="284094" y="27416"/>
                </a:lnTo>
                <a:lnTo>
                  <a:pt x="295019" y="27416"/>
                </a:lnTo>
                <a:lnTo>
                  <a:pt x="295019" y="37459"/>
                </a:lnTo>
                <a:cubicBezTo>
                  <a:pt x="297281" y="33950"/>
                  <a:pt x="300290" y="31128"/>
                  <a:pt x="304045" y="28991"/>
                </a:cubicBezTo>
                <a:cubicBezTo>
                  <a:pt x="307800" y="26855"/>
                  <a:pt x="312075" y="25787"/>
                  <a:pt x="316870" y="25787"/>
                </a:cubicBezTo>
                <a:cubicBezTo>
                  <a:pt x="322209" y="25787"/>
                  <a:pt x="326586" y="26890"/>
                  <a:pt x="330001" y="29095"/>
                </a:cubicBezTo>
                <a:cubicBezTo>
                  <a:pt x="333417" y="31299"/>
                  <a:pt x="335826" y="34381"/>
                  <a:pt x="337229" y="38341"/>
                </a:cubicBezTo>
                <a:cubicBezTo>
                  <a:pt x="342929" y="29972"/>
                  <a:pt x="350348" y="25787"/>
                  <a:pt x="359487" y="25787"/>
                </a:cubicBezTo>
                <a:cubicBezTo>
                  <a:pt x="366635" y="25787"/>
                  <a:pt x="372132" y="27766"/>
                  <a:pt x="375977" y="31725"/>
                </a:cubicBezTo>
                <a:cubicBezTo>
                  <a:pt x="379823" y="35684"/>
                  <a:pt x="381745" y="41780"/>
                  <a:pt x="381745" y="50013"/>
                </a:cubicBezTo>
                <a:lnTo>
                  <a:pt x="381745" y="99484"/>
                </a:lnTo>
                <a:lnTo>
                  <a:pt x="369598" y="99484"/>
                </a:lnTo>
                <a:lnTo>
                  <a:pt x="369598" y="54036"/>
                </a:lnTo>
                <a:cubicBezTo>
                  <a:pt x="369598" y="49145"/>
                  <a:pt x="369202" y="45624"/>
                  <a:pt x="368411" y="43473"/>
                </a:cubicBezTo>
                <a:cubicBezTo>
                  <a:pt x="367619" y="41322"/>
                  <a:pt x="366183" y="39589"/>
                  <a:pt x="364102" y="38276"/>
                </a:cubicBezTo>
                <a:cubicBezTo>
                  <a:pt x="362020" y="36962"/>
                  <a:pt x="359577" y="36306"/>
                  <a:pt x="356773" y="36306"/>
                </a:cubicBezTo>
                <a:cubicBezTo>
                  <a:pt x="351706" y="36306"/>
                  <a:pt x="347498" y="37993"/>
                  <a:pt x="344150" y="41368"/>
                </a:cubicBezTo>
                <a:cubicBezTo>
                  <a:pt x="340803" y="44741"/>
                  <a:pt x="339129" y="50141"/>
                  <a:pt x="339129" y="57569"/>
                </a:cubicBezTo>
                <a:lnTo>
                  <a:pt x="339129" y="99484"/>
                </a:lnTo>
                <a:lnTo>
                  <a:pt x="326914" y="99484"/>
                </a:lnTo>
                <a:lnTo>
                  <a:pt x="326914" y="52609"/>
                </a:lnTo>
                <a:cubicBezTo>
                  <a:pt x="326914" y="47175"/>
                  <a:pt x="325918" y="43099"/>
                  <a:pt x="323928" y="40381"/>
                </a:cubicBezTo>
                <a:cubicBezTo>
                  <a:pt x="321937" y="37664"/>
                  <a:pt x="318680" y="36306"/>
                  <a:pt x="314156" y="36306"/>
                </a:cubicBezTo>
                <a:cubicBezTo>
                  <a:pt x="310718" y="36306"/>
                  <a:pt x="307539" y="37212"/>
                  <a:pt x="304621" y="39024"/>
                </a:cubicBezTo>
                <a:cubicBezTo>
                  <a:pt x="301703" y="40835"/>
                  <a:pt x="299588" y="43485"/>
                  <a:pt x="298276" y="46972"/>
                </a:cubicBezTo>
                <a:cubicBezTo>
                  <a:pt x="296964" y="50459"/>
                  <a:pt x="296308" y="55485"/>
                  <a:pt x="296308" y="62052"/>
                </a:cubicBezTo>
                <a:lnTo>
                  <a:pt x="296308" y="99484"/>
                </a:lnTo>
                <a:lnTo>
                  <a:pt x="284094" y="99484"/>
                </a:lnTo>
                <a:close/>
                <a:moveTo>
                  <a:pt x="399746" y="14115"/>
                </a:moveTo>
                <a:lnTo>
                  <a:pt x="399746" y="0"/>
                </a:lnTo>
                <a:lnTo>
                  <a:pt x="411961" y="0"/>
                </a:lnTo>
                <a:lnTo>
                  <a:pt x="411961" y="14115"/>
                </a:lnTo>
                <a:lnTo>
                  <a:pt x="399746" y="14115"/>
                </a:lnTo>
                <a:moveTo>
                  <a:pt x="399746" y="99484"/>
                </a:moveTo>
                <a:lnTo>
                  <a:pt x="399746" y="27416"/>
                </a:lnTo>
                <a:lnTo>
                  <a:pt x="411961" y="27416"/>
                </a:lnTo>
                <a:lnTo>
                  <a:pt x="411961" y="99484"/>
                </a:lnTo>
                <a:lnTo>
                  <a:pt x="399746" y="99484"/>
                </a:lnTo>
                <a:close/>
                <a:moveTo>
                  <a:pt x="430445" y="99484"/>
                </a:moveTo>
                <a:lnTo>
                  <a:pt x="430445" y="0"/>
                </a:lnTo>
                <a:lnTo>
                  <a:pt x="442660" y="0"/>
                </a:lnTo>
                <a:lnTo>
                  <a:pt x="442660" y="99484"/>
                </a:lnTo>
                <a:lnTo>
                  <a:pt x="430445" y="99484"/>
                </a:lnTo>
                <a:close/>
                <a:moveTo>
                  <a:pt x="461637" y="14115"/>
                </a:moveTo>
                <a:lnTo>
                  <a:pt x="461637" y="0"/>
                </a:lnTo>
                <a:lnTo>
                  <a:pt x="473852" y="0"/>
                </a:lnTo>
                <a:lnTo>
                  <a:pt x="473852" y="14115"/>
                </a:lnTo>
                <a:lnTo>
                  <a:pt x="461637" y="14115"/>
                </a:lnTo>
                <a:moveTo>
                  <a:pt x="461637" y="99484"/>
                </a:moveTo>
                <a:lnTo>
                  <a:pt x="461637" y="27416"/>
                </a:lnTo>
                <a:lnTo>
                  <a:pt x="473852" y="27416"/>
                </a:lnTo>
                <a:lnTo>
                  <a:pt x="473852" y="99484"/>
                </a:lnTo>
                <a:lnTo>
                  <a:pt x="461637" y="99484"/>
                </a:lnTo>
                <a:close/>
                <a:moveTo>
                  <a:pt x="519092" y="88694"/>
                </a:moveTo>
                <a:lnTo>
                  <a:pt x="520856" y="99484"/>
                </a:lnTo>
                <a:cubicBezTo>
                  <a:pt x="517418" y="100117"/>
                  <a:pt x="514342" y="100434"/>
                  <a:pt x="511627" y="100434"/>
                </a:cubicBezTo>
                <a:cubicBezTo>
                  <a:pt x="507194" y="100434"/>
                  <a:pt x="503755" y="99733"/>
                  <a:pt x="501312" y="98330"/>
                </a:cubicBezTo>
                <a:cubicBezTo>
                  <a:pt x="498869" y="96928"/>
                  <a:pt x="497150" y="95084"/>
                  <a:pt x="496155" y="92800"/>
                </a:cubicBezTo>
                <a:cubicBezTo>
                  <a:pt x="495160" y="90515"/>
                  <a:pt x="494662" y="85708"/>
                  <a:pt x="494662" y="78379"/>
                </a:cubicBezTo>
                <a:lnTo>
                  <a:pt x="494662" y="36916"/>
                </a:lnTo>
                <a:lnTo>
                  <a:pt x="485704" y="36916"/>
                </a:lnTo>
                <a:lnTo>
                  <a:pt x="485704" y="27416"/>
                </a:lnTo>
                <a:lnTo>
                  <a:pt x="494662" y="27416"/>
                </a:lnTo>
                <a:lnTo>
                  <a:pt x="494662" y="9520"/>
                </a:lnTo>
                <a:lnTo>
                  <a:pt x="506809" y="2172"/>
                </a:lnTo>
                <a:lnTo>
                  <a:pt x="506809" y="27416"/>
                </a:lnTo>
                <a:lnTo>
                  <a:pt x="519092" y="27416"/>
                </a:lnTo>
                <a:lnTo>
                  <a:pt x="519092" y="36916"/>
                </a:lnTo>
                <a:lnTo>
                  <a:pt x="506809" y="36916"/>
                </a:lnTo>
                <a:lnTo>
                  <a:pt x="506809" y="79058"/>
                </a:lnTo>
                <a:cubicBezTo>
                  <a:pt x="506809" y="82542"/>
                  <a:pt x="507024" y="84781"/>
                  <a:pt x="507454" y="85776"/>
                </a:cubicBezTo>
                <a:cubicBezTo>
                  <a:pt x="507884" y="86771"/>
                  <a:pt x="508585" y="87563"/>
                  <a:pt x="509558" y="88151"/>
                </a:cubicBezTo>
                <a:cubicBezTo>
                  <a:pt x="510530" y="88739"/>
                  <a:pt x="511921" y="89034"/>
                  <a:pt x="513731" y="89034"/>
                </a:cubicBezTo>
                <a:cubicBezTo>
                  <a:pt x="515088" y="89034"/>
                  <a:pt x="516875" y="88920"/>
                  <a:pt x="519092" y="88694"/>
                </a:cubicBezTo>
                <a:close/>
                <a:moveTo>
                  <a:pt x="577948" y="90586"/>
                </a:moveTo>
                <a:cubicBezTo>
                  <a:pt x="573424" y="94434"/>
                  <a:pt x="569069" y="97151"/>
                  <a:pt x="564884" y="98736"/>
                </a:cubicBezTo>
                <a:cubicBezTo>
                  <a:pt x="560700" y="100320"/>
                  <a:pt x="556210" y="101113"/>
                  <a:pt x="551414" y="101113"/>
                </a:cubicBezTo>
                <a:cubicBezTo>
                  <a:pt x="543497" y="101113"/>
                  <a:pt x="537412" y="99177"/>
                  <a:pt x="533160" y="95306"/>
                </a:cubicBezTo>
                <a:cubicBezTo>
                  <a:pt x="528907" y="91436"/>
                  <a:pt x="526781" y="86489"/>
                  <a:pt x="526781" y="80468"/>
                </a:cubicBezTo>
                <a:cubicBezTo>
                  <a:pt x="526781" y="76938"/>
                  <a:pt x="527584" y="73713"/>
                  <a:pt x="529190" y="70794"/>
                </a:cubicBezTo>
                <a:cubicBezTo>
                  <a:pt x="530796" y="67873"/>
                  <a:pt x="532899" y="65530"/>
                  <a:pt x="535501" y="63764"/>
                </a:cubicBezTo>
                <a:cubicBezTo>
                  <a:pt x="538102" y="61998"/>
                  <a:pt x="541031" y="60663"/>
                  <a:pt x="544289" y="59758"/>
                </a:cubicBezTo>
                <a:cubicBezTo>
                  <a:pt x="546686" y="59123"/>
                  <a:pt x="550306" y="58512"/>
                  <a:pt x="555146" y="57924"/>
                </a:cubicBezTo>
                <a:cubicBezTo>
                  <a:pt x="565009" y="56756"/>
                  <a:pt x="572270" y="55363"/>
                  <a:pt x="576930" y="53746"/>
                </a:cubicBezTo>
                <a:cubicBezTo>
                  <a:pt x="576975" y="52079"/>
                  <a:pt x="576998" y="51020"/>
                  <a:pt x="576998" y="50569"/>
                </a:cubicBezTo>
                <a:cubicBezTo>
                  <a:pt x="576998" y="45611"/>
                  <a:pt x="575844" y="42118"/>
                  <a:pt x="573537" y="40091"/>
                </a:cubicBezTo>
                <a:cubicBezTo>
                  <a:pt x="570415" y="37341"/>
                  <a:pt x="565778" y="35966"/>
                  <a:pt x="559625" y="35966"/>
                </a:cubicBezTo>
                <a:cubicBezTo>
                  <a:pt x="553880" y="35966"/>
                  <a:pt x="549638" y="36973"/>
                  <a:pt x="546901" y="38986"/>
                </a:cubicBezTo>
                <a:cubicBezTo>
                  <a:pt x="544164" y="40999"/>
                  <a:pt x="542140" y="44562"/>
                  <a:pt x="540828" y="49674"/>
                </a:cubicBezTo>
                <a:lnTo>
                  <a:pt x="528884" y="48046"/>
                </a:lnTo>
                <a:cubicBezTo>
                  <a:pt x="529970" y="42918"/>
                  <a:pt x="531757" y="38777"/>
                  <a:pt x="534245" y="35623"/>
                </a:cubicBezTo>
                <a:cubicBezTo>
                  <a:pt x="536734" y="32469"/>
                  <a:pt x="540330" y="30041"/>
                  <a:pt x="545035" y="28340"/>
                </a:cubicBezTo>
                <a:cubicBezTo>
                  <a:pt x="549740" y="26638"/>
                  <a:pt x="555192" y="25787"/>
                  <a:pt x="561390" y="25787"/>
                </a:cubicBezTo>
                <a:cubicBezTo>
                  <a:pt x="567542" y="25787"/>
                  <a:pt x="572541" y="26511"/>
                  <a:pt x="576387" y="27959"/>
                </a:cubicBezTo>
                <a:cubicBezTo>
                  <a:pt x="580232" y="29406"/>
                  <a:pt x="583060" y="31227"/>
                  <a:pt x="584870" y="33422"/>
                </a:cubicBezTo>
                <a:cubicBezTo>
                  <a:pt x="586679" y="35616"/>
                  <a:pt x="587946" y="38387"/>
                  <a:pt x="588670" y="41734"/>
                </a:cubicBezTo>
                <a:cubicBezTo>
                  <a:pt x="589077" y="43816"/>
                  <a:pt x="589280" y="47571"/>
                  <a:pt x="589280" y="52999"/>
                </a:cubicBezTo>
                <a:lnTo>
                  <a:pt x="589280" y="69286"/>
                </a:lnTo>
                <a:cubicBezTo>
                  <a:pt x="589280" y="80641"/>
                  <a:pt x="589541" y="87823"/>
                  <a:pt x="590061" y="90832"/>
                </a:cubicBezTo>
                <a:cubicBezTo>
                  <a:pt x="590581" y="93840"/>
                  <a:pt x="591610" y="96724"/>
                  <a:pt x="593149" y="99484"/>
                </a:cubicBezTo>
                <a:lnTo>
                  <a:pt x="580391" y="99484"/>
                </a:lnTo>
                <a:cubicBezTo>
                  <a:pt x="579124" y="96948"/>
                  <a:pt x="578310" y="93982"/>
                  <a:pt x="577948" y="90586"/>
                </a:cubicBezTo>
                <a:moveTo>
                  <a:pt x="576930" y="63246"/>
                </a:moveTo>
                <a:cubicBezTo>
                  <a:pt x="572496" y="65072"/>
                  <a:pt x="565846" y="66622"/>
                  <a:pt x="556979" y="67899"/>
                </a:cubicBezTo>
                <a:cubicBezTo>
                  <a:pt x="551957" y="68626"/>
                  <a:pt x="548406" y="69444"/>
                  <a:pt x="546325" y="70353"/>
                </a:cubicBezTo>
                <a:cubicBezTo>
                  <a:pt x="544243" y="71260"/>
                  <a:pt x="542637" y="72589"/>
                  <a:pt x="541506" y="74340"/>
                </a:cubicBezTo>
                <a:cubicBezTo>
                  <a:pt x="540375" y="76088"/>
                  <a:pt x="539810" y="78030"/>
                  <a:pt x="539810" y="80165"/>
                </a:cubicBezTo>
                <a:cubicBezTo>
                  <a:pt x="539810" y="83435"/>
                  <a:pt x="541043" y="86161"/>
                  <a:pt x="543508" y="88342"/>
                </a:cubicBezTo>
                <a:cubicBezTo>
                  <a:pt x="545974" y="90522"/>
                  <a:pt x="549582" y="91612"/>
                  <a:pt x="554332" y="91612"/>
                </a:cubicBezTo>
                <a:cubicBezTo>
                  <a:pt x="559037" y="91612"/>
                  <a:pt x="563222" y="90578"/>
                  <a:pt x="566886" y="88510"/>
                </a:cubicBezTo>
                <a:cubicBezTo>
                  <a:pt x="570551" y="86441"/>
                  <a:pt x="573243" y="83612"/>
                  <a:pt x="574962" y="80021"/>
                </a:cubicBezTo>
                <a:cubicBezTo>
                  <a:pt x="576274" y="77247"/>
                  <a:pt x="576930" y="73155"/>
                  <a:pt x="576930" y="67746"/>
                </a:cubicBezTo>
                <a:lnTo>
                  <a:pt x="576930" y="63246"/>
                </a:lnTo>
                <a:close/>
                <a:moveTo>
                  <a:pt x="608242" y="99484"/>
                </a:moveTo>
                <a:lnTo>
                  <a:pt x="608242" y="27416"/>
                </a:lnTo>
                <a:lnTo>
                  <a:pt x="619236" y="27416"/>
                </a:lnTo>
                <a:lnTo>
                  <a:pt x="619236" y="38274"/>
                </a:lnTo>
                <a:cubicBezTo>
                  <a:pt x="622040" y="33190"/>
                  <a:pt x="624630" y="29838"/>
                  <a:pt x="627006" y="28217"/>
                </a:cubicBezTo>
                <a:cubicBezTo>
                  <a:pt x="629381" y="26597"/>
                  <a:pt x="631993" y="25787"/>
                  <a:pt x="634844" y="25787"/>
                </a:cubicBezTo>
                <a:cubicBezTo>
                  <a:pt x="638960" y="25787"/>
                  <a:pt x="643145" y="27093"/>
                  <a:pt x="647398" y="29706"/>
                </a:cubicBezTo>
                <a:lnTo>
                  <a:pt x="643190" y="40988"/>
                </a:lnTo>
                <a:cubicBezTo>
                  <a:pt x="640205" y="39224"/>
                  <a:pt x="637219" y="38341"/>
                  <a:pt x="634233" y="38341"/>
                </a:cubicBezTo>
                <a:cubicBezTo>
                  <a:pt x="631564" y="38341"/>
                  <a:pt x="629166" y="39146"/>
                  <a:pt x="627040" y="40755"/>
                </a:cubicBezTo>
                <a:cubicBezTo>
                  <a:pt x="624913" y="42362"/>
                  <a:pt x="623398" y="44592"/>
                  <a:pt x="622493" y="47445"/>
                </a:cubicBezTo>
                <a:cubicBezTo>
                  <a:pt x="621136" y="51793"/>
                  <a:pt x="620457" y="56548"/>
                  <a:pt x="620457" y="61711"/>
                </a:cubicBezTo>
                <a:lnTo>
                  <a:pt x="620457" y="99484"/>
                </a:lnTo>
                <a:lnTo>
                  <a:pt x="608242" y="99484"/>
                </a:lnTo>
                <a:close/>
                <a:moveTo>
                  <a:pt x="653930" y="127307"/>
                </a:moveTo>
                <a:lnTo>
                  <a:pt x="652572" y="115839"/>
                </a:lnTo>
                <a:cubicBezTo>
                  <a:pt x="655241" y="116562"/>
                  <a:pt x="657571" y="116924"/>
                  <a:pt x="659562" y="116924"/>
                </a:cubicBezTo>
                <a:cubicBezTo>
                  <a:pt x="662276" y="116924"/>
                  <a:pt x="664448" y="116466"/>
                  <a:pt x="666077" y="115550"/>
                </a:cubicBezTo>
                <a:cubicBezTo>
                  <a:pt x="667705" y="114635"/>
                  <a:pt x="669040" y="113354"/>
                  <a:pt x="670080" y="111705"/>
                </a:cubicBezTo>
                <a:cubicBezTo>
                  <a:pt x="670849" y="110470"/>
                  <a:pt x="672094" y="107403"/>
                  <a:pt x="673813" y="102506"/>
                </a:cubicBezTo>
                <a:cubicBezTo>
                  <a:pt x="674039" y="101819"/>
                  <a:pt x="674401" y="100812"/>
                  <a:pt x="674899" y="99484"/>
                </a:cubicBezTo>
                <a:lnTo>
                  <a:pt x="647551" y="27416"/>
                </a:lnTo>
                <a:lnTo>
                  <a:pt x="660716" y="27416"/>
                </a:lnTo>
                <a:lnTo>
                  <a:pt x="675713" y="69053"/>
                </a:lnTo>
                <a:cubicBezTo>
                  <a:pt x="677658" y="74335"/>
                  <a:pt x="679400" y="79886"/>
                  <a:pt x="680938" y="85708"/>
                </a:cubicBezTo>
                <a:cubicBezTo>
                  <a:pt x="682341" y="80111"/>
                  <a:pt x="684015" y="74650"/>
                  <a:pt x="685960" y="69324"/>
                </a:cubicBezTo>
                <a:lnTo>
                  <a:pt x="701364" y="27416"/>
                </a:lnTo>
                <a:lnTo>
                  <a:pt x="713579" y="27416"/>
                </a:lnTo>
                <a:lnTo>
                  <a:pt x="686163" y="100754"/>
                </a:lnTo>
                <a:cubicBezTo>
                  <a:pt x="683223" y="108677"/>
                  <a:pt x="680938" y="114132"/>
                  <a:pt x="679309" y="117119"/>
                </a:cubicBezTo>
                <a:cubicBezTo>
                  <a:pt x="677138" y="121149"/>
                  <a:pt x="674650" y="124103"/>
                  <a:pt x="671845" y="125982"/>
                </a:cubicBezTo>
                <a:cubicBezTo>
                  <a:pt x="669040" y="127861"/>
                  <a:pt x="665692" y="128800"/>
                  <a:pt x="661801" y="128800"/>
                </a:cubicBezTo>
                <a:cubicBezTo>
                  <a:pt x="659449" y="128800"/>
                  <a:pt x="656825" y="128302"/>
                  <a:pt x="653930" y="127307"/>
                </a:cubicBezTo>
                <a:close/>
                <a:moveTo>
                  <a:pt x="809673" y="73018"/>
                </a:moveTo>
                <a:lnTo>
                  <a:pt x="821684" y="74579"/>
                </a:lnTo>
                <a:cubicBezTo>
                  <a:pt x="820372" y="82879"/>
                  <a:pt x="817013" y="89377"/>
                  <a:pt x="811607" y="94072"/>
                </a:cubicBezTo>
                <a:cubicBezTo>
                  <a:pt x="806200" y="98766"/>
                  <a:pt x="799561" y="101113"/>
                  <a:pt x="791690" y="101113"/>
                </a:cubicBezTo>
                <a:cubicBezTo>
                  <a:pt x="781827" y="101113"/>
                  <a:pt x="773899" y="97889"/>
                  <a:pt x="767904" y="91443"/>
                </a:cubicBezTo>
                <a:cubicBezTo>
                  <a:pt x="761910" y="84996"/>
                  <a:pt x="758913" y="75755"/>
                  <a:pt x="758913" y="63721"/>
                </a:cubicBezTo>
                <a:cubicBezTo>
                  <a:pt x="758913" y="55940"/>
                  <a:pt x="760202" y="49131"/>
                  <a:pt x="762781" y="43295"/>
                </a:cubicBezTo>
                <a:cubicBezTo>
                  <a:pt x="765359" y="37459"/>
                  <a:pt x="769284" y="33082"/>
                  <a:pt x="774555" y="30164"/>
                </a:cubicBezTo>
                <a:cubicBezTo>
                  <a:pt x="779825" y="27246"/>
                  <a:pt x="785559" y="25787"/>
                  <a:pt x="791757" y="25787"/>
                </a:cubicBezTo>
                <a:cubicBezTo>
                  <a:pt x="799584" y="25787"/>
                  <a:pt x="805986" y="27773"/>
                  <a:pt x="810962" y="31744"/>
                </a:cubicBezTo>
                <a:cubicBezTo>
                  <a:pt x="815938" y="35714"/>
                  <a:pt x="819128" y="41351"/>
                  <a:pt x="820530" y="48656"/>
                </a:cubicBezTo>
                <a:lnTo>
                  <a:pt x="808655" y="50489"/>
                </a:lnTo>
                <a:cubicBezTo>
                  <a:pt x="807524" y="45670"/>
                  <a:pt x="805522" y="42045"/>
                  <a:pt x="802649" y="39614"/>
                </a:cubicBezTo>
                <a:cubicBezTo>
                  <a:pt x="799776" y="37182"/>
                  <a:pt x="796304" y="35966"/>
                  <a:pt x="792232" y="35966"/>
                </a:cubicBezTo>
                <a:cubicBezTo>
                  <a:pt x="786080" y="35966"/>
                  <a:pt x="781081" y="38161"/>
                  <a:pt x="777235" y="42551"/>
                </a:cubicBezTo>
                <a:cubicBezTo>
                  <a:pt x="773390" y="46939"/>
                  <a:pt x="771467" y="53883"/>
                  <a:pt x="771467" y="63382"/>
                </a:cubicBezTo>
                <a:cubicBezTo>
                  <a:pt x="771467" y="73017"/>
                  <a:pt x="773322" y="80018"/>
                  <a:pt x="777032" y="84385"/>
                </a:cubicBezTo>
                <a:cubicBezTo>
                  <a:pt x="780741" y="88751"/>
                  <a:pt x="785582" y="90934"/>
                  <a:pt x="791554" y="90934"/>
                </a:cubicBezTo>
                <a:cubicBezTo>
                  <a:pt x="796349" y="90934"/>
                  <a:pt x="800353" y="89469"/>
                  <a:pt x="803565" y="86540"/>
                </a:cubicBezTo>
                <a:cubicBezTo>
                  <a:pt x="806777" y="83610"/>
                  <a:pt x="808813" y="79103"/>
                  <a:pt x="809673" y="73018"/>
                </a:cubicBezTo>
                <a:close/>
                <a:moveTo>
                  <a:pt x="831999" y="99484"/>
                </a:moveTo>
                <a:lnTo>
                  <a:pt x="831999" y="27416"/>
                </a:lnTo>
                <a:lnTo>
                  <a:pt x="842992" y="27416"/>
                </a:lnTo>
                <a:lnTo>
                  <a:pt x="842992" y="38274"/>
                </a:lnTo>
                <a:cubicBezTo>
                  <a:pt x="845797" y="33190"/>
                  <a:pt x="848387" y="29838"/>
                  <a:pt x="850762" y="28217"/>
                </a:cubicBezTo>
                <a:cubicBezTo>
                  <a:pt x="853138" y="26597"/>
                  <a:pt x="855750" y="25787"/>
                  <a:pt x="858600" y="25787"/>
                </a:cubicBezTo>
                <a:cubicBezTo>
                  <a:pt x="862717" y="25787"/>
                  <a:pt x="866902" y="27093"/>
                  <a:pt x="871155" y="29706"/>
                </a:cubicBezTo>
                <a:lnTo>
                  <a:pt x="866947" y="40988"/>
                </a:lnTo>
                <a:cubicBezTo>
                  <a:pt x="863961" y="39224"/>
                  <a:pt x="860975" y="38341"/>
                  <a:pt x="857990" y="38341"/>
                </a:cubicBezTo>
                <a:cubicBezTo>
                  <a:pt x="855320" y="38341"/>
                  <a:pt x="852923" y="39146"/>
                  <a:pt x="850796" y="40755"/>
                </a:cubicBezTo>
                <a:cubicBezTo>
                  <a:pt x="848670" y="42362"/>
                  <a:pt x="847154" y="44592"/>
                  <a:pt x="846250" y="47445"/>
                </a:cubicBezTo>
                <a:cubicBezTo>
                  <a:pt x="844892" y="51793"/>
                  <a:pt x="844214" y="56548"/>
                  <a:pt x="844214" y="61711"/>
                </a:cubicBezTo>
                <a:lnTo>
                  <a:pt x="844214" y="99484"/>
                </a:lnTo>
                <a:lnTo>
                  <a:pt x="831999" y="99484"/>
                </a:lnTo>
                <a:close/>
                <a:moveTo>
                  <a:pt x="878482" y="14115"/>
                </a:moveTo>
                <a:lnTo>
                  <a:pt x="878482" y="0"/>
                </a:lnTo>
                <a:lnTo>
                  <a:pt x="890697" y="0"/>
                </a:lnTo>
                <a:lnTo>
                  <a:pt x="890697" y="14115"/>
                </a:lnTo>
                <a:lnTo>
                  <a:pt x="878482" y="14115"/>
                </a:lnTo>
                <a:moveTo>
                  <a:pt x="878482" y="99484"/>
                </a:moveTo>
                <a:lnTo>
                  <a:pt x="878482" y="27416"/>
                </a:lnTo>
                <a:lnTo>
                  <a:pt x="890697" y="27416"/>
                </a:lnTo>
                <a:lnTo>
                  <a:pt x="890697" y="99484"/>
                </a:lnTo>
                <a:lnTo>
                  <a:pt x="878482" y="99484"/>
                </a:lnTo>
                <a:close/>
                <a:moveTo>
                  <a:pt x="904382" y="77904"/>
                </a:moveTo>
                <a:lnTo>
                  <a:pt x="916461" y="76004"/>
                </a:lnTo>
                <a:cubicBezTo>
                  <a:pt x="917140" y="80824"/>
                  <a:pt x="919028" y="84517"/>
                  <a:pt x="922127" y="87085"/>
                </a:cubicBezTo>
                <a:cubicBezTo>
                  <a:pt x="925226" y="89651"/>
                  <a:pt x="929558" y="90934"/>
                  <a:pt x="935123" y="90934"/>
                </a:cubicBezTo>
                <a:cubicBezTo>
                  <a:pt x="940733" y="90934"/>
                  <a:pt x="944895" y="89800"/>
                  <a:pt x="947609" y="87534"/>
                </a:cubicBezTo>
                <a:cubicBezTo>
                  <a:pt x="950324" y="85267"/>
                  <a:pt x="951681" y="82607"/>
                  <a:pt x="951681" y="79556"/>
                </a:cubicBezTo>
                <a:cubicBezTo>
                  <a:pt x="951681" y="76818"/>
                  <a:pt x="950482" y="74663"/>
                  <a:pt x="948084" y="73093"/>
                </a:cubicBezTo>
                <a:cubicBezTo>
                  <a:pt x="946410" y="72015"/>
                  <a:pt x="942248" y="70646"/>
                  <a:pt x="935598" y="68985"/>
                </a:cubicBezTo>
                <a:cubicBezTo>
                  <a:pt x="926640" y="66721"/>
                  <a:pt x="920431" y="64763"/>
                  <a:pt x="916970" y="63111"/>
                </a:cubicBezTo>
                <a:cubicBezTo>
                  <a:pt x="913509" y="61458"/>
                  <a:pt x="910885" y="59171"/>
                  <a:pt x="909098" y="56250"/>
                </a:cubicBezTo>
                <a:cubicBezTo>
                  <a:pt x="907311" y="53329"/>
                  <a:pt x="906418" y="50103"/>
                  <a:pt x="906418" y="46572"/>
                </a:cubicBezTo>
                <a:cubicBezTo>
                  <a:pt x="906418" y="43357"/>
                  <a:pt x="907153" y="40379"/>
                  <a:pt x="908623" y="37639"/>
                </a:cubicBezTo>
                <a:cubicBezTo>
                  <a:pt x="910093" y="34900"/>
                  <a:pt x="912095" y="32624"/>
                  <a:pt x="914629" y="30813"/>
                </a:cubicBezTo>
                <a:cubicBezTo>
                  <a:pt x="916529" y="29409"/>
                  <a:pt x="919119" y="28221"/>
                  <a:pt x="922399" y="27248"/>
                </a:cubicBezTo>
                <a:cubicBezTo>
                  <a:pt x="925679" y="26274"/>
                  <a:pt x="929196" y="25787"/>
                  <a:pt x="932951" y="25787"/>
                </a:cubicBezTo>
                <a:cubicBezTo>
                  <a:pt x="938606" y="25787"/>
                  <a:pt x="943571" y="26607"/>
                  <a:pt x="947847" y="28247"/>
                </a:cubicBezTo>
                <a:cubicBezTo>
                  <a:pt x="952122" y="29886"/>
                  <a:pt x="955277" y="32106"/>
                  <a:pt x="957313" y="34908"/>
                </a:cubicBezTo>
                <a:cubicBezTo>
                  <a:pt x="959349" y="37709"/>
                  <a:pt x="960751" y="41455"/>
                  <a:pt x="961521" y="46145"/>
                </a:cubicBezTo>
                <a:lnTo>
                  <a:pt x="949577" y="47774"/>
                </a:lnTo>
                <a:cubicBezTo>
                  <a:pt x="949034" y="44064"/>
                  <a:pt x="947462" y="41169"/>
                  <a:pt x="944861" y="39088"/>
                </a:cubicBezTo>
                <a:cubicBezTo>
                  <a:pt x="942259" y="37007"/>
                  <a:pt x="938584" y="35966"/>
                  <a:pt x="933833" y="35966"/>
                </a:cubicBezTo>
                <a:cubicBezTo>
                  <a:pt x="928223" y="35966"/>
                  <a:pt x="924220" y="36889"/>
                  <a:pt x="921822" y="38736"/>
                </a:cubicBezTo>
                <a:cubicBezTo>
                  <a:pt x="919424" y="40581"/>
                  <a:pt x="918225" y="42742"/>
                  <a:pt x="918225" y="45219"/>
                </a:cubicBezTo>
                <a:cubicBezTo>
                  <a:pt x="918225" y="46794"/>
                  <a:pt x="918723" y="48212"/>
                  <a:pt x="919718" y="49473"/>
                </a:cubicBezTo>
                <a:cubicBezTo>
                  <a:pt x="920714" y="50778"/>
                  <a:pt x="922274" y="51858"/>
                  <a:pt x="924401" y="52713"/>
                </a:cubicBezTo>
                <a:cubicBezTo>
                  <a:pt x="925622" y="53164"/>
                  <a:pt x="929219" y="54200"/>
                  <a:pt x="935191" y="55820"/>
                </a:cubicBezTo>
                <a:cubicBezTo>
                  <a:pt x="943831" y="58126"/>
                  <a:pt x="949860" y="60013"/>
                  <a:pt x="953275" y="61482"/>
                </a:cubicBezTo>
                <a:cubicBezTo>
                  <a:pt x="956691" y="62951"/>
                  <a:pt x="959372" y="65087"/>
                  <a:pt x="961317" y="67891"/>
                </a:cubicBezTo>
                <a:cubicBezTo>
                  <a:pt x="963262" y="70693"/>
                  <a:pt x="964235" y="74173"/>
                  <a:pt x="964235" y="78331"/>
                </a:cubicBezTo>
                <a:cubicBezTo>
                  <a:pt x="964235" y="82399"/>
                  <a:pt x="963047" y="86231"/>
                  <a:pt x="960672" y="89825"/>
                </a:cubicBezTo>
                <a:cubicBezTo>
                  <a:pt x="958297" y="93417"/>
                  <a:pt x="954870" y="96196"/>
                  <a:pt x="950391" y="98163"/>
                </a:cubicBezTo>
                <a:cubicBezTo>
                  <a:pt x="945913" y="100129"/>
                  <a:pt x="940846" y="101113"/>
                  <a:pt x="935191" y="101113"/>
                </a:cubicBezTo>
                <a:cubicBezTo>
                  <a:pt x="925826" y="101113"/>
                  <a:pt x="918689" y="99162"/>
                  <a:pt x="913780" y="95260"/>
                </a:cubicBezTo>
                <a:cubicBezTo>
                  <a:pt x="908872" y="91358"/>
                  <a:pt x="905739" y="85573"/>
                  <a:pt x="904382" y="77904"/>
                </a:cubicBezTo>
                <a:close/>
                <a:moveTo>
                  <a:pt x="1028092" y="76276"/>
                </a:moveTo>
                <a:lnTo>
                  <a:pt x="1040715" y="77836"/>
                </a:lnTo>
                <a:cubicBezTo>
                  <a:pt x="1038724" y="85211"/>
                  <a:pt x="1035037" y="90934"/>
                  <a:pt x="1029653" y="95005"/>
                </a:cubicBezTo>
                <a:cubicBezTo>
                  <a:pt x="1024270" y="99077"/>
                  <a:pt x="1017393" y="101113"/>
                  <a:pt x="1009023" y="101113"/>
                </a:cubicBezTo>
                <a:cubicBezTo>
                  <a:pt x="998482" y="101113"/>
                  <a:pt x="990124" y="97867"/>
                  <a:pt x="983949" y="91375"/>
                </a:cubicBezTo>
                <a:cubicBezTo>
                  <a:pt x="977774" y="84883"/>
                  <a:pt x="974686" y="75778"/>
                  <a:pt x="974686" y="64061"/>
                </a:cubicBezTo>
                <a:cubicBezTo>
                  <a:pt x="974686" y="51936"/>
                  <a:pt x="977807" y="42526"/>
                  <a:pt x="984051" y="35831"/>
                </a:cubicBezTo>
                <a:cubicBezTo>
                  <a:pt x="990294" y="29135"/>
                  <a:pt x="998392" y="25787"/>
                  <a:pt x="1008345" y="25787"/>
                </a:cubicBezTo>
                <a:cubicBezTo>
                  <a:pt x="1017981" y="25787"/>
                  <a:pt x="1025853" y="29062"/>
                  <a:pt x="1031960" y="35612"/>
                </a:cubicBezTo>
                <a:cubicBezTo>
                  <a:pt x="1038068" y="42161"/>
                  <a:pt x="1041122" y="51374"/>
                  <a:pt x="1041122" y="63253"/>
                </a:cubicBezTo>
                <a:cubicBezTo>
                  <a:pt x="1041122" y="63975"/>
                  <a:pt x="1041099" y="65059"/>
                  <a:pt x="1041054" y="66504"/>
                </a:cubicBezTo>
                <a:lnTo>
                  <a:pt x="987308" y="66504"/>
                </a:lnTo>
                <a:cubicBezTo>
                  <a:pt x="987760" y="74398"/>
                  <a:pt x="990000" y="80443"/>
                  <a:pt x="994026" y="84640"/>
                </a:cubicBezTo>
                <a:cubicBezTo>
                  <a:pt x="998053" y="88836"/>
                  <a:pt x="1003074" y="90934"/>
                  <a:pt x="1009091" y="90934"/>
                </a:cubicBezTo>
                <a:cubicBezTo>
                  <a:pt x="1013570" y="90934"/>
                  <a:pt x="1017393" y="89769"/>
                  <a:pt x="1020560" y="87439"/>
                </a:cubicBezTo>
                <a:cubicBezTo>
                  <a:pt x="1023727" y="85107"/>
                  <a:pt x="1026238" y="81386"/>
                  <a:pt x="1028092" y="76276"/>
                </a:cubicBezTo>
                <a:moveTo>
                  <a:pt x="987987" y="56325"/>
                </a:moveTo>
                <a:lnTo>
                  <a:pt x="1028228" y="56325"/>
                </a:lnTo>
                <a:cubicBezTo>
                  <a:pt x="1027685" y="50361"/>
                  <a:pt x="1026147" y="45889"/>
                  <a:pt x="1023614" y="42907"/>
                </a:cubicBezTo>
                <a:cubicBezTo>
                  <a:pt x="1019723" y="38280"/>
                  <a:pt x="1014679" y="35966"/>
                  <a:pt x="1008481" y="35966"/>
                </a:cubicBezTo>
                <a:cubicBezTo>
                  <a:pt x="1002871" y="35966"/>
                  <a:pt x="998154" y="37813"/>
                  <a:pt x="994332" y="41508"/>
                </a:cubicBezTo>
                <a:cubicBezTo>
                  <a:pt x="990509" y="45200"/>
                  <a:pt x="988394" y="50139"/>
                  <a:pt x="987987" y="56325"/>
                </a:cubicBezTo>
                <a:close/>
                <a:moveTo>
                  <a:pt x="1051144" y="77904"/>
                </a:moveTo>
                <a:lnTo>
                  <a:pt x="1063223" y="76004"/>
                </a:lnTo>
                <a:cubicBezTo>
                  <a:pt x="1063902" y="80824"/>
                  <a:pt x="1065790" y="84517"/>
                  <a:pt x="1068889" y="87085"/>
                </a:cubicBezTo>
                <a:cubicBezTo>
                  <a:pt x="1071988" y="89651"/>
                  <a:pt x="1076320" y="90934"/>
                  <a:pt x="1081885" y="90934"/>
                </a:cubicBezTo>
                <a:cubicBezTo>
                  <a:pt x="1087495" y="90934"/>
                  <a:pt x="1091657" y="89800"/>
                  <a:pt x="1094371" y="87534"/>
                </a:cubicBezTo>
                <a:cubicBezTo>
                  <a:pt x="1097086" y="85267"/>
                  <a:pt x="1098443" y="82607"/>
                  <a:pt x="1098443" y="79556"/>
                </a:cubicBezTo>
                <a:cubicBezTo>
                  <a:pt x="1098443" y="76818"/>
                  <a:pt x="1097244" y="74663"/>
                  <a:pt x="1094846" y="73093"/>
                </a:cubicBezTo>
                <a:cubicBezTo>
                  <a:pt x="1093172" y="72015"/>
                  <a:pt x="1089010" y="70646"/>
                  <a:pt x="1082360" y="68985"/>
                </a:cubicBezTo>
                <a:cubicBezTo>
                  <a:pt x="1073402" y="66721"/>
                  <a:pt x="1067193" y="64763"/>
                  <a:pt x="1063732" y="63111"/>
                </a:cubicBezTo>
                <a:cubicBezTo>
                  <a:pt x="1060271" y="61458"/>
                  <a:pt x="1057647" y="59171"/>
                  <a:pt x="1055860" y="56250"/>
                </a:cubicBezTo>
                <a:cubicBezTo>
                  <a:pt x="1054073" y="53329"/>
                  <a:pt x="1053180" y="50103"/>
                  <a:pt x="1053180" y="46572"/>
                </a:cubicBezTo>
                <a:cubicBezTo>
                  <a:pt x="1053180" y="43357"/>
                  <a:pt x="1053915" y="40379"/>
                  <a:pt x="1055385" y="37639"/>
                </a:cubicBezTo>
                <a:cubicBezTo>
                  <a:pt x="1056855" y="34900"/>
                  <a:pt x="1058857" y="32624"/>
                  <a:pt x="1061391" y="30813"/>
                </a:cubicBezTo>
                <a:cubicBezTo>
                  <a:pt x="1063291" y="29409"/>
                  <a:pt x="1065881" y="28221"/>
                  <a:pt x="1069161" y="27248"/>
                </a:cubicBezTo>
                <a:cubicBezTo>
                  <a:pt x="1072441" y="26274"/>
                  <a:pt x="1075958" y="25787"/>
                  <a:pt x="1079713" y="25787"/>
                </a:cubicBezTo>
                <a:cubicBezTo>
                  <a:pt x="1085368" y="25787"/>
                  <a:pt x="1090333" y="26607"/>
                  <a:pt x="1094609" y="28247"/>
                </a:cubicBezTo>
                <a:cubicBezTo>
                  <a:pt x="1098884" y="29886"/>
                  <a:pt x="1102039" y="32106"/>
                  <a:pt x="1104075" y="34908"/>
                </a:cubicBezTo>
                <a:cubicBezTo>
                  <a:pt x="1106111" y="37709"/>
                  <a:pt x="1107514" y="41455"/>
                  <a:pt x="1108283" y="46145"/>
                </a:cubicBezTo>
                <a:lnTo>
                  <a:pt x="1096339" y="47774"/>
                </a:lnTo>
                <a:cubicBezTo>
                  <a:pt x="1095796" y="44064"/>
                  <a:pt x="1094224" y="41169"/>
                  <a:pt x="1091623" y="39088"/>
                </a:cubicBezTo>
                <a:cubicBezTo>
                  <a:pt x="1089021" y="37007"/>
                  <a:pt x="1085346" y="35966"/>
                  <a:pt x="1080595" y="35966"/>
                </a:cubicBezTo>
                <a:cubicBezTo>
                  <a:pt x="1074986" y="35966"/>
                  <a:pt x="1070982" y="36889"/>
                  <a:pt x="1068584" y="38736"/>
                </a:cubicBezTo>
                <a:cubicBezTo>
                  <a:pt x="1066186" y="40581"/>
                  <a:pt x="1064987" y="42742"/>
                  <a:pt x="1064987" y="45219"/>
                </a:cubicBezTo>
                <a:cubicBezTo>
                  <a:pt x="1064987" y="46794"/>
                  <a:pt x="1065485" y="48212"/>
                  <a:pt x="1066480" y="49473"/>
                </a:cubicBezTo>
                <a:cubicBezTo>
                  <a:pt x="1067476" y="50778"/>
                  <a:pt x="1069036" y="51858"/>
                  <a:pt x="1071163" y="52713"/>
                </a:cubicBezTo>
                <a:cubicBezTo>
                  <a:pt x="1072384" y="53164"/>
                  <a:pt x="1075981" y="54200"/>
                  <a:pt x="1081953" y="55820"/>
                </a:cubicBezTo>
                <a:cubicBezTo>
                  <a:pt x="1090594" y="58126"/>
                  <a:pt x="1096622" y="60013"/>
                  <a:pt x="1100038" y="61482"/>
                </a:cubicBezTo>
                <a:cubicBezTo>
                  <a:pt x="1103453" y="62951"/>
                  <a:pt x="1106134" y="65087"/>
                  <a:pt x="1108079" y="67891"/>
                </a:cubicBezTo>
                <a:cubicBezTo>
                  <a:pt x="1110024" y="70693"/>
                  <a:pt x="1110997" y="74173"/>
                  <a:pt x="1110997" y="78331"/>
                </a:cubicBezTo>
                <a:cubicBezTo>
                  <a:pt x="1110997" y="82399"/>
                  <a:pt x="1109810" y="86231"/>
                  <a:pt x="1107434" y="89825"/>
                </a:cubicBezTo>
                <a:cubicBezTo>
                  <a:pt x="1105059" y="93417"/>
                  <a:pt x="1101632" y="96196"/>
                  <a:pt x="1097153" y="98163"/>
                </a:cubicBezTo>
                <a:cubicBezTo>
                  <a:pt x="1092675" y="100129"/>
                  <a:pt x="1087608" y="101113"/>
                  <a:pt x="1081953" y="101113"/>
                </a:cubicBezTo>
                <a:cubicBezTo>
                  <a:pt x="1072588" y="101113"/>
                  <a:pt x="1065451" y="99162"/>
                  <a:pt x="1060542" y="95260"/>
                </a:cubicBezTo>
                <a:cubicBezTo>
                  <a:pt x="1055634" y="91358"/>
                  <a:pt x="1052501" y="85573"/>
                  <a:pt x="1051144" y="77904"/>
                </a:cubicBezTo>
                <a:close/>
                <a:moveTo>
                  <a:pt x="1164024" y="99484"/>
                </a:moveTo>
                <a:lnTo>
                  <a:pt x="1164024" y="0"/>
                </a:lnTo>
                <a:lnTo>
                  <a:pt x="1176238" y="0"/>
                </a:lnTo>
                <a:lnTo>
                  <a:pt x="1176238" y="99484"/>
                </a:lnTo>
                <a:lnTo>
                  <a:pt x="1164024" y="99484"/>
                </a:lnTo>
                <a:close/>
                <a:moveTo>
                  <a:pt x="1195216" y="14115"/>
                </a:moveTo>
                <a:lnTo>
                  <a:pt x="1195216" y="0"/>
                </a:lnTo>
                <a:lnTo>
                  <a:pt x="1207431" y="0"/>
                </a:lnTo>
                <a:lnTo>
                  <a:pt x="1207431" y="14115"/>
                </a:lnTo>
                <a:lnTo>
                  <a:pt x="1195216" y="14115"/>
                </a:lnTo>
                <a:moveTo>
                  <a:pt x="1195216" y="99484"/>
                </a:moveTo>
                <a:lnTo>
                  <a:pt x="1195216" y="27416"/>
                </a:lnTo>
                <a:lnTo>
                  <a:pt x="1207431" y="27416"/>
                </a:lnTo>
                <a:lnTo>
                  <a:pt x="1207431" y="99484"/>
                </a:lnTo>
                <a:lnTo>
                  <a:pt x="1195216" y="99484"/>
                </a:lnTo>
                <a:close/>
                <a:moveTo>
                  <a:pt x="1226069" y="99484"/>
                </a:moveTo>
                <a:lnTo>
                  <a:pt x="1226069" y="0"/>
                </a:lnTo>
                <a:lnTo>
                  <a:pt x="1238284" y="0"/>
                </a:lnTo>
                <a:lnTo>
                  <a:pt x="1238284" y="56732"/>
                </a:lnTo>
                <a:lnTo>
                  <a:pt x="1267193" y="27416"/>
                </a:lnTo>
                <a:lnTo>
                  <a:pt x="1283004" y="27416"/>
                </a:lnTo>
                <a:lnTo>
                  <a:pt x="1255453" y="54153"/>
                </a:lnTo>
                <a:lnTo>
                  <a:pt x="1285787" y="99484"/>
                </a:lnTo>
                <a:lnTo>
                  <a:pt x="1270722" y="99484"/>
                </a:lnTo>
                <a:lnTo>
                  <a:pt x="1246902" y="62636"/>
                </a:lnTo>
                <a:lnTo>
                  <a:pt x="1238284" y="70915"/>
                </a:lnTo>
                <a:lnTo>
                  <a:pt x="1238284" y="99484"/>
                </a:lnTo>
                <a:lnTo>
                  <a:pt x="1226069" y="99484"/>
                </a:lnTo>
                <a:close/>
                <a:moveTo>
                  <a:pt x="1344826" y="76276"/>
                </a:moveTo>
                <a:lnTo>
                  <a:pt x="1357448" y="77836"/>
                </a:lnTo>
                <a:cubicBezTo>
                  <a:pt x="1355457" y="85211"/>
                  <a:pt x="1351770" y="90934"/>
                  <a:pt x="1346386" y="95005"/>
                </a:cubicBezTo>
                <a:cubicBezTo>
                  <a:pt x="1341003" y="99077"/>
                  <a:pt x="1334126" y="101113"/>
                  <a:pt x="1325757" y="101113"/>
                </a:cubicBezTo>
                <a:cubicBezTo>
                  <a:pt x="1315216" y="101113"/>
                  <a:pt x="1306857" y="97867"/>
                  <a:pt x="1300682" y="91375"/>
                </a:cubicBezTo>
                <a:cubicBezTo>
                  <a:pt x="1294507" y="84883"/>
                  <a:pt x="1291419" y="75778"/>
                  <a:pt x="1291419" y="64061"/>
                </a:cubicBezTo>
                <a:cubicBezTo>
                  <a:pt x="1291419" y="51936"/>
                  <a:pt x="1294541" y="42526"/>
                  <a:pt x="1300784" y="35831"/>
                </a:cubicBezTo>
                <a:cubicBezTo>
                  <a:pt x="1307027" y="29135"/>
                  <a:pt x="1315125" y="25787"/>
                  <a:pt x="1325078" y="25787"/>
                </a:cubicBezTo>
                <a:cubicBezTo>
                  <a:pt x="1334714" y="25787"/>
                  <a:pt x="1342586" y="29062"/>
                  <a:pt x="1348694" y="35612"/>
                </a:cubicBezTo>
                <a:cubicBezTo>
                  <a:pt x="1354801" y="42161"/>
                  <a:pt x="1357855" y="51374"/>
                  <a:pt x="1357855" y="63253"/>
                </a:cubicBezTo>
                <a:cubicBezTo>
                  <a:pt x="1357855" y="63975"/>
                  <a:pt x="1357832" y="65059"/>
                  <a:pt x="1357787" y="66504"/>
                </a:cubicBezTo>
                <a:lnTo>
                  <a:pt x="1304041" y="66504"/>
                </a:lnTo>
                <a:cubicBezTo>
                  <a:pt x="1304494" y="74398"/>
                  <a:pt x="1306733" y="80443"/>
                  <a:pt x="1310760" y="84640"/>
                </a:cubicBezTo>
                <a:cubicBezTo>
                  <a:pt x="1314786" y="88836"/>
                  <a:pt x="1319808" y="90934"/>
                  <a:pt x="1325825" y="90934"/>
                </a:cubicBezTo>
                <a:cubicBezTo>
                  <a:pt x="1330303" y="90934"/>
                  <a:pt x="1334126" y="89769"/>
                  <a:pt x="1337293" y="87439"/>
                </a:cubicBezTo>
                <a:cubicBezTo>
                  <a:pt x="1340460" y="85107"/>
                  <a:pt x="1342971" y="81386"/>
                  <a:pt x="1344826" y="76276"/>
                </a:cubicBezTo>
                <a:moveTo>
                  <a:pt x="1304720" y="56325"/>
                </a:moveTo>
                <a:lnTo>
                  <a:pt x="1344961" y="56325"/>
                </a:lnTo>
                <a:cubicBezTo>
                  <a:pt x="1344419" y="50361"/>
                  <a:pt x="1342880" y="45889"/>
                  <a:pt x="1340347" y="42907"/>
                </a:cubicBezTo>
                <a:cubicBezTo>
                  <a:pt x="1336456" y="38280"/>
                  <a:pt x="1331412" y="35966"/>
                  <a:pt x="1325214" y="35966"/>
                </a:cubicBezTo>
                <a:cubicBezTo>
                  <a:pt x="1319604" y="35966"/>
                  <a:pt x="1314888" y="37813"/>
                  <a:pt x="1311065" y="41508"/>
                </a:cubicBezTo>
                <a:cubicBezTo>
                  <a:pt x="1307242" y="45200"/>
                  <a:pt x="1305127" y="50139"/>
                  <a:pt x="1304720" y="56325"/>
                </a:cubicBezTo>
                <a:close/>
                <a:moveTo>
                  <a:pt x="1372491" y="99484"/>
                </a:moveTo>
                <a:lnTo>
                  <a:pt x="1372491" y="0"/>
                </a:lnTo>
                <a:lnTo>
                  <a:pt x="1384706" y="0"/>
                </a:lnTo>
                <a:lnTo>
                  <a:pt x="1384706" y="99484"/>
                </a:lnTo>
                <a:lnTo>
                  <a:pt x="1372491" y="99484"/>
                </a:lnTo>
                <a:close/>
                <a:moveTo>
                  <a:pt x="1403073" y="127307"/>
                </a:moveTo>
                <a:lnTo>
                  <a:pt x="1401716" y="115839"/>
                </a:lnTo>
                <a:cubicBezTo>
                  <a:pt x="1404385" y="116562"/>
                  <a:pt x="1406715" y="116924"/>
                  <a:pt x="1408706" y="116924"/>
                </a:cubicBezTo>
                <a:cubicBezTo>
                  <a:pt x="1411420" y="116924"/>
                  <a:pt x="1413592" y="116466"/>
                  <a:pt x="1415221" y="115550"/>
                </a:cubicBezTo>
                <a:cubicBezTo>
                  <a:pt x="1416849" y="114635"/>
                  <a:pt x="1418184" y="113354"/>
                  <a:pt x="1419224" y="111705"/>
                </a:cubicBezTo>
                <a:cubicBezTo>
                  <a:pt x="1419993" y="110470"/>
                  <a:pt x="1421238" y="107403"/>
                  <a:pt x="1422957" y="102506"/>
                </a:cubicBezTo>
                <a:cubicBezTo>
                  <a:pt x="1423183" y="101819"/>
                  <a:pt x="1423545" y="100812"/>
                  <a:pt x="1424042" y="99484"/>
                </a:cubicBezTo>
                <a:lnTo>
                  <a:pt x="1396694" y="27416"/>
                </a:lnTo>
                <a:lnTo>
                  <a:pt x="1409860" y="27416"/>
                </a:lnTo>
                <a:lnTo>
                  <a:pt x="1424857" y="69053"/>
                </a:lnTo>
                <a:cubicBezTo>
                  <a:pt x="1426802" y="74335"/>
                  <a:pt x="1428544" y="79886"/>
                  <a:pt x="1430082" y="85708"/>
                </a:cubicBezTo>
                <a:cubicBezTo>
                  <a:pt x="1431485" y="80111"/>
                  <a:pt x="1433158" y="74650"/>
                  <a:pt x="1435104" y="69324"/>
                </a:cubicBezTo>
                <a:lnTo>
                  <a:pt x="1450508" y="27416"/>
                </a:lnTo>
                <a:lnTo>
                  <a:pt x="1462723" y="27416"/>
                </a:lnTo>
                <a:lnTo>
                  <a:pt x="1435307" y="100754"/>
                </a:lnTo>
                <a:cubicBezTo>
                  <a:pt x="1432367" y="108677"/>
                  <a:pt x="1430082" y="114132"/>
                  <a:pt x="1428453" y="117119"/>
                </a:cubicBezTo>
                <a:cubicBezTo>
                  <a:pt x="1426282" y="121149"/>
                  <a:pt x="1423794" y="124103"/>
                  <a:pt x="1420989" y="125982"/>
                </a:cubicBezTo>
                <a:cubicBezTo>
                  <a:pt x="1418184" y="127861"/>
                  <a:pt x="1414836" y="128800"/>
                  <a:pt x="1410945" y="128800"/>
                </a:cubicBezTo>
                <a:cubicBezTo>
                  <a:pt x="1408593" y="128800"/>
                  <a:pt x="1405969" y="128302"/>
                  <a:pt x="1403073" y="127307"/>
                </a:cubicBezTo>
                <a:close/>
                <a:moveTo>
                  <a:pt x="1558498" y="99484"/>
                </a:moveTo>
                <a:lnTo>
                  <a:pt x="1558498" y="90391"/>
                </a:lnTo>
                <a:cubicBezTo>
                  <a:pt x="1553929" y="97539"/>
                  <a:pt x="1547211" y="101113"/>
                  <a:pt x="1538344" y="101113"/>
                </a:cubicBezTo>
                <a:cubicBezTo>
                  <a:pt x="1532598" y="101113"/>
                  <a:pt x="1527316" y="99529"/>
                  <a:pt x="1522498" y="96363"/>
                </a:cubicBezTo>
                <a:cubicBezTo>
                  <a:pt x="1517680" y="93196"/>
                  <a:pt x="1513948" y="88773"/>
                  <a:pt x="1511301" y="83096"/>
                </a:cubicBezTo>
                <a:cubicBezTo>
                  <a:pt x="1508654" y="77418"/>
                  <a:pt x="1507331" y="70892"/>
                  <a:pt x="1507331" y="63518"/>
                </a:cubicBezTo>
                <a:cubicBezTo>
                  <a:pt x="1507331" y="56325"/>
                  <a:pt x="1508530" y="49799"/>
                  <a:pt x="1510928" y="43940"/>
                </a:cubicBezTo>
                <a:cubicBezTo>
                  <a:pt x="1513326" y="38081"/>
                  <a:pt x="1516922" y="33591"/>
                  <a:pt x="1521718" y="30470"/>
                </a:cubicBezTo>
                <a:cubicBezTo>
                  <a:pt x="1526513" y="27348"/>
                  <a:pt x="1531874" y="25787"/>
                  <a:pt x="1537801" y="25787"/>
                </a:cubicBezTo>
                <a:cubicBezTo>
                  <a:pt x="1542144" y="25787"/>
                  <a:pt x="1546012" y="26703"/>
                  <a:pt x="1549405" y="28536"/>
                </a:cubicBezTo>
                <a:cubicBezTo>
                  <a:pt x="1552798" y="30368"/>
                  <a:pt x="1555558" y="32754"/>
                  <a:pt x="1557684" y="35695"/>
                </a:cubicBezTo>
                <a:lnTo>
                  <a:pt x="1557684" y="0"/>
                </a:lnTo>
                <a:lnTo>
                  <a:pt x="1569831" y="0"/>
                </a:lnTo>
                <a:lnTo>
                  <a:pt x="1569831" y="99484"/>
                </a:lnTo>
                <a:lnTo>
                  <a:pt x="1558498" y="99484"/>
                </a:lnTo>
                <a:moveTo>
                  <a:pt x="1519885" y="63484"/>
                </a:moveTo>
                <a:cubicBezTo>
                  <a:pt x="1519885" y="72679"/>
                  <a:pt x="1521831" y="79553"/>
                  <a:pt x="1525721" y="84105"/>
                </a:cubicBezTo>
                <a:cubicBezTo>
                  <a:pt x="1529612" y="88657"/>
                  <a:pt x="1534204" y="90934"/>
                  <a:pt x="1539497" y="90934"/>
                </a:cubicBezTo>
                <a:cubicBezTo>
                  <a:pt x="1544836" y="90934"/>
                  <a:pt x="1549371" y="88759"/>
                  <a:pt x="1553103" y="84411"/>
                </a:cubicBezTo>
                <a:cubicBezTo>
                  <a:pt x="1556836" y="80060"/>
                  <a:pt x="1558702" y="73423"/>
                  <a:pt x="1558702" y="64498"/>
                </a:cubicBezTo>
                <a:cubicBezTo>
                  <a:pt x="1558702" y="54672"/>
                  <a:pt x="1556802" y="47460"/>
                  <a:pt x="1553002" y="42863"/>
                </a:cubicBezTo>
                <a:cubicBezTo>
                  <a:pt x="1549201" y="38265"/>
                  <a:pt x="1544519" y="35966"/>
                  <a:pt x="1538954" y="35966"/>
                </a:cubicBezTo>
                <a:cubicBezTo>
                  <a:pt x="1533525" y="35966"/>
                  <a:pt x="1528990" y="38175"/>
                  <a:pt x="1525348" y="42593"/>
                </a:cubicBezTo>
                <a:cubicBezTo>
                  <a:pt x="1521706" y="47010"/>
                  <a:pt x="1519885" y="53973"/>
                  <a:pt x="1519885" y="63484"/>
                </a:cubicBezTo>
                <a:close/>
                <a:moveTo>
                  <a:pt x="1638350" y="76276"/>
                </a:moveTo>
                <a:lnTo>
                  <a:pt x="1650972" y="77836"/>
                </a:lnTo>
                <a:cubicBezTo>
                  <a:pt x="1648981" y="85211"/>
                  <a:pt x="1645294" y="90934"/>
                  <a:pt x="1639911" y="95005"/>
                </a:cubicBezTo>
                <a:cubicBezTo>
                  <a:pt x="1634527" y="99077"/>
                  <a:pt x="1627650" y="101113"/>
                  <a:pt x="1619281" y="101113"/>
                </a:cubicBezTo>
                <a:cubicBezTo>
                  <a:pt x="1608740" y="101113"/>
                  <a:pt x="1600382" y="97867"/>
                  <a:pt x="1594206" y="91375"/>
                </a:cubicBezTo>
                <a:cubicBezTo>
                  <a:pt x="1588031" y="84883"/>
                  <a:pt x="1584943" y="75778"/>
                  <a:pt x="1584943" y="64061"/>
                </a:cubicBezTo>
                <a:cubicBezTo>
                  <a:pt x="1584943" y="51936"/>
                  <a:pt x="1588065" y="42526"/>
                  <a:pt x="1594308" y="35831"/>
                </a:cubicBezTo>
                <a:cubicBezTo>
                  <a:pt x="1600551" y="29135"/>
                  <a:pt x="1608649" y="25787"/>
                  <a:pt x="1618602" y="25787"/>
                </a:cubicBezTo>
                <a:cubicBezTo>
                  <a:pt x="1628239" y="25787"/>
                  <a:pt x="1636110" y="29062"/>
                  <a:pt x="1642218" y="35612"/>
                </a:cubicBezTo>
                <a:cubicBezTo>
                  <a:pt x="1648325" y="42161"/>
                  <a:pt x="1651379" y="51374"/>
                  <a:pt x="1651379" y="63253"/>
                </a:cubicBezTo>
                <a:cubicBezTo>
                  <a:pt x="1651379" y="63975"/>
                  <a:pt x="1651356" y="65059"/>
                  <a:pt x="1651311" y="66504"/>
                </a:cubicBezTo>
                <a:lnTo>
                  <a:pt x="1597565" y="66504"/>
                </a:lnTo>
                <a:cubicBezTo>
                  <a:pt x="1598018" y="74398"/>
                  <a:pt x="1600257" y="80443"/>
                  <a:pt x="1604284" y="84640"/>
                </a:cubicBezTo>
                <a:cubicBezTo>
                  <a:pt x="1608310" y="88836"/>
                  <a:pt x="1613332" y="90934"/>
                  <a:pt x="1619349" y="90934"/>
                </a:cubicBezTo>
                <a:cubicBezTo>
                  <a:pt x="1623828" y="90934"/>
                  <a:pt x="1627650" y="89769"/>
                  <a:pt x="1630817" y="87439"/>
                </a:cubicBezTo>
                <a:cubicBezTo>
                  <a:pt x="1633984" y="85107"/>
                  <a:pt x="1636495" y="81386"/>
                  <a:pt x="1638350" y="76276"/>
                </a:cubicBezTo>
                <a:moveTo>
                  <a:pt x="1598244" y="56325"/>
                </a:moveTo>
                <a:lnTo>
                  <a:pt x="1638486" y="56325"/>
                </a:lnTo>
                <a:cubicBezTo>
                  <a:pt x="1637943" y="50361"/>
                  <a:pt x="1636404" y="45889"/>
                  <a:pt x="1633871" y="42907"/>
                </a:cubicBezTo>
                <a:cubicBezTo>
                  <a:pt x="1629980" y="38280"/>
                  <a:pt x="1624936" y="35966"/>
                  <a:pt x="1618738" y="35966"/>
                </a:cubicBezTo>
                <a:cubicBezTo>
                  <a:pt x="1613128" y="35966"/>
                  <a:pt x="1608412" y="37813"/>
                  <a:pt x="1604589" y="41508"/>
                </a:cubicBezTo>
                <a:cubicBezTo>
                  <a:pt x="1600766" y="45200"/>
                  <a:pt x="1598651" y="50139"/>
                  <a:pt x="1598244" y="56325"/>
                </a:cubicBezTo>
                <a:close/>
                <a:moveTo>
                  <a:pt x="1666287" y="99484"/>
                </a:moveTo>
                <a:lnTo>
                  <a:pt x="1666287" y="27416"/>
                </a:lnTo>
                <a:lnTo>
                  <a:pt x="1677213" y="27416"/>
                </a:lnTo>
                <a:lnTo>
                  <a:pt x="1677213" y="37459"/>
                </a:lnTo>
                <a:cubicBezTo>
                  <a:pt x="1679475" y="33950"/>
                  <a:pt x="1682483" y="31128"/>
                  <a:pt x="1686238" y="28991"/>
                </a:cubicBezTo>
                <a:cubicBezTo>
                  <a:pt x="1689993" y="26855"/>
                  <a:pt x="1694268" y="25787"/>
                  <a:pt x="1699064" y="25787"/>
                </a:cubicBezTo>
                <a:cubicBezTo>
                  <a:pt x="1704402" y="25787"/>
                  <a:pt x="1708779" y="26890"/>
                  <a:pt x="1712195" y="29095"/>
                </a:cubicBezTo>
                <a:cubicBezTo>
                  <a:pt x="1715611" y="31299"/>
                  <a:pt x="1718020" y="34381"/>
                  <a:pt x="1719422" y="38341"/>
                </a:cubicBezTo>
                <a:cubicBezTo>
                  <a:pt x="1725123" y="29972"/>
                  <a:pt x="1732542" y="25787"/>
                  <a:pt x="1741681" y="25787"/>
                </a:cubicBezTo>
                <a:cubicBezTo>
                  <a:pt x="1748829" y="25787"/>
                  <a:pt x="1754325" y="27766"/>
                  <a:pt x="1758171" y="31725"/>
                </a:cubicBezTo>
                <a:cubicBezTo>
                  <a:pt x="1762016" y="35684"/>
                  <a:pt x="1763939" y="41780"/>
                  <a:pt x="1763939" y="50013"/>
                </a:cubicBezTo>
                <a:lnTo>
                  <a:pt x="1763939" y="99484"/>
                </a:lnTo>
                <a:lnTo>
                  <a:pt x="1751792" y="99484"/>
                </a:lnTo>
                <a:lnTo>
                  <a:pt x="1751792" y="54036"/>
                </a:lnTo>
                <a:cubicBezTo>
                  <a:pt x="1751792" y="49145"/>
                  <a:pt x="1751396" y="45624"/>
                  <a:pt x="1750604" y="43473"/>
                </a:cubicBezTo>
                <a:cubicBezTo>
                  <a:pt x="1749813" y="41322"/>
                  <a:pt x="1748376" y="39589"/>
                  <a:pt x="1746295" y="38276"/>
                </a:cubicBezTo>
                <a:cubicBezTo>
                  <a:pt x="1744214" y="36962"/>
                  <a:pt x="1741771" y="36306"/>
                  <a:pt x="1738966" y="36306"/>
                </a:cubicBezTo>
                <a:cubicBezTo>
                  <a:pt x="1733899" y="36306"/>
                  <a:pt x="1729692" y="37993"/>
                  <a:pt x="1726344" y="41368"/>
                </a:cubicBezTo>
                <a:cubicBezTo>
                  <a:pt x="1722996" y="44741"/>
                  <a:pt x="1721322" y="50141"/>
                  <a:pt x="1721322" y="57569"/>
                </a:cubicBezTo>
                <a:lnTo>
                  <a:pt x="1721322" y="99484"/>
                </a:lnTo>
                <a:lnTo>
                  <a:pt x="1709107" y="99484"/>
                </a:lnTo>
                <a:lnTo>
                  <a:pt x="1709107" y="52609"/>
                </a:lnTo>
                <a:cubicBezTo>
                  <a:pt x="1709107" y="47175"/>
                  <a:pt x="1708112" y="43099"/>
                  <a:pt x="1706121" y="40381"/>
                </a:cubicBezTo>
                <a:cubicBezTo>
                  <a:pt x="1704131" y="37664"/>
                  <a:pt x="1700874" y="36306"/>
                  <a:pt x="1696350" y="36306"/>
                </a:cubicBezTo>
                <a:cubicBezTo>
                  <a:pt x="1692911" y="36306"/>
                  <a:pt x="1689733" y="37212"/>
                  <a:pt x="1686815" y="39024"/>
                </a:cubicBezTo>
                <a:cubicBezTo>
                  <a:pt x="1683897" y="40835"/>
                  <a:pt x="1681782" y="43485"/>
                  <a:pt x="1680470" y="46972"/>
                </a:cubicBezTo>
                <a:cubicBezTo>
                  <a:pt x="1679158" y="50459"/>
                  <a:pt x="1678502" y="55485"/>
                  <a:pt x="1678502" y="62052"/>
                </a:cubicBezTo>
                <a:lnTo>
                  <a:pt x="1678502" y="99484"/>
                </a:lnTo>
                <a:lnTo>
                  <a:pt x="1666287" y="99484"/>
                </a:lnTo>
                <a:close/>
                <a:moveTo>
                  <a:pt x="1829084" y="90586"/>
                </a:moveTo>
                <a:cubicBezTo>
                  <a:pt x="1824560" y="94434"/>
                  <a:pt x="1820206" y="97151"/>
                  <a:pt x="1816021" y="98736"/>
                </a:cubicBezTo>
                <a:cubicBezTo>
                  <a:pt x="1811836" y="100320"/>
                  <a:pt x="1807346" y="101113"/>
                  <a:pt x="1802551" y="101113"/>
                </a:cubicBezTo>
                <a:cubicBezTo>
                  <a:pt x="1794634" y="101113"/>
                  <a:pt x="1788549" y="99177"/>
                  <a:pt x="1784296" y="95306"/>
                </a:cubicBezTo>
                <a:cubicBezTo>
                  <a:pt x="1780044" y="91436"/>
                  <a:pt x="1777917" y="86489"/>
                  <a:pt x="1777917" y="80468"/>
                </a:cubicBezTo>
                <a:cubicBezTo>
                  <a:pt x="1777917" y="76938"/>
                  <a:pt x="1778720" y="73713"/>
                  <a:pt x="1780326" y="70794"/>
                </a:cubicBezTo>
                <a:cubicBezTo>
                  <a:pt x="1781932" y="67873"/>
                  <a:pt x="1784036" y="65530"/>
                  <a:pt x="1786637" y="63764"/>
                </a:cubicBezTo>
                <a:cubicBezTo>
                  <a:pt x="1789239" y="61998"/>
                  <a:pt x="1792168" y="60663"/>
                  <a:pt x="1795425" y="59758"/>
                </a:cubicBezTo>
                <a:cubicBezTo>
                  <a:pt x="1797823" y="59123"/>
                  <a:pt x="1801442" y="58512"/>
                  <a:pt x="1806283" y="57924"/>
                </a:cubicBezTo>
                <a:cubicBezTo>
                  <a:pt x="1816146" y="56756"/>
                  <a:pt x="1823407" y="55363"/>
                  <a:pt x="1828066" y="53746"/>
                </a:cubicBezTo>
                <a:cubicBezTo>
                  <a:pt x="1828112" y="52079"/>
                  <a:pt x="1828134" y="51020"/>
                  <a:pt x="1828134" y="50569"/>
                </a:cubicBezTo>
                <a:cubicBezTo>
                  <a:pt x="1828134" y="45611"/>
                  <a:pt x="1826981" y="42118"/>
                  <a:pt x="1824673" y="40091"/>
                </a:cubicBezTo>
                <a:cubicBezTo>
                  <a:pt x="1821552" y="37341"/>
                  <a:pt x="1816915" y="35966"/>
                  <a:pt x="1810762" y="35966"/>
                </a:cubicBezTo>
                <a:cubicBezTo>
                  <a:pt x="1805016" y="35966"/>
                  <a:pt x="1800775" y="36973"/>
                  <a:pt x="1798038" y="38986"/>
                </a:cubicBezTo>
                <a:cubicBezTo>
                  <a:pt x="1795301" y="40999"/>
                  <a:pt x="1793276" y="44562"/>
                  <a:pt x="1791964" y="49674"/>
                </a:cubicBezTo>
                <a:lnTo>
                  <a:pt x="1780021" y="48046"/>
                </a:lnTo>
                <a:cubicBezTo>
                  <a:pt x="1781107" y="42918"/>
                  <a:pt x="1782894" y="38777"/>
                  <a:pt x="1785382" y="35623"/>
                </a:cubicBezTo>
                <a:cubicBezTo>
                  <a:pt x="1787870" y="32469"/>
                  <a:pt x="1791467" y="30041"/>
                  <a:pt x="1796172" y="28340"/>
                </a:cubicBezTo>
                <a:cubicBezTo>
                  <a:pt x="1800877" y="26638"/>
                  <a:pt x="1806328" y="25787"/>
                  <a:pt x="1812526" y="25787"/>
                </a:cubicBezTo>
                <a:cubicBezTo>
                  <a:pt x="1818679" y="25787"/>
                  <a:pt x="1823678" y="26511"/>
                  <a:pt x="1827524" y="27959"/>
                </a:cubicBezTo>
                <a:cubicBezTo>
                  <a:pt x="1831369" y="29406"/>
                  <a:pt x="1834197" y="31227"/>
                  <a:pt x="1836006" y="33422"/>
                </a:cubicBezTo>
                <a:cubicBezTo>
                  <a:pt x="1837816" y="35616"/>
                  <a:pt x="1839083" y="38387"/>
                  <a:pt x="1839806" y="41734"/>
                </a:cubicBezTo>
                <a:cubicBezTo>
                  <a:pt x="1840214" y="43816"/>
                  <a:pt x="1840417" y="47571"/>
                  <a:pt x="1840417" y="52999"/>
                </a:cubicBezTo>
                <a:lnTo>
                  <a:pt x="1840417" y="69286"/>
                </a:lnTo>
                <a:cubicBezTo>
                  <a:pt x="1840417" y="80641"/>
                  <a:pt x="1840677" y="87823"/>
                  <a:pt x="1841198" y="90832"/>
                </a:cubicBezTo>
                <a:cubicBezTo>
                  <a:pt x="1841718" y="93840"/>
                  <a:pt x="1842747" y="96724"/>
                  <a:pt x="1844285" y="99484"/>
                </a:cubicBezTo>
                <a:lnTo>
                  <a:pt x="1831527" y="99484"/>
                </a:lnTo>
                <a:cubicBezTo>
                  <a:pt x="1830261" y="96948"/>
                  <a:pt x="1829446" y="93982"/>
                  <a:pt x="1829084" y="90586"/>
                </a:cubicBezTo>
                <a:moveTo>
                  <a:pt x="1828066" y="63246"/>
                </a:moveTo>
                <a:cubicBezTo>
                  <a:pt x="1823633" y="65072"/>
                  <a:pt x="1816983" y="66622"/>
                  <a:pt x="1808115" y="67899"/>
                </a:cubicBezTo>
                <a:cubicBezTo>
                  <a:pt x="1803094" y="68626"/>
                  <a:pt x="1799542" y="69444"/>
                  <a:pt x="1797461" y="70353"/>
                </a:cubicBezTo>
                <a:cubicBezTo>
                  <a:pt x="1795380" y="71260"/>
                  <a:pt x="1793774" y="72589"/>
                  <a:pt x="1792643" y="74340"/>
                </a:cubicBezTo>
                <a:cubicBezTo>
                  <a:pt x="1791512" y="76088"/>
                  <a:pt x="1790947" y="78030"/>
                  <a:pt x="1790947" y="80165"/>
                </a:cubicBezTo>
                <a:cubicBezTo>
                  <a:pt x="1790947" y="83435"/>
                  <a:pt x="1792179" y="86161"/>
                  <a:pt x="1794645" y="88342"/>
                </a:cubicBezTo>
                <a:cubicBezTo>
                  <a:pt x="1797111" y="90522"/>
                  <a:pt x="1800719" y="91612"/>
                  <a:pt x="1805469" y="91612"/>
                </a:cubicBezTo>
                <a:cubicBezTo>
                  <a:pt x="1810174" y="91612"/>
                  <a:pt x="1814359" y="90578"/>
                  <a:pt x="1818023" y="88510"/>
                </a:cubicBezTo>
                <a:cubicBezTo>
                  <a:pt x="1821688" y="86441"/>
                  <a:pt x="1824379" y="83612"/>
                  <a:pt x="1826098" y="80021"/>
                </a:cubicBezTo>
                <a:cubicBezTo>
                  <a:pt x="1827410" y="77247"/>
                  <a:pt x="1828066" y="73155"/>
                  <a:pt x="1828066" y="67746"/>
                </a:cubicBezTo>
                <a:lnTo>
                  <a:pt x="1828066" y="63246"/>
                </a:lnTo>
                <a:close/>
                <a:moveTo>
                  <a:pt x="1859329" y="99484"/>
                </a:moveTo>
                <a:lnTo>
                  <a:pt x="1859329" y="27416"/>
                </a:lnTo>
                <a:lnTo>
                  <a:pt x="1870323" y="27416"/>
                </a:lnTo>
                <a:lnTo>
                  <a:pt x="1870323" y="37595"/>
                </a:lnTo>
                <a:cubicBezTo>
                  <a:pt x="1875616" y="29723"/>
                  <a:pt x="1883262" y="25787"/>
                  <a:pt x="1893260" y="25787"/>
                </a:cubicBezTo>
                <a:cubicBezTo>
                  <a:pt x="1897603" y="25787"/>
                  <a:pt x="1901595" y="26568"/>
                  <a:pt x="1905237" y="28128"/>
                </a:cubicBezTo>
                <a:cubicBezTo>
                  <a:pt x="1908879" y="29689"/>
                  <a:pt x="1911605" y="31736"/>
                  <a:pt x="1913414" y="34270"/>
                </a:cubicBezTo>
                <a:cubicBezTo>
                  <a:pt x="1915224" y="36803"/>
                  <a:pt x="1916491" y="39812"/>
                  <a:pt x="1917215" y="43295"/>
                </a:cubicBezTo>
                <a:cubicBezTo>
                  <a:pt x="1917667" y="45557"/>
                  <a:pt x="1917893" y="49516"/>
                  <a:pt x="1917893" y="55171"/>
                </a:cubicBezTo>
                <a:lnTo>
                  <a:pt x="1917893" y="99484"/>
                </a:lnTo>
                <a:lnTo>
                  <a:pt x="1905678" y="99484"/>
                </a:lnTo>
                <a:lnTo>
                  <a:pt x="1905678" y="55599"/>
                </a:lnTo>
                <a:cubicBezTo>
                  <a:pt x="1905678" y="50617"/>
                  <a:pt x="1905203" y="46892"/>
                  <a:pt x="1904253" y="44423"/>
                </a:cubicBezTo>
                <a:cubicBezTo>
                  <a:pt x="1903303" y="41955"/>
                  <a:pt x="1901618" y="39985"/>
                  <a:pt x="1899198" y="38513"/>
                </a:cubicBezTo>
                <a:cubicBezTo>
                  <a:pt x="1896777" y="37041"/>
                  <a:pt x="1893938" y="36306"/>
                  <a:pt x="1890681" y="36306"/>
                </a:cubicBezTo>
                <a:cubicBezTo>
                  <a:pt x="1885478" y="36306"/>
                  <a:pt x="1880988" y="37959"/>
                  <a:pt x="1877211" y="41266"/>
                </a:cubicBezTo>
                <a:cubicBezTo>
                  <a:pt x="1873433" y="44571"/>
                  <a:pt x="1871544" y="50843"/>
                  <a:pt x="1871544" y="60082"/>
                </a:cubicBezTo>
                <a:lnTo>
                  <a:pt x="1871544" y="99484"/>
                </a:lnTo>
                <a:lnTo>
                  <a:pt x="1859329" y="99484"/>
                </a:lnTo>
                <a:close/>
                <a:moveTo>
                  <a:pt x="1983358" y="99484"/>
                </a:moveTo>
                <a:lnTo>
                  <a:pt x="1983358" y="90391"/>
                </a:lnTo>
                <a:cubicBezTo>
                  <a:pt x="1978789" y="97539"/>
                  <a:pt x="1972070" y="101113"/>
                  <a:pt x="1963203" y="101113"/>
                </a:cubicBezTo>
                <a:cubicBezTo>
                  <a:pt x="1957458" y="101113"/>
                  <a:pt x="1952176" y="99529"/>
                  <a:pt x="1947358" y="96363"/>
                </a:cubicBezTo>
                <a:cubicBezTo>
                  <a:pt x="1942540" y="93196"/>
                  <a:pt x="1938807" y="88773"/>
                  <a:pt x="1936161" y="83096"/>
                </a:cubicBezTo>
                <a:cubicBezTo>
                  <a:pt x="1933514" y="77418"/>
                  <a:pt x="1932191" y="70892"/>
                  <a:pt x="1932191" y="63518"/>
                </a:cubicBezTo>
                <a:cubicBezTo>
                  <a:pt x="1932191" y="56325"/>
                  <a:pt x="1933390" y="49799"/>
                  <a:pt x="1935787" y="43940"/>
                </a:cubicBezTo>
                <a:cubicBezTo>
                  <a:pt x="1938185" y="38081"/>
                  <a:pt x="1941782" y="33591"/>
                  <a:pt x="1946577" y="30470"/>
                </a:cubicBezTo>
                <a:cubicBezTo>
                  <a:pt x="1951373" y="27348"/>
                  <a:pt x="1956734" y="25787"/>
                  <a:pt x="1962660" y="25787"/>
                </a:cubicBezTo>
                <a:cubicBezTo>
                  <a:pt x="1967003" y="25787"/>
                  <a:pt x="1970872" y="26703"/>
                  <a:pt x="1974265" y="28536"/>
                </a:cubicBezTo>
                <a:cubicBezTo>
                  <a:pt x="1977658" y="30368"/>
                  <a:pt x="1980417" y="32754"/>
                  <a:pt x="1982544" y="35695"/>
                </a:cubicBezTo>
                <a:lnTo>
                  <a:pt x="1982544" y="0"/>
                </a:lnTo>
                <a:lnTo>
                  <a:pt x="1994691" y="0"/>
                </a:lnTo>
                <a:lnTo>
                  <a:pt x="1994691" y="99484"/>
                </a:lnTo>
                <a:lnTo>
                  <a:pt x="1983358" y="99484"/>
                </a:lnTo>
                <a:moveTo>
                  <a:pt x="1944745" y="63484"/>
                </a:moveTo>
                <a:cubicBezTo>
                  <a:pt x="1944745" y="72679"/>
                  <a:pt x="1946690" y="79553"/>
                  <a:pt x="1950581" y="84105"/>
                </a:cubicBezTo>
                <a:cubicBezTo>
                  <a:pt x="1954472" y="88657"/>
                  <a:pt x="1959064" y="90934"/>
                  <a:pt x="1964357" y="90934"/>
                </a:cubicBezTo>
                <a:cubicBezTo>
                  <a:pt x="1969695" y="90934"/>
                  <a:pt x="1974231" y="88759"/>
                  <a:pt x="1977963" y="84411"/>
                </a:cubicBezTo>
                <a:cubicBezTo>
                  <a:pt x="1981695" y="80060"/>
                  <a:pt x="1983562" y="73423"/>
                  <a:pt x="1983562" y="64498"/>
                </a:cubicBezTo>
                <a:cubicBezTo>
                  <a:pt x="1983562" y="54672"/>
                  <a:pt x="1981661" y="47460"/>
                  <a:pt x="1977861" y="42863"/>
                </a:cubicBezTo>
                <a:cubicBezTo>
                  <a:pt x="1974061" y="38265"/>
                  <a:pt x="1969379" y="35966"/>
                  <a:pt x="1963814" y="35966"/>
                </a:cubicBezTo>
                <a:cubicBezTo>
                  <a:pt x="1958385" y="35966"/>
                  <a:pt x="1953850" y="38175"/>
                  <a:pt x="1950208" y="42593"/>
                </a:cubicBezTo>
                <a:cubicBezTo>
                  <a:pt x="1946566" y="47010"/>
                  <a:pt x="1944745" y="53973"/>
                  <a:pt x="1944745" y="63484"/>
                </a:cubicBezTo>
                <a:close/>
                <a:moveTo>
                  <a:pt x="2063209" y="76276"/>
                </a:moveTo>
                <a:lnTo>
                  <a:pt x="2075831" y="77836"/>
                </a:lnTo>
                <a:cubicBezTo>
                  <a:pt x="2073840" y="85211"/>
                  <a:pt x="2070153" y="90934"/>
                  <a:pt x="2064770" y="95005"/>
                </a:cubicBezTo>
                <a:cubicBezTo>
                  <a:pt x="2059386" y="99077"/>
                  <a:pt x="2052509" y="101113"/>
                  <a:pt x="2044140" y="101113"/>
                </a:cubicBezTo>
                <a:cubicBezTo>
                  <a:pt x="2033599" y="101113"/>
                  <a:pt x="2025241" y="97867"/>
                  <a:pt x="2019065" y="91375"/>
                </a:cubicBezTo>
                <a:cubicBezTo>
                  <a:pt x="2012890" y="84883"/>
                  <a:pt x="2009802" y="75778"/>
                  <a:pt x="2009802" y="64061"/>
                </a:cubicBezTo>
                <a:cubicBezTo>
                  <a:pt x="2009802" y="51936"/>
                  <a:pt x="2012924" y="42526"/>
                  <a:pt x="2019167" y="35831"/>
                </a:cubicBezTo>
                <a:cubicBezTo>
                  <a:pt x="2025410" y="29135"/>
                  <a:pt x="2033508" y="25787"/>
                  <a:pt x="2043461" y="25787"/>
                </a:cubicBezTo>
                <a:cubicBezTo>
                  <a:pt x="2053098" y="25787"/>
                  <a:pt x="2060969" y="29062"/>
                  <a:pt x="2067077" y="35612"/>
                </a:cubicBezTo>
                <a:cubicBezTo>
                  <a:pt x="2073184" y="42161"/>
                  <a:pt x="2076238" y="51374"/>
                  <a:pt x="2076238" y="63253"/>
                </a:cubicBezTo>
                <a:cubicBezTo>
                  <a:pt x="2076238" y="63975"/>
                  <a:pt x="2076216" y="65059"/>
                  <a:pt x="2076170" y="66504"/>
                </a:cubicBezTo>
                <a:lnTo>
                  <a:pt x="2022424" y="66504"/>
                </a:lnTo>
                <a:cubicBezTo>
                  <a:pt x="2022877" y="74398"/>
                  <a:pt x="2025116" y="80443"/>
                  <a:pt x="2029143" y="84640"/>
                </a:cubicBezTo>
                <a:cubicBezTo>
                  <a:pt x="2033169" y="88836"/>
                  <a:pt x="2038191" y="90934"/>
                  <a:pt x="2044208" y="90934"/>
                </a:cubicBezTo>
                <a:cubicBezTo>
                  <a:pt x="2048687" y="90934"/>
                  <a:pt x="2052509" y="89769"/>
                  <a:pt x="2055676" y="87439"/>
                </a:cubicBezTo>
                <a:cubicBezTo>
                  <a:pt x="2058843" y="85107"/>
                  <a:pt x="2061354" y="81386"/>
                  <a:pt x="2063209" y="76276"/>
                </a:cubicBezTo>
                <a:moveTo>
                  <a:pt x="2023103" y="56325"/>
                </a:moveTo>
                <a:lnTo>
                  <a:pt x="2063345" y="56325"/>
                </a:lnTo>
                <a:cubicBezTo>
                  <a:pt x="2062802" y="50361"/>
                  <a:pt x="2061264" y="45889"/>
                  <a:pt x="2058730" y="42907"/>
                </a:cubicBezTo>
                <a:cubicBezTo>
                  <a:pt x="2054839" y="38280"/>
                  <a:pt x="2049795" y="35966"/>
                  <a:pt x="2043597" y="35966"/>
                </a:cubicBezTo>
                <a:cubicBezTo>
                  <a:pt x="2037987" y="35966"/>
                  <a:pt x="2033271" y="37813"/>
                  <a:pt x="2029448" y="41508"/>
                </a:cubicBezTo>
                <a:cubicBezTo>
                  <a:pt x="2025625" y="45200"/>
                  <a:pt x="2023510" y="50139"/>
                  <a:pt x="2023103" y="56325"/>
                </a:cubicBezTo>
                <a:close/>
                <a:moveTo>
                  <a:pt x="2138042" y="99484"/>
                </a:moveTo>
                <a:lnTo>
                  <a:pt x="2138042" y="90391"/>
                </a:lnTo>
                <a:cubicBezTo>
                  <a:pt x="2133472" y="97539"/>
                  <a:pt x="2126754" y="101113"/>
                  <a:pt x="2117887" y="101113"/>
                </a:cubicBezTo>
                <a:cubicBezTo>
                  <a:pt x="2112141" y="101113"/>
                  <a:pt x="2106859" y="99529"/>
                  <a:pt x="2102041" y="96363"/>
                </a:cubicBezTo>
                <a:cubicBezTo>
                  <a:pt x="2097223" y="93196"/>
                  <a:pt x="2093491" y="88773"/>
                  <a:pt x="2090844" y="83096"/>
                </a:cubicBezTo>
                <a:cubicBezTo>
                  <a:pt x="2088198" y="77418"/>
                  <a:pt x="2086874" y="70892"/>
                  <a:pt x="2086874" y="63518"/>
                </a:cubicBezTo>
                <a:cubicBezTo>
                  <a:pt x="2086874" y="56325"/>
                  <a:pt x="2088073" y="49799"/>
                  <a:pt x="2090471" y="43940"/>
                </a:cubicBezTo>
                <a:cubicBezTo>
                  <a:pt x="2092869" y="38081"/>
                  <a:pt x="2096465" y="33591"/>
                  <a:pt x="2101261" y="30470"/>
                </a:cubicBezTo>
                <a:cubicBezTo>
                  <a:pt x="2106056" y="27348"/>
                  <a:pt x="2111417" y="25787"/>
                  <a:pt x="2117344" y="25787"/>
                </a:cubicBezTo>
                <a:cubicBezTo>
                  <a:pt x="2121687" y="25787"/>
                  <a:pt x="2125555" y="26703"/>
                  <a:pt x="2128948" y="28536"/>
                </a:cubicBezTo>
                <a:cubicBezTo>
                  <a:pt x="2132341" y="30368"/>
                  <a:pt x="2135101" y="32754"/>
                  <a:pt x="2137227" y="35695"/>
                </a:cubicBezTo>
                <a:lnTo>
                  <a:pt x="2137227" y="0"/>
                </a:lnTo>
                <a:lnTo>
                  <a:pt x="2149374" y="0"/>
                </a:lnTo>
                <a:lnTo>
                  <a:pt x="2149374" y="99484"/>
                </a:lnTo>
                <a:lnTo>
                  <a:pt x="2138042" y="99484"/>
                </a:lnTo>
                <a:moveTo>
                  <a:pt x="2099429" y="63484"/>
                </a:moveTo>
                <a:cubicBezTo>
                  <a:pt x="2099429" y="72679"/>
                  <a:pt x="2101374" y="79553"/>
                  <a:pt x="2105265" y="84105"/>
                </a:cubicBezTo>
                <a:cubicBezTo>
                  <a:pt x="2109155" y="88657"/>
                  <a:pt x="2113747" y="90934"/>
                  <a:pt x="2119041" y="90934"/>
                </a:cubicBezTo>
                <a:cubicBezTo>
                  <a:pt x="2124379" y="90934"/>
                  <a:pt x="2128914" y="88759"/>
                  <a:pt x="2132647" y="84411"/>
                </a:cubicBezTo>
                <a:cubicBezTo>
                  <a:pt x="2136379" y="80060"/>
                  <a:pt x="2138245" y="73423"/>
                  <a:pt x="2138245" y="64498"/>
                </a:cubicBezTo>
                <a:cubicBezTo>
                  <a:pt x="2138245" y="54672"/>
                  <a:pt x="2136345" y="47460"/>
                  <a:pt x="2132545" y="42863"/>
                </a:cubicBezTo>
                <a:cubicBezTo>
                  <a:pt x="2128745" y="38265"/>
                  <a:pt x="2124062" y="35966"/>
                  <a:pt x="2118498" y="35966"/>
                </a:cubicBezTo>
                <a:cubicBezTo>
                  <a:pt x="2113069" y="35966"/>
                  <a:pt x="2108533" y="38175"/>
                  <a:pt x="2104892" y="42593"/>
                </a:cubicBezTo>
                <a:cubicBezTo>
                  <a:pt x="2101250" y="47010"/>
                  <a:pt x="2099429" y="53973"/>
                  <a:pt x="2099429" y="6348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moreresources,whichrequired">
            <a:extLst xmlns:a="http://schemas.openxmlformats.org/drawingml/2006/main">
              <a:ext uri="{FF2B5EF4-FFF2-40B4-BE49-F238E27FC236}">
                <a16:creationId xmlns:a16="http://schemas.microsoft.com/office/drawing/2014/main" id="{35776073-6F8D-4708-AFA9-A0F6D0E0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5126" y="3531767"/>
            <a:ext cx="1974539" cy="126900"/>
          </a:xfrm>
          <a:custGeom xmlns:a="http://schemas.openxmlformats.org/drawingml/2006/main">
            <a:pathLst>
              <a:path w="1974539" h="126900">
                <a:moveTo>
                  <a:pt x="0" y="99484"/>
                </a:moveTo>
                <a:lnTo>
                  <a:pt x="0" y="27416"/>
                </a:lnTo>
                <a:lnTo>
                  <a:pt x="10926" y="27416"/>
                </a:lnTo>
                <a:lnTo>
                  <a:pt x="10926" y="37459"/>
                </a:lnTo>
                <a:cubicBezTo>
                  <a:pt x="13188" y="33950"/>
                  <a:pt x="16196" y="31128"/>
                  <a:pt x="19951" y="28991"/>
                </a:cubicBezTo>
                <a:cubicBezTo>
                  <a:pt x="23706" y="26855"/>
                  <a:pt x="27981" y="25787"/>
                  <a:pt x="32777" y="25787"/>
                </a:cubicBezTo>
                <a:cubicBezTo>
                  <a:pt x="38115" y="25787"/>
                  <a:pt x="42492" y="26890"/>
                  <a:pt x="45908" y="29095"/>
                </a:cubicBezTo>
                <a:cubicBezTo>
                  <a:pt x="49324" y="31299"/>
                  <a:pt x="51733" y="34381"/>
                  <a:pt x="53135" y="38341"/>
                </a:cubicBezTo>
                <a:cubicBezTo>
                  <a:pt x="58835" y="29972"/>
                  <a:pt x="66255" y="25787"/>
                  <a:pt x="75393" y="25787"/>
                </a:cubicBezTo>
                <a:cubicBezTo>
                  <a:pt x="82542" y="25787"/>
                  <a:pt x="88038" y="27766"/>
                  <a:pt x="91884" y="31725"/>
                </a:cubicBezTo>
                <a:cubicBezTo>
                  <a:pt x="95729" y="35684"/>
                  <a:pt x="97652" y="41780"/>
                  <a:pt x="97652" y="50013"/>
                </a:cubicBezTo>
                <a:lnTo>
                  <a:pt x="97652" y="99484"/>
                </a:lnTo>
                <a:lnTo>
                  <a:pt x="85505" y="99484"/>
                </a:lnTo>
                <a:lnTo>
                  <a:pt x="85505" y="54036"/>
                </a:lnTo>
                <a:cubicBezTo>
                  <a:pt x="85505" y="49145"/>
                  <a:pt x="85109" y="45624"/>
                  <a:pt x="84317" y="43473"/>
                </a:cubicBezTo>
                <a:cubicBezTo>
                  <a:pt x="83525" y="41322"/>
                  <a:pt x="82089" y="39589"/>
                  <a:pt x="80008" y="38276"/>
                </a:cubicBezTo>
                <a:cubicBezTo>
                  <a:pt x="77927" y="36962"/>
                  <a:pt x="75484" y="36306"/>
                  <a:pt x="72679" y="36306"/>
                </a:cubicBezTo>
                <a:cubicBezTo>
                  <a:pt x="67612" y="36306"/>
                  <a:pt x="63405" y="37993"/>
                  <a:pt x="60057" y="41368"/>
                </a:cubicBezTo>
                <a:cubicBezTo>
                  <a:pt x="56709" y="44741"/>
                  <a:pt x="55035" y="50141"/>
                  <a:pt x="55035" y="57569"/>
                </a:cubicBezTo>
                <a:lnTo>
                  <a:pt x="55035" y="99484"/>
                </a:lnTo>
                <a:lnTo>
                  <a:pt x="42820" y="99484"/>
                </a:lnTo>
                <a:lnTo>
                  <a:pt x="42820" y="52609"/>
                </a:lnTo>
                <a:cubicBezTo>
                  <a:pt x="42820" y="47175"/>
                  <a:pt x="41825" y="43099"/>
                  <a:pt x="39834" y="40381"/>
                </a:cubicBezTo>
                <a:cubicBezTo>
                  <a:pt x="37844" y="37664"/>
                  <a:pt x="34586" y="36306"/>
                  <a:pt x="30062" y="36306"/>
                </a:cubicBezTo>
                <a:cubicBezTo>
                  <a:pt x="26624" y="36306"/>
                  <a:pt x="23446" y="37212"/>
                  <a:pt x="20528" y="39024"/>
                </a:cubicBezTo>
                <a:cubicBezTo>
                  <a:pt x="17610" y="40835"/>
                  <a:pt x="15495" y="43485"/>
                  <a:pt x="14183" y="46972"/>
                </a:cubicBezTo>
                <a:cubicBezTo>
                  <a:pt x="12871" y="50459"/>
                  <a:pt x="12215" y="55485"/>
                  <a:pt x="12215" y="62052"/>
                </a:cubicBezTo>
                <a:lnTo>
                  <a:pt x="12215" y="99484"/>
                </a:lnTo>
                <a:lnTo>
                  <a:pt x="0" y="99484"/>
                </a:lnTo>
                <a:close/>
                <a:moveTo>
                  <a:pt x="111223" y="63450"/>
                </a:moveTo>
                <a:cubicBezTo>
                  <a:pt x="111223" y="50104"/>
                  <a:pt x="114933" y="40219"/>
                  <a:pt x="122352" y="33795"/>
                </a:cubicBezTo>
                <a:cubicBezTo>
                  <a:pt x="128550" y="28456"/>
                  <a:pt x="136106" y="25787"/>
                  <a:pt x="145018" y="25787"/>
                </a:cubicBezTo>
                <a:cubicBezTo>
                  <a:pt x="154926" y="25787"/>
                  <a:pt x="163024" y="29033"/>
                  <a:pt x="169312" y="35525"/>
                </a:cubicBezTo>
                <a:cubicBezTo>
                  <a:pt x="175601" y="42017"/>
                  <a:pt x="178745" y="50986"/>
                  <a:pt x="178745" y="62432"/>
                </a:cubicBezTo>
                <a:cubicBezTo>
                  <a:pt x="178745" y="71706"/>
                  <a:pt x="177354" y="79001"/>
                  <a:pt x="174571" y="84317"/>
                </a:cubicBezTo>
                <a:cubicBezTo>
                  <a:pt x="171789" y="89633"/>
                  <a:pt x="167740" y="93761"/>
                  <a:pt x="162424" y="96702"/>
                </a:cubicBezTo>
                <a:cubicBezTo>
                  <a:pt x="157109" y="99642"/>
                  <a:pt x="151306" y="101113"/>
                  <a:pt x="145018" y="101113"/>
                </a:cubicBezTo>
                <a:cubicBezTo>
                  <a:pt x="134929" y="101113"/>
                  <a:pt x="126775" y="97878"/>
                  <a:pt x="120554" y="91409"/>
                </a:cubicBezTo>
                <a:cubicBezTo>
                  <a:pt x="114334" y="84939"/>
                  <a:pt x="111223" y="75620"/>
                  <a:pt x="111223" y="63450"/>
                </a:cubicBezTo>
                <a:moveTo>
                  <a:pt x="123777" y="63416"/>
                </a:moveTo>
                <a:cubicBezTo>
                  <a:pt x="123777" y="72611"/>
                  <a:pt x="125791" y="79496"/>
                  <a:pt x="129817" y="84071"/>
                </a:cubicBezTo>
                <a:cubicBezTo>
                  <a:pt x="133844" y="88646"/>
                  <a:pt x="138910" y="90934"/>
                  <a:pt x="145018" y="90934"/>
                </a:cubicBezTo>
                <a:cubicBezTo>
                  <a:pt x="151080" y="90934"/>
                  <a:pt x="156125" y="88635"/>
                  <a:pt x="160151" y="84037"/>
                </a:cubicBezTo>
                <a:cubicBezTo>
                  <a:pt x="164177" y="79440"/>
                  <a:pt x="166191" y="72431"/>
                  <a:pt x="166191" y="63011"/>
                </a:cubicBezTo>
                <a:cubicBezTo>
                  <a:pt x="166191" y="54131"/>
                  <a:pt x="164166" y="47404"/>
                  <a:pt x="160117" y="42829"/>
                </a:cubicBezTo>
                <a:cubicBezTo>
                  <a:pt x="156068" y="38254"/>
                  <a:pt x="151035" y="35966"/>
                  <a:pt x="145018" y="35966"/>
                </a:cubicBezTo>
                <a:cubicBezTo>
                  <a:pt x="138910" y="35966"/>
                  <a:pt x="133844" y="38242"/>
                  <a:pt x="129817" y="42795"/>
                </a:cubicBezTo>
                <a:cubicBezTo>
                  <a:pt x="125791" y="47347"/>
                  <a:pt x="123777" y="54221"/>
                  <a:pt x="123777" y="63416"/>
                </a:cubicBezTo>
                <a:close/>
                <a:moveTo>
                  <a:pt x="192907" y="99484"/>
                </a:moveTo>
                <a:lnTo>
                  <a:pt x="192907" y="27416"/>
                </a:lnTo>
                <a:lnTo>
                  <a:pt x="203900" y="27416"/>
                </a:lnTo>
                <a:lnTo>
                  <a:pt x="203900" y="38274"/>
                </a:lnTo>
                <a:cubicBezTo>
                  <a:pt x="206705" y="33190"/>
                  <a:pt x="209295" y="29838"/>
                  <a:pt x="211670" y="28217"/>
                </a:cubicBezTo>
                <a:cubicBezTo>
                  <a:pt x="214045" y="26597"/>
                  <a:pt x="216658" y="25787"/>
                  <a:pt x="219508" y="25787"/>
                </a:cubicBezTo>
                <a:cubicBezTo>
                  <a:pt x="223625" y="25787"/>
                  <a:pt x="227810" y="27093"/>
                  <a:pt x="232062" y="29706"/>
                </a:cubicBezTo>
                <a:lnTo>
                  <a:pt x="227855" y="40988"/>
                </a:lnTo>
                <a:cubicBezTo>
                  <a:pt x="224869" y="39224"/>
                  <a:pt x="221883" y="38341"/>
                  <a:pt x="218897" y="38341"/>
                </a:cubicBezTo>
                <a:cubicBezTo>
                  <a:pt x="216228" y="38341"/>
                  <a:pt x="213830" y="39146"/>
                  <a:pt x="211704" y="40755"/>
                </a:cubicBezTo>
                <a:cubicBezTo>
                  <a:pt x="209578" y="42362"/>
                  <a:pt x="208062" y="44592"/>
                  <a:pt x="207157" y="47445"/>
                </a:cubicBezTo>
                <a:cubicBezTo>
                  <a:pt x="205800" y="51793"/>
                  <a:pt x="205122" y="56548"/>
                  <a:pt x="205122" y="61711"/>
                </a:cubicBezTo>
                <a:lnTo>
                  <a:pt x="205122" y="99484"/>
                </a:lnTo>
                <a:lnTo>
                  <a:pt x="192907" y="99484"/>
                </a:lnTo>
                <a:close/>
                <a:moveTo>
                  <a:pt x="288657" y="76276"/>
                </a:moveTo>
                <a:lnTo>
                  <a:pt x="301279" y="77836"/>
                </a:lnTo>
                <a:cubicBezTo>
                  <a:pt x="299289" y="85211"/>
                  <a:pt x="295602" y="90934"/>
                  <a:pt x="290218" y="95005"/>
                </a:cubicBezTo>
                <a:cubicBezTo>
                  <a:pt x="284834" y="99077"/>
                  <a:pt x="277958" y="101113"/>
                  <a:pt x="269588" y="101113"/>
                </a:cubicBezTo>
                <a:cubicBezTo>
                  <a:pt x="259047" y="101113"/>
                  <a:pt x="250689" y="97867"/>
                  <a:pt x="244514" y="91375"/>
                </a:cubicBezTo>
                <a:cubicBezTo>
                  <a:pt x="238338" y="84883"/>
                  <a:pt x="235251" y="75778"/>
                  <a:pt x="235251" y="64061"/>
                </a:cubicBezTo>
                <a:cubicBezTo>
                  <a:pt x="235251" y="51936"/>
                  <a:pt x="238372" y="42526"/>
                  <a:pt x="244615" y="35831"/>
                </a:cubicBezTo>
                <a:cubicBezTo>
                  <a:pt x="250859" y="29135"/>
                  <a:pt x="258957" y="25787"/>
                  <a:pt x="268910" y="25787"/>
                </a:cubicBezTo>
                <a:cubicBezTo>
                  <a:pt x="278546" y="25787"/>
                  <a:pt x="286418" y="29062"/>
                  <a:pt x="292525" y="35612"/>
                </a:cubicBezTo>
                <a:cubicBezTo>
                  <a:pt x="298633" y="42161"/>
                  <a:pt x="301686" y="51374"/>
                  <a:pt x="301686" y="63253"/>
                </a:cubicBezTo>
                <a:cubicBezTo>
                  <a:pt x="301686" y="63975"/>
                  <a:pt x="301664" y="65059"/>
                  <a:pt x="301619" y="66504"/>
                </a:cubicBezTo>
                <a:lnTo>
                  <a:pt x="247873" y="66504"/>
                </a:lnTo>
                <a:cubicBezTo>
                  <a:pt x="248325" y="74398"/>
                  <a:pt x="250564" y="80443"/>
                  <a:pt x="254591" y="84640"/>
                </a:cubicBezTo>
                <a:cubicBezTo>
                  <a:pt x="258617" y="88836"/>
                  <a:pt x="263639" y="90934"/>
                  <a:pt x="269656" y="90934"/>
                </a:cubicBezTo>
                <a:cubicBezTo>
                  <a:pt x="274135" y="90934"/>
                  <a:pt x="277958" y="89769"/>
                  <a:pt x="281125" y="87439"/>
                </a:cubicBezTo>
                <a:cubicBezTo>
                  <a:pt x="284291" y="85107"/>
                  <a:pt x="286802" y="81386"/>
                  <a:pt x="288657" y="76276"/>
                </a:cubicBezTo>
                <a:moveTo>
                  <a:pt x="248551" y="56325"/>
                </a:moveTo>
                <a:lnTo>
                  <a:pt x="288793" y="56325"/>
                </a:lnTo>
                <a:cubicBezTo>
                  <a:pt x="288250" y="50361"/>
                  <a:pt x="286712" y="45889"/>
                  <a:pt x="284178" y="42907"/>
                </a:cubicBezTo>
                <a:cubicBezTo>
                  <a:pt x="280288" y="38280"/>
                  <a:pt x="275243" y="35966"/>
                  <a:pt x="269045" y="35966"/>
                </a:cubicBezTo>
                <a:cubicBezTo>
                  <a:pt x="263435" y="35966"/>
                  <a:pt x="258719" y="37813"/>
                  <a:pt x="254896" y="41508"/>
                </a:cubicBezTo>
                <a:cubicBezTo>
                  <a:pt x="251073" y="45200"/>
                  <a:pt x="248958" y="50139"/>
                  <a:pt x="248551" y="56325"/>
                </a:cubicBezTo>
                <a:close/>
                <a:moveTo>
                  <a:pt x="355188" y="99484"/>
                </a:moveTo>
                <a:lnTo>
                  <a:pt x="355188" y="27416"/>
                </a:lnTo>
                <a:lnTo>
                  <a:pt x="366182" y="27416"/>
                </a:lnTo>
                <a:lnTo>
                  <a:pt x="366182" y="38274"/>
                </a:lnTo>
                <a:cubicBezTo>
                  <a:pt x="368987" y="33190"/>
                  <a:pt x="371577" y="29838"/>
                  <a:pt x="373952" y="28217"/>
                </a:cubicBezTo>
                <a:cubicBezTo>
                  <a:pt x="376327" y="26597"/>
                  <a:pt x="378940" y="25787"/>
                  <a:pt x="381790" y="25787"/>
                </a:cubicBezTo>
                <a:cubicBezTo>
                  <a:pt x="385907" y="25787"/>
                  <a:pt x="390092" y="27093"/>
                  <a:pt x="394344" y="29706"/>
                </a:cubicBezTo>
                <a:lnTo>
                  <a:pt x="390137" y="40988"/>
                </a:lnTo>
                <a:cubicBezTo>
                  <a:pt x="387151" y="39224"/>
                  <a:pt x="384165" y="38341"/>
                  <a:pt x="381179" y="38341"/>
                </a:cubicBezTo>
                <a:cubicBezTo>
                  <a:pt x="378510" y="38341"/>
                  <a:pt x="376112" y="39146"/>
                  <a:pt x="373986" y="40755"/>
                </a:cubicBezTo>
                <a:cubicBezTo>
                  <a:pt x="371860" y="42362"/>
                  <a:pt x="370344" y="44592"/>
                  <a:pt x="369439" y="47445"/>
                </a:cubicBezTo>
                <a:cubicBezTo>
                  <a:pt x="368082" y="51793"/>
                  <a:pt x="367403" y="56548"/>
                  <a:pt x="367403" y="61711"/>
                </a:cubicBezTo>
                <a:lnTo>
                  <a:pt x="367403" y="99484"/>
                </a:lnTo>
                <a:lnTo>
                  <a:pt x="355188" y="99484"/>
                </a:lnTo>
                <a:close/>
                <a:moveTo>
                  <a:pt x="450754" y="76276"/>
                </a:moveTo>
                <a:lnTo>
                  <a:pt x="463376" y="77836"/>
                </a:lnTo>
                <a:cubicBezTo>
                  <a:pt x="461385" y="85211"/>
                  <a:pt x="457698" y="90934"/>
                  <a:pt x="452315" y="95005"/>
                </a:cubicBezTo>
                <a:cubicBezTo>
                  <a:pt x="446931" y="99077"/>
                  <a:pt x="440055" y="101113"/>
                  <a:pt x="431685" y="101113"/>
                </a:cubicBezTo>
                <a:cubicBezTo>
                  <a:pt x="421144" y="101113"/>
                  <a:pt x="412786" y="97867"/>
                  <a:pt x="406610" y="91375"/>
                </a:cubicBezTo>
                <a:cubicBezTo>
                  <a:pt x="400435" y="84883"/>
                  <a:pt x="397347" y="75778"/>
                  <a:pt x="397347" y="64061"/>
                </a:cubicBezTo>
                <a:cubicBezTo>
                  <a:pt x="397347" y="51936"/>
                  <a:pt x="400469" y="42526"/>
                  <a:pt x="406712" y="35831"/>
                </a:cubicBezTo>
                <a:cubicBezTo>
                  <a:pt x="412955" y="29135"/>
                  <a:pt x="421053" y="25787"/>
                  <a:pt x="431006" y="25787"/>
                </a:cubicBezTo>
                <a:cubicBezTo>
                  <a:pt x="440643" y="25787"/>
                  <a:pt x="448515" y="29062"/>
                  <a:pt x="454622" y="35612"/>
                </a:cubicBezTo>
                <a:cubicBezTo>
                  <a:pt x="460729" y="42161"/>
                  <a:pt x="463783" y="51374"/>
                  <a:pt x="463783" y="63253"/>
                </a:cubicBezTo>
                <a:cubicBezTo>
                  <a:pt x="463783" y="63975"/>
                  <a:pt x="463761" y="65059"/>
                  <a:pt x="463715" y="66504"/>
                </a:cubicBezTo>
                <a:lnTo>
                  <a:pt x="409970" y="66504"/>
                </a:lnTo>
                <a:cubicBezTo>
                  <a:pt x="410422" y="74398"/>
                  <a:pt x="412661" y="80443"/>
                  <a:pt x="416688" y="84640"/>
                </a:cubicBezTo>
                <a:cubicBezTo>
                  <a:pt x="420714" y="88836"/>
                  <a:pt x="425736" y="90934"/>
                  <a:pt x="431753" y="90934"/>
                </a:cubicBezTo>
                <a:cubicBezTo>
                  <a:pt x="436232" y="90934"/>
                  <a:pt x="440055" y="89769"/>
                  <a:pt x="443221" y="87439"/>
                </a:cubicBezTo>
                <a:cubicBezTo>
                  <a:pt x="446388" y="85107"/>
                  <a:pt x="448899" y="81386"/>
                  <a:pt x="450754" y="76276"/>
                </a:cubicBezTo>
                <a:moveTo>
                  <a:pt x="410648" y="56325"/>
                </a:moveTo>
                <a:lnTo>
                  <a:pt x="450890" y="56325"/>
                </a:lnTo>
                <a:cubicBezTo>
                  <a:pt x="450347" y="50361"/>
                  <a:pt x="448809" y="45889"/>
                  <a:pt x="446275" y="42907"/>
                </a:cubicBezTo>
                <a:cubicBezTo>
                  <a:pt x="442384" y="38280"/>
                  <a:pt x="437340" y="35966"/>
                  <a:pt x="431142" y="35966"/>
                </a:cubicBezTo>
                <a:cubicBezTo>
                  <a:pt x="425532" y="35966"/>
                  <a:pt x="420816" y="37813"/>
                  <a:pt x="416993" y="41508"/>
                </a:cubicBezTo>
                <a:cubicBezTo>
                  <a:pt x="413170" y="45200"/>
                  <a:pt x="411055" y="50139"/>
                  <a:pt x="410648" y="56325"/>
                </a:cubicBezTo>
                <a:close/>
                <a:moveTo>
                  <a:pt x="473806" y="77904"/>
                </a:moveTo>
                <a:lnTo>
                  <a:pt x="485885" y="76004"/>
                </a:lnTo>
                <a:cubicBezTo>
                  <a:pt x="486563" y="80824"/>
                  <a:pt x="488452" y="84517"/>
                  <a:pt x="491551" y="87085"/>
                </a:cubicBezTo>
                <a:cubicBezTo>
                  <a:pt x="494650" y="89651"/>
                  <a:pt x="498982" y="90934"/>
                  <a:pt x="504547" y="90934"/>
                </a:cubicBezTo>
                <a:cubicBezTo>
                  <a:pt x="510156" y="90934"/>
                  <a:pt x="514319" y="89800"/>
                  <a:pt x="517033" y="87534"/>
                </a:cubicBezTo>
                <a:cubicBezTo>
                  <a:pt x="519747" y="85267"/>
                  <a:pt x="521105" y="82607"/>
                  <a:pt x="521105" y="79556"/>
                </a:cubicBezTo>
                <a:cubicBezTo>
                  <a:pt x="521105" y="76818"/>
                  <a:pt x="519906" y="74663"/>
                  <a:pt x="517508" y="73093"/>
                </a:cubicBezTo>
                <a:cubicBezTo>
                  <a:pt x="515834" y="72015"/>
                  <a:pt x="511672" y="70646"/>
                  <a:pt x="505022" y="68985"/>
                </a:cubicBezTo>
                <a:cubicBezTo>
                  <a:pt x="496064" y="66721"/>
                  <a:pt x="489855" y="64763"/>
                  <a:pt x="486394" y="63111"/>
                </a:cubicBezTo>
                <a:cubicBezTo>
                  <a:pt x="482933" y="61458"/>
                  <a:pt x="480309" y="59171"/>
                  <a:pt x="478522" y="56250"/>
                </a:cubicBezTo>
                <a:cubicBezTo>
                  <a:pt x="476735" y="53329"/>
                  <a:pt x="475841" y="50103"/>
                  <a:pt x="475841" y="46572"/>
                </a:cubicBezTo>
                <a:cubicBezTo>
                  <a:pt x="475841" y="43357"/>
                  <a:pt x="476577" y="40379"/>
                  <a:pt x="478047" y="37639"/>
                </a:cubicBezTo>
                <a:cubicBezTo>
                  <a:pt x="479517" y="34900"/>
                  <a:pt x="481519" y="32624"/>
                  <a:pt x="484053" y="30813"/>
                </a:cubicBezTo>
                <a:cubicBezTo>
                  <a:pt x="485953" y="29409"/>
                  <a:pt x="488543" y="28221"/>
                  <a:pt x="491823" y="27248"/>
                </a:cubicBezTo>
                <a:cubicBezTo>
                  <a:pt x="495103" y="26274"/>
                  <a:pt x="498620" y="25787"/>
                  <a:pt x="502375" y="25787"/>
                </a:cubicBezTo>
                <a:cubicBezTo>
                  <a:pt x="508030" y="25787"/>
                  <a:pt x="512995" y="26607"/>
                  <a:pt x="517270" y="28247"/>
                </a:cubicBezTo>
                <a:cubicBezTo>
                  <a:pt x="521546" y="29886"/>
                  <a:pt x="524701" y="32106"/>
                  <a:pt x="526737" y="34908"/>
                </a:cubicBezTo>
                <a:cubicBezTo>
                  <a:pt x="528773" y="37709"/>
                  <a:pt x="530175" y="41455"/>
                  <a:pt x="530944" y="46145"/>
                </a:cubicBezTo>
                <a:lnTo>
                  <a:pt x="519001" y="47774"/>
                </a:lnTo>
                <a:cubicBezTo>
                  <a:pt x="518458" y="44064"/>
                  <a:pt x="516886" y="41169"/>
                  <a:pt x="514285" y="39088"/>
                </a:cubicBezTo>
                <a:cubicBezTo>
                  <a:pt x="511683" y="37007"/>
                  <a:pt x="508007" y="35966"/>
                  <a:pt x="503257" y="35966"/>
                </a:cubicBezTo>
                <a:cubicBezTo>
                  <a:pt x="497647" y="35966"/>
                  <a:pt x="493644" y="36889"/>
                  <a:pt x="491246" y="38736"/>
                </a:cubicBezTo>
                <a:cubicBezTo>
                  <a:pt x="488848" y="40581"/>
                  <a:pt x="487649" y="42742"/>
                  <a:pt x="487649" y="45219"/>
                </a:cubicBezTo>
                <a:cubicBezTo>
                  <a:pt x="487649" y="46794"/>
                  <a:pt x="488147" y="48212"/>
                  <a:pt x="489142" y="49473"/>
                </a:cubicBezTo>
                <a:cubicBezTo>
                  <a:pt x="490137" y="50778"/>
                  <a:pt x="491698" y="51858"/>
                  <a:pt x="493825" y="52713"/>
                </a:cubicBezTo>
                <a:cubicBezTo>
                  <a:pt x="495046" y="53164"/>
                  <a:pt x="498643" y="54200"/>
                  <a:pt x="504614" y="55820"/>
                </a:cubicBezTo>
                <a:cubicBezTo>
                  <a:pt x="513255" y="58126"/>
                  <a:pt x="519284" y="60013"/>
                  <a:pt x="522699" y="61482"/>
                </a:cubicBezTo>
                <a:cubicBezTo>
                  <a:pt x="526115" y="62951"/>
                  <a:pt x="528796" y="65087"/>
                  <a:pt x="530741" y="67891"/>
                </a:cubicBezTo>
                <a:cubicBezTo>
                  <a:pt x="532686" y="70693"/>
                  <a:pt x="533659" y="74173"/>
                  <a:pt x="533659" y="78331"/>
                </a:cubicBezTo>
                <a:cubicBezTo>
                  <a:pt x="533659" y="82399"/>
                  <a:pt x="532471" y="86231"/>
                  <a:pt x="530096" y="89825"/>
                </a:cubicBezTo>
                <a:cubicBezTo>
                  <a:pt x="527721" y="93417"/>
                  <a:pt x="524294" y="96196"/>
                  <a:pt x="519815" y="98163"/>
                </a:cubicBezTo>
                <a:cubicBezTo>
                  <a:pt x="515336" y="100129"/>
                  <a:pt x="510269" y="101113"/>
                  <a:pt x="504614" y="101113"/>
                </a:cubicBezTo>
                <a:cubicBezTo>
                  <a:pt x="495250" y="101113"/>
                  <a:pt x="488113" y="99162"/>
                  <a:pt x="483204" y="95260"/>
                </a:cubicBezTo>
                <a:cubicBezTo>
                  <a:pt x="478296" y="91358"/>
                  <a:pt x="475163" y="85573"/>
                  <a:pt x="473806" y="77904"/>
                </a:cubicBezTo>
                <a:close/>
                <a:moveTo>
                  <a:pt x="543634" y="63450"/>
                </a:moveTo>
                <a:cubicBezTo>
                  <a:pt x="543634" y="50104"/>
                  <a:pt x="547344" y="40219"/>
                  <a:pt x="554763" y="33795"/>
                </a:cubicBezTo>
                <a:cubicBezTo>
                  <a:pt x="560961" y="28456"/>
                  <a:pt x="568516" y="25787"/>
                  <a:pt x="577429" y="25787"/>
                </a:cubicBezTo>
                <a:cubicBezTo>
                  <a:pt x="587337" y="25787"/>
                  <a:pt x="595435" y="29033"/>
                  <a:pt x="601723" y="35525"/>
                </a:cubicBezTo>
                <a:cubicBezTo>
                  <a:pt x="608012" y="42017"/>
                  <a:pt x="611156" y="50986"/>
                  <a:pt x="611156" y="62432"/>
                </a:cubicBezTo>
                <a:cubicBezTo>
                  <a:pt x="611156" y="71706"/>
                  <a:pt x="609765" y="79001"/>
                  <a:pt x="606982" y="84317"/>
                </a:cubicBezTo>
                <a:cubicBezTo>
                  <a:pt x="604200" y="89633"/>
                  <a:pt x="600151" y="93761"/>
                  <a:pt x="594835" y="96702"/>
                </a:cubicBezTo>
                <a:cubicBezTo>
                  <a:pt x="589519" y="99642"/>
                  <a:pt x="583717" y="101113"/>
                  <a:pt x="577429" y="101113"/>
                </a:cubicBezTo>
                <a:cubicBezTo>
                  <a:pt x="567340" y="101113"/>
                  <a:pt x="559186" y="97878"/>
                  <a:pt x="552965" y="91409"/>
                </a:cubicBezTo>
                <a:cubicBezTo>
                  <a:pt x="546744" y="84939"/>
                  <a:pt x="543634" y="75620"/>
                  <a:pt x="543634" y="63450"/>
                </a:cubicBezTo>
                <a:moveTo>
                  <a:pt x="556188" y="63416"/>
                </a:moveTo>
                <a:cubicBezTo>
                  <a:pt x="556188" y="72611"/>
                  <a:pt x="558202" y="79496"/>
                  <a:pt x="562228" y="84071"/>
                </a:cubicBezTo>
                <a:cubicBezTo>
                  <a:pt x="566254" y="88646"/>
                  <a:pt x="571321" y="90934"/>
                  <a:pt x="577429" y="90934"/>
                </a:cubicBezTo>
                <a:cubicBezTo>
                  <a:pt x="583491" y="90934"/>
                  <a:pt x="588535" y="88635"/>
                  <a:pt x="592562" y="84037"/>
                </a:cubicBezTo>
                <a:cubicBezTo>
                  <a:pt x="596588" y="79440"/>
                  <a:pt x="598601" y="72431"/>
                  <a:pt x="598601" y="63011"/>
                </a:cubicBezTo>
                <a:cubicBezTo>
                  <a:pt x="598601" y="54131"/>
                  <a:pt x="596577" y="47404"/>
                  <a:pt x="592528" y="42829"/>
                </a:cubicBezTo>
                <a:cubicBezTo>
                  <a:pt x="588479" y="38254"/>
                  <a:pt x="583446" y="35966"/>
                  <a:pt x="577429" y="35966"/>
                </a:cubicBezTo>
                <a:cubicBezTo>
                  <a:pt x="571321" y="35966"/>
                  <a:pt x="566254" y="38242"/>
                  <a:pt x="562228" y="42795"/>
                </a:cubicBezTo>
                <a:cubicBezTo>
                  <a:pt x="558202" y="47347"/>
                  <a:pt x="556188" y="54221"/>
                  <a:pt x="556188" y="63416"/>
                </a:cubicBezTo>
                <a:close/>
                <a:moveTo>
                  <a:pt x="672870" y="99484"/>
                </a:moveTo>
                <a:lnTo>
                  <a:pt x="672870" y="88898"/>
                </a:lnTo>
                <a:cubicBezTo>
                  <a:pt x="667260" y="97041"/>
                  <a:pt x="659637" y="101113"/>
                  <a:pt x="650001" y="101113"/>
                </a:cubicBezTo>
                <a:cubicBezTo>
                  <a:pt x="645748" y="101113"/>
                  <a:pt x="641778" y="100298"/>
                  <a:pt x="638091" y="98670"/>
                </a:cubicBezTo>
                <a:cubicBezTo>
                  <a:pt x="634404" y="97041"/>
                  <a:pt x="631667" y="94994"/>
                  <a:pt x="629880" y="92528"/>
                </a:cubicBezTo>
                <a:cubicBezTo>
                  <a:pt x="628093" y="90063"/>
                  <a:pt x="626837" y="87043"/>
                  <a:pt x="626114" y="83469"/>
                </a:cubicBezTo>
                <a:cubicBezTo>
                  <a:pt x="625616" y="81071"/>
                  <a:pt x="625367" y="77271"/>
                  <a:pt x="625367" y="72068"/>
                </a:cubicBezTo>
                <a:lnTo>
                  <a:pt x="625367" y="27416"/>
                </a:lnTo>
                <a:lnTo>
                  <a:pt x="637582" y="27416"/>
                </a:lnTo>
                <a:lnTo>
                  <a:pt x="637582" y="67386"/>
                </a:lnTo>
                <a:cubicBezTo>
                  <a:pt x="637582" y="73765"/>
                  <a:pt x="637831" y="78063"/>
                  <a:pt x="638328" y="80279"/>
                </a:cubicBezTo>
                <a:cubicBezTo>
                  <a:pt x="639098" y="83492"/>
                  <a:pt x="640726" y="86014"/>
                  <a:pt x="643214" y="87846"/>
                </a:cubicBezTo>
                <a:cubicBezTo>
                  <a:pt x="645703" y="89678"/>
                  <a:pt x="648779" y="90594"/>
                  <a:pt x="652444" y="90594"/>
                </a:cubicBezTo>
                <a:cubicBezTo>
                  <a:pt x="656108" y="90594"/>
                  <a:pt x="659546" y="89656"/>
                  <a:pt x="662758" y="87778"/>
                </a:cubicBezTo>
                <a:cubicBezTo>
                  <a:pt x="665970" y="85901"/>
                  <a:pt x="668244" y="83345"/>
                  <a:pt x="669578" y="80110"/>
                </a:cubicBezTo>
                <a:cubicBezTo>
                  <a:pt x="670913" y="76875"/>
                  <a:pt x="671580" y="72181"/>
                  <a:pt x="671580" y="66029"/>
                </a:cubicBezTo>
                <a:lnTo>
                  <a:pt x="671580" y="27416"/>
                </a:lnTo>
                <a:lnTo>
                  <a:pt x="683795" y="27416"/>
                </a:lnTo>
                <a:lnTo>
                  <a:pt x="683795" y="99484"/>
                </a:lnTo>
                <a:lnTo>
                  <a:pt x="672870" y="99484"/>
                </a:lnTo>
                <a:close/>
                <a:moveTo>
                  <a:pt x="702775" y="99484"/>
                </a:moveTo>
                <a:lnTo>
                  <a:pt x="702775" y="27416"/>
                </a:lnTo>
                <a:lnTo>
                  <a:pt x="713769" y="27416"/>
                </a:lnTo>
                <a:lnTo>
                  <a:pt x="713769" y="38274"/>
                </a:lnTo>
                <a:cubicBezTo>
                  <a:pt x="716574" y="33190"/>
                  <a:pt x="719164" y="29838"/>
                  <a:pt x="721539" y="28217"/>
                </a:cubicBezTo>
                <a:cubicBezTo>
                  <a:pt x="723914" y="26597"/>
                  <a:pt x="726527" y="25787"/>
                  <a:pt x="729377" y="25787"/>
                </a:cubicBezTo>
                <a:cubicBezTo>
                  <a:pt x="733494" y="25787"/>
                  <a:pt x="737678" y="27093"/>
                  <a:pt x="741931" y="29706"/>
                </a:cubicBezTo>
                <a:lnTo>
                  <a:pt x="737724" y="40988"/>
                </a:lnTo>
                <a:cubicBezTo>
                  <a:pt x="734738" y="39224"/>
                  <a:pt x="731752" y="38341"/>
                  <a:pt x="728766" y="38341"/>
                </a:cubicBezTo>
                <a:cubicBezTo>
                  <a:pt x="726097" y="38341"/>
                  <a:pt x="723699" y="39146"/>
                  <a:pt x="721573" y="40755"/>
                </a:cubicBezTo>
                <a:cubicBezTo>
                  <a:pt x="719446" y="42362"/>
                  <a:pt x="717931" y="44592"/>
                  <a:pt x="717026" y="47445"/>
                </a:cubicBezTo>
                <a:cubicBezTo>
                  <a:pt x="715669" y="51793"/>
                  <a:pt x="714990" y="56548"/>
                  <a:pt x="714990" y="61711"/>
                </a:cubicBezTo>
                <a:lnTo>
                  <a:pt x="714990" y="99484"/>
                </a:lnTo>
                <a:lnTo>
                  <a:pt x="702775" y="99484"/>
                </a:lnTo>
                <a:close/>
                <a:moveTo>
                  <a:pt x="796219" y="73018"/>
                </a:moveTo>
                <a:lnTo>
                  <a:pt x="808230" y="74579"/>
                </a:lnTo>
                <a:cubicBezTo>
                  <a:pt x="806918" y="82879"/>
                  <a:pt x="803559" y="89377"/>
                  <a:pt x="798153" y="94072"/>
                </a:cubicBezTo>
                <a:cubicBezTo>
                  <a:pt x="792746" y="98766"/>
                  <a:pt x="786107" y="101113"/>
                  <a:pt x="778236" y="101113"/>
                </a:cubicBezTo>
                <a:cubicBezTo>
                  <a:pt x="768373" y="101113"/>
                  <a:pt x="760445" y="97889"/>
                  <a:pt x="754450" y="91443"/>
                </a:cubicBezTo>
                <a:cubicBezTo>
                  <a:pt x="748456" y="84996"/>
                  <a:pt x="745459" y="75755"/>
                  <a:pt x="745459" y="63721"/>
                </a:cubicBezTo>
                <a:cubicBezTo>
                  <a:pt x="745459" y="55940"/>
                  <a:pt x="746748" y="49131"/>
                  <a:pt x="749327" y="43295"/>
                </a:cubicBezTo>
                <a:cubicBezTo>
                  <a:pt x="751906" y="37459"/>
                  <a:pt x="755830" y="33082"/>
                  <a:pt x="761101" y="30164"/>
                </a:cubicBezTo>
                <a:cubicBezTo>
                  <a:pt x="766371" y="27246"/>
                  <a:pt x="772105" y="25787"/>
                  <a:pt x="778303" y="25787"/>
                </a:cubicBezTo>
                <a:cubicBezTo>
                  <a:pt x="786130" y="25787"/>
                  <a:pt x="792532" y="27773"/>
                  <a:pt x="797508" y="31744"/>
                </a:cubicBezTo>
                <a:cubicBezTo>
                  <a:pt x="802485" y="35714"/>
                  <a:pt x="805674" y="41351"/>
                  <a:pt x="807076" y="48656"/>
                </a:cubicBezTo>
                <a:lnTo>
                  <a:pt x="795201" y="50489"/>
                </a:lnTo>
                <a:cubicBezTo>
                  <a:pt x="794070" y="45670"/>
                  <a:pt x="792068" y="42045"/>
                  <a:pt x="789195" y="39614"/>
                </a:cubicBezTo>
                <a:cubicBezTo>
                  <a:pt x="786322" y="37182"/>
                  <a:pt x="782850" y="35966"/>
                  <a:pt x="778778" y="35966"/>
                </a:cubicBezTo>
                <a:cubicBezTo>
                  <a:pt x="772626" y="35966"/>
                  <a:pt x="767627" y="38161"/>
                  <a:pt x="763781" y="42551"/>
                </a:cubicBezTo>
                <a:cubicBezTo>
                  <a:pt x="759936" y="46939"/>
                  <a:pt x="758013" y="53883"/>
                  <a:pt x="758013" y="63382"/>
                </a:cubicBezTo>
                <a:cubicBezTo>
                  <a:pt x="758013" y="73017"/>
                  <a:pt x="759868" y="80018"/>
                  <a:pt x="763578" y="84385"/>
                </a:cubicBezTo>
                <a:cubicBezTo>
                  <a:pt x="767287" y="88751"/>
                  <a:pt x="772128" y="90934"/>
                  <a:pt x="778100" y="90934"/>
                </a:cubicBezTo>
                <a:cubicBezTo>
                  <a:pt x="782895" y="90934"/>
                  <a:pt x="786899" y="89469"/>
                  <a:pt x="790111" y="86540"/>
                </a:cubicBezTo>
                <a:cubicBezTo>
                  <a:pt x="793323" y="83610"/>
                  <a:pt x="795359" y="79103"/>
                  <a:pt x="796219" y="73018"/>
                </a:cubicBezTo>
                <a:close/>
                <a:moveTo>
                  <a:pt x="868016" y="76276"/>
                </a:moveTo>
                <a:lnTo>
                  <a:pt x="880638" y="77836"/>
                </a:lnTo>
                <a:cubicBezTo>
                  <a:pt x="878647" y="85211"/>
                  <a:pt x="874960" y="90934"/>
                  <a:pt x="869576" y="95005"/>
                </a:cubicBezTo>
                <a:cubicBezTo>
                  <a:pt x="864193" y="99077"/>
                  <a:pt x="857316" y="101113"/>
                  <a:pt x="848947" y="101113"/>
                </a:cubicBezTo>
                <a:cubicBezTo>
                  <a:pt x="838406" y="101113"/>
                  <a:pt x="830047" y="97867"/>
                  <a:pt x="823872" y="91375"/>
                </a:cubicBezTo>
                <a:cubicBezTo>
                  <a:pt x="817697" y="84883"/>
                  <a:pt x="814609" y="75778"/>
                  <a:pt x="814609" y="64061"/>
                </a:cubicBezTo>
                <a:cubicBezTo>
                  <a:pt x="814609" y="51936"/>
                  <a:pt x="817731" y="42526"/>
                  <a:pt x="823974" y="35831"/>
                </a:cubicBezTo>
                <a:cubicBezTo>
                  <a:pt x="830217" y="29135"/>
                  <a:pt x="838315" y="25787"/>
                  <a:pt x="848268" y="25787"/>
                </a:cubicBezTo>
                <a:cubicBezTo>
                  <a:pt x="857904" y="25787"/>
                  <a:pt x="865776" y="29062"/>
                  <a:pt x="871884" y="35612"/>
                </a:cubicBezTo>
                <a:cubicBezTo>
                  <a:pt x="877991" y="42161"/>
                  <a:pt x="881045" y="51374"/>
                  <a:pt x="881045" y="63253"/>
                </a:cubicBezTo>
                <a:cubicBezTo>
                  <a:pt x="881045" y="63975"/>
                  <a:pt x="881022" y="65059"/>
                  <a:pt x="880977" y="66504"/>
                </a:cubicBezTo>
                <a:lnTo>
                  <a:pt x="827231" y="66504"/>
                </a:lnTo>
                <a:cubicBezTo>
                  <a:pt x="827683" y="74398"/>
                  <a:pt x="829923" y="80443"/>
                  <a:pt x="833949" y="84640"/>
                </a:cubicBezTo>
                <a:cubicBezTo>
                  <a:pt x="837976" y="88836"/>
                  <a:pt x="842997" y="90934"/>
                  <a:pt x="849014" y="90934"/>
                </a:cubicBezTo>
                <a:cubicBezTo>
                  <a:pt x="853493" y="90934"/>
                  <a:pt x="857316" y="89769"/>
                  <a:pt x="860483" y="87439"/>
                </a:cubicBezTo>
                <a:cubicBezTo>
                  <a:pt x="863650" y="85107"/>
                  <a:pt x="866161" y="81386"/>
                  <a:pt x="868016" y="76276"/>
                </a:cubicBezTo>
                <a:moveTo>
                  <a:pt x="827910" y="56325"/>
                </a:moveTo>
                <a:lnTo>
                  <a:pt x="868151" y="56325"/>
                </a:lnTo>
                <a:cubicBezTo>
                  <a:pt x="867608" y="50361"/>
                  <a:pt x="866070" y="45889"/>
                  <a:pt x="863537" y="42907"/>
                </a:cubicBezTo>
                <a:cubicBezTo>
                  <a:pt x="859646" y="38280"/>
                  <a:pt x="854602" y="35966"/>
                  <a:pt x="848404" y="35966"/>
                </a:cubicBezTo>
                <a:cubicBezTo>
                  <a:pt x="842794" y="35966"/>
                  <a:pt x="838078" y="37813"/>
                  <a:pt x="834255" y="41508"/>
                </a:cubicBezTo>
                <a:cubicBezTo>
                  <a:pt x="830432" y="45200"/>
                  <a:pt x="828317" y="50139"/>
                  <a:pt x="827910" y="56325"/>
                </a:cubicBezTo>
                <a:close/>
                <a:moveTo>
                  <a:pt x="891067" y="77904"/>
                </a:moveTo>
                <a:lnTo>
                  <a:pt x="903146" y="76004"/>
                </a:lnTo>
                <a:cubicBezTo>
                  <a:pt x="903825" y="80824"/>
                  <a:pt x="905714" y="84517"/>
                  <a:pt x="908813" y="87085"/>
                </a:cubicBezTo>
                <a:cubicBezTo>
                  <a:pt x="911912" y="89651"/>
                  <a:pt x="916244" y="90934"/>
                  <a:pt x="921808" y="90934"/>
                </a:cubicBezTo>
                <a:cubicBezTo>
                  <a:pt x="927418" y="90934"/>
                  <a:pt x="931580" y="89800"/>
                  <a:pt x="934295" y="87534"/>
                </a:cubicBezTo>
                <a:cubicBezTo>
                  <a:pt x="937009" y="85267"/>
                  <a:pt x="938366" y="82607"/>
                  <a:pt x="938366" y="79556"/>
                </a:cubicBezTo>
                <a:cubicBezTo>
                  <a:pt x="938366" y="76818"/>
                  <a:pt x="937167" y="74663"/>
                  <a:pt x="934770" y="73093"/>
                </a:cubicBezTo>
                <a:cubicBezTo>
                  <a:pt x="933096" y="72015"/>
                  <a:pt x="928934" y="70646"/>
                  <a:pt x="922283" y="68985"/>
                </a:cubicBezTo>
                <a:cubicBezTo>
                  <a:pt x="913326" y="66721"/>
                  <a:pt x="907116" y="64763"/>
                  <a:pt x="903655" y="63111"/>
                </a:cubicBezTo>
                <a:cubicBezTo>
                  <a:pt x="900194" y="61458"/>
                  <a:pt x="897570" y="59171"/>
                  <a:pt x="895783" y="56250"/>
                </a:cubicBezTo>
                <a:cubicBezTo>
                  <a:pt x="893996" y="53329"/>
                  <a:pt x="893103" y="50103"/>
                  <a:pt x="893103" y="46572"/>
                </a:cubicBezTo>
                <a:cubicBezTo>
                  <a:pt x="893103" y="43357"/>
                  <a:pt x="893838" y="40379"/>
                  <a:pt x="895308" y="37639"/>
                </a:cubicBezTo>
                <a:cubicBezTo>
                  <a:pt x="896779" y="34900"/>
                  <a:pt x="898781" y="32624"/>
                  <a:pt x="901314" y="30813"/>
                </a:cubicBezTo>
                <a:cubicBezTo>
                  <a:pt x="903214" y="29409"/>
                  <a:pt x="905804" y="28221"/>
                  <a:pt x="909084" y="27248"/>
                </a:cubicBezTo>
                <a:cubicBezTo>
                  <a:pt x="912364" y="26274"/>
                  <a:pt x="915882" y="25787"/>
                  <a:pt x="919637" y="25787"/>
                </a:cubicBezTo>
                <a:cubicBezTo>
                  <a:pt x="925292" y="25787"/>
                  <a:pt x="930257" y="26607"/>
                  <a:pt x="934532" y="28247"/>
                </a:cubicBezTo>
                <a:cubicBezTo>
                  <a:pt x="938807" y="29886"/>
                  <a:pt x="941963" y="32106"/>
                  <a:pt x="943999" y="34908"/>
                </a:cubicBezTo>
                <a:cubicBezTo>
                  <a:pt x="946034" y="37709"/>
                  <a:pt x="947437" y="41455"/>
                  <a:pt x="948206" y="46145"/>
                </a:cubicBezTo>
                <a:lnTo>
                  <a:pt x="936263" y="47774"/>
                </a:lnTo>
                <a:cubicBezTo>
                  <a:pt x="935720" y="44064"/>
                  <a:pt x="934148" y="41169"/>
                  <a:pt x="931546" y="39088"/>
                </a:cubicBezTo>
                <a:cubicBezTo>
                  <a:pt x="928945" y="37007"/>
                  <a:pt x="925269" y="35966"/>
                  <a:pt x="920519" y="35966"/>
                </a:cubicBezTo>
                <a:cubicBezTo>
                  <a:pt x="914909" y="35966"/>
                  <a:pt x="910905" y="36889"/>
                  <a:pt x="908507" y="38736"/>
                </a:cubicBezTo>
                <a:cubicBezTo>
                  <a:pt x="906110" y="40581"/>
                  <a:pt x="904911" y="42742"/>
                  <a:pt x="904911" y="45219"/>
                </a:cubicBezTo>
                <a:cubicBezTo>
                  <a:pt x="904911" y="46794"/>
                  <a:pt x="905408" y="48212"/>
                  <a:pt x="906404" y="49473"/>
                </a:cubicBezTo>
                <a:cubicBezTo>
                  <a:pt x="907399" y="50778"/>
                  <a:pt x="908960" y="51858"/>
                  <a:pt x="911086" y="52713"/>
                </a:cubicBezTo>
                <a:cubicBezTo>
                  <a:pt x="912308" y="53164"/>
                  <a:pt x="915904" y="54200"/>
                  <a:pt x="921876" y="55820"/>
                </a:cubicBezTo>
                <a:cubicBezTo>
                  <a:pt x="930517" y="58126"/>
                  <a:pt x="936545" y="60013"/>
                  <a:pt x="939961" y="61482"/>
                </a:cubicBezTo>
                <a:cubicBezTo>
                  <a:pt x="943377" y="62951"/>
                  <a:pt x="946057" y="65087"/>
                  <a:pt x="948002" y="67891"/>
                </a:cubicBezTo>
                <a:cubicBezTo>
                  <a:pt x="949948" y="70693"/>
                  <a:pt x="950920" y="74173"/>
                  <a:pt x="950920" y="78331"/>
                </a:cubicBezTo>
                <a:cubicBezTo>
                  <a:pt x="950920" y="82399"/>
                  <a:pt x="949733" y="86231"/>
                  <a:pt x="947358" y="89825"/>
                </a:cubicBezTo>
                <a:cubicBezTo>
                  <a:pt x="944983" y="93417"/>
                  <a:pt x="941556" y="96196"/>
                  <a:pt x="937077" y="98163"/>
                </a:cubicBezTo>
                <a:cubicBezTo>
                  <a:pt x="932598" y="100129"/>
                  <a:pt x="927531" y="101113"/>
                  <a:pt x="921876" y="101113"/>
                </a:cubicBezTo>
                <a:cubicBezTo>
                  <a:pt x="912511" y="101113"/>
                  <a:pt x="905374" y="99162"/>
                  <a:pt x="900466" y="95260"/>
                </a:cubicBezTo>
                <a:cubicBezTo>
                  <a:pt x="895557" y="91358"/>
                  <a:pt x="892424" y="85573"/>
                  <a:pt x="891067" y="77904"/>
                </a:cubicBezTo>
                <a:close/>
                <a:moveTo>
                  <a:pt x="968632" y="99484"/>
                </a:moveTo>
                <a:lnTo>
                  <a:pt x="968632" y="85505"/>
                </a:lnTo>
                <a:lnTo>
                  <a:pt x="982544" y="85505"/>
                </a:lnTo>
                <a:lnTo>
                  <a:pt x="982544" y="99444"/>
                </a:lnTo>
                <a:cubicBezTo>
                  <a:pt x="982544" y="104567"/>
                  <a:pt x="981639" y="108704"/>
                  <a:pt x="979829" y="111854"/>
                </a:cubicBezTo>
                <a:cubicBezTo>
                  <a:pt x="978020" y="115005"/>
                  <a:pt x="975147" y="117442"/>
                  <a:pt x="971211" y="119164"/>
                </a:cubicBezTo>
                <a:lnTo>
                  <a:pt x="967818" y="113871"/>
                </a:lnTo>
                <a:cubicBezTo>
                  <a:pt x="970397" y="112745"/>
                  <a:pt x="972297" y="111090"/>
                  <a:pt x="973518" y="108906"/>
                </a:cubicBezTo>
                <a:cubicBezTo>
                  <a:pt x="974740" y="106722"/>
                  <a:pt x="975418" y="103581"/>
                  <a:pt x="975554" y="99484"/>
                </a:cubicBezTo>
                <a:lnTo>
                  <a:pt x="968632" y="99484"/>
                </a:lnTo>
                <a:close/>
                <a:moveTo>
                  <a:pt x="1055923" y="99484"/>
                </a:moveTo>
                <a:lnTo>
                  <a:pt x="1033869" y="27416"/>
                </a:lnTo>
                <a:lnTo>
                  <a:pt x="1046491" y="27416"/>
                </a:lnTo>
                <a:lnTo>
                  <a:pt x="1057959" y="69008"/>
                </a:lnTo>
                <a:lnTo>
                  <a:pt x="1062234" y="84487"/>
                </a:lnTo>
                <a:cubicBezTo>
                  <a:pt x="1062415" y="83719"/>
                  <a:pt x="1063659" y="78770"/>
                  <a:pt x="1065967" y="69640"/>
                </a:cubicBezTo>
                <a:lnTo>
                  <a:pt x="1077435" y="27416"/>
                </a:lnTo>
                <a:lnTo>
                  <a:pt x="1089990" y="27416"/>
                </a:lnTo>
                <a:lnTo>
                  <a:pt x="1100779" y="69210"/>
                </a:lnTo>
                <a:lnTo>
                  <a:pt x="1104376" y="82994"/>
                </a:lnTo>
                <a:lnTo>
                  <a:pt x="1108516" y="69080"/>
                </a:lnTo>
                <a:lnTo>
                  <a:pt x="1120866" y="27416"/>
                </a:lnTo>
                <a:lnTo>
                  <a:pt x="1132742" y="27416"/>
                </a:lnTo>
                <a:lnTo>
                  <a:pt x="1110212" y="99484"/>
                </a:lnTo>
                <a:lnTo>
                  <a:pt x="1097522" y="99484"/>
                </a:lnTo>
                <a:lnTo>
                  <a:pt x="1086054" y="56301"/>
                </a:lnTo>
                <a:lnTo>
                  <a:pt x="1083271" y="44042"/>
                </a:lnTo>
                <a:lnTo>
                  <a:pt x="1068681" y="99484"/>
                </a:lnTo>
                <a:lnTo>
                  <a:pt x="1055923" y="99484"/>
                </a:lnTo>
                <a:close/>
                <a:moveTo>
                  <a:pt x="1143104" y="99484"/>
                </a:moveTo>
                <a:lnTo>
                  <a:pt x="1143104" y="0"/>
                </a:lnTo>
                <a:lnTo>
                  <a:pt x="1155319" y="0"/>
                </a:lnTo>
                <a:lnTo>
                  <a:pt x="1155319" y="35695"/>
                </a:lnTo>
                <a:cubicBezTo>
                  <a:pt x="1161020" y="29090"/>
                  <a:pt x="1168213" y="25787"/>
                  <a:pt x="1176899" y="25787"/>
                </a:cubicBezTo>
                <a:cubicBezTo>
                  <a:pt x="1182237" y="25787"/>
                  <a:pt x="1186875" y="26839"/>
                  <a:pt x="1190811" y="28943"/>
                </a:cubicBezTo>
                <a:cubicBezTo>
                  <a:pt x="1194746" y="31046"/>
                  <a:pt x="1197563" y="33953"/>
                  <a:pt x="1199259" y="37663"/>
                </a:cubicBezTo>
                <a:cubicBezTo>
                  <a:pt x="1200956" y="41373"/>
                  <a:pt x="1201804" y="46756"/>
                  <a:pt x="1201804" y="53814"/>
                </a:cubicBezTo>
                <a:lnTo>
                  <a:pt x="1201804" y="99484"/>
                </a:lnTo>
                <a:lnTo>
                  <a:pt x="1189589" y="99484"/>
                </a:lnTo>
                <a:lnTo>
                  <a:pt x="1189589" y="53814"/>
                </a:lnTo>
                <a:cubicBezTo>
                  <a:pt x="1189589" y="47706"/>
                  <a:pt x="1188266" y="43261"/>
                  <a:pt x="1185619" y="40479"/>
                </a:cubicBezTo>
                <a:cubicBezTo>
                  <a:pt x="1182973" y="37697"/>
                  <a:pt x="1179229" y="36306"/>
                  <a:pt x="1174388" y="36306"/>
                </a:cubicBezTo>
                <a:cubicBezTo>
                  <a:pt x="1170769" y="36306"/>
                  <a:pt x="1167365" y="37244"/>
                  <a:pt x="1164175" y="39122"/>
                </a:cubicBezTo>
                <a:cubicBezTo>
                  <a:pt x="1160986" y="40999"/>
                  <a:pt x="1158712" y="43544"/>
                  <a:pt x="1157355" y="46756"/>
                </a:cubicBezTo>
                <a:cubicBezTo>
                  <a:pt x="1155998" y="49968"/>
                  <a:pt x="1155319" y="54402"/>
                  <a:pt x="1155319" y="60057"/>
                </a:cubicBezTo>
                <a:lnTo>
                  <a:pt x="1155319" y="99484"/>
                </a:lnTo>
                <a:lnTo>
                  <a:pt x="1143104" y="99484"/>
                </a:lnTo>
                <a:close/>
                <a:moveTo>
                  <a:pt x="1220306" y="14115"/>
                </a:moveTo>
                <a:lnTo>
                  <a:pt x="1220306" y="0"/>
                </a:lnTo>
                <a:lnTo>
                  <a:pt x="1232521" y="0"/>
                </a:lnTo>
                <a:lnTo>
                  <a:pt x="1232521" y="14115"/>
                </a:lnTo>
                <a:lnTo>
                  <a:pt x="1220306" y="14115"/>
                </a:lnTo>
                <a:moveTo>
                  <a:pt x="1220306" y="99484"/>
                </a:moveTo>
                <a:lnTo>
                  <a:pt x="1220306" y="27416"/>
                </a:lnTo>
                <a:lnTo>
                  <a:pt x="1232521" y="27416"/>
                </a:lnTo>
                <a:lnTo>
                  <a:pt x="1232521" y="99484"/>
                </a:lnTo>
                <a:lnTo>
                  <a:pt x="1220306" y="99484"/>
                </a:lnTo>
                <a:close/>
                <a:moveTo>
                  <a:pt x="1298304" y="73018"/>
                </a:moveTo>
                <a:lnTo>
                  <a:pt x="1310315" y="74579"/>
                </a:lnTo>
                <a:cubicBezTo>
                  <a:pt x="1309003" y="82879"/>
                  <a:pt x="1305644" y="89377"/>
                  <a:pt x="1300238" y="94072"/>
                </a:cubicBezTo>
                <a:cubicBezTo>
                  <a:pt x="1294832" y="98766"/>
                  <a:pt x="1288192" y="101113"/>
                  <a:pt x="1280321" y="101113"/>
                </a:cubicBezTo>
                <a:cubicBezTo>
                  <a:pt x="1270458" y="101113"/>
                  <a:pt x="1262530" y="97889"/>
                  <a:pt x="1256535" y="91443"/>
                </a:cubicBezTo>
                <a:cubicBezTo>
                  <a:pt x="1250541" y="84996"/>
                  <a:pt x="1247544" y="75755"/>
                  <a:pt x="1247544" y="63721"/>
                </a:cubicBezTo>
                <a:cubicBezTo>
                  <a:pt x="1247544" y="55940"/>
                  <a:pt x="1248833" y="49131"/>
                  <a:pt x="1251412" y="43295"/>
                </a:cubicBezTo>
                <a:cubicBezTo>
                  <a:pt x="1253991" y="37459"/>
                  <a:pt x="1257915" y="33082"/>
                  <a:pt x="1263186" y="30164"/>
                </a:cubicBezTo>
                <a:cubicBezTo>
                  <a:pt x="1268456" y="27246"/>
                  <a:pt x="1274190" y="25787"/>
                  <a:pt x="1280388" y="25787"/>
                </a:cubicBezTo>
                <a:cubicBezTo>
                  <a:pt x="1288215" y="25787"/>
                  <a:pt x="1294617" y="27773"/>
                  <a:pt x="1299593" y="31744"/>
                </a:cubicBezTo>
                <a:cubicBezTo>
                  <a:pt x="1304570" y="35714"/>
                  <a:pt x="1307759" y="41351"/>
                  <a:pt x="1309161" y="48656"/>
                </a:cubicBezTo>
                <a:lnTo>
                  <a:pt x="1297286" y="50489"/>
                </a:lnTo>
                <a:cubicBezTo>
                  <a:pt x="1296155" y="45670"/>
                  <a:pt x="1294153" y="42045"/>
                  <a:pt x="1291280" y="39614"/>
                </a:cubicBezTo>
                <a:cubicBezTo>
                  <a:pt x="1288407" y="37182"/>
                  <a:pt x="1284935" y="35966"/>
                  <a:pt x="1280863" y="35966"/>
                </a:cubicBezTo>
                <a:cubicBezTo>
                  <a:pt x="1274711" y="35966"/>
                  <a:pt x="1269712" y="38161"/>
                  <a:pt x="1265866" y="42551"/>
                </a:cubicBezTo>
                <a:cubicBezTo>
                  <a:pt x="1262021" y="46939"/>
                  <a:pt x="1260098" y="53883"/>
                  <a:pt x="1260098" y="63382"/>
                </a:cubicBezTo>
                <a:cubicBezTo>
                  <a:pt x="1260098" y="73017"/>
                  <a:pt x="1261953" y="80018"/>
                  <a:pt x="1265663" y="84385"/>
                </a:cubicBezTo>
                <a:cubicBezTo>
                  <a:pt x="1269372" y="88751"/>
                  <a:pt x="1274213" y="90934"/>
                  <a:pt x="1280185" y="90934"/>
                </a:cubicBezTo>
                <a:cubicBezTo>
                  <a:pt x="1284980" y="90934"/>
                  <a:pt x="1288984" y="89469"/>
                  <a:pt x="1292196" y="86540"/>
                </a:cubicBezTo>
                <a:cubicBezTo>
                  <a:pt x="1295408" y="83610"/>
                  <a:pt x="1297444" y="79103"/>
                  <a:pt x="1298304" y="73018"/>
                </a:cubicBezTo>
                <a:close/>
                <a:moveTo>
                  <a:pt x="1320766" y="99484"/>
                </a:moveTo>
                <a:lnTo>
                  <a:pt x="1320766" y="0"/>
                </a:lnTo>
                <a:lnTo>
                  <a:pt x="1332981" y="0"/>
                </a:lnTo>
                <a:lnTo>
                  <a:pt x="1332981" y="35695"/>
                </a:lnTo>
                <a:cubicBezTo>
                  <a:pt x="1338681" y="29090"/>
                  <a:pt x="1345874" y="25787"/>
                  <a:pt x="1354561" y="25787"/>
                </a:cubicBezTo>
                <a:cubicBezTo>
                  <a:pt x="1359899" y="25787"/>
                  <a:pt x="1364536" y="26839"/>
                  <a:pt x="1368472" y="28943"/>
                </a:cubicBezTo>
                <a:cubicBezTo>
                  <a:pt x="1372408" y="31046"/>
                  <a:pt x="1375224" y="33953"/>
                  <a:pt x="1376921" y="37663"/>
                </a:cubicBezTo>
                <a:cubicBezTo>
                  <a:pt x="1378617" y="41373"/>
                  <a:pt x="1379466" y="46756"/>
                  <a:pt x="1379466" y="53814"/>
                </a:cubicBezTo>
                <a:lnTo>
                  <a:pt x="1379466" y="99484"/>
                </a:lnTo>
                <a:lnTo>
                  <a:pt x="1367251" y="99484"/>
                </a:lnTo>
                <a:lnTo>
                  <a:pt x="1367251" y="53814"/>
                </a:lnTo>
                <a:cubicBezTo>
                  <a:pt x="1367251" y="47706"/>
                  <a:pt x="1365927" y="43261"/>
                  <a:pt x="1363281" y="40479"/>
                </a:cubicBezTo>
                <a:cubicBezTo>
                  <a:pt x="1360634" y="37697"/>
                  <a:pt x="1356891" y="36306"/>
                  <a:pt x="1352050" y="36306"/>
                </a:cubicBezTo>
                <a:cubicBezTo>
                  <a:pt x="1348431" y="36306"/>
                  <a:pt x="1345026" y="37244"/>
                  <a:pt x="1341837" y="39122"/>
                </a:cubicBezTo>
                <a:cubicBezTo>
                  <a:pt x="1338647" y="40999"/>
                  <a:pt x="1336374" y="43544"/>
                  <a:pt x="1335017" y="46756"/>
                </a:cubicBezTo>
                <a:cubicBezTo>
                  <a:pt x="1333660" y="49968"/>
                  <a:pt x="1332981" y="54402"/>
                  <a:pt x="1332981" y="60057"/>
                </a:cubicBezTo>
                <a:lnTo>
                  <a:pt x="1332981" y="99484"/>
                </a:lnTo>
                <a:lnTo>
                  <a:pt x="1320766" y="99484"/>
                </a:lnTo>
                <a:close/>
                <a:moveTo>
                  <a:pt x="1455557" y="99484"/>
                </a:moveTo>
                <a:lnTo>
                  <a:pt x="1436488" y="99484"/>
                </a:lnTo>
                <a:lnTo>
                  <a:pt x="1436488" y="27416"/>
                </a:lnTo>
                <a:lnTo>
                  <a:pt x="1454200" y="27416"/>
                </a:lnTo>
                <a:lnTo>
                  <a:pt x="1454200" y="37663"/>
                </a:lnTo>
                <a:cubicBezTo>
                  <a:pt x="1457231" y="32822"/>
                  <a:pt x="1459957" y="29633"/>
                  <a:pt x="1462377" y="28094"/>
                </a:cubicBezTo>
                <a:cubicBezTo>
                  <a:pt x="1464798" y="26556"/>
                  <a:pt x="1467546" y="25787"/>
                  <a:pt x="1470622" y="25787"/>
                </a:cubicBezTo>
                <a:cubicBezTo>
                  <a:pt x="1474966" y="25787"/>
                  <a:pt x="1479150" y="26986"/>
                  <a:pt x="1483177" y="29384"/>
                </a:cubicBezTo>
                <a:lnTo>
                  <a:pt x="1477273" y="46010"/>
                </a:lnTo>
                <a:cubicBezTo>
                  <a:pt x="1474061" y="43929"/>
                  <a:pt x="1471075" y="42888"/>
                  <a:pt x="1468315" y="42888"/>
                </a:cubicBezTo>
                <a:cubicBezTo>
                  <a:pt x="1465646" y="42888"/>
                  <a:pt x="1463384" y="43623"/>
                  <a:pt x="1461529" y="45094"/>
                </a:cubicBezTo>
                <a:cubicBezTo>
                  <a:pt x="1459674" y="46564"/>
                  <a:pt x="1458215" y="49222"/>
                  <a:pt x="1457152" y="53067"/>
                </a:cubicBezTo>
                <a:cubicBezTo>
                  <a:pt x="1456089" y="56913"/>
                  <a:pt x="1455557" y="64966"/>
                  <a:pt x="1455557" y="77226"/>
                </a:cubicBezTo>
                <a:lnTo>
                  <a:pt x="1455557" y="99484"/>
                </a:lnTo>
                <a:close/>
                <a:moveTo>
                  <a:pt x="1533101" y="76547"/>
                </a:moveTo>
                <a:lnTo>
                  <a:pt x="1552102" y="79804"/>
                </a:lnTo>
                <a:cubicBezTo>
                  <a:pt x="1549659" y="86749"/>
                  <a:pt x="1545802" y="92036"/>
                  <a:pt x="1540531" y="95667"/>
                </a:cubicBezTo>
                <a:cubicBezTo>
                  <a:pt x="1535261" y="99297"/>
                  <a:pt x="1528667" y="101113"/>
                  <a:pt x="1520750" y="101113"/>
                </a:cubicBezTo>
                <a:cubicBezTo>
                  <a:pt x="1508218" y="101113"/>
                  <a:pt x="1498944" y="97018"/>
                  <a:pt x="1492927" y="88830"/>
                </a:cubicBezTo>
                <a:cubicBezTo>
                  <a:pt x="1488177" y="82270"/>
                  <a:pt x="1485801" y="73991"/>
                  <a:pt x="1485801" y="63993"/>
                </a:cubicBezTo>
                <a:cubicBezTo>
                  <a:pt x="1485801" y="52049"/>
                  <a:pt x="1488923" y="42696"/>
                  <a:pt x="1495166" y="35932"/>
                </a:cubicBezTo>
                <a:cubicBezTo>
                  <a:pt x="1501409" y="29169"/>
                  <a:pt x="1509304" y="25787"/>
                  <a:pt x="1518850" y="25787"/>
                </a:cubicBezTo>
                <a:cubicBezTo>
                  <a:pt x="1529572" y="25787"/>
                  <a:pt x="1538032" y="29327"/>
                  <a:pt x="1544230" y="36407"/>
                </a:cubicBezTo>
                <a:cubicBezTo>
                  <a:pt x="1550428" y="43488"/>
                  <a:pt x="1553391" y="54334"/>
                  <a:pt x="1553119" y="68947"/>
                </a:cubicBezTo>
                <a:lnTo>
                  <a:pt x="1505345" y="68947"/>
                </a:lnTo>
                <a:cubicBezTo>
                  <a:pt x="1505481" y="74602"/>
                  <a:pt x="1507019" y="79001"/>
                  <a:pt x="1509960" y="82146"/>
                </a:cubicBezTo>
                <a:cubicBezTo>
                  <a:pt x="1512901" y="85290"/>
                  <a:pt x="1516565" y="86862"/>
                  <a:pt x="1520953" y="86862"/>
                </a:cubicBezTo>
                <a:cubicBezTo>
                  <a:pt x="1523939" y="86862"/>
                  <a:pt x="1526450" y="86048"/>
                  <a:pt x="1528486" y="84419"/>
                </a:cubicBezTo>
                <a:cubicBezTo>
                  <a:pt x="1530522" y="82790"/>
                  <a:pt x="1532060" y="80166"/>
                  <a:pt x="1533101" y="76547"/>
                </a:cubicBezTo>
                <a:moveTo>
                  <a:pt x="1534186" y="57275"/>
                </a:moveTo>
                <a:cubicBezTo>
                  <a:pt x="1534051" y="51778"/>
                  <a:pt x="1532625" y="47599"/>
                  <a:pt x="1529911" y="44737"/>
                </a:cubicBezTo>
                <a:cubicBezTo>
                  <a:pt x="1527197" y="41876"/>
                  <a:pt x="1523894" y="40445"/>
                  <a:pt x="1520003" y="40445"/>
                </a:cubicBezTo>
                <a:cubicBezTo>
                  <a:pt x="1515841" y="40445"/>
                  <a:pt x="1512403" y="41954"/>
                  <a:pt x="1509689" y="44973"/>
                </a:cubicBezTo>
                <a:cubicBezTo>
                  <a:pt x="1506974" y="47993"/>
                  <a:pt x="1505639" y="52093"/>
                  <a:pt x="1505685" y="57275"/>
                </a:cubicBezTo>
                <a:lnTo>
                  <a:pt x="1534186" y="57275"/>
                </a:lnTo>
                <a:close/>
                <a:moveTo>
                  <a:pt x="1615734" y="126900"/>
                </a:moveTo>
                <a:lnTo>
                  <a:pt x="1615734" y="90662"/>
                </a:lnTo>
                <a:cubicBezTo>
                  <a:pt x="1613246" y="93874"/>
                  <a:pt x="1610147" y="96419"/>
                  <a:pt x="1606437" y="98297"/>
                </a:cubicBezTo>
                <a:cubicBezTo>
                  <a:pt x="1602727" y="100174"/>
                  <a:pt x="1598723" y="101113"/>
                  <a:pt x="1594425" y="101113"/>
                </a:cubicBezTo>
                <a:cubicBezTo>
                  <a:pt x="1586237" y="101113"/>
                  <a:pt x="1579496" y="98036"/>
                  <a:pt x="1574203" y="91884"/>
                </a:cubicBezTo>
                <a:cubicBezTo>
                  <a:pt x="1567960" y="84690"/>
                  <a:pt x="1564838" y="74941"/>
                  <a:pt x="1564838" y="62636"/>
                </a:cubicBezTo>
                <a:cubicBezTo>
                  <a:pt x="1564838" y="51054"/>
                  <a:pt x="1567767" y="42017"/>
                  <a:pt x="1573626" y="35525"/>
                </a:cubicBezTo>
                <a:cubicBezTo>
                  <a:pt x="1579485" y="29033"/>
                  <a:pt x="1586757" y="25787"/>
                  <a:pt x="1595443" y="25787"/>
                </a:cubicBezTo>
                <a:cubicBezTo>
                  <a:pt x="1600239" y="25787"/>
                  <a:pt x="1604390" y="26805"/>
                  <a:pt x="1607896" y="28841"/>
                </a:cubicBezTo>
                <a:cubicBezTo>
                  <a:pt x="1611402" y="30877"/>
                  <a:pt x="1614512" y="33953"/>
                  <a:pt x="1617227" y="38070"/>
                </a:cubicBezTo>
                <a:lnTo>
                  <a:pt x="1617227" y="27416"/>
                </a:lnTo>
                <a:lnTo>
                  <a:pt x="1634803" y="27416"/>
                </a:lnTo>
                <a:lnTo>
                  <a:pt x="1634803" y="126900"/>
                </a:lnTo>
                <a:lnTo>
                  <a:pt x="1615734" y="126900"/>
                </a:lnTo>
                <a:moveTo>
                  <a:pt x="1616345" y="62568"/>
                </a:moveTo>
                <a:cubicBezTo>
                  <a:pt x="1616345" y="55194"/>
                  <a:pt x="1614840" y="49708"/>
                  <a:pt x="1611832" y="46111"/>
                </a:cubicBezTo>
                <a:cubicBezTo>
                  <a:pt x="1608823" y="42515"/>
                  <a:pt x="1605057" y="40717"/>
                  <a:pt x="1600533" y="40717"/>
                </a:cubicBezTo>
                <a:cubicBezTo>
                  <a:pt x="1595918" y="40717"/>
                  <a:pt x="1592062" y="42549"/>
                  <a:pt x="1588963" y="46213"/>
                </a:cubicBezTo>
                <a:cubicBezTo>
                  <a:pt x="1585864" y="49878"/>
                  <a:pt x="1584314" y="55691"/>
                  <a:pt x="1584314" y="63654"/>
                </a:cubicBezTo>
                <a:cubicBezTo>
                  <a:pt x="1584314" y="71571"/>
                  <a:pt x="1585807" y="77282"/>
                  <a:pt x="1588793" y="80788"/>
                </a:cubicBezTo>
                <a:cubicBezTo>
                  <a:pt x="1591779" y="84295"/>
                  <a:pt x="1595466" y="86048"/>
                  <a:pt x="1599854" y="86048"/>
                </a:cubicBezTo>
                <a:cubicBezTo>
                  <a:pt x="1604243" y="86048"/>
                  <a:pt x="1608088" y="84080"/>
                  <a:pt x="1611391" y="80144"/>
                </a:cubicBezTo>
                <a:cubicBezTo>
                  <a:pt x="1614693" y="76208"/>
                  <a:pt x="1616345" y="70349"/>
                  <a:pt x="1616345" y="62568"/>
                </a:cubicBezTo>
                <a:close/>
                <a:moveTo>
                  <a:pt x="1701082" y="99484"/>
                </a:moveTo>
                <a:lnTo>
                  <a:pt x="1701082" y="88694"/>
                </a:lnTo>
                <a:cubicBezTo>
                  <a:pt x="1698458" y="92540"/>
                  <a:pt x="1695008" y="95571"/>
                  <a:pt x="1690733" y="97788"/>
                </a:cubicBezTo>
                <a:cubicBezTo>
                  <a:pt x="1686458" y="100004"/>
                  <a:pt x="1681945" y="101113"/>
                  <a:pt x="1677195" y="101113"/>
                </a:cubicBezTo>
                <a:cubicBezTo>
                  <a:pt x="1672354" y="101113"/>
                  <a:pt x="1668011" y="100050"/>
                  <a:pt x="1664166" y="97923"/>
                </a:cubicBezTo>
                <a:cubicBezTo>
                  <a:pt x="1660320" y="95797"/>
                  <a:pt x="1657538" y="92811"/>
                  <a:pt x="1655819" y="88966"/>
                </a:cubicBezTo>
                <a:cubicBezTo>
                  <a:pt x="1654100" y="85120"/>
                  <a:pt x="1653240" y="79804"/>
                  <a:pt x="1653240" y="73018"/>
                </a:cubicBezTo>
                <a:lnTo>
                  <a:pt x="1653240" y="27416"/>
                </a:lnTo>
                <a:lnTo>
                  <a:pt x="1672309" y="27416"/>
                </a:lnTo>
                <a:lnTo>
                  <a:pt x="1672309" y="60456"/>
                </a:lnTo>
                <a:cubicBezTo>
                  <a:pt x="1672309" y="70567"/>
                  <a:pt x="1672660" y="76762"/>
                  <a:pt x="1673361" y="79041"/>
                </a:cubicBezTo>
                <a:cubicBezTo>
                  <a:pt x="1674062" y="81320"/>
                  <a:pt x="1675340" y="83125"/>
                  <a:pt x="1677195" y="84457"/>
                </a:cubicBezTo>
                <a:cubicBezTo>
                  <a:pt x="1679050" y="85789"/>
                  <a:pt x="1681402" y="86455"/>
                  <a:pt x="1684252" y="86455"/>
                </a:cubicBezTo>
                <a:cubicBezTo>
                  <a:pt x="1687510" y="86455"/>
                  <a:pt x="1690428" y="85563"/>
                  <a:pt x="1693007" y="83781"/>
                </a:cubicBezTo>
                <a:cubicBezTo>
                  <a:pt x="1695585" y="81998"/>
                  <a:pt x="1697350" y="79786"/>
                  <a:pt x="1698300" y="77145"/>
                </a:cubicBezTo>
                <a:cubicBezTo>
                  <a:pt x="1699250" y="74504"/>
                  <a:pt x="1699725" y="68038"/>
                  <a:pt x="1699725" y="57748"/>
                </a:cubicBezTo>
                <a:lnTo>
                  <a:pt x="1699725" y="27416"/>
                </a:lnTo>
                <a:lnTo>
                  <a:pt x="1718794" y="27416"/>
                </a:lnTo>
                <a:lnTo>
                  <a:pt x="1718794" y="99484"/>
                </a:lnTo>
                <a:lnTo>
                  <a:pt x="1701082" y="99484"/>
                </a:lnTo>
                <a:close/>
                <a:moveTo>
                  <a:pt x="1738424" y="17644"/>
                </a:moveTo>
                <a:lnTo>
                  <a:pt x="1738424" y="0"/>
                </a:lnTo>
                <a:lnTo>
                  <a:pt x="1757493" y="0"/>
                </a:lnTo>
                <a:lnTo>
                  <a:pt x="1757493" y="17644"/>
                </a:lnTo>
                <a:lnTo>
                  <a:pt x="1738424" y="17644"/>
                </a:lnTo>
                <a:moveTo>
                  <a:pt x="1738424" y="99484"/>
                </a:moveTo>
                <a:lnTo>
                  <a:pt x="1738424" y="27416"/>
                </a:lnTo>
                <a:lnTo>
                  <a:pt x="1757493" y="27416"/>
                </a:lnTo>
                <a:lnTo>
                  <a:pt x="1757493" y="99484"/>
                </a:lnTo>
                <a:lnTo>
                  <a:pt x="1738424" y="99484"/>
                </a:lnTo>
                <a:close/>
                <a:moveTo>
                  <a:pt x="1795361" y="99484"/>
                </a:moveTo>
                <a:lnTo>
                  <a:pt x="1776293" y="99484"/>
                </a:lnTo>
                <a:lnTo>
                  <a:pt x="1776293" y="27416"/>
                </a:lnTo>
                <a:lnTo>
                  <a:pt x="1794004" y="27416"/>
                </a:lnTo>
                <a:lnTo>
                  <a:pt x="1794004" y="37663"/>
                </a:lnTo>
                <a:cubicBezTo>
                  <a:pt x="1797035" y="32822"/>
                  <a:pt x="1799761" y="29633"/>
                  <a:pt x="1802182" y="28094"/>
                </a:cubicBezTo>
                <a:cubicBezTo>
                  <a:pt x="1804602" y="26556"/>
                  <a:pt x="1807350" y="25787"/>
                  <a:pt x="1810427" y="25787"/>
                </a:cubicBezTo>
                <a:cubicBezTo>
                  <a:pt x="1814770" y="25787"/>
                  <a:pt x="1818954" y="26986"/>
                  <a:pt x="1822981" y="29384"/>
                </a:cubicBezTo>
                <a:lnTo>
                  <a:pt x="1817077" y="46010"/>
                </a:lnTo>
                <a:cubicBezTo>
                  <a:pt x="1813865" y="43929"/>
                  <a:pt x="1810879" y="42888"/>
                  <a:pt x="1808119" y="42888"/>
                </a:cubicBezTo>
                <a:cubicBezTo>
                  <a:pt x="1805450" y="42888"/>
                  <a:pt x="1803188" y="43623"/>
                  <a:pt x="1801333" y="45094"/>
                </a:cubicBezTo>
                <a:cubicBezTo>
                  <a:pt x="1799478" y="46564"/>
                  <a:pt x="1798019" y="49222"/>
                  <a:pt x="1796956" y="53067"/>
                </a:cubicBezTo>
                <a:cubicBezTo>
                  <a:pt x="1795893" y="56913"/>
                  <a:pt x="1795361" y="64966"/>
                  <a:pt x="1795361" y="77226"/>
                </a:cubicBezTo>
                <a:lnTo>
                  <a:pt x="1795361" y="99484"/>
                </a:lnTo>
                <a:close/>
                <a:moveTo>
                  <a:pt x="1872905" y="76547"/>
                </a:moveTo>
                <a:lnTo>
                  <a:pt x="1891906" y="79804"/>
                </a:lnTo>
                <a:cubicBezTo>
                  <a:pt x="1889463" y="86749"/>
                  <a:pt x="1885606" y="92036"/>
                  <a:pt x="1880335" y="95667"/>
                </a:cubicBezTo>
                <a:cubicBezTo>
                  <a:pt x="1875065" y="99297"/>
                  <a:pt x="1868471" y="101113"/>
                  <a:pt x="1860554" y="101113"/>
                </a:cubicBezTo>
                <a:cubicBezTo>
                  <a:pt x="1848022" y="101113"/>
                  <a:pt x="1838748" y="97018"/>
                  <a:pt x="1832731" y="88830"/>
                </a:cubicBezTo>
                <a:cubicBezTo>
                  <a:pt x="1827981" y="82270"/>
                  <a:pt x="1825606" y="73991"/>
                  <a:pt x="1825606" y="63993"/>
                </a:cubicBezTo>
                <a:cubicBezTo>
                  <a:pt x="1825606" y="52049"/>
                  <a:pt x="1828727" y="42696"/>
                  <a:pt x="1834970" y="35932"/>
                </a:cubicBezTo>
                <a:cubicBezTo>
                  <a:pt x="1841214" y="29169"/>
                  <a:pt x="1849108" y="25787"/>
                  <a:pt x="1858654" y="25787"/>
                </a:cubicBezTo>
                <a:cubicBezTo>
                  <a:pt x="1869376" y="25787"/>
                  <a:pt x="1877836" y="29327"/>
                  <a:pt x="1884034" y="36407"/>
                </a:cubicBezTo>
                <a:cubicBezTo>
                  <a:pt x="1890232" y="43488"/>
                  <a:pt x="1893195" y="54334"/>
                  <a:pt x="1892924" y="68947"/>
                </a:cubicBezTo>
                <a:lnTo>
                  <a:pt x="1845150" y="68947"/>
                </a:lnTo>
                <a:cubicBezTo>
                  <a:pt x="1845285" y="74602"/>
                  <a:pt x="1846823" y="79001"/>
                  <a:pt x="1849764" y="82146"/>
                </a:cubicBezTo>
                <a:cubicBezTo>
                  <a:pt x="1852705" y="85290"/>
                  <a:pt x="1856369" y="86862"/>
                  <a:pt x="1860758" y="86862"/>
                </a:cubicBezTo>
                <a:cubicBezTo>
                  <a:pt x="1863743" y="86862"/>
                  <a:pt x="1866254" y="86048"/>
                  <a:pt x="1868290" y="84419"/>
                </a:cubicBezTo>
                <a:cubicBezTo>
                  <a:pt x="1870326" y="82790"/>
                  <a:pt x="1871864" y="80166"/>
                  <a:pt x="1872905" y="76547"/>
                </a:cubicBezTo>
                <a:moveTo>
                  <a:pt x="1873990" y="57275"/>
                </a:moveTo>
                <a:cubicBezTo>
                  <a:pt x="1873855" y="51778"/>
                  <a:pt x="1872430" y="47599"/>
                  <a:pt x="1869715" y="44737"/>
                </a:cubicBezTo>
                <a:cubicBezTo>
                  <a:pt x="1867001" y="41876"/>
                  <a:pt x="1863698" y="40445"/>
                  <a:pt x="1859808" y="40445"/>
                </a:cubicBezTo>
                <a:cubicBezTo>
                  <a:pt x="1855645" y="40445"/>
                  <a:pt x="1852207" y="41954"/>
                  <a:pt x="1849493" y="44973"/>
                </a:cubicBezTo>
                <a:cubicBezTo>
                  <a:pt x="1846778" y="47993"/>
                  <a:pt x="1845444" y="52093"/>
                  <a:pt x="1845489" y="57275"/>
                </a:cubicBezTo>
                <a:lnTo>
                  <a:pt x="1873990" y="57275"/>
                </a:lnTo>
                <a:close/>
                <a:moveTo>
                  <a:pt x="1974539" y="99484"/>
                </a:moveTo>
                <a:lnTo>
                  <a:pt x="1956827" y="99484"/>
                </a:lnTo>
                <a:lnTo>
                  <a:pt x="1956827" y="88898"/>
                </a:lnTo>
                <a:cubicBezTo>
                  <a:pt x="1953887" y="93015"/>
                  <a:pt x="1950414" y="96080"/>
                  <a:pt x="1946411" y="98093"/>
                </a:cubicBezTo>
                <a:cubicBezTo>
                  <a:pt x="1942407" y="100106"/>
                  <a:pt x="1938369" y="101113"/>
                  <a:pt x="1934297" y="101113"/>
                </a:cubicBezTo>
                <a:cubicBezTo>
                  <a:pt x="1926018" y="101113"/>
                  <a:pt x="1918927" y="97776"/>
                  <a:pt x="1913023" y="91103"/>
                </a:cubicBezTo>
                <a:cubicBezTo>
                  <a:pt x="1907119" y="84430"/>
                  <a:pt x="1904167" y="75122"/>
                  <a:pt x="1904167" y="63179"/>
                </a:cubicBezTo>
                <a:cubicBezTo>
                  <a:pt x="1904167" y="50964"/>
                  <a:pt x="1907040" y="41678"/>
                  <a:pt x="1912786" y="35322"/>
                </a:cubicBezTo>
                <a:cubicBezTo>
                  <a:pt x="1918531" y="28965"/>
                  <a:pt x="1925792" y="25787"/>
                  <a:pt x="1934569" y="25787"/>
                </a:cubicBezTo>
                <a:cubicBezTo>
                  <a:pt x="1942622" y="25787"/>
                  <a:pt x="1949589" y="29135"/>
                  <a:pt x="1955470" y="35831"/>
                </a:cubicBezTo>
                <a:lnTo>
                  <a:pt x="1955470" y="0"/>
                </a:lnTo>
                <a:lnTo>
                  <a:pt x="1974539" y="0"/>
                </a:lnTo>
                <a:lnTo>
                  <a:pt x="1974539" y="99484"/>
                </a:lnTo>
                <a:moveTo>
                  <a:pt x="1923643" y="61925"/>
                </a:moveTo>
                <a:cubicBezTo>
                  <a:pt x="1923643" y="69605"/>
                  <a:pt x="1924706" y="75161"/>
                  <a:pt x="1926833" y="78594"/>
                </a:cubicBezTo>
                <a:cubicBezTo>
                  <a:pt x="1929909" y="83563"/>
                  <a:pt x="1934207" y="86048"/>
                  <a:pt x="1939726" y="86048"/>
                </a:cubicBezTo>
                <a:cubicBezTo>
                  <a:pt x="1944115" y="86048"/>
                  <a:pt x="1947847" y="84184"/>
                  <a:pt x="1950923" y="80458"/>
                </a:cubicBezTo>
                <a:cubicBezTo>
                  <a:pt x="1954000" y="76731"/>
                  <a:pt x="1955538" y="71163"/>
                  <a:pt x="1955538" y="63755"/>
                </a:cubicBezTo>
                <a:cubicBezTo>
                  <a:pt x="1955538" y="55488"/>
                  <a:pt x="1954045" y="49536"/>
                  <a:pt x="1951059" y="45899"/>
                </a:cubicBezTo>
                <a:cubicBezTo>
                  <a:pt x="1948073" y="42263"/>
                  <a:pt x="1944250" y="40445"/>
                  <a:pt x="1939591" y="40445"/>
                </a:cubicBezTo>
                <a:cubicBezTo>
                  <a:pt x="1935067" y="40445"/>
                  <a:pt x="1931278" y="42241"/>
                  <a:pt x="1928224" y="45832"/>
                </a:cubicBezTo>
                <a:cubicBezTo>
                  <a:pt x="1925170" y="49423"/>
                  <a:pt x="1923643" y="54787"/>
                  <a:pt x="1923643" y="619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Text additionalgovernmentspending.">
            <a:extLst xmlns:a="http://schemas.openxmlformats.org/drawingml/2006/main">
              <a:ext uri="{FF2B5EF4-FFF2-40B4-BE49-F238E27FC236}">
                <a16:creationId xmlns:a16="http://schemas.microsoft.com/office/drawing/2014/main" id="{A8662053-20BF-4CF3-A9D7-66356BE0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745" y="3684644"/>
            <a:ext cx="2168113" cy="128800"/>
          </a:xfrm>
          <a:custGeom xmlns:a="http://schemas.openxmlformats.org/drawingml/2006/main">
            <a:pathLst>
              <a:path w="2168113" h="128800">
                <a:moveTo>
                  <a:pt x="19273" y="49674"/>
                </a:moveTo>
                <a:lnTo>
                  <a:pt x="1968" y="46553"/>
                </a:lnTo>
                <a:cubicBezTo>
                  <a:pt x="3913" y="39494"/>
                  <a:pt x="7261" y="34268"/>
                  <a:pt x="12011" y="30877"/>
                </a:cubicBezTo>
                <a:cubicBezTo>
                  <a:pt x="16762" y="27484"/>
                  <a:pt x="23819" y="25787"/>
                  <a:pt x="33184" y="25787"/>
                </a:cubicBezTo>
                <a:cubicBezTo>
                  <a:pt x="41689" y="25787"/>
                  <a:pt x="48023" y="26794"/>
                  <a:pt x="52185" y="28807"/>
                </a:cubicBezTo>
                <a:cubicBezTo>
                  <a:pt x="56347" y="30820"/>
                  <a:pt x="59277" y="33376"/>
                  <a:pt x="60973" y="36475"/>
                </a:cubicBezTo>
                <a:cubicBezTo>
                  <a:pt x="62670" y="39574"/>
                  <a:pt x="63518" y="45263"/>
                  <a:pt x="63518" y="53542"/>
                </a:cubicBezTo>
                <a:lnTo>
                  <a:pt x="63314" y="75801"/>
                </a:lnTo>
                <a:cubicBezTo>
                  <a:pt x="63314" y="82134"/>
                  <a:pt x="63620" y="86805"/>
                  <a:pt x="64230" y="89814"/>
                </a:cubicBezTo>
                <a:cubicBezTo>
                  <a:pt x="64841" y="92822"/>
                  <a:pt x="65983" y="96046"/>
                  <a:pt x="67657" y="99484"/>
                </a:cubicBezTo>
                <a:lnTo>
                  <a:pt x="48792" y="99484"/>
                </a:lnTo>
                <a:cubicBezTo>
                  <a:pt x="48294" y="98217"/>
                  <a:pt x="47684" y="96340"/>
                  <a:pt x="46960" y="93852"/>
                </a:cubicBezTo>
                <a:cubicBezTo>
                  <a:pt x="46643" y="92721"/>
                  <a:pt x="46417" y="91974"/>
                  <a:pt x="46281" y="91612"/>
                </a:cubicBezTo>
                <a:cubicBezTo>
                  <a:pt x="43024" y="94779"/>
                  <a:pt x="39540" y="97154"/>
                  <a:pt x="35831" y="98738"/>
                </a:cubicBezTo>
                <a:cubicBezTo>
                  <a:pt x="32121" y="100321"/>
                  <a:pt x="28162" y="101113"/>
                  <a:pt x="23955" y="101113"/>
                </a:cubicBezTo>
                <a:cubicBezTo>
                  <a:pt x="16535" y="101113"/>
                  <a:pt x="10688" y="99108"/>
                  <a:pt x="6413" y="95099"/>
                </a:cubicBezTo>
                <a:cubicBezTo>
                  <a:pt x="2138" y="91089"/>
                  <a:pt x="0" y="86021"/>
                  <a:pt x="0" y="79894"/>
                </a:cubicBezTo>
                <a:cubicBezTo>
                  <a:pt x="0" y="75839"/>
                  <a:pt x="973" y="72224"/>
                  <a:pt x="2918" y="69048"/>
                </a:cubicBezTo>
                <a:cubicBezTo>
                  <a:pt x="4863" y="65872"/>
                  <a:pt x="7589" y="63439"/>
                  <a:pt x="11095" y="61749"/>
                </a:cubicBezTo>
                <a:cubicBezTo>
                  <a:pt x="14601" y="60060"/>
                  <a:pt x="19657" y="58584"/>
                  <a:pt x="26262" y="57323"/>
                </a:cubicBezTo>
                <a:cubicBezTo>
                  <a:pt x="35175" y="55657"/>
                  <a:pt x="41350" y="54102"/>
                  <a:pt x="44788" y="52660"/>
                </a:cubicBezTo>
                <a:lnTo>
                  <a:pt x="44788" y="50739"/>
                </a:lnTo>
                <a:cubicBezTo>
                  <a:pt x="44788" y="47033"/>
                  <a:pt x="43883" y="44392"/>
                  <a:pt x="42074" y="42814"/>
                </a:cubicBezTo>
                <a:cubicBezTo>
                  <a:pt x="40264" y="41235"/>
                  <a:pt x="36848" y="40445"/>
                  <a:pt x="31827" y="40445"/>
                </a:cubicBezTo>
                <a:cubicBezTo>
                  <a:pt x="28434" y="40445"/>
                  <a:pt x="25787" y="41128"/>
                  <a:pt x="23887" y="42494"/>
                </a:cubicBezTo>
                <a:cubicBezTo>
                  <a:pt x="21987" y="43858"/>
                  <a:pt x="20449" y="46251"/>
                  <a:pt x="19273" y="49674"/>
                </a:cubicBezTo>
                <a:moveTo>
                  <a:pt x="44788" y="65146"/>
                </a:moveTo>
                <a:cubicBezTo>
                  <a:pt x="42345" y="65951"/>
                  <a:pt x="38477" y="66912"/>
                  <a:pt x="33184" y="68031"/>
                </a:cubicBezTo>
                <a:cubicBezTo>
                  <a:pt x="27891" y="69147"/>
                  <a:pt x="24430" y="70242"/>
                  <a:pt x="22801" y="71315"/>
                </a:cubicBezTo>
                <a:cubicBezTo>
                  <a:pt x="20313" y="73059"/>
                  <a:pt x="19069" y="75271"/>
                  <a:pt x="19069" y="77953"/>
                </a:cubicBezTo>
                <a:cubicBezTo>
                  <a:pt x="19069" y="80591"/>
                  <a:pt x="20064" y="82872"/>
                  <a:pt x="22055" y="84794"/>
                </a:cubicBezTo>
                <a:cubicBezTo>
                  <a:pt x="24045" y="86716"/>
                  <a:pt x="26579" y="87676"/>
                  <a:pt x="29655" y="87676"/>
                </a:cubicBezTo>
                <a:cubicBezTo>
                  <a:pt x="33094" y="87676"/>
                  <a:pt x="36373" y="86559"/>
                  <a:pt x="39495" y="84324"/>
                </a:cubicBezTo>
                <a:cubicBezTo>
                  <a:pt x="41802" y="82626"/>
                  <a:pt x="43318" y="80547"/>
                  <a:pt x="44042" y="78087"/>
                </a:cubicBezTo>
                <a:cubicBezTo>
                  <a:pt x="44539" y="76478"/>
                  <a:pt x="44788" y="73416"/>
                  <a:pt x="44788" y="68902"/>
                </a:cubicBezTo>
                <a:lnTo>
                  <a:pt x="44788" y="65146"/>
                </a:lnTo>
                <a:close/>
                <a:moveTo>
                  <a:pt x="148391" y="99484"/>
                </a:moveTo>
                <a:lnTo>
                  <a:pt x="130679" y="99484"/>
                </a:lnTo>
                <a:lnTo>
                  <a:pt x="130679" y="88898"/>
                </a:lnTo>
                <a:cubicBezTo>
                  <a:pt x="127738" y="93015"/>
                  <a:pt x="124266" y="96080"/>
                  <a:pt x="120262" y="98093"/>
                </a:cubicBezTo>
                <a:cubicBezTo>
                  <a:pt x="116259" y="100106"/>
                  <a:pt x="112221" y="101113"/>
                  <a:pt x="108149" y="101113"/>
                </a:cubicBezTo>
                <a:cubicBezTo>
                  <a:pt x="99870" y="101113"/>
                  <a:pt x="92779" y="97776"/>
                  <a:pt x="86875" y="91103"/>
                </a:cubicBezTo>
                <a:cubicBezTo>
                  <a:pt x="80971" y="84430"/>
                  <a:pt x="78019" y="75122"/>
                  <a:pt x="78019" y="63179"/>
                </a:cubicBezTo>
                <a:cubicBezTo>
                  <a:pt x="78019" y="50964"/>
                  <a:pt x="80892" y="41678"/>
                  <a:pt x="86637" y="35322"/>
                </a:cubicBezTo>
                <a:cubicBezTo>
                  <a:pt x="92383" y="28965"/>
                  <a:pt x="99644" y="25787"/>
                  <a:pt x="108421" y="25787"/>
                </a:cubicBezTo>
                <a:cubicBezTo>
                  <a:pt x="116474" y="25787"/>
                  <a:pt x="123441" y="29135"/>
                  <a:pt x="129322" y="35831"/>
                </a:cubicBezTo>
                <a:lnTo>
                  <a:pt x="129322" y="0"/>
                </a:lnTo>
                <a:lnTo>
                  <a:pt x="148391" y="0"/>
                </a:lnTo>
                <a:lnTo>
                  <a:pt x="148391" y="99484"/>
                </a:lnTo>
                <a:moveTo>
                  <a:pt x="97495" y="61925"/>
                </a:moveTo>
                <a:cubicBezTo>
                  <a:pt x="97495" y="69605"/>
                  <a:pt x="98558" y="75161"/>
                  <a:pt x="100685" y="78594"/>
                </a:cubicBezTo>
                <a:cubicBezTo>
                  <a:pt x="103761" y="83563"/>
                  <a:pt x="108059" y="86048"/>
                  <a:pt x="113578" y="86048"/>
                </a:cubicBezTo>
                <a:cubicBezTo>
                  <a:pt x="117966" y="86048"/>
                  <a:pt x="121699" y="84184"/>
                  <a:pt x="124775" y="80458"/>
                </a:cubicBezTo>
                <a:cubicBezTo>
                  <a:pt x="127852" y="76731"/>
                  <a:pt x="129390" y="71163"/>
                  <a:pt x="129390" y="63755"/>
                </a:cubicBezTo>
                <a:cubicBezTo>
                  <a:pt x="129390" y="55488"/>
                  <a:pt x="127897" y="49536"/>
                  <a:pt x="124911" y="45899"/>
                </a:cubicBezTo>
                <a:cubicBezTo>
                  <a:pt x="121925" y="42263"/>
                  <a:pt x="118102" y="40445"/>
                  <a:pt x="113442" y="40445"/>
                </a:cubicBezTo>
                <a:cubicBezTo>
                  <a:pt x="108918" y="40445"/>
                  <a:pt x="105129" y="42241"/>
                  <a:pt x="102076" y="45832"/>
                </a:cubicBezTo>
                <a:cubicBezTo>
                  <a:pt x="99022" y="49423"/>
                  <a:pt x="97495" y="54787"/>
                  <a:pt x="97495" y="61925"/>
                </a:cubicBezTo>
                <a:close/>
                <a:moveTo>
                  <a:pt x="233168" y="99484"/>
                </a:moveTo>
                <a:lnTo>
                  <a:pt x="215457" y="99484"/>
                </a:lnTo>
                <a:lnTo>
                  <a:pt x="215457" y="88898"/>
                </a:lnTo>
                <a:cubicBezTo>
                  <a:pt x="212516" y="93015"/>
                  <a:pt x="209044" y="96080"/>
                  <a:pt x="205040" y="98093"/>
                </a:cubicBezTo>
                <a:cubicBezTo>
                  <a:pt x="201036" y="100106"/>
                  <a:pt x="196998" y="101113"/>
                  <a:pt x="192927" y="101113"/>
                </a:cubicBezTo>
                <a:cubicBezTo>
                  <a:pt x="184648" y="101113"/>
                  <a:pt x="177556" y="97776"/>
                  <a:pt x="171652" y="91103"/>
                </a:cubicBezTo>
                <a:cubicBezTo>
                  <a:pt x="165748" y="84430"/>
                  <a:pt x="162796" y="75122"/>
                  <a:pt x="162796" y="63179"/>
                </a:cubicBezTo>
                <a:cubicBezTo>
                  <a:pt x="162796" y="50964"/>
                  <a:pt x="165669" y="41678"/>
                  <a:pt x="171415" y="35322"/>
                </a:cubicBezTo>
                <a:cubicBezTo>
                  <a:pt x="177160" y="28965"/>
                  <a:pt x="184421" y="25787"/>
                  <a:pt x="193198" y="25787"/>
                </a:cubicBezTo>
                <a:cubicBezTo>
                  <a:pt x="201251" y="25787"/>
                  <a:pt x="208218" y="29135"/>
                  <a:pt x="214099" y="35831"/>
                </a:cubicBezTo>
                <a:lnTo>
                  <a:pt x="214099" y="0"/>
                </a:lnTo>
                <a:lnTo>
                  <a:pt x="233168" y="0"/>
                </a:lnTo>
                <a:lnTo>
                  <a:pt x="233168" y="99484"/>
                </a:lnTo>
                <a:moveTo>
                  <a:pt x="182273" y="61925"/>
                </a:moveTo>
                <a:cubicBezTo>
                  <a:pt x="182273" y="69605"/>
                  <a:pt x="183336" y="75161"/>
                  <a:pt x="185462" y="78594"/>
                </a:cubicBezTo>
                <a:cubicBezTo>
                  <a:pt x="188538" y="83563"/>
                  <a:pt x="192836" y="86048"/>
                  <a:pt x="198356" y="86048"/>
                </a:cubicBezTo>
                <a:cubicBezTo>
                  <a:pt x="202744" y="86048"/>
                  <a:pt x="206476" y="84184"/>
                  <a:pt x="209553" y="80458"/>
                </a:cubicBezTo>
                <a:cubicBezTo>
                  <a:pt x="212629" y="76731"/>
                  <a:pt x="214167" y="71163"/>
                  <a:pt x="214167" y="63755"/>
                </a:cubicBezTo>
                <a:cubicBezTo>
                  <a:pt x="214167" y="55488"/>
                  <a:pt x="212674" y="49536"/>
                  <a:pt x="209688" y="45899"/>
                </a:cubicBezTo>
                <a:cubicBezTo>
                  <a:pt x="206702" y="42263"/>
                  <a:pt x="202880" y="40445"/>
                  <a:pt x="198220" y="40445"/>
                </a:cubicBezTo>
                <a:cubicBezTo>
                  <a:pt x="193696" y="40445"/>
                  <a:pt x="189907" y="42241"/>
                  <a:pt x="186853" y="45832"/>
                </a:cubicBezTo>
                <a:cubicBezTo>
                  <a:pt x="183799" y="49423"/>
                  <a:pt x="182273" y="54787"/>
                  <a:pt x="182273" y="61925"/>
                </a:cubicBezTo>
                <a:close/>
                <a:moveTo>
                  <a:pt x="252173" y="17644"/>
                </a:moveTo>
                <a:lnTo>
                  <a:pt x="252173" y="0"/>
                </a:lnTo>
                <a:lnTo>
                  <a:pt x="271242" y="0"/>
                </a:lnTo>
                <a:lnTo>
                  <a:pt x="271242" y="17644"/>
                </a:lnTo>
                <a:lnTo>
                  <a:pt x="252173" y="17644"/>
                </a:lnTo>
                <a:moveTo>
                  <a:pt x="252173" y="99484"/>
                </a:moveTo>
                <a:lnTo>
                  <a:pt x="252173" y="27416"/>
                </a:lnTo>
                <a:lnTo>
                  <a:pt x="271242" y="27416"/>
                </a:lnTo>
                <a:lnTo>
                  <a:pt x="271242" y="99484"/>
                </a:lnTo>
                <a:lnTo>
                  <a:pt x="252173" y="99484"/>
                </a:lnTo>
                <a:close/>
                <a:moveTo>
                  <a:pt x="323719" y="27416"/>
                </a:moveTo>
                <a:lnTo>
                  <a:pt x="323719" y="42617"/>
                </a:lnTo>
                <a:lnTo>
                  <a:pt x="310689" y="42617"/>
                </a:lnTo>
                <a:lnTo>
                  <a:pt x="310689" y="71614"/>
                </a:lnTo>
                <a:cubicBezTo>
                  <a:pt x="310689" y="77487"/>
                  <a:pt x="310814" y="80909"/>
                  <a:pt x="311062" y="81881"/>
                </a:cubicBezTo>
                <a:cubicBezTo>
                  <a:pt x="311311" y="82850"/>
                  <a:pt x="311877" y="83652"/>
                  <a:pt x="312759" y="84285"/>
                </a:cubicBezTo>
                <a:cubicBezTo>
                  <a:pt x="313641" y="84917"/>
                  <a:pt x="314716" y="85233"/>
                  <a:pt x="315982" y="85233"/>
                </a:cubicBezTo>
                <a:cubicBezTo>
                  <a:pt x="317747" y="85233"/>
                  <a:pt x="320303" y="84623"/>
                  <a:pt x="323651" y="83401"/>
                </a:cubicBezTo>
                <a:lnTo>
                  <a:pt x="325279" y="98250"/>
                </a:lnTo>
                <a:cubicBezTo>
                  <a:pt x="320846" y="100158"/>
                  <a:pt x="315824" y="101113"/>
                  <a:pt x="310214" y="101113"/>
                </a:cubicBezTo>
                <a:cubicBezTo>
                  <a:pt x="306776" y="101113"/>
                  <a:pt x="303677" y="100536"/>
                  <a:pt x="300917" y="99382"/>
                </a:cubicBezTo>
                <a:cubicBezTo>
                  <a:pt x="298158" y="98229"/>
                  <a:pt x="296133" y="96736"/>
                  <a:pt x="294844" y="94903"/>
                </a:cubicBezTo>
                <a:cubicBezTo>
                  <a:pt x="293554" y="93071"/>
                  <a:pt x="292661" y="90594"/>
                  <a:pt x="292163" y="87473"/>
                </a:cubicBezTo>
                <a:cubicBezTo>
                  <a:pt x="291756" y="85256"/>
                  <a:pt x="291552" y="80777"/>
                  <a:pt x="291552" y="74036"/>
                </a:cubicBezTo>
                <a:lnTo>
                  <a:pt x="291552" y="42617"/>
                </a:lnTo>
                <a:lnTo>
                  <a:pt x="282798" y="42617"/>
                </a:lnTo>
                <a:lnTo>
                  <a:pt x="282798" y="27416"/>
                </a:lnTo>
                <a:lnTo>
                  <a:pt x="291552" y="27416"/>
                </a:lnTo>
                <a:lnTo>
                  <a:pt x="291552" y="13029"/>
                </a:lnTo>
                <a:lnTo>
                  <a:pt x="310689" y="1764"/>
                </a:lnTo>
                <a:lnTo>
                  <a:pt x="310689" y="27416"/>
                </a:lnTo>
                <a:lnTo>
                  <a:pt x="323719" y="27416"/>
                </a:lnTo>
                <a:close/>
                <a:moveTo>
                  <a:pt x="336950" y="17644"/>
                </a:moveTo>
                <a:lnTo>
                  <a:pt x="336950" y="0"/>
                </a:lnTo>
                <a:lnTo>
                  <a:pt x="356019" y="0"/>
                </a:lnTo>
                <a:lnTo>
                  <a:pt x="356019" y="17644"/>
                </a:lnTo>
                <a:lnTo>
                  <a:pt x="336950" y="17644"/>
                </a:lnTo>
                <a:moveTo>
                  <a:pt x="336950" y="99484"/>
                </a:moveTo>
                <a:lnTo>
                  <a:pt x="336950" y="27416"/>
                </a:lnTo>
                <a:lnTo>
                  <a:pt x="356019" y="27416"/>
                </a:lnTo>
                <a:lnTo>
                  <a:pt x="356019" y="99484"/>
                </a:lnTo>
                <a:lnTo>
                  <a:pt x="336950" y="99484"/>
                </a:lnTo>
                <a:close/>
                <a:moveTo>
                  <a:pt x="371222" y="62432"/>
                </a:moveTo>
                <a:cubicBezTo>
                  <a:pt x="371222" y="56098"/>
                  <a:pt x="372783" y="49968"/>
                  <a:pt x="375904" y="44042"/>
                </a:cubicBezTo>
                <a:cubicBezTo>
                  <a:pt x="379026" y="38115"/>
                  <a:pt x="383448" y="33591"/>
                  <a:pt x="389171" y="30470"/>
                </a:cubicBezTo>
                <a:cubicBezTo>
                  <a:pt x="394894" y="27348"/>
                  <a:pt x="401284" y="25787"/>
                  <a:pt x="408342" y="25787"/>
                </a:cubicBezTo>
                <a:cubicBezTo>
                  <a:pt x="419245" y="25787"/>
                  <a:pt x="428180" y="29327"/>
                  <a:pt x="435147" y="36407"/>
                </a:cubicBezTo>
                <a:cubicBezTo>
                  <a:pt x="442114" y="43488"/>
                  <a:pt x="445597" y="52434"/>
                  <a:pt x="445597" y="63246"/>
                </a:cubicBezTo>
                <a:cubicBezTo>
                  <a:pt x="445597" y="74149"/>
                  <a:pt x="442080" y="83186"/>
                  <a:pt x="435045" y="90357"/>
                </a:cubicBezTo>
                <a:cubicBezTo>
                  <a:pt x="428010" y="97527"/>
                  <a:pt x="419154" y="101113"/>
                  <a:pt x="408478" y="101113"/>
                </a:cubicBezTo>
                <a:cubicBezTo>
                  <a:pt x="401872" y="101113"/>
                  <a:pt x="395573" y="99620"/>
                  <a:pt x="389578" y="96634"/>
                </a:cubicBezTo>
                <a:cubicBezTo>
                  <a:pt x="383584" y="93648"/>
                  <a:pt x="379026" y="89271"/>
                  <a:pt x="375904" y="83503"/>
                </a:cubicBezTo>
                <a:cubicBezTo>
                  <a:pt x="372783" y="77735"/>
                  <a:pt x="371222" y="70711"/>
                  <a:pt x="371222" y="62432"/>
                </a:cubicBezTo>
                <a:moveTo>
                  <a:pt x="390766" y="63450"/>
                </a:moveTo>
                <a:cubicBezTo>
                  <a:pt x="390766" y="70575"/>
                  <a:pt x="392462" y="76033"/>
                  <a:pt x="395855" y="79821"/>
                </a:cubicBezTo>
                <a:cubicBezTo>
                  <a:pt x="399248" y="83610"/>
                  <a:pt x="403433" y="85505"/>
                  <a:pt x="408410" y="85505"/>
                </a:cubicBezTo>
                <a:cubicBezTo>
                  <a:pt x="413386" y="85505"/>
                  <a:pt x="417560" y="83610"/>
                  <a:pt x="420930" y="79821"/>
                </a:cubicBezTo>
                <a:cubicBezTo>
                  <a:pt x="424300" y="76033"/>
                  <a:pt x="425986" y="70530"/>
                  <a:pt x="425986" y="63314"/>
                </a:cubicBezTo>
                <a:cubicBezTo>
                  <a:pt x="425986" y="56279"/>
                  <a:pt x="424300" y="50867"/>
                  <a:pt x="420930" y="47079"/>
                </a:cubicBezTo>
                <a:cubicBezTo>
                  <a:pt x="417560" y="43290"/>
                  <a:pt x="413386" y="41395"/>
                  <a:pt x="408410" y="41395"/>
                </a:cubicBezTo>
                <a:cubicBezTo>
                  <a:pt x="403433" y="41395"/>
                  <a:pt x="399248" y="43290"/>
                  <a:pt x="395855" y="47079"/>
                </a:cubicBezTo>
                <a:cubicBezTo>
                  <a:pt x="392462" y="50867"/>
                  <a:pt x="390766" y="56325"/>
                  <a:pt x="390766" y="63450"/>
                </a:cubicBezTo>
                <a:close/>
                <a:moveTo>
                  <a:pt x="525964" y="99484"/>
                </a:moveTo>
                <a:lnTo>
                  <a:pt x="506895" y="99484"/>
                </a:lnTo>
                <a:lnTo>
                  <a:pt x="506895" y="62746"/>
                </a:lnTo>
                <a:cubicBezTo>
                  <a:pt x="506895" y="54973"/>
                  <a:pt x="506488" y="49946"/>
                  <a:pt x="505673" y="47664"/>
                </a:cubicBezTo>
                <a:cubicBezTo>
                  <a:pt x="504859" y="45382"/>
                  <a:pt x="503536" y="43608"/>
                  <a:pt x="501703" y="42343"/>
                </a:cubicBezTo>
                <a:cubicBezTo>
                  <a:pt x="499871" y="41078"/>
                  <a:pt x="497666" y="40445"/>
                  <a:pt x="495087" y="40445"/>
                </a:cubicBezTo>
                <a:cubicBezTo>
                  <a:pt x="491784" y="40445"/>
                  <a:pt x="488821" y="41349"/>
                  <a:pt x="486197" y="43157"/>
                </a:cubicBezTo>
                <a:cubicBezTo>
                  <a:pt x="483573" y="44964"/>
                  <a:pt x="481775" y="47359"/>
                  <a:pt x="480802" y="50342"/>
                </a:cubicBezTo>
                <a:cubicBezTo>
                  <a:pt x="479830" y="53324"/>
                  <a:pt x="479343" y="58837"/>
                  <a:pt x="479343" y="66881"/>
                </a:cubicBezTo>
                <a:lnTo>
                  <a:pt x="479343" y="99484"/>
                </a:lnTo>
                <a:lnTo>
                  <a:pt x="460274" y="99484"/>
                </a:lnTo>
                <a:lnTo>
                  <a:pt x="460274" y="27416"/>
                </a:lnTo>
                <a:lnTo>
                  <a:pt x="477986" y="27416"/>
                </a:lnTo>
                <a:lnTo>
                  <a:pt x="477986" y="38002"/>
                </a:lnTo>
                <a:cubicBezTo>
                  <a:pt x="484274" y="29859"/>
                  <a:pt x="492192" y="25787"/>
                  <a:pt x="501737" y="25787"/>
                </a:cubicBezTo>
                <a:cubicBezTo>
                  <a:pt x="505945" y="25787"/>
                  <a:pt x="509790" y="26545"/>
                  <a:pt x="513274" y="28060"/>
                </a:cubicBezTo>
                <a:cubicBezTo>
                  <a:pt x="516757" y="29576"/>
                  <a:pt x="519393" y="31510"/>
                  <a:pt x="521180" y="33863"/>
                </a:cubicBezTo>
                <a:cubicBezTo>
                  <a:pt x="522967" y="36215"/>
                  <a:pt x="524211" y="38884"/>
                  <a:pt x="524912" y="41870"/>
                </a:cubicBezTo>
                <a:cubicBezTo>
                  <a:pt x="525613" y="44856"/>
                  <a:pt x="525964" y="49131"/>
                  <a:pt x="525964" y="54696"/>
                </a:cubicBezTo>
                <a:lnTo>
                  <a:pt x="525964" y="99484"/>
                </a:lnTo>
                <a:close/>
                <a:moveTo>
                  <a:pt x="559670" y="49674"/>
                </a:moveTo>
                <a:lnTo>
                  <a:pt x="542366" y="46553"/>
                </a:lnTo>
                <a:cubicBezTo>
                  <a:pt x="544311" y="39494"/>
                  <a:pt x="547659" y="34268"/>
                  <a:pt x="552409" y="30877"/>
                </a:cubicBezTo>
                <a:cubicBezTo>
                  <a:pt x="557159" y="27484"/>
                  <a:pt x="564217" y="25787"/>
                  <a:pt x="573582" y="25787"/>
                </a:cubicBezTo>
                <a:cubicBezTo>
                  <a:pt x="582087" y="25787"/>
                  <a:pt x="588420" y="26794"/>
                  <a:pt x="592583" y="28807"/>
                </a:cubicBezTo>
                <a:cubicBezTo>
                  <a:pt x="596745" y="30820"/>
                  <a:pt x="599674" y="33376"/>
                  <a:pt x="601371" y="36475"/>
                </a:cubicBezTo>
                <a:cubicBezTo>
                  <a:pt x="603067" y="39574"/>
                  <a:pt x="603915" y="45263"/>
                  <a:pt x="603915" y="53542"/>
                </a:cubicBezTo>
                <a:lnTo>
                  <a:pt x="603712" y="75801"/>
                </a:lnTo>
                <a:cubicBezTo>
                  <a:pt x="603712" y="82134"/>
                  <a:pt x="604017" y="86805"/>
                  <a:pt x="604628" y="89814"/>
                </a:cubicBezTo>
                <a:cubicBezTo>
                  <a:pt x="605239" y="92822"/>
                  <a:pt x="606381" y="96046"/>
                  <a:pt x="608055" y="99484"/>
                </a:cubicBezTo>
                <a:lnTo>
                  <a:pt x="589190" y="99484"/>
                </a:lnTo>
                <a:cubicBezTo>
                  <a:pt x="588692" y="98217"/>
                  <a:pt x="588081" y="96340"/>
                  <a:pt x="587357" y="93852"/>
                </a:cubicBezTo>
                <a:cubicBezTo>
                  <a:pt x="587041" y="92721"/>
                  <a:pt x="586814" y="91974"/>
                  <a:pt x="586679" y="91612"/>
                </a:cubicBezTo>
                <a:cubicBezTo>
                  <a:pt x="583421" y="94779"/>
                  <a:pt x="579938" y="97154"/>
                  <a:pt x="576228" y="98738"/>
                </a:cubicBezTo>
                <a:cubicBezTo>
                  <a:pt x="572518" y="100321"/>
                  <a:pt x="568560" y="101113"/>
                  <a:pt x="564352" y="101113"/>
                </a:cubicBezTo>
                <a:cubicBezTo>
                  <a:pt x="556933" y="101113"/>
                  <a:pt x="551086" y="99108"/>
                  <a:pt x="546810" y="95099"/>
                </a:cubicBezTo>
                <a:cubicBezTo>
                  <a:pt x="542535" y="91089"/>
                  <a:pt x="540398" y="86021"/>
                  <a:pt x="540398" y="79894"/>
                </a:cubicBezTo>
                <a:cubicBezTo>
                  <a:pt x="540398" y="75839"/>
                  <a:pt x="541370" y="72224"/>
                  <a:pt x="543316" y="69048"/>
                </a:cubicBezTo>
                <a:cubicBezTo>
                  <a:pt x="545261" y="65872"/>
                  <a:pt x="547987" y="63439"/>
                  <a:pt x="551493" y="61749"/>
                </a:cubicBezTo>
                <a:cubicBezTo>
                  <a:pt x="554999" y="60060"/>
                  <a:pt x="560055" y="58584"/>
                  <a:pt x="566660" y="57323"/>
                </a:cubicBezTo>
                <a:cubicBezTo>
                  <a:pt x="575572" y="55657"/>
                  <a:pt x="581747" y="54102"/>
                  <a:pt x="585186" y="52660"/>
                </a:cubicBezTo>
                <a:lnTo>
                  <a:pt x="585186" y="50739"/>
                </a:lnTo>
                <a:cubicBezTo>
                  <a:pt x="585186" y="47033"/>
                  <a:pt x="584281" y="44392"/>
                  <a:pt x="582471" y="42814"/>
                </a:cubicBezTo>
                <a:cubicBezTo>
                  <a:pt x="580662" y="41235"/>
                  <a:pt x="577246" y="40445"/>
                  <a:pt x="572224" y="40445"/>
                </a:cubicBezTo>
                <a:cubicBezTo>
                  <a:pt x="568831" y="40445"/>
                  <a:pt x="566185" y="41128"/>
                  <a:pt x="564285" y="42494"/>
                </a:cubicBezTo>
                <a:cubicBezTo>
                  <a:pt x="562384" y="43858"/>
                  <a:pt x="560846" y="46251"/>
                  <a:pt x="559670" y="49674"/>
                </a:cubicBezTo>
                <a:moveTo>
                  <a:pt x="585186" y="65146"/>
                </a:moveTo>
                <a:cubicBezTo>
                  <a:pt x="582743" y="65951"/>
                  <a:pt x="578875" y="66912"/>
                  <a:pt x="573582" y="68031"/>
                </a:cubicBezTo>
                <a:cubicBezTo>
                  <a:pt x="568288" y="69147"/>
                  <a:pt x="564827" y="70242"/>
                  <a:pt x="563199" y="71315"/>
                </a:cubicBezTo>
                <a:cubicBezTo>
                  <a:pt x="560711" y="73059"/>
                  <a:pt x="559466" y="75271"/>
                  <a:pt x="559466" y="77953"/>
                </a:cubicBezTo>
                <a:cubicBezTo>
                  <a:pt x="559466" y="80591"/>
                  <a:pt x="560462" y="82872"/>
                  <a:pt x="562452" y="84794"/>
                </a:cubicBezTo>
                <a:cubicBezTo>
                  <a:pt x="564443" y="86716"/>
                  <a:pt x="566976" y="87676"/>
                  <a:pt x="570053" y="87676"/>
                </a:cubicBezTo>
                <a:cubicBezTo>
                  <a:pt x="573491" y="87676"/>
                  <a:pt x="576771" y="86559"/>
                  <a:pt x="579893" y="84324"/>
                </a:cubicBezTo>
                <a:cubicBezTo>
                  <a:pt x="582200" y="82626"/>
                  <a:pt x="583715" y="80547"/>
                  <a:pt x="584439" y="78087"/>
                </a:cubicBezTo>
                <a:cubicBezTo>
                  <a:pt x="584937" y="76478"/>
                  <a:pt x="585186" y="73416"/>
                  <a:pt x="585186" y="68902"/>
                </a:cubicBezTo>
                <a:lnTo>
                  <a:pt x="585186" y="65146"/>
                </a:lnTo>
                <a:close/>
                <a:moveTo>
                  <a:pt x="622691" y="99484"/>
                </a:moveTo>
                <a:lnTo>
                  <a:pt x="622691" y="0"/>
                </a:lnTo>
                <a:lnTo>
                  <a:pt x="641760" y="0"/>
                </a:lnTo>
                <a:lnTo>
                  <a:pt x="641760" y="99484"/>
                </a:lnTo>
                <a:lnTo>
                  <a:pt x="622691" y="99484"/>
                </a:lnTo>
                <a:close/>
                <a:moveTo>
                  <a:pt x="698154" y="104099"/>
                </a:moveTo>
                <a:lnTo>
                  <a:pt x="719937" y="106813"/>
                </a:lnTo>
                <a:cubicBezTo>
                  <a:pt x="720299" y="109371"/>
                  <a:pt x="721136" y="111129"/>
                  <a:pt x="722448" y="112087"/>
                </a:cubicBezTo>
                <a:cubicBezTo>
                  <a:pt x="724257" y="113457"/>
                  <a:pt x="727108" y="114142"/>
                  <a:pt x="730998" y="114142"/>
                </a:cubicBezTo>
                <a:cubicBezTo>
                  <a:pt x="735975" y="114142"/>
                  <a:pt x="739707" y="113390"/>
                  <a:pt x="742195" y="111886"/>
                </a:cubicBezTo>
                <a:cubicBezTo>
                  <a:pt x="743869" y="110883"/>
                  <a:pt x="745136" y="109266"/>
                  <a:pt x="745996" y="107034"/>
                </a:cubicBezTo>
                <a:cubicBezTo>
                  <a:pt x="746584" y="105439"/>
                  <a:pt x="746878" y="102500"/>
                  <a:pt x="746878" y="98218"/>
                </a:cubicBezTo>
                <a:lnTo>
                  <a:pt x="746878" y="87623"/>
                </a:lnTo>
                <a:cubicBezTo>
                  <a:pt x="741177" y="95531"/>
                  <a:pt x="733984" y="99484"/>
                  <a:pt x="725298" y="99484"/>
                </a:cubicBezTo>
                <a:cubicBezTo>
                  <a:pt x="715616" y="99484"/>
                  <a:pt x="707948" y="95390"/>
                  <a:pt x="702293" y="87201"/>
                </a:cubicBezTo>
                <a:cubicBezTo>
                  <a:pt x="697860" y="80732"/>
                  <a:pt x="695643" y="72679"/>
                  <a:pt x="695643" y="63043"/>
                </a:cubicBezTo>
                <a:cubicBezTo>
                  <a:pt x="695643" y="50964"/>
                  <a:pt x="698549" y="41734"/>
                  <a:pt x="704363" y="35356"/>
                </a:cubicBezTo>
                <a:cubicBezTo>
                  <a:pt x="710176" y="28977"/>
                  <a:pt x="717403" y="25787"/>
                  <a:pt x="726044" y="25787"/>
                </a:cubicBezTo>
                <a:cubicBezTo>
                  <a:pt x="734957" y="25787"/>
                  <a:pt x="742308" y="29719"/>
                  <a:pt x="748099" y="37582"/>
                </a:cubicBezTo>
                <a:lnTo>
                  <a:pt x="748099" y="27416"/>
                </a:lnTo>
                <a:lnTo>
                  <a:pt x="765947" y="27416"/>
                </a:lnTo>
                <a:lnTo>
                  <a:pt x="765947" y="92130"/>
                </a:lnTo>
                <a:cubicBezTo>
                  <a:pt x="765947" y="100641"/>
                  <a:pt x="765245" y="107001"/>
                  <a:pt x="763843" y="111211"/>
                </a:cubicBezTo>
                <a:cubicBezTo>
                  <a:pt x="762441" y="115422"/>
                  <a:pt x="760473" y="118726"/>
                  <a:pt x="757939" y="121125"/>
                </a:cubicBezTo>
                <a:cubicBezTo>
                  <a:pt x="755406" y="123526"/>
                  <a:pt x="752024" y="125405"/>
                  <a:pt x="747794" y="126762"/>
                </a:cubicBezTo>
                <a:cubicBezTo>
                  <a:pt x="743564" y="128121"/>
                  <a:pt x="738214" y="128800"/>
                  <a:pt x="731745" y="128800"/>
                </a:cubicBezTo>
                <a:cubicBezTo>
                  <a:pt x="719530" y="128800"/>
                  <a:pt x="710866" y="126690"/>
                  <a:pt x="705754" y="122470"/>
                </a:cubicBezTo>
                <a:cubicBezTo>
                  <a:pt x="700642" y="118251"/>
                  <a:pt x="698086" y="112903"/>
                  <a:pt x="698086" y="106425"/>
                </a:cubicBezTo>
                <a:cubicBezTo>
                  <a:pt x="698086" y="105786"/>
                  <a:pt x="698108" y="105011"/>
                  <a:pt x="698154" y="104099"/>
                </a:cubicBezTo>
                <a:moveTo>
                  <a:pt x="715187" y="61957"/>
                </a:moveTo>
                <a:cubicBezTo>
                  <a:pt x="715187" y="69580"/>
                  <a:pt x="716668" y="75162"/>
                  <a:pt x="719632" y="78702"/>
                </a:cubicBezTo>
                <a:cubicBezTo>
                  <a:pt x="722595" y="82242"/>
                  <a:pt x="726248" y="84012"/>
                  <a:pt x="730591" y="84012"/>
                </a:cubicBezTo>
                <a:cubicBezTo>
                  <a:pt x="735251" y="84012"/>
                  <a:pt x="739187" y="82197"/>
                  <a:pt x="742399" y="78566"/>
                </a:cubicBezTo>
                <a:cubicBezTo>
                  <a:pt x="745611" y="74935"/>
                  <a:pt x="747217" y="69557"/>
                  <a:pt x="747217" y="62432"/>
                </a:cubicBezTo>
                <a:cubicBezTo>
                  <a:pt x="747217" y="54990"/>
                  <a:pt x="745679" y="49465"/>
                  <a:pt x="742603" y="45857"/>
                </a:cubicBezTo>
                <a:cubicBezTo>
                  <a:pt x="739526" y="42249"/>
                  <a:pt x="735635" y="40445"/>
                  <a:pt x="730930" y="40445"/>
                </a:cubicBezTo>
                <a:cubicBezTo>
                  <a:pt x="726361" y="40445"/>
                  <a:pt x="722595" y="42215"/>
                  <a:pt x="719632" y="45755"/>
                </a:cubicBezTo>
                <a:cubicBezTo>
                  <a:pt x="716668" y="49295"/>
                  <a:pt x="715187" y="54696"/>
                  <a:pt x="715187" y="61957"/>
                </a:cubicBezTo>
                <a:close/>
                <a:moveTo>
                  <a:pt x="780284" y="62432"/>
                </a:moveTo>
                <a:cubicBezTo>
                  <a:pt x="780284" y="56098"/>
                  <a:pt x="781845" y="49968"/>
                  <a:pt x="784967" y="44042"/>
                </a:cubicBezTo>
                <a:cubicBezTo>
                  <a:pt x="788088" y="38115"/>
                  <a:pt x="792511" y="33591"/>
                  <a:pt x="798234" y="30470"/>
                </a:cubicBezTo>
                <a:cubicBezTo>
                  <a:pt x="803957" y="27348"/>
                  <a:pt x="810347" y="25787"/>
                  <a:pt x="817404" y="25787"/>
                </a:cubicBezTo>
                <a:cubicBezTo>
                  <a:pt x="828307" y="25787"/>
                  <a:pt x="837242" y="29327"/>
                  <a:pt x="844209" y="36407"/>
                </a:cubicBezTo>
                <a:cubicBezTo>
                  <a:pt x="851177" y="43488"/>
                  <a:pt x="854660" y="52434"/>
                  <a:pt x="854660" y="63246"/>
                </a:cubicBezTo>
                <a:cubicBezTo>
                  <a:pt x="854660" y="74149"/>
                  <a:pt x="851143" y="83186"/>
                  <a:pt x="844108" y="90357"/>
                </a:cubicBezTo>
                <a:cubicBezTo>
                  <a:pt x="837073" y="97527"/>
                  <a:pt x="828217" y="101113"/>
                  <a:pt x="817540" y="101113"/>
                </a:cubicBezTo>
                <a:cubicBezTo>
                  <a:pt x="810935" y="101113"/>
                  <a:pt x="804635" y="99620"/>
                  <a:pt x="798641" y="96634"/>
                </a:cubicBezTo>
                <a:cubicBezTo>
                  <a:pt x="792646" y="93648"/>
                  <a:pt x="788088" y="89271"/>
                  <a:pt x="784967" y="83503"/>
                </a:cubicBezTo>
                <a:cubicBezTo>
                  <a:pt x="781845" y="77735"/>
                  <a:pt x="780284" y="70711"/>
                  <a:pt x="780284" y="62432"/>
                </a:cubicBezTo>
                <a:moveTo>
                  <a:pt x="799828" y="63450"/>
                </a:moveTo>
                <a:cubicBezTo>
                  <a:pt x="799828" y="70575"/>
                  <a:pt x="801525" y="76033"/>
                  <a:pt x="804918" y="79821"/>
                </a:cubicBezTo>
                <a:cubicBezTo>
                  <a:pt x="808311" y="83610"/>
                  <a:pt x="812496" y="85505"/>
                  <a:pt x="817472" y="85505"/>
                </a:cubicBezTo>
                <a:cubicBezTo>
                  <a:pt x="822449" y="85505"/>
                  <a:pt x="826622" y="83610"/>
                  <a:pt x="829993" y="79821"/>
                </a:cubicBezTo>
                <a:cubicBezTo>
                  <a:pt x="833363" y="76033"/>
                  <a:pt x="835048" y="70530"/>
                  <a:pt x="835048" y="63314"/>
                </a:cubicBezTo>
                <a:cubicBezTo>
                  <a:pt x="835048" y="56279"/>
                  <a:pt x="833363" y="50867"/>
                  <a:pt x="829993" y="47079"/>
                </a:cubicBezTo>
                <a:cubicBezTo>
                  <a:pt x="826622" y="43290"/>
                  <a:pt x="822449" y="41395"/>
                  <a:pt x="817472" y="41395"/>
                </a:cubicBezTo>
                <a:cubicBezTo>
                  <a:pt x="812496" y="41395"/>
                  <a:pt x="808311" y="43290"/>
                  <a:pt x="804918" y="47079"/>
                </a:cubicBezTo>
                <a:cubicBezTo>
                  <a:pt x="801525" y="50867"/>
                  <a:pt x="799828" y="56325"/>
                  <a:pt x="799828" y="63450"/>
                </a:cubicBezTo>
                <a:close/>
                <a:moveTo>
                  <a:pt x="889519" y="99484"/>
                </a:moveTo>
                <a:lnTo>
                  <a:pt x="860475" y="27416"/>
                </a:lnTo>
                <a:lnTo>
                  <a:pt x="880494" y="27416"/>
                </a:lnTo>
                <a:lnTo>
                  <a:pt x="894066" y="64196"/>
                </a:lnTo>
                <a:lnTo>
                  <a:pt x="898002" y="76479"/>
                </a:lnTo>
                <a:cubicBezTo>
                  <a:pt x="899043" y="73358"/>
                  <a:pt x="899699" y="71299"/>
                  <a:pt x="899970" y="70304"/>
                </a:cubicBezTo>
                <a:cubicBezTo>
                  <a:pt x="900603" y="68268"/>
                  <a:pt x="901282" y="66232"/>
                  <a:pt x="902006" y="64196"/>
                </a:cubicBezTo>
                <a:lnTo>
                  <a:pt x="915714" y="27416"/>
                </a:lnTo>
                <a:lnTo>
                  <a:pt x="935326" y="27416"/>
                </a:lnTo>
                <a:lnTo>
                  <a:pt x="906688" y="99484"/>
                </a:lnTo>
                <a:lnTo>
                  <a:pt x="889519" y="99484"/>
                </a:lnTo>
                <a:close/>
                <a:moveTo>
                  <a:pt x="988711" y="76547"/>
                </a:moveTo>
                <a:lnTo>
                  <a:pt x="1007712" y="79804"/>
                </a:lnTo>
                <a:cubicBezTo>
                  <a:pt x="1005269" y="86749"/>
                  <a:pt x="1001413" y="92036"/>
                  <a:pt x="996142" y="95667"/>
                </a:cubicBezTo>
                <a:cubicBezTo>
                  <a:pt x="990872" y="99297"/>
                  <a:pt x="984278" y="101113"/>
                  <a:pt x="976361" y="101113"/>
                </a:cubicBezTo>
                <a:cubicBezTo>
                  <a:pt x="963829" y="101113"/>
                  <a:pt x="954555" y="97018"/>
                  <a:pt x="948538" y="88830"/>
                </a:cubicBezTo>
                <a:cubicBezTo>
                  <a:pt x="943787" y="82270"/>
                  <a:pt x="941412" y="73991"/>
                  <a:pt x="941412" y="63993"/>
                </a:cubicBezTo>
                <a:cubicBezTo>
                  <a:pt x="941412" y="52049"/>
                  <a:pt x="944534" y="42696"/>
                  <a:pt x="950777" y="35932"/>
                </a:cubicBezTo>
                <a:cubicBezTo>
                  <a:pt x="957020" y="29169"/>
                  <a:pt x="964915" y="25787"/>
                  <a:pt x="974461" y="25787"/>
                </a:cubicBezTo>
                <a:cubicBezTo>
                  <a:pt x="985183" y="25787"/>
                  <a:pt x="993643" y="29327"/>
                  <a:pt x="999841" y="36407"/>
                </a:cubicBezTo>
                <a:cubicBezTo>
                  <a:pt x="1006038" y="43488"/>
                  <a:pt x="1009002" y="54334"/>
                  <a:pt x="1008730" y="68947"/>
                </a:cubicBezTo>
                <a:lnTo>
                  <a:pt x="960956" y="68947"/>
                </a:lnTo>
                <a:cubicBezTo>
                  <a:pt x="961092" y="74602"/>
                  <a:pt x="962630" y="79001"/>
                  <a:pt x="965571" y="82146"/>
                </a:cubicBezTo>
                <a:cubicBezTo>
                  <a:pt x="968511" y="85290"/>
                  <a:pt x="972176" y="86862"/>
                  <a:pt x="976564" y="86862"/>
                </a:cubicBezTo>
                <a:cubicBezTo>
                  <a:pt x="979550" y="86862"/>
                  <a:pt x="982061" y="86048"/>
                  <a:pt x="984097" y="84419"/>
                </a:cubicBezTo>
                <a:cubicBezTo>
                  <a:pt x="986133" y="82790"/>
                  <a:pt x="987671" y="80166"/>
                  <a:pt x="988711" y="76547"/>
                </a:cubicBezTo>
                <a:moveTo>
                  <a:pt x="989797" y="57275"/>
                </a:moveTo>
                <a:cubicBezTo>
                  <a:pt x="989661" y="51778"/>
                  <a:pt x="988236" y="47599"/>
                  <a:pt x="985522" y="44737"/>
                </a:cubicBezTo>
                <a:cubicBezTo>
                  <a:pt x="982807" y="41876"/>
                  <a:pt x="979505" y="40445"/>
                  <a:pt x="975614" y="40445"/>
                </a:cubicBezTo>
                <a:cubicBezTo>
                  <a:pt x="971452" y="40445"/>
                  <a:pt x="968014" y="41954"/>
                  <a:pt x="965299" y="44973"/>
                </a:cubicBezTo>
                <a:cubicBezTo>
                  <a:pt x="962585" y="47993"/>
                  <a:pt x="961250" y="52093"/>
                  <a:pt x="961296" y="57275"/>
                </a:cubicBezTo>
                <a:lnTo>
                  <a:pt x="989797" y="57275"/>
                </a:lnTo>
                <a:close/>
                <a:moveTo>
                  <a:pt x="1042504" y="99484"/>
                </a:moveTo>
                <a:lnTo>
                  <a:pt x="1023435" y="99484"/>
                </a:lnTo>
                <a:lnTo>
                  <a:pt x="1023435" y="27416"/>
                </a:lnTo>
                <a:lnTo>
                  <a:pt x="1041147" y="27416"/>
                </a:lnTo>
                <a:lnTo>
                  <a:pt x="1041147" y="37663"/>
                </a:lnTo>
                <a:cubicBezTo>
                  <a:pt x="1044178" y="32822"/>
                  <a:pt x="1046904" y="29633"/>
                  <a:pt x="1049324" y="28094"/>
                </a:cubicBezTo>
                <a:cubicBezTo>
                  <a:pt x="1051744" y="26556"/>
                  <a:pt x="1054493" y="25787"/>
                  <a:pt x="1057569" y="25787"/>
                </a:cubicBezTo>
                <a:cubicBezTo>
                  <a:pt x="1061912" y="25787"/>
                  <a:pt x="1066097" y="26986"/>
                  <a:pt x="1070123" y="29384"/>
                </a:cubicBezTo>
                <a:lnTo>
                  <a:pt x="1064219" y="46010"/>
                </a:lnTo>
                <a:cubicBezTo>
                  <a:pt x="1061007" y="43929"/>
                  <a:pt x="1058022" y="42888"/>
                  <a:pt x="1055262" y="42888"/>
                </a:cubicBezTo>
                <a:cubicBezTo>
                  <a:pt x="1052593" y="42888"/>
                  <a:pt x="1050331" y="43623"/>
                  <a:pt x="1048476" y="45094"/>
                </a:cubicBezTo>
                <a:cubicBezTo>
                  <a:pt x="1046621" y="46564"/>
                  <a:pt x="1045162" y="49222"/>
                  <a:pt x="1044099" y="53067"/>
                </a:cubicBezTo>
                <a:cubicBezTo>
                  <a:pt x="1043036" y="56913"/>
                  <a:pt x="1042504" y="64966"/>
                  <a:pt x="1042504" y="77226"/>
                </a:cubicBezTo>
                <a:lnTo>
                  <a:pt x="1042504" y="99484"/>
                </a:lnTo>
                <a:close/>
                <a:moveTo>
                  <a:pt x="1143866" y="99484"/>
                </a:moveTo>
                <a:lnTo>
                  <a:pt x="1124797" y="99484"/>
                </a:lnTo>
                <a:lnTo>
                  <a:pt x="1124797" y="62746"/>
                </a:lnTo>
                <a:cubicBezTo>
                  <a:pt x="1124797" y="54973"/>
                  <a:pt x="1124390" y="49946"/>
                  <a:pt x="1123575" y="47664"/>
                </a:cubicBezTo>
                <a:cubicBezTo>
                  <a:pt x="1122761" y="45382"/>
                  <a:pt x="1121438" y="43608"/>
                  <a:pt x="1119606" y="42343"/>
                </a:cubicBezTo>
                <a:cubicBezTo>
                  <a:pt x="1117773" y="41078"/>
                  <a:pt x="1115568" y="40445"/>
                  <a:pt x="1112989" y="40445"/>
                </a:cubicBezTo>
                <a:cubicBezTo>
                  <a:pt x="1109687" y="40445"/>
                  <a:pt x="1106723" y="41349"/>
                  <a:pt x="1104099" y="43157"/>
                </a:cubicBezTo>
                <a:cubicBezTo>
                  <a:pt x="1101475" y="44964"/>
                  <a:pt x="1099677" y="47359"/>
                  <a:pt x="1098704" y="50342"/>
                </a:cubicBezTo>
                <a:cubicBezTo>
                  <a:pt x="1097732" y="53324"/>
                  <a:pt x="1097245" y="58837"/>
                  <a:pt x="1097245" y="66881"/>
                </a:cubicBezTo>
                <a:lnTo>
                  <a:pt x="1097245" y="99484"/>
                </a:lnTo>
                <a:lnTo>
                  <a:pt x="1078176" y="99484"/>
                </a:lnTo>
                <a:lnTo>
                  <a:pt x="1078176" y="27416"/>
                </a:lnTo>
                <a:lnTo>
                  <a:pt x="1095888" y="27416"/>
                </a:lnTo>
                <a:lnTo>
                  <a:pt x="1095888" y="38002"/>
                </a:lnTo>
                <a:cubicBezTo>
                  <a:pt x="1102177" y="29859"/>
                  <a:pt x="1110094" y="25787"/>
                  <a:pt x="1119639" y="25787"/>
                </a:cubicBezTo>
                <a:cubicBezTo>
                  <a:pt x="1123847" y="25787"/>
                  <a:pt x="1127692" y="26545"/>
                  <a:pt x="1131176" y="28060"/>
                </a:cubicBezTo>
                <a:cubicBezTo>
                  <a:pt x="1134659" y="29576"/>
                  <a:pt x="1137295" y="31510"/>
                  <a:pt x="1139082" y="33863"/>
                </a:cubicBezTo>
                <a:cubicBezTo>
                  <a:pt x="1140869" y="36215"/>
                  <a:pt x="1142113" y="38884"/>
                  <a:pt x="1142814" y="41870"/>
                </a:cubicBezTo>
                <a:cubicBezTo>
                  <a:pt x="1143515" y="44856"/>
                  <a:pt x="1143866" y="49131"/>
                  <a:pt x="1143866" y="54696"/>
                </a:cubicBezTo>
                <a:lnTo>
                  <a:pt x="1143866" y="99484"/>
                </a:lnTo>
                <a:close/>
                <a:moveTo>
                  <a:pt x="1161664" y="27416"/>
                </a:moveTo>
                <a:lnTo>
                  <a:pt x="1179240" y="27416"/>
                </a:lnTo>
                <a:lnTo>
                  <a:pt x="1179240" y="37256"/>
                </a:lnTo>
                <a:cubicBezTo>
                  <a:pt x="1185529" y="29610"/>
                  <a:pt x="1193016" y="25787"/>
                  <a:pt x="1201702" y="25787"/>
                </a:cubicBezTo>
                <a:cubicBezTo>
                  <a:pt x="1206317" y="25787"/>
                  <a:pt x="1210321" y="26741"/>
                  <a:pt x="1213714" y="28650"/>
                </a:cubicBezTo>
                <a:cubicBezTo>
                  <a:pt x="1217107" y="30559"/>
                  <a:pt x="1219889" y="33445"/>
                  <a:pt x="1222060" y="37309"/>
                </a:cubicBezTo>
                <a:cubicBezTo>
                  <a:pt x="1225227" y="33445"/>
                  <a:pt x="1228643" y="30559"/>
                  <a:pt x="1232307" y="28650"/>
                </a:cubicBezTo>
                <a:cubicBezTo>
                  <a:pt x="1235972" y="26741"/>
                  <a:pt x="1239885" y="25787"/>
                  <a:pt x="1244047" y="25787"/>
                </a:cubicBezTo>
                <a:cubicBezTo>
                  <a:pt x="1249341" y="25787"/>
                  <a:pt x="1253819" y="26862"/>
                  <a:pt x="1257484" y="29011"/>
                </a:cubicBezTo>
                <a:cubicBezTo>
                  <a:pt x="1261148" y="31159"/>
                  <a:pt x="1263885" y="34315"/>
                  <a:pt x="1265695" y="38477"/>
                </a:cubicBezTo>
                <a:cubicBezTo>
                  <a:pt x="1267007" y="41554"/>
                  <a:pt x="1267663" y="46530"/>
                  <a:pt x="1267663" y="53407"/>
                </a:cubicBezTo>
                <a:lnTo>
                  <a:pt x="1267663" y="99484"/>
                </a:lnTo>
                <a:lnTo>
                  <a:pt x="1248594" y="99484"/>
                </a:lnTo>
                <a:lnTo>
                  <a:pt x="1248594" y="58339"/>
                </a:lnTo>
                <a:cubicBezTo>
                  <a:pt x="1248594" y="51200"/>
                  <a:pt x="1247938" y="46591"/>
                  <a:pt x="1246626" y="44513"/>
                </a:cubicBezTo>
                <a:cubicBezTo>
                  <a:pt x="1244862" y="41801"/>
                  <a:pt x="1242147" y="40445"/>
                  <a:pt x="1238483" y="40445"/>
                </a:cubicBezTo>
                <a:cubicBezTo>
                  <a:pt x="1235814" y="40445"/>
                  <a:pt x="1233303" y="41259"/>
                  <a:pt x="1230950" y="42886"/>
                </a:cubicBezTo>
                <a:cubicBezTo>
                  <a:pt x="1228598" y="44512"/>
                  <a:pt x="1226901" y="46895"/>
                  <a:pt x="1225861" y="50037"/>
                </a:cubicBezTo>
                <a:cubicBezTo>
                  <a:pt x="1224820" y="53177"/>
                  <a:pt x="1224300" y="58136"/>
                  <a:pt x="1224300" y="64915"/>
                </a:cubicBezTo>
                <a:lnTo>
                  <a:pt x="1224300" y="99484"/>
                </a:lnTo>
                <a:lnTo>
                  <a:pt x="1205231" y="99484"/>
                </a:lnTo>
                <a:lnTo>
                  <a:pt x="1205231" y="60034"/>
                </a:lnTo>
                <a:cubicBezTo>
                  <a:pt x="1205231" y="53030"/>
                  <a:pt x="1204892" y="48511"/>
                  <a:pt x="1204213" y="46478"/>
                </a:cubicBezTo>
                <a:cubicBezTo>
                  <a:pt x="1203534" y="44444"/>
                  <a:pt x="1202483" y="42930"/>
                  <a:pt x="1201057" y="41936"/>
                </a:cubicBezTo>
                <a:cubicBezTo>
                  <a:pt x="1199632" y="40942"/>
                  <a:pt x="1197698" y="40445"/>
                  <a:pt x="1195255" y="40445"/>
                </a:cubicBezTo>
                <a:cubicBezTo>
                  <a:pt x="1192315" y="40445"/>
                  <a:pt x="1189668" y="41236"/>
                  <a:pt x="1187316" y="42818"/>
                </a:cubicBezTo>
                <a:cubicBezTo>
                  <a:pt x="1184963" y="44399"/>
                  <a:pt x="1183278" y="46681"/>
                  <a:pt x="1182260" y="49664"/>
                </a:cubicBezTo>
                <a:cubicBezTo>
                  <a:pt x="1181242" y="52647"/>
                  <a:pt x="1180733" y="57595"/>
                  <a:pt x="1180733" y="64508"/>
                </a:cubicBezTo>
                <a:lnTo>
                  <a:pt x="1180733" y="99484"/>
                </a:lnTo>
                <a:lnTo>
                  <a:pt x="1161664" y="99484"/>
                </a:lnTo>
                <a:lnTo>
                  <a:pt x="1161664" y="27416"/>
                </a:lnTo>
                <a:close/>
                <a:moveTo>
                  <a:pt x="1328608" y="76547"/>
                </a:moveTo>
                <a:lnTo>
                  <a:pt x="1347609" y="79804"/>
                </a:lnTo>
                <a:cubicBezTo>
                  <a:pt x="1345166" y="86749"/>
                  <a:pt x="1341309" y="92036"/>
                  <a:pt x="1336039" y="95667"/>
                </a:cubicBezTo>
                <a:cubicBezTo>
                  <a:pt x="1330768" y="99297"/>
                  <a:pt x="1324175" y="101113"/>
                  <a:pt x="1316257" y="101113"/>
                </a:cubicBezTo>
                <a:cubicBezTo>
                  <a:pt x="1303726" y="101113"/>
                  <a:pt x="1294451" y="97018"/>
                  <a:pt x="1288434" y="88830"/>
                </a:cubicBezTo>
                <a:cubicBezTo>
                  <a:pt x="1283684" y="82270"/>
                  <a:pt x="1281309" y="73991"/>
                  <a:pt x="1281309" y="63993"/>
                </a:cubicBezTo>
                <a:cubicBezTo>
                  <a:pt x="1281309" y="52049"/>
                  <a:pt x="1284431" y="42696"/>
                  <a:pt x="1290674" y="35932"/>
                </a:cubicBezTo>
                <a:cubicBezTo>
                  <a:pt x="1296917" y="29169"/>
                  <a:pt x="1304812" y="25787"/>
                  <a:pt x="1314357" y="25787"/>
                </a:cubicBezTo>
                <a:cubicBezTo>
                  <a:pt x="1325079" y="25787"/>
                  <a:pt x="1333539" y="29327"/>
                  <a:pt x="1339737" y="36407"/>
                </a:cubicBezTo>
                <a:cubicBezTo>
                  <a:pt x="1345935" y="43488"/>
                  <a:pt x="1348899" y="54334"/>
                  <a:pt x="1348627" y="68947"/>
                </a:cubicBezTo>
                <a:lnTo>
                  <a:pt x="1300853" y="68947"/>
                </a:lnTo>
                <a:cubicBezTo>
                  <a:pt x="1300989" y="74602"/>
                  <a:pt x="1302527" y="79001"/>
                  <a:pt x="1305468" y="82146"/>
                </a:cubicBezTo>
                <a:cubicBezTo>
                  <a:pt x="1308408" y="85290"/>
                  <a:pt x="1312073" y="86862"/>
                  <a:pt x="1316461" y="86862"/>
                </a:cubicBezTo>
                <a:cubicBezTo>
                  <a:pt x="1319447" y="86862"/>
                  <a:pt x="1321958" y="86048"/>
                  <a:pt x="1323994" y="84419"/>
                </a:cubicBezTo>
                <a:cubicBezTo>
                  <a:pt x="1326029" y="82790"/>
                  <a:pt x="1327568" y="80166"/>
                  <a:pt x="1328608" y="76547"/>
                </a:cubicBezTo>
                <a:moveTo>
                  <a:pt x="1329694" y="57275"/>
                </a:moveTo>
                <a:cubicBezTo>
                  <a:pt x="1329558" y="51778"/>
                  <a:pt x="1328133" y="47599"/>
                  <a:pt x="1325419" y="44737"/>
                </a:cubicBezTo>
                <a:cubicBezTo>
                  <a:pt x="1322704" y="41876"/>
                  <a:pt x="1319402" y="40445"/>
                  <a:pt x="1315511" y="40445"/>
                </a:cubicBezTo>
                <a:cubicBezTo>
                  <a:pt x="1311349" y="40445"/>
                  <a:pt x="1307911" y="41954"/>
                  <a:pt x="1305196" y="44973"/>
                </a:cubicBezTo>
                <a:cubicBezTo>
                  <a:pt x="1302482" y="47993"/>
                  <a:pt x="1301147" y="52093"/>
                  <a:pt x="1301192" y="57275"/>
                </a:cubicBezTo>
                <a:lnTo>
                  <a:pt x="1329694" y="57275"/>
                </a:lnTo>
                <a:close/>
                <a:moveTo>
                  <a:pt x="1429561" y="99484"/>
                </a:moveTo>
                <a:lnTo>
                  <a:pt x="1410492" y="99484"/>
                </a:lnTo>
                <a:lnTo>
                  <a:pt x="1410492" y="62746"/>
                </a:lnTo>
                <a:cubicBezTo>
                  <a:pt x="1410492" y="54973"/>
                  <a:pt x="1410085" y="49946"/>
                  <a:pt x="1409271" y="47664"/>
                </a:cubicBezTo>
                <a:cubicBezTo>
                  <a:pt x="1408456" y="45382"/>
                  <a:pt x="1407133" y="43608"/>
                  <a:pt x="1405301" y="42343"/>
                </a:cubicBezTo>
                <a:cubicBezTo>
                  <a:pt x="1403468" y="41078"/>
                  <a:pt x="1401263" y="40445"/>
                  <a:pt x="1398684" y="40445"/>
                </a:cubicBezTo>
                <a:cubicBezTo>
                  <a:pt x="1395382" y="40445"/>
                  <a:pt x="1392418" y="41349"/>
                  <a:pt x="1389794" y="43157"/>
                </a:cubicBezTo>
                <a:cubicBezTo>
                  <a:pt x="1387170" y="44964"/>
                  <a:pt x="1385372" y="47359"/>
                  <a:pt x="1384399" y="50342"/>
                </a:cubicBezTo>
                <a:cubicBezTo>
                  <a:pt x="1383427" y="53324"/>
                  <a:pt x="1382940" y="58837"/>
                  <a:pt x="1382940" y="66881"/>
                </a:cubicBezTo>
                <a:lnTo>
                  <a:pt x="1382940" y="99484"/>
                </a:lnTo>
                <a:lnTo>
                  <a:pt x="1363872" y="99484"/>
                </a:lnTo>
                <a:lnTo>
                  <a:pt x="1363872" y="27416"/>
                </a:lnTo>
                <a:lnTo>
                  <a:pt x="1381583" y="27416"/>
                </a:lnTo>
                <a:lnTo>
                  <a:pt x="1381583" y="38002"/>
                </a:lnTo>
                <a:cubicBezTo>
                  <a:pt x="1387872" y="29859"/>
                  <a:pt x="1395789" y="25787"/>
                  <a:pt x="1405335" y="25787"/>
                </a:cubicBezTo>
                <a:cubicBezTo>
                  <a:pt x="1409542" y="25787"/>
                  <a:pt x="1413387" y="26545"/>
                  <a:pt x="1416871" y="28060"/>
                </a:cubicBezTo>
                <a:cubicBezTo>
                  <a:pt x="1420354" y="29576"/>
                  <a:pt x="1422990" y="31510"/>
                  <a:pt x="1424777" y="33863"/>
                </a:cubicBezTo>
                <a:cubicBezTo>
                  <a:pt x="1426564" y="36215"/>
                  <a:pt x="1427808" y="38884"/>
                  <a:pt x="1428509" y="41870"/>
                </a:cubicBezTo>
                <a:cubicBezTo>
                  <a:pt x="1429210" y="44856"/>
                  <a:pt x="1429561" y="49131"/>
                  <a:pt x="1429561" y="54696"/>
                </a:cubicBezTo>
                <a:lnTo>
                  <a:pt x="1429561" y="99484"/>
                </a:lnTo>
                <a:close/>
                <a:moveTo>
                  <a:pt x="1482064" y="27416"/>
                </a:moveTo>
                <a:lnTo>
                  <a:pt x="1482064" y="42617"/>
                </a:lnTo>
                <a:lnTo>
                  <a:pt x="1469035" y="42617"/>
                </a:lnTo>
                <a:lnTo>
                  <a:pt x="1469035" y="71614"/>
                </a:lnTo>
                <a:cubicBezTo>
                  <a:pt x="1469035" y="77487"/>
                  <a:pt x="1469159" y="80909"/>
                  <a:pt x="1469408" y="81881"/>
                </a:cubicBezTo>
                <a:cubicBezTo>
                  <a:pt x="1469657" y="82850"/>
                  <a:pt x="1470222" y="83652"/>
                  <a:pt x="1471105" y="84285"/>
                </a:cubicBezTo>
                <a:cubicBezTo>
                  <a:pt x="1471987" y="84917"/>
                  <a:pt x="1473061" y="85233"/>
                  <a:pt x="1474328" y="85233"/>
                </a:cubicBezTo>
                <a:cubicBezTo>
                  <a:pt x="1476092" y="85233"/>
                  <a:pt x="1478649" y="84623"/>
                  <a:pt x="1481996" y="83401"/>
                </a:cubicBezTo>
                <a:lnTo>
                  <a:pt x="1483625" y="98250"/>
                </a:lnTo>
                <a:cubicBezTo>
                  <a:pt x="1479191" y="100158"/>
                  <a:pt x="1474170" y="101113"/>
                  <a:pt x="1468560" y="101113"/>
                </a:cubicBezTo>
                <a:cubicBezTo>
                  <a:pt x="1465122" y="101113"/>
                  <a:pt x="1462023" y="100536"/>
                  <a:pt x="1459263" y="99382"/>
                </a:cubicBezTo>
                <a:cubicBezTo>
                  <a:pt x="1456503" y="98229"/>
                  <a:pt x="1454479" y="96736"/>
                  <a:pt x="1453189" y="94903"/>
                </a:cubicBezTo>
                <a:cubicBezTo>
                  <a:pt x="1451900" y="93071"/>
                  <a:pt x="1451006" y="90594"/>
                  <a:pt x="1450509" y="87473"/>
                </a:cubicBezTo>
                <a:cubicBezTo>
                  <a:pt x="1450102" y="85256"/>
                  <a:pt x="1449898" y="80777"/>
                  <a:pt x="1449898" y="74036"/>
                </a:cubicBezTo>
                <a:lnTo>
                  <a:pt x="1449898" y="42617"/>
                </a:lnTo>
                <a:lnTo>
                  <a:pt x="1441144" y="42617"/>
                </a:lnTo>
                <a:lnTo>
                  <a:pt x="1441144" y="27416"/>
                </a:lnTo>
                <a:lnTo>
                  <a:pt x="1449898" y="27416"/>
                </a:lnTo>
                <a:lnTo>
                  <a:pt x="1449898" y="13029"/>
                </a:lnTo>
                <a:lnTo>
                  <a:pt x="1469035" y="1764"/>
                </a:lnTo>
                <a:lnTo>
                  <a:pt x="1469035" y="27416"/>
                </a:lnTo>
                <a:lnTo>
                  <a:pt x="1482064" y="27416"/>
                </a:lnTo>
                <a:close/>
                <a:moveTo>
                  <a:pt x="1527076" y="78990"/>
                </a:moveTo>
                <a:lnTo>
                  <a:pt x="1546212" y="76004"/>
                </a:lnTo>
                <a:cubicBezTo>
                  <a:pt x="1547027" y="79691"/>
                  <a:pt x="1548678" y="82491"/>
                  <a:pt x="1551166" y="84402"/>
                </a:cubicBezTo>
                <a:cubicBezTo>
                  <a:pt x="1553655" y="86313"/>
                  <a:pt x="1557138" y="87269"/>
                  <a:pt x="1561617" y="87269"/>
                </a:cubicBezTo>
                <a:cubicBezTo>
                  <a:pt x="1566548" y="87269"/>
                  <a:pt x="1570258" y="86366"/>
                  <a:pt x="1572746" y="84559"/>
                </a:cubicBezTo>
                <a:cubicBezTo>
                  <a:pt x="1574420" y="83294"/>
                  <a:pt x="1575257" y="81599"/>
                  <a:pt x="1575257" y="79476"/>
                </a:cubicBezTo>
                <a:cubicBezTo>
                  <a:pt x="1575257" y="78029"/>
                  <a:pt x="1574805" y="76832"/>
                  <a:pt x="1573900" y="75883"/>
                </a:cubicBezTo>
                <a:cubicBezTo>
                  <a:pt x="1572950" y="74980"/>
                  <a:pt x="1570823" y="74144"/>
                  <a:pt x="1567521" y="73377"/>
                </a:cubicBezTo>
                <a:cubicBezTo>
                  <a:pt x="1552139" y="69989"/>
                  <a:pt x="1542390" y="66895"/>
                  <a:pt x="1538273" y="64093"/>
                </a:cubicBezTo>
                <a:cubicBezTo>
                  <a:pt x="1532572" y="60205"/>
                  <a:pt x="1529722" y="54803"/>
                  <a:pt x="1529722" y="47889"/>
                </a:cubicBezTo>
                <a:cubicBezTo>
                  <a:pt x="1529722" y="41651"/>
                  <a:pt x="1532188" y="36408"/>
                  <a:pt x="1537119" y="32160"/>
                </a:cubicBezTo>
                <a:cubicBezTo>
                  <a:pt x="1542050" y="27911"/>
                  <a:pt x="1549696" y="25787"/>
                  <a:pt x="1560056" y="25787"/>
                </a:cubicBezTo>
                <a:cubicBezTo>
                  <a:pt x="1569919" y="25787"/>
                  <a:pt x="1577248" y="27388"/>
                  <a:pt x="1582043" y="30588"/>
                </a:cubicBezTo>
                <a:cubicBezTo>
                  <a:pt x="1586839" y="33789"/>
                  <a:pt x="1590141" y="38522"/>
                  <a:pt x="1591951" y="44788"/>
                </a:cubicBezTo>
                <a:lnTo>
                  <a:pt x="1573968" y="48181"/>
                </a:lnTo>
                <a:cubicBezTo>
                  <a:pt x="1573199" y="45376"/>
                  <a:pt x="1571739" y="43227"/>
                  <a:pt x="1569591" y="41734"/>
                </a:cubicBezTo>
                <a:cubicBezTo>
                  <a:pt x="1567442" y="40242"/>
                  <a:pt x="1564377" y="39495"/>
                  <a:pt x="1560395" y="39495"/>
                </a:cubicBezTo>
                <a:cubicBezTo>
                  <a:pt x="1555374" y="39495"/>
                  <a:pt x="1551777" y="40196"/>
                  <a:pt x="1549606" y="41597"/>
                </a:cubicBezTo>
                <a:cubicBezTo>
                  <a:pt x="1548158" y="42589"/>
                  <a:pt x="1547434" y="43876"/>
                  <a:pt x="1547434" y="45458"/>
                </a:cubicBezTo>
                <a:cubicBezTo>
                  <a:pt x="1547434" y="46813"/>
                  <a:pt x="1548067" y="47964"/>
                  <a:pt x="1549334" y="48913"/>
                </a:cubicBezTo>
                <a:cubicBezTo>
                  <a:pt x="1551053" y="50178"/>
                  <a:pt x="1556991" y="51963"/>
                  <a:pt x="1567148" y="54268"/>
                </a:cubicBezTo>
                <a:cubicBezTo>
                  <a:pt x="1577304" y="56572"/>
                  <a:pt x="1584396" y="59399"/>
                  <a:pt x="1588422" y="62748"/>
                </a:cubicBezTo>
                <a:cubicBezTo>
                  <a:pt x="1592403" y="66144"/>
                  <a:pt x="1594394" y="70874"/>
                  <a:pt x="1594394" y="76939"/>
                </a:cubicBezTo>
                <a:cubicBezTo>
                  <a:pt x="1594394" y="83549"/>
                  <a:pt x="1591634" y="89230"/>
                  <a:pt x="1586115" y="93983"/>
                </a:cubicBezTo>
                <a:cubicBezTo>
                  <a:pt x="1580595" y="98736"/>
                  <a:pt x="1572429" y="101113"/>
                  <a:pt x="1561617" y="101113"/>
                </a:cubicBezTo>
                <a:cubicBezTo>
                  <a:pt x="1551800" y="101113"/>
                  <a:pt x="1544030" y="99129"/>
                  <a:pt x="1538307" y="95160"/>
                </a:cubicBezTo>
                <a:cubicBezTo>
                  <a:pt x="1532584" y="91190"/>
                  <a:pt x="1528840" y="85800"/>
                  <a:pt x="1527076" y="78990"/>
                </a:cubicBezTo>
                <a:close/>
                <a:moveTo>
                  <a:pt x="1610523" y="27416"/>
                </a:moveTo>
                <a:lnTo>
                  <a:pt x="1628303" y="27416"/>
                </a:lnTo>
                <a:lnTo>
                  <a:pt x="1628303" y="38002"/>
                </a:lnTo>
                <a:cubicBezTo>
                  <a:pt x="1630610" y="34383"/>
                  <a:pt x="1633732" y="31442"/>
                  <a:pt x="1637668" y="29180"/>
                </a:cubicBezTo>
                <a:cubicBezTo>
                  <a:pt x="1641604" y="26918"/>
                  <a:pt x="1645969" y="25787"/>
                  <a:pt x="1650765" y="25787"/>
                </a:cubicBezTo>
                <a:cubicBezTo>
                  <a:pt x="1659134" y="25787"/>
                  <a:pt x="1666237" y="29067"/>
                  <a:pt x="1672073" y="35627"/>
                </a:cubicBezTo>
                <a:cubicBezTo>
                  <a:pt x="1677909" y="42187"/>
                  <a:pt x="1680827" y="51325"/>
                  <a:pt x="1680827" y="63043"/>
                </a:cubicBezTo>
                <a:cubicBezTo>
                  <a:pt x="1680827" y="75077"/>
                  <a:pt x="1677887" y="84430"/>
                  <a:pt x="1672005" y="91103"/>
                </a:cubicBezTo>
                <a:cubicBezTo>
                  <a:pt x="1666124" y="97776"/>
                  <a:pt x="1658999" y="101113"/>
                  <a:pt x="1650629" y="101113"/>
                </a:cubicBezTo>
                <a:cubicBezTo>
                  <a:pt x="1646648" y="101113"/>
                  <a:pt x="1643040" y="100321"/>
                  <a:pt x="1639805" y="98738"/>
                </a:cubicBezTo>
                <a:cubicBezTo>
                  <a:pt x="1636571" y="97154"/>
                  <a:pt x="1633166" y="94440"/>
                  <a:pt x="1629592" y="90594"/>
                </a:cubicBezTo>
                <a:lnTo>
                  <a:pt x="1629592" y="126900"/>
                </a:lnTo>
                <a:lnTo>
                  <a:pt x="1610523" y="126900"/>
                </a:lnTo>
                <a:lnTo>
                  <a:pt x="1610523" y="27416"/>
                </a:lnTo>
                <a:moveTo>
                  <a:pt x="1629389" y="62197"/>
                </a:moveTo>
                <a:cubicBezTo>
                  <a:pt x="1629389" y="70282"/>
                  <a:pt x="1630995" y="76256"/>
                  <a:pt x="1634207" y="80118"/>
                </a:cubicBezTo>
                <a:cubicBezTo>
                  <a:pt x="1637419" y="83981"/>
                  <a:pt x="1641332" y="85912"/>
                  <a:pt x="1645947" y="85912"/>
                </a:cubicBezTo>
                <a:cubicBezTo>
                  <a:pt x="1650380" y="85912"/>
                  <a:pt x="1654067" y="84139"/>
                  <a:pt x="1657008" y="80593"/>
                </a:cubicBezTo>
                <a:cubicBezTo>
                  <a:pt x="1659949" y="77048"/>
                  <a:pt x="1661419" y="71231"/>
                  <a:pt x="1661419" y="63145"/>
                </a:cubicBezTo>
                <a:cubicBezTo>
                  <a:pt x="1661419" y="55601"/>
                  <a:pt x="1659903" y="49999"/>
                  <a:pt x="1656872" y="46341"/>
                </a:cubicBezTo>
                <a:cubicBezTo>
                  <a:pt x="1653841" y="42682"/>
                  <a:pt x="1650086" y="40852"/>
                  <a:pt x="1645607" y="40852"/>
                </a:cubicBezTo>
                <a:cubicBezTo>
                  <a:pt x="1640948" y="40852"/>
                  <a:pt x="1637080" y="42648"/>
                  <a:pt x="1634003" y="46239"/>
                </a:cubicBezTo>
                <a:cubicBezTo>
                  <a:pt x="1630927" y="49830"/>
                  <a:pt x="1629389" y="55149"/>
                  <a:pt x="1629389" y="62197"/>
                </a:cubicBezTo>
                <a:close/>
                <a:moveTo>
                  <a:pt x="1737902" y="76547"/>
                </a:moveTo>
                <a:lnTo>
                  <a:pt x="1756903" y="79804"/>
                </a:lnTo>
                <a:cubicBezTo>
                  <a:pt x="1754460" y="86749"/>
                  <a:pt x="1750603" y="92036"/>
                  <a:pt x="1745333" y="95667"/>
                </a:cubicBezTo>
                <a:cubicBezTo>
                  <a:pt x="1740062" y="99297"/>
                  <a:pt x="1733468" y="101113"/>
                  <a:pt x="1725551" y="101113"/>
                </a:cubicBezTo>
                <a:cubicBezTo>
                  <a:pt x="1713019" y="101113"/>
                  <a:pt x="1703745" y="97018"/>
                  <a:pt x="1697728" y="88830"/>
                </a:cubicBezTo>
                <a:cubicBezTo>
                  <a:pt x="1692978" y="82270"/>
                  <a:pt x="1690603" y="73991"/>
                  <a:pt x="1690603" y="63993"/>
                </a:cubicBezTo>
                <a:cubicBezTo>
                  <a:pt x="1690603" y="52049"/>
                  <a:pt x="1693724" y="42696"/>
                  <a:pt x="1699968" y="35932"/>
                </a:cubicBezTo>
                <a:cubicBezTo>
                  <a:pt x="1706211" y="29169"/>
                  <a:pt x="1714105" y="25787"/>
                  <a:pt x="1723651" y="25787"/>
                </a:cubicBezTo>
                <a:cubicBezTo>
                  <a:pt x="1734373" y="25787"/>
                  <a:pt x="1742833" y="29327"/>
                  <a:pt x="1749031" y="36407"/>
                </a:cubicBezTo>
                <a:cubicBezTo>
                  <a:pt x="1755229" y="43488"/>
                  <a:pt x="1758192" y="54334"/>
                  <a:pt x="1757921" y="68947"/>
                </a:cubicBezTo>
                <a:lnTo>
                  <a:pt x="1710147" y="68947"/>
                </a:lnTo>
                <a:cubicBezTo>
                  <a:pt x="1710282" y="74602"/>
                  <a:pt x="1711821" y="79001"/>
                  <a:pt x="1714761" y="82146"/>
                </a:cubicBezTo>
                <a:cubicBezTo>
                  <a:pt x="1717702" y="85290"/>
                  <a:pt x="1721366" y="86862"/>
                  <a:pt x="1725755" y="86862"/>
                </a:cubicBezTo>
                <a:cubicBezTo>
                  <a:pt x="1728741" y="86862"/>
                  <a:pt x="1731251" y="86048"/>
                  <a:pt x="1733287" y="84419"/>
                </a:cubicBezTo>
                <a:cubicBezTo>
                  <a:pt x="1735323" y="82790"/>
                  <a:pt x="1736861" y="80166"/>
                  <a:pt x="1737902" y="76547"/>
                </a:cubicBezTo>
                <a:moveTo>
                  <a:pt x="1738988" y="57275"/>
                </a:moveTo>
                <a:cubicBezTo>
                  <a:pt x="1738852" y="51778"/>
                  <a:pt x="1737427" y="47599"/>
                  <a:pt x="1734712" y="44737"/>
                </a:cubicBezTo>
                <a:cubicBezTo>
                  <a:pt x="1731998" y="41876"/>
                  <a:pt x="1728695" y="40445"/>
                  <a:pt x="1724805" y="40445"/>
                </a:cubicBezTo>
                <a:cubicBezTo>
                  <a:pt x="1720643" y="40445"/>
                  <a:pt x="1717204" y="41954"/>
                  <a:pt x="1714490" y="44973"/>
                </a:cubicBezTo>
                <a:cubicBezTo>
                  <a:pt x="1711775" y="47993"/>
                  <a:pt x="1710441" y="52093"/>
                  <a:pt x="1710486" y="57275"/>
                </a:cubicBezTo>
                <a:lnTo>
                  <a:pt x="1738988" y="57275"/>
                </a:lnTo>
                <a:close/>
                <a:moveTo>
                  <a:pt x="1838855" y="99484"/>
                </a:moveTo>
                <a:lnTo>
                  <a:pt x="1819786" y="99484"/>
                </a:lnTo>
                <a:lnTo>
                  <a:pt x="1819786" y="62746"/>
                </a:lnTo>
                <a:cubicBezTo>
                  <a:pt x="1819786" y="54973"/>
                  <a:pt x="1819379" y="49946"/>
                  <a:pt x="1818564" y="47664"/>
                </a:cubicBezTo>
                <a:cubicBezTo>
                  <a:pt x="1817750" y="45382"/>
                  <a:pt x="1816427" y="43608"/>
                  <a:pt x="1814594" y="42343"/>
                </a:cubicBezTo>
                <a:cubicBezTo>
                  <a:pt x="1812762" y="41078"/>
                  <a:pt x="1810557" y="40445"/>
                  <a:pt x="1807978" y="40445"/>
                </a:cubicBezTo>
                <a:cubicBezTo>
                  <a:pt x="1804675" y="40445"/>
                  <a:pt x="1801712" y="41349"/>
                  <a:pt x="1799088" y="43157"/>
                </a:cubicBezTo>
                <a:cubicBezTo>
                  <a:pt x="1796464" y="44964"/>
                  <a:pt x="1794666" y="47359"/>
                  <a:pt x="1793693" y="50342"/>
                </a:cubicBezTo>
                <a:cubicBezTo>
                  <a:pt x="1792721" y="53324"/>
                  <a:pt x="1792234" y="58837"/>
                  <a:pt x="1792234" y="66881"/>
                </a:cubicBezTo>
                <a:lnTo>
                  <a:pt x="1792234" y="99484"/>
                </a:lnTo>
                <a:lnTo>
                  <a:pt x="1773165" y="99484"/>
                </a:lnTo>
                <a:lnTo>
                  <a:pt x="1773165" y="27416"/>
                </a:lnTo>
                <a:lnTo>
                  <a:pt x="1790877" y="27416"/>
                </a:lnTo>
                <a:lnTo>
                  <a:pt x="1790877" y="38002"/>
                </a:lnTo>
                <a:cubicBezTo>
                  <a:pt x="1797165" y="29859"/>
                  <a:pt x="1805083" y="25787"/>
                  <a:pt x="1814628" y="25787"/>
                </a:cubicBezTo>
                <a:cubicBezTo>
                  <a:pt x="1818836" y="25787"/>
                  <a:pt x="1822681" y="26545"/>
                  <a:pt x="1826165" y="28060"/>
                </a:cubicBezTo>
                <a:cubicBezTo>
                  <a:pt x="1829648" y="29576"/>
                  <a:pt x="1832283" y="31510"/>
                  <a:pt x="1834070" y="33863"/>
                </a:cubicBezTo>
                <a:cubicBezTo>
                  <a:pt x="1835857" y="36215"/>
                  <a:pt x="1837102" y="38884"/>
                  <a:pt x="1837803" y="41870"/>
                </a:cubicBezTo>
                <a:cubicBezTo>
                  <a:pt x="1838504" y="44856"/>
                  <a:pt x="1838855" y="49131"/>
                  <a:pt x="1838855" y="54696"/>
                </a:cubicBezTo>
                <a:lnTo>
                  <a:pt x="1838855" y="99484"/>
                </a:lnTo>
                <a:close/>
                <a:moveTo>
                  <a:pt x="1924406" y="99484"/>
                </a:moveTo>
                <a:lnTo>
                  <a:pt x="1906695" y="99484"/>
                </a:lnTo>
                <a:lnTo>
                  <a:pt x="1906695" y="88898"/>
                </a:lnTo>
                <a:cubicBezTo>
                  <a:pt x="1903754" y="93015"/>
                  <a:pt x="1900282" y="96080"/>
                  <a:pt x="1896278" y="98093"/>
                </a:cubicBezTo>
                <a:cubicBezTo>
                  <a:pt x="1892274" y="100106"/>
                  <a:pt x="1888237" y="101113"/>
                  <a:pt x="1884165" y="101113"/>
                </a:cubicBezTo>
                <a:cubicBezTo>
                  <a:pt x="1875886" y="101113"/>
                  <a:pt x="1868794" y="97776"/>
                  <a:pt x="1862891" y="91103"/>
                </a:cubicBezTo>
                <a:cubicBezTo>
                  <a:pt x="1856987" y="84430"/>
                  <a:pt x="1854035" y="75122"/>
                  <a:pt x="1854035" y="63179"/>
                </a:cubicBezTo>
                <a:cubicBezTo>
                  <a:pt x="1854035" y="50964"/>
                  <a:pt x="1856907" y="41678"/>
                  <a:pt x="1862653" y="35322"/>
                </a:cubicBezTo>
                <a:cubicBezTo>
                  <a:pt x="1868399" y="28965"/>
                  <a:pt x="1875660" y="25787"/>
                  <a:pt x="1884436" y="25787"/>
                </a:cubicBezTo>
                <a:cubicBezTo>
                  <a:pt x="1892489" y="25787"/>
                  <a:pt x="1899456" y="29135"/>
                  <a:pt x="1905338" y="35831"/>
                </a:cubicBezTo>
                <a:lnTo>
                  <a:pt x="1905338" y="0"/>
                </a:lnTo>
                <a:lnTo>
                  <a:pt x="1924406" y="0"/>
                </a:lnTo>
                <a:lnTo>
                  <a:pt x="1924406" y="99484"/>
                </a:lnTo>
                <a:moveTo>
                  <a:pt x="1873511" y="61925"/>
                </a:moveTo>
                <a:cubicBezTo>
                  <a:pt x="1873511" y="69605"/>
                  <a:pt x="1874574" y="75161"/>
                  <a:pt x="1876700" y="78594"/>
                </a:cubicBezTo>
                <a:cubicBezTo>
                  <a:pt x="1879777" y="83563"/>
                  <a:pt x="1884074" y="86048"/>
                  <a:pt x="1889594" y="86048"/>
                </a:cubicBezTo>
                <a:cubicBezTo>
                  <a:pt x="1893982" y="86048"/>
                  <a:pt x="1897714" y="84184"/>
                  <a:pt x="1900791" y="80458"/>
                </a:cubicBezTo>
                <a:cubicBezTo>
                  <a:pt x="1903867" y="76731"/>
                  <a:pt x="1905405" y="71163"/>
                  <a:pt x="1905405" y="63755"/>
                </a:cubicBezTo>
                <a:cubicBezTo>
                  <a:pt x="1905405" y="55488"/>
                  <a:pt x="1903912" y="49536"/>
                  <a:pt x="1900927" y="45899"/>
                </a:cubicBezTo>
                <a:cubicBezTo>
                  <a:pt x="1897941" y="42263"/>
                  <a:pt x="1894118" y="40445"/>
                  <a:pt x="1889458" y="40445"/>
                </a:cubicBezTo>
                <a:cubicBezTo>
                  <a:pt x="1884934" y="40445"/>
                  <a:pt x="1881145" y="42241"/>
                  <a:pt x="1878091" y="45832"/>
                </a:cubicBezTo>
                <a:cubicBezTo>
                  <a:pt x="1875038" y="49423"/>
                  <a:pt x="1873511" y="54787"/>
                  <a:pt x="1873511" y="61925"/>
                </a:cubicBezTo>
                <a:close/>
                <a:moveTo>
                  <a:pt x="1943087" y="17644"/>
                </a:moveTo>
                <a:lnTo>
                  <a:pt x="1943087" y="0"/>
                </a:lnTo>
                <a:lnTo>
                  <a:pt x="1962156" y="0"/>
                </a:lnTo>
                <a:lnTo>
                  <a:pt x="1962156" y="17644"/>
                </a:lnTo>
                <a:lnTo>
                  <a:pt x="1943087" y="17644"/>
                </a:lnTo>
                <a:moveTo>
                  <a:pt x="1943087" y="99484"/>
                </a:moveTo>
                <a:lnTo>
                  <a:pt x="1943087" y="27416"/>
                </a:lnTo>
                <a:lnTo>
                  <a:pt x="1962156" y="27416"/>
                </a:lnTo>
                <a:lnTo>
                  <a:pt x="1962156" y="99484"/>
                </a:lnTo>
                <a:lnTo>
                  <a:pt x="1943087" y="99484"/>
                </a:lnTo>
                <a:close/>
                <a:moveTo>
                  <a:pt x="2047323" y="99484"/>
                </a:moveTo>
                <a:lnTo>
                  <a:pt x="2028254" y="99484"/>
                </a:lnTo>
                <a:lnTo>
                  <a:pt x="2028254" y="62746"/>
                </a:lnTo>
                <a:cubicBezTo>
                  <a:pt x="2028254" y="54973"/>
                  <a:pt x="2027847" y="49946"/>
                  <a:pt x="2027033" y="47664"/>
                </a:cubicBezTo>
                <a:cubicBezTo>
                  <a:pt x="2026218" y="45382"/>
                  <a:pt x="2024895" y="43608"/>
                  <a:pt x="2023063" y="42343"/>
                </a:cubicBezTo>
                <a:cubicBezTo>
                  <a:pt x="2021230" y="41078"/>
                  <a:pt x="2019025" y="40445"/>
                  <a:pt x="2016446" y="40445"/>
                </a:cubicBezTo>
                <a:cubicBezTo>
                  <a:pt x="2013144" y="40445"/>
                  <a:pt x="2010180" y="41349"/>
                  <a:pt x="2007556" y="43157"/>
                </a:cubicBezTo>
                <a:cubicBezTo>
                  <a:pt x="2004933" y="44964"/>
                  <a:pt x="2003134" y="47359"/>
                  <a:pt x="2002162" y="50342"/>
                </a:cubicBezTo>
                <a:cubicBezTo>
                  <a:pt x="2001189" y="53324"/>
                  <a:pt x="2000703" y="58837"/>
                  <a:pt x="2000703" y="66881"/>
                </a:cubicBezTo>
                <a:lnTo>
                  <a:pt x="2000703" y="99484"/>
                </a:lnTo>
                <a:lnTo>
                  <a:pt x="1981634" y="99484"/>
                </a:lnTo>
                <a:lnTo>
                  <a:pt x="1981634" y="27416"/>
                </a:lnTo>
                <a:lnTo>
                  <a:pt x="1999345" y="27416"/>
                </a:lnTo>
                <a:lnTo>
                  <a:pt x="1999345" y="38002"/>
                </a:lnTo>
                <a:cubicBezTo>
                  <a:pt x="2005634" y="29859"/>
                  <a:pt x="2013551" y="25787"/>
                  <a:pt x="2023097" y="25787"/>
                </a:cubicBezTo>
                <a:cubicBezTo>
                  <a:pt x="2027304" y="25787"/>
                  <a:pt x="2031149" y="26545"/>
                  <a:pt x="2034633" y="28060"/>
                </a:cubicBezTo>
                <a:cubicBezTo>
                  <a:pt x="2038117" y="29576"/>
                  <a:pt x="2040752" y="31510"/>
                  <a:pt x="2042539" y="33863"/>
                </a:cubicBezTo>
                <a:cubicBezTo>
                  <a:pt x="2044326" y="36215"/>
                  <a:pt x="2045570" y="38884"/>
                  <a:pt x="2046271" y="41870"/>
                </a:cubicBezTo>
                <a:cubicBezTo>
                  <a:pt x="2046972" y="44856"/>
                  <a:pt x="2047323" y="49131"/>
                  <a:pt x="2047323" y="54696"/>
                </a:cubicBezTo>
                <a:lnTo>
                  <a:pt x="2047323" y="99484"/>
                </a:lnTo>
                <a:close/>
                <a:moveTo>
                  <a:pt x="2065014" y="104099"/>
                </a:moveTo>
                <a:lnTo>
                  <a:pt x="2086798" y="106813"/>
                </a:lnTo>
                <a:cubicBezTo>
                  <a:pt x="2087159" y="109371"/>
                  <a:pt x="2087996" y="111129"/>
                  <a:pt x="2089308" y="112087"/>
                </a:cubicBezTo>
                <a:cubicBezTo>
                  <a:pt x="2091118" y="113457"/>
                  <a:pt x="2093968" y="114142"/>
                  <a:pt x="2097859" y="114142"/>
                </a:cubicBezTo>
                <a:cubicBezTo>
                  <a:pt x="2102835" y="114142"/>
                  <a:pt x="2106568" y="113390"/>
                  <a:pt x="2109056" y="111886"/>
                </a:cubicBezTo>
                <a:cubicBezTo>
                  <a:pt x="2110730" y="110883"/>
                  <a:pt x="2111997" y="109266"/>
                  <a:pt x="2112856" y="107034"/>
                </a:cubicBezTo>
                <a:cubicBezTo>
                  <a:pt x="2113444" y="105439"/>
                  <a:pt x="2113738" y="102500"/>
                  <a:pt x="2113738" y="98218"/>
                </a:cubicBezTo>
                <a:lnTo>
                  <a:pt x="2113738" y="87623"/>
                </a:lnTo>
                <a:cubicBezTo>
                  <a:pt x="2108038" y="95531"/>
                  <a:pt x="2100845" y="99484"/>
                  <a:pt x="2092159" y="99484"/>
                </a:cubicBezTo>
                <a:cubicBezTo>
                  <a:pt x="2082477" y="99484"/>
                  <a:pt x="2074809" y="95390"/>
                  <a:pt x="2069154" y="87201"/>
                </a:cubicBezTo>
                <a:cubicBezTo>
                  <a:pt x="2064720" y="80732"/>
                  <a:pt x="2062503" y="72679"/>
                  <a:pt x="2062503" y="63043"/>
                </a:cubicBezTo>
                <a:cubicBezTo>
                  <a:pt x="2062503" y="50964"/>
                  <a:pt x="2065410" y="41734"/>
                  <a:pt x="2071223" y="35356"/>
                </a:cubicBezTo>
                <a:cubicBezTo>
                  <a:pt x="2077037" y="28977"/>
                  <a:pt x="2084264" y="25787"/>
                  <a:pt x="2092905" y="25787"/>
                </a:cubicBezTo>
                <a:cubicBezTo>
                  <a:pt x="2101817" y="25787"/>
                  <a:pt x="2109169" y="29719"/>
                  <a:pt x="2114960" y="37582"/>
                </a:cubicBezTo>
                <a:lnTo>
                  <a:pt x="2114960" y="27416"/>
                </a:lnTo>
                <a:lnTo>
                  <a:pt x="2132807" y="27416"/>
                </a:lnTo>
                <a:lnTo>
                  <a:pt x="2132807" y="92130"/>
                </a:lnTo>
                <a:cubicBezTo>
                  <a:pt x="2132807" y="100641"/>
                  <a:pt x="2132106" y="107001"/>
                  <a:pt x="2130704" y="111211"/>
                </a:cubicBezTo>
                <a:cubicBezTo>
                  <a:pt x="2129301" y="115422"/>
                  <a:pt x="2127333" y="118726"/>
                  <a:pt x="2124800" y="121125"/>
                </a:cubicBezTo>
                <a:cubicBezTo>
                  <a:pt x="2122266" y="123526"/>
                  <a:pt x="2118884" y="125405"/>
                  <a:pt x="2114654" y="126762"/>
                </a:cubicBezTo>
                <a:cubicBezTo>
                  <a:pt x="2110424" y="128121"/>
                  <a:pt x="2105075" y="128800"/>
                  <a:pt x="2098605" y="128800"/>
                </a:cubicBezTo>
                <a:cubicBezTo>
                  <a:pt x="2086390" y="128800"/>
                  <a:pt x="2077727" y="126690"/>
                  <a:pt x="2072615" y="122470"/>
                </a:cubicBezTo>
                <a:cubicBezTo>
                  <a:pt x="2067502" y="118251"/>
                  <a:pt x="2064946" y="112903"/>
                  <a:pt x="2064946" y="106425"/>
                </a:cubicBezTo>
                <a:cubicBezTo>
                  <a:pt x="2064946" y="105786"/>
                  <a:pt x="2064969" y="105011"/>
                  <a:pt x="2065014" y="104099"/>
                </a:cubicBezTo>
                <a:moveTo>
                  <a:pt x="2082047" y="61957"/>
                </a:moveTo>
                <a:cubicBezTo>
                  <a:pt x="2082047" y="69580"/>
                  <a:pt x="2083529" y="75162"/>
                  <a:pt x="2086492" y="78702"/>
                </a:cubicBezTo>
                <a:cubicBezTo>
                  <a:pt x="2089455" y="82242"/>
                  <a:pt x="2093109" y="84012"/>
                  <a:pt x="2097452" y="84012"/>
                </a:cubicBezTo>
                <a:cubicBezTo>
                  <a:pt x="2102111" y="84012"/>
                  <a:pt x="2106047" y="82197"/>
                  <a:pt x="2109259" y="78566"/>
                </a:cubicBezTo>
                <a:cubicBezTo>
                  <a:pt x="2112472" y="74935"/>
                  <a:pt x="2114078" y="69557"/>
                  <a:pt x="2114078" y="62432"/>
                </a:cubicBezTo>
                <a:cubicBezTo>
                  <a:pt x="2114078" y="54990"/>
                  <a:pt x="2112539" y="49465"/>
                  <a:pt x="2109463" y="45857"/>
                </a:cubicBezTo>
                <a:cubicBezTo>
                  <a:pt x="2106387" y="42249"/>
                  <a:pt x="2102496" y="40445"/>
                  <a:pt x="2097791" y="40445"/>
                </a:cubicBezTo>
                <a:cubicBezTo>
                  <a:pt x="2093222" y="40445"/>
                  <a:pt x="2089455" y="42215"/>
                  <a:pt x="2086492" y="45755"/>
                </a:cubicBezTo>
                <a:cubicBezTo>
                  <a:pt x="2083529" y="49295"/>
                  <a:pt x="2082047" y="54696"/>
                  <a:pt x="2082047" y="61957"/>
                </a:cubicBezTo>
                <a:close/>
                <a:moveTo>
                  <a:pt x="2154201" y="99484"/>
                </a:moveTo>
                <a:lnTo>
                  <a:pt x="2154201" y="85505"/>
                </a:lnTo>
                <a:lnTo>
                  <a:pt x="2168113" y="85505"/>
                </a:lnTo>
                <a:lnTo>
                  <a:pt x="2168113" y="99484"/>
                </a:lnTo>
                <a:lnTo>
                  <a:pt x="2154201" y="994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801dc7cb2e4683"/>
          <a:stretch xmlns:a="http://schemas.openxmlformats.org/drawingml/2006/main"/>
        </p:blipFill>
        <p:spPr>
          <a:xfrm xmlns:a="http://schemas.openxmlformats.org/drawingml/2006/main">
            <a:off x="4480389" y="2562956"/>
            <a:ext cx="1879858" cy="523025"/>
          </a:xfrm>
          <a:prstGeom xmlns:a="http://schemas.openxmlformats.org/drawingml/2006/main" prst="rect">
            <a:avLst/>
          </a:prstGeom>
        </p:spPr>
      </p:pic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838ECA-CC04-49BC-8079-ECD09318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450" y="2608827"/>
            <a:ext cx="1785882" cy="430372"/>
          </a:xfrm>
          <a:custGeom xmlns:a="http://schemas.openxmlformats.org/drawingml/2006/main">
            <a:pathLst>
              <a:path w="1785882" h="430372" fill="none">
                <a:moveTo>
                  <a:pt x="80608" y="430372"/>
                </a:moveTo>
                <a:lnTo>
                  <a:pt x="1705043" y="430372"/>
                </a:lnTo>
                <a:cubicBezTo>
                  <a:pt x="1749748" y="430372"/>
                  <a:pt x="1785882" y="394238"/>
                  <a:pt x="1785882" y="349764"/>
                </a:cubicBezTo>
                <a:lnTo>
                  <a:pt x="1785882" y="80608"/>
                </a:lnTo>
                <a:cubicBezTo>
                  <a:pt x="1785882" y="36135"/>
                  <a:pt x="1749748" y="0"/>
                  <a:pt x="1705043" y="0"/>
                </a:cubicBezTo>
                <a:lnTo>
                  <a:pt x="80608" y="0"/>
                </a:lnTo>
                <a:cubicBezTo>
                  <a:pt x="36135" y="0"/>
                  <a:pt x="0" y="36135"/>
                  <a:pt x="0" y="80608"/>
                </a:cubicBezTo>
                <a:lnTo>
                  <a:pt x="0" y="349764"/>
                </a:lnTo>
                <a:cubicBezTo>
                  <a:pt x="0" y="394238"/>
                  <a:pt x="36135" y="430372"/>
                  <a:pt x="80608" y="43037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582" cap="sq">
            <a:solidFill>
              <a:srgbClr val="000000"/>
            </a:solidFill>
            <a:miter/>
          </a:ln>
        </p:spPr>
      </p:sp>
      <p:sp>
        <p:nvSpPr>
          <p:cNvPr id="58" name="Text Amilitarycrisisislikelyto">
            <a:extLst xmlns:a="http://schemas.openxmlformats.org/drawingml/2006/main">
              <a:ext uri="{FF2B5EF4-FFF2-40B4-BE49-F238E27FC236}">
                <a16:creationId xmlns:a16="http://schemas.microsoft.com/office/drawing/2014/main" id="{D3C58D57-ADB2-4CD8-A860-1D1F3CDC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391" y="2686356"/>
            <a:ext cx="1562475" cy="128800"/>
          </a:xfrm>
          <a:custGeom xmlns:a="http://schemas.openxmlformats.org/drawingml/2006/main">
            <a:pathLst>
              <a:path w="1562475" h="128800">
                <a:moveTo>
                  <a:pt x="0" y="99484"/>
                </a:moveTo>
                <a:lnTo>
                  <a:pt x="38206" y="0"/>
                </a:lnTo>
                <a:lnTo>
                  <a:pt x="52389" y="0"/>
                </a:lnTo>
                <a:lnTo>
                  <a:pt x="93105" y="99484"/>
                </a:lnTo>
                <a:lnTo>
                  <a:pt x="78108" y="99484"/>
                </a:lnTo>
                <a:lnTo>
                  <a:pt x="66504" y="69490"/>
                </a:lnTo>
                <a:lnTo>
                  <a:pt x="24905" y="69490"/>
                </a:lnTo>
                <a:lnTo>
                  <a:pt x="13979" y="99484"/>
                </a:lnTo>
                <a:lnTo>
                  <a:pt x="0" y="99484"/>
                </a:lnTo>
                <a:moveTo>
                  <a:pt x="28705" y="58632"/>
                </a:moveTo>
                <a:lnTo>
                  <a:pt x="62432" y="58632"/>
                </a:lnTo>
                <a:lnTo>
                  <a:pt x="52049" y="31080"/>
                </a:lnTo>
                <a:cubicBezTo>
                  <a:pt x="48882" y="22711"/>
                  <a:pt x="46530" y="15834"/>
                  <a:pt x="44992" y="10451"/>
                </a:cubicBezTo>
                <a:cubicBezTo>
                  <a:pt x="43725" y="16830"/>
                  <a:pt x="41938" y="23163"/>
                  <a:pt x="39631" y="29452"/>
                </a:cubicBezTo>
                <a:lnTo>
                  <a:pt x="28705" y="58632"/>
                </a:lnTo>
                <a:close/>
                <a:moveTo>
                  <a:pt x="140701" y="99484"/>
                </a:moveTo>
                <a:lnTo>
                  <a:pt x="140701" y="27416"/>
                </a:lnTo>
                <a:lnTo>
                  <a:pt x="151626" y="27416"/>
                </a:lnTo>
                <a:lnTo>
                  <a:pt x="151626" y="37459"/>
                </a:lnTo>
                <a:cubicBezTo>
                  <a:pt x="153888" y="33950"/>
                  <a:pt x="156897" y="31128"/>
                  <a:pt x="160652" y="28991"/>
                </a:cubicBezTo>
                <a:cubicBezTo>
                  <a:pt x="164407" y="26855"/>
                  <a:pt x="168682" y="25787"/>
                  <a:pt x="173477" y="25787"/>
                </a:cubicBezTo>
                <a:cubicBezTo>
                  <a:pt x="178816" y="25787"/>
                  <a:pt x="183193" y="26890"/>
                  <a:pt x="186609" y="29095"/>
                </a:cubicBezTo>
                <a:cubicBezTo>
                  <a:pt x="190024" y="31299"/>
                  <a:pt x="192433" y="34381"/>
                  <a:pt x="193836" y="38341"/>
                </a:cubicBezTo>
                <a:cubicBezTo>
                  <a:pt x="199536" y="29972"/>
                  <a:pt x="206956" y="25787"/>
                  <a:pt x="216094" y="25787"/>
                </a:cubicBezTo>
                <a:cubicBezTo>
                  <a:pt x="223242" y="25787"/>
                  <a:pt x="228739" y="27766"/>
                  <a:pt x="232584" y="31725"/>
                </a:cubicBezTo>
                <a:cubicBezTo>
                  <a:pt x="236430" y="35684"/>
                  <a:pt x="238353" y="41780"/>
                  <a:pt x="238353" y="50013"/>
                </a:cubicBezTo>
                <a:lnTo>
                  <a:pt x="238353" y="99484"/>
                </a:lnTo>
                <a:lnTo>
                  <a:pt x="226205" y="99484"/>
                </a:lnTo>
                <a:lnTo>
                  <a:pt x="226205" y="54036"/>
                </a:lnTo>
                <a:cubicBezTo>
                  <a:pt x="226205" y="49145"/>
                  <a:pt x="225810" y="45624"/>
                  <a:pt x="225018" y="43473"/>
                </a:cubicBezTo>
                <a:cubicBezTo>
                  <a:pt x="224226" y="41322"/>
                  <a:pt x="222790" y="39589"/>
                  <a:pt x="220709" y="38276"/>
                </a:cubicBezTo>
                <a:cubicBezTo>
                  <a:pt x="218628" y="36962"/>
                  <a:pt x="216185" y="36306"/>
                  <a:pt x="213380" y="36306"/>
                </a:cubicBezTo>
                <a:cubicBezTo>
                  <a:pt x="208313" y="36306"/>
                  <a:pt x="204105" y="37993"/>
                  <a:pt x="200758" y="41368"/>
                </a:cubicBezTo>
                <a:cubicBezTo>
                  <a:pt x="197410" y="44741"/>
                  <a:pt x="195736" y="50141"/>
                  <a:pt x="195736" y="57569"/>
                </a:cubicBezTo>
                <a:lnTo>
                  <a:pt x="195736" y="99484"/>
                </a:lnTo>
                <a:lnTo>
                  <a:pt x="183521" y="99484"/>
                </a:lnTo>
                <a:lnTo>
                  <a:pt x="183521" y="52609"/>
                </a:lnTo>
                <a:cubicBezTo>
                  <a:pt x="183521" y="47175"/>
                  <a:pt x="182526" y="43099"/>
                  <a:pt x="180535" y="40381"/>
                </a:cubicBezTo>
                <a:cubicBezTo>
                  <a:pt x="178544" y="37664"/>
                  <a:pt x="175287" y="36306"/>
                  <a:pt x="170763" y="36306"/>
                </a:cubicBezTo>
                <a:cubicBezTo>
                  <a:pt x="167325" y="36306"/>
                  <a:pt x="164147" y="37212"/>
                  <a:pt x="161229" y="39024"/>
                </a:cubicBezTo>
                <a:cubicBezTo>
                  <a:pt x="158311" y="40835"/>
                  <a:pt x="156196" y="43485"/>
                  <a:pt x="154884" y="46972"/>
                </a:cubicBezTo>
                <a:cubicBezTo>
                  <a:pt x="153572" y="50459"/>
                  <a:pt x="152916" y="55485"/>
                  <a:pt x="152916" y="62052"/>
                </a:cubicBezTo>
                <a:lnTo>
                  <a:pt x="152916" y="99484"/>
                </a:lnTo>
                <a:lnTo>
                  <a:pt x="140701" y="99484"/>
                </a:lnTo>
                <a:close/>
                <a:moveTo>
                  <a:pt x="256538" y="14115"/>
                </a:moveTo>
                <a:lnTo>
                  <a:pt x="256538" y="0"/>
                </a:lnTo>
                <a:lnTo>
                  <a:pt x="268753" y="0"/>
                </a:lnTo>
                <a:lnTo>
                  <a:pt x="268753" y="14115"/>
                </a:lnTo>
                <a:lnTo>
                  <a:pt x="256538" y="14115"/>
                </a:lnTo>
                <a:moveTo>
                  <a:pt x="256538" y="99484"/>
                </a:moveTo>
                <a:lnTo>
                  <a:pt x="256538" y="27416"/>
                </a:lnTo>
                <a:lnTo>
                  <a:pt x="268753" y="27416"/>
                </a:lnTo>
                <a:lnTo>
                  <a:pt x="268753" y="99484"/>
                </a:lnTo>
                <a:lnTo>
                  <a:pt x="256538" y="99484"/>
                </a:lnTo>
                <a:close/>
                <a:moveTo>
                  <a:pt x="287052" y="99484"/>
                </a:moveTo>
                <a:lnTo>
                  <a:pt x="287052" y="0"/>
                </a:lnTo>
                <a:lnTo>
                  <a:pt x="299267" y="0"/>
                </a:lnTo>
                <a:lnTo>
                  <a:pt x="299267" y="99484"/>
                </a:lnTo>
                <a:lnTo>
                  <a:pt x="287052" y="99484"/>
                </a:lnTo>
                <a:close/>
                <a:moveTo>
                  <a:pt x="318244" y="14115"/>
                </a:moveTo>
                <a:lnTo>
                  <a:pt x="318244" y="0"/>
                </a:lnTo>
                <a:lnTo>
                  <a:pt x="330459" y="0"/>
                </a:lnTo>
                <a:lnTo>
                  <a:pt x="330459" y="14115"/>
                </a:lnTo>
                <a:lnTo>
                  <a:pt x="318244" y="14115"/>
                </a:lnTo>
                <a:moveTo>
                  <a:pt x="318244" y="99484"/>
                </a:moveTo>
                <a:lnTo>
                  <a:pt x="318244" y="27416"/>
                </a:lnTo>
                <a:lnTo>
                  <a:pt x="330459" y="27416"/>
                </a:lnTo>
                <a:lnTo>
                  <a:pt x="330459" y="99484"/>
                </a:lnTo>
                <a:lnTo>
                  <a:pt x="318244" y="99484"/>
                </a:lnTo>
                <a:close/>
                <a:moveTo>
                  <a:pt x="375838" y="88694"/>
                </a:moveTo>
                <a:lnTo>
                  <a:pt x="377602" y="99484"/>
                </a:lnTo>
                <a:cubicBezTo>
                  <a:pt x="374164" y="100117"/>
                  <a:pt x="371088" y="100434"/>
                  <a:pt x="368373" y="100434"/>
                </a:cubicBezTo>
                <a:cubicBezTo>
                  <a:pt x="363940" y="100434"/>
                  <a:pt x="360501" y="99733"/>
                  <a:pt x="358058" y="98330"/>
                </a:cubicBezTo>
                <a:cubicBezTo>
                  <a:pt x="355615" y="96928"/>
                  <a:pt x="353896" y="95084"/>
                  <a:pt x="352901" y="92800"/>
                </a:cubicBezTo>
                <a:cubicBezTo>
                  <a:pt x="351906" y="90515"/>
                  <a:pt x="351408" y="85708"/>
                  <a:pt x="351408" y="78379"/>
                </a:cubicBezTo>
                <a:lnTo>
                  <a:pt x="351408" y="36916"/>
                </a:lnTo>
                <a:lnTo>
                  <a:pt x="342450" y="36916"/>
                </a:lnTo>
                <a:lnTo>
                  <a:pt x="342450" y="27416"/>
                </a:lnTo>
                <a:lnTo>
                  <a:pt x="351408" y="27416"/>
                </a:lnTo>
                <a:lnTo>
                  <a:pt x="351408" y="9520"/>
                </a:lnTo>
                <a:lnTo>
                  <a:pt x="363555" y="2172"/>
                </a:lnTo>
                <a:lnTo>
                  <a:pt x="363555" y="27416"/>
                </a:lnTo>
                <a:lnTo>
                  <a:pt x="375838" y="27416"/>
                </a:lnTo>
                <a:lnTo>
                  <a:pt x="375838" y="36916"/>
                </a:lnTo>
                <a:lnTo>
                  <a:pt x="363555" y="36916"/>
                </a:lnTo>
                <a:lnTo>
                  <a:pt x="363555" y="79058"/>
                </a:lnTo>
                <a:cubicBezTo>
                  <a:pt x="363555" y="82542"/>
                  <a:pt x="363770" y="84781"/>
                  <a:pt x="364200" y="85776"/>
                </a:cubicBezTo>
                <a:cubicBezTo>
                  <a:pt x="364630" y="86771"/>
                  <a:pt x="365331" y="87563"/>
                  <a:pt x="366304" y="88151"/>
                </a:cubicBezTo>
                <a:cubicBezTo>
                  <a:pt x="367276" y="88739"/>
                  <a:pt x="368667" y="89034"/>
                  <a:pt x="370477" y="89034"/>
                </a:cubicBezTo>
                <a:cubicBezTo>
                  <a:pt x="371834" y="89034"/>
                  <a:pt x="373621" y="88920"/>
                  <a:pt x="375838" y="88694"/>
                </a:cubicBezTo>
                <a:close/>
                <a:moveTo>
                  <a:pt x="434694" y="90586"/>
                </a:moveTo>
                <a:cubicBezTo>
                  <a:pt x="430170" y="94434"/>
                  <a:pt x="425815" y="97151"/>
                  <a:pt x="421630" y="98736"/>
                </a:cubicBezTo>
                <a:cubicBezTo>
                  <a:pt x="417446" y="100320"/>
                  <a:pt x="412956" y="101113"/>
                  <a:pt x="408160" y="101113"/>
                </a:cubicBezTo>
                <a:cubicBezTo>
                  <a:pt x="400243" y="101113"/>
                  <a:pt x="394158" y="99177"/>
                  <a:pt x="389905" y="95306"/>
                </a:cubicBezTo>
                <a:cubicBezTo>
                  <a:pt x="385653" y="91436"/>
                  <a:pt x="383527" y="86489"/>
                  <a:pt x="383527" y="80468"/>
                </a:cubicBezTo>
                <a:cubicBezTo>
                  <a:pt x="383527" y="76938"/>
                  <a:pt x="384330" y="73713"/>
                  <a:pt x="385936" y="70794"/>
                </a:cubicBezTo>
                <a:cubicBezTo>
                  <a:pt x="387542" y="67873"/>
                  <a:pt x="389645" y="65530"/>
                  <a:pt x="392247" y="63764"/>
                </a:cubicBezTo>
                <a:cubicBezTo>
                  <a:pt x="394848" y="61998"/>
                  <a:pt x="397777" y="60663"/>
                  <a:pt x="401035" y="59758"/>
                </a:cubicBezTo>
                <a:cubicBezTo>
                  <a:pt x="403432" y="59123"/>
                  <a:pt x="407052" y="58512"/>
                  <a:pt x="411892" y="57924"/>
                </a:cubicBezTo>
                <a:cubicBezTo>
                  <a:pt x="421755" y="56756"/>
                  <a:pt x="429016" y="55363"/>
                  <a:pt x="433676" y="53746"/>
                </a:cubicBezTo>
                <a:cubicBezTo>
                  <a:pt x="433721" y="52079"/>
                  <a:pt x="433744" y="51020"/>
                  <a:pt x="433744" y="50569"/>
                </a:cubicBezTo>
                <a:cubicBezTo>
                  <a:pt x="433744" y="45611"/>
                  <a:pt x="432590" y="42118"/>
                  <a:pt x="430283" y="40091"/>
                </a:cubicBezTo>
                <a:cubicBezTo>
                  <a:pt x="427161" y="37341"/>
                  <a:pt x="422524" y="35966"/>
                  <a:pt x="416371" y="35966"/>
                </a:cubicBezTo>
                <a:cubicBezTo>
                  <a:pt x="410626" y="35966"/>
                  <a:pt x="406384" y="36973"/>
                  <a:pt x="403647" y="38986"/>
                </a:cubicBezTo>
                <a:cubicBezTo>
                  <a:pt x="400910" y="40999"/>
                  <a:pt x="398886" y="44562"/>
                  <a:pt x="397574" y="49674"/>
                </a:cubicBezTo>
                <a:lnTo>
                  <a:pt x="385630" y="48046"/>
                </a:lnTo>
                <a:cubicBezTo>
                  <a:pt x="386716" y="42918"/>
                  <a:pt x="388503" y="38777"/>
                  <a:pt x="390991" y="35623"/>
                </a:cubicBezTo>
                <a:cubicBezTo>
                  <a:pt x="393480" y="32469"/>
                  <a:pt x="397076" y="30041"/>
                  <a:pt x="401781" y="28340"/>
                </a:cubicBezTo>
                <a:cubicBezTo>
                  <a:pt x="406486" y="26638"/>
                  <a:pt x="411938" y="25787"/>
                  <a:pt x="418136" y="25787"/>
                </a:cubicBezTo>
                <a:cubicBezTo>
                  <a:pt x="424288" y="25787"/>
                  <a:pt x="429287" y="26511"/>
                  <a:pt x="433133" y="27959"/>
                </a:cubicBezTo>
                <a:cubicBezTo>
                  <a:pt x="436978" y="29406"/>
                  <a:pt x="439806" y="31227"/>
                  <a:pt x="441616" y="33422"/>
                </a:cubicBezTo>
                <a:cubicBezTo>
                  <a:pt x="443425" y="35616"/>
                  <a:pt x="444692" y="38387"/>
                  <a:pt x="445416" y="41734"/>
                </a:cubicBezTo>
                <a:cubicBezTo>
                  <a:pt x="445823" y="43816"/>
                  <a:pt x="446026" y="47571"/>
                  <a:pt x="446026" y="52999"/>
                </a:cubicBezTo>
                <a:lnTo>
                  <a:pt x="446026" y="69286"/>
                </a:lnTo>
                <a:cubicBezTo>
                  <a:pt x="446026" y="80641"/>
                  <a:pt x="446287" y="87823"/>
                  <a:pt x="446807" y="90832"/>
                </a:cubicBezTo>
                <a:cubicBezTo>
                  <a:pt x="447327" y="93840"/>
                  <a:pt x="448356" y="96724"/>
                  <a:pt x="449895" y="99484"/>
                </a:cubicBezTo>
                <a:lnTo>
                  <a:pt x="437137" y="99484"/>
                </a:lnTo>
                <a:cubicBezTo>
                  <a:pt x="435870" y="96948"/>
                  <a:pt x="435056" y="93982"/>
                  <a:pt x="434694" y="90586"/>
                </a:cubicBezTo>
                <a:moveTo>
                  <a:pt x="433676" y="63246"/>
                </a:moveTo>
                <a:cubicBezTo>
                  <a:pt x="429242" y="65072"/>
                  <a:pt x="422592" y="66622"/>
                  <a:pt x="413725" y="67899"/>
                </a:cubicBezTo>
                <a:cubicBezTo>
                  <a:pt x="408703" y="68626"/>
                  <a:pt x="405152" y="69444"/>
                  <a:pt x="403071" y="70353"/>
                </a:cubicBezTo>
                <a:cubicBezTo>
                  <a:pt x="400989" y="71260"/>
                  <a:pt x="399383" y="72589"/>
                  <a:pt x="398252" y="74340"/>
                </a:cubicBezTo>
                <a:cubicBezTo>
                  <a:pt x="397121" y="76088"/>
                  <a:pt x="396556" y="78030"/>
                  <a:pt x="396556" y="80165"/>
                </a:cubicBezTo>
                <a:cubicBezTo>
                  <a:pt x="396556" y="83435"/>
                  <a:pt x="397789" y="86161"/>
                  <a:pt x="400254" y="88342"/>
                </a:cubicBezTo>
                <a:cubicBezTo>
                  <a:pt x="402720" y="90522"/>
                  <a:pt x="406328" y="91612"/>
                  <a:pt x="411078" y="91612"/>
                </a:cubicBezTo>
                <a:cubicBezTo>
                  <a:pt x="415783" y="91612"/>
                  <a:pt x="419968" y="90578"/>
                  <a:pt x="423632" y="88510"/>
                </a:cubicBezTo>
                <a:cubicBezTo>
                  <a:pt x="427297" y="86441"/>
                  <a:pt x="429989" y="83612"/>
                  <a:pt x="431708" y="80021"/>
                </a:cubicBezTo>
                <a:cubicBezTo>
                  <a:pt x="433020" y="77247"/>
                  <a:pt x="433676" y="73155"/>
                  <a:pt x="433676" y="67746"/>
                </a:cubicBezTo>
                <a:lnTo>
                  <a:pt x="433676" y="63246"/>
                </a:lnTo>
                <a:close/>
                <a:moveTo>
                  <a:pt x="464803" y="99484"/>
                </a:moveTo>
                <a:lnTo>
                  <a:pt x="464803" y="27416"/>
                </a:lnTo>
                <a:lnTo>
                  <a:pt x="475796" y="27416"/>
                </a:lnTo>
                <a:lnTo>
                  <a:pt x="475796" y="38274"/>
                </a:lnTo>
                <a:cubicBezTo>
                  <a:pt x="478601" y="33190"/>
                  <a:pt x="481191" y="29838"/>
                  <a:pt x="483566" y="28217"/>
                </a:cubicBezTo>
                <a:cubicBezTo>
                  <a:pt x="485942" y="26597"/>
                  <a:pt x="488554" y="25787"/>
                  <a:pt x="491404" y="25787"/>
                </a:cubicBezTo>
                <a:cubicBezTo>
                  <a:pt x="495521" y="25787"/>
                  <a:pt x="499706" y="27093"/>
                  <a:pt x="503959" y="29706"/>
                </a:cubicBezTo>
                <a:lnTo>
                  <a:pt x="499751" y="40988"/>
                </a:lnTo>
                <a:cubicBezTo>
                  <a:pt x="496765" y="39224"/>
                  <a:pt x="493779" y="38341"/>
                  <a:pt x="490794" y="38341"/>
                </a:cubicBezTo>
                <a:cubicBezTo>
                  <a:pt x="488124" y="38341"/>
                  <a:pt x="485727" y="39146"/>
                  <a:pt x="483600" y="40755"/>
                </a:cubicBezTo>
                <a:cubicBezTo>
                  <a:pt x="481474" y="42362"/>
                  <a:pt x="479958" y="44592"/>
                  <a:pt x="479054" y="47445"/>
                </a:cubicBezTo>
                <a:cubicBezTo>
                  <a:pt x="477696" y="51793"/>
                  <a:pt x="477018" y="56548"/>
                  <a:pt x="477018" y="61711"/>
                </a:cubicBezTo>
                <a:lnTo>
                  <a:pt x="477018" y="99484"/>
                </a:lnTo>
                <a:lnTo>
                  <a:pt x="464803" y="99484"/>
                </a:lnTo>
                <a:close/>
                <a:moveTo>
                  <a:pt x="510676" y="127307"/>
                </a:moveTo>
                <a:lnTo>
                  <a:pt x="509319" y="115839"/>
                </a:lnTo>
                <a:cubicBezTo>
                  <a:pt x="511988" y="116562"/>
                  <a:pt x="514318" y="116924"/>
                  <a:pt x="516308" y="116924"/>
                </a:cubicBezTo>
                <a:cubicBezTo>
                  <a:pt x="519023" y="116924"/>
                  <a:pt x="521194" y="116466"/>
                  <a:pt x="522823" y="115550"/>
                </a:cubicBezTo>
                <a:cubicBezTo>
                  <a:pt x="524452" y="114635"/>
                  <a:pt x="525786" y="113354"/>
                  <a:pt x="526827" y="111705"/>
                </a:cubicBezTo>
                <a:cubicBezTo>
                  <a:pt x="527596" y="110470"/>
                  <a:pt x="528840" y="107403"/>
                  <a:pt x="530559" y="102506"/>
                </a:cubicBezTo>
                <a:cubicBezTo>
                  <a:pt x="530785" y="101819"/>
                  <a:pt x="531147" y="100812"/>
                  <a:pt x="531645" y="99484"/>
                </a:cubicBezTo>
                <a:lnTo>
                  <a:pt x="504297" y="27416"/>
                </a:lnTo>
                <a:lnTo>
                  <a:pt x="517462" y="27416"/>
                </a:lnTo>
                <a:lnTo>
                  <a:pt x="532459" y="69053"/>
                </a:lnTo>
                <a:cubicBezTo>
                  <a:pt x="534404" y="74335"/>
                  <a:pt x="536146" y="79886"/>
                  <a:pt x="537684" y="85708"/>
                </a:cubicBezTo>
                <a:cubicBezTo>
                  <a:pt x="539087" y="80111"/>
                  <a:pt x="540761" y="74650"/>
                  <a:pt x="542706" y="69324"/>
                </a:cubicBezTo>
                <a:lnTo>
                  <a:pt x="558111" y="27416"/>
                </a:lnTo>
                <a:lnTo>
                  <a:pt x="570326" y="27416"/>
                </a:lnTo>
                <a:lnTo>
                  <a:pt x="542910" y="100754"/>
                </a:lnTo>
                <a:cubicBezTo>
                  <a:pt x="539969" y="108677"/>
                  <a:pt x="537684" y="114132"/>
                  <a:pt x="536056" y="117119"/>
                </a:cubicBezTo>
                <a:cubicBezTo>
                  <a:pt x="533884" y="121149"/>
                  <a:pt x="531396" y="124103"/>
                  <a:pt x="528591" y="125982"/>
                </a:cubicBezTo>
                <a:cubicBezTo>
                  <a:pt x="525786" y="127861"/>
                  <a:pt x="522438" y="128800"/>
                  <a:pt x="518548" y="128800"/>
                </a:cubicBezTo>
                <a:cubicBezTo>
                  <a:pt x="516195" y="128800"/>
                  <a:pt x="513571" y="128302"/>
                  <a:pt x="510676" y="127307"/>
                </a:cubicBezTo>
                <a:close/>
                <a:moveTo>
                  <a:pt x="666233" y="73018"/>
                </a:moveTo>
                <a:lnTo>
                  <a:pt x="678245" y="74579"/>
                </a:lnTo>
                <a:cubicBezTo>
                  <a:pt x="676933" y="82879"/>
                  <a:pt x="673574" y="89377"/>
                  <a:pt x="668167" y="94072"/>
                </a:cubicBezTo>
                <a:cubicBezTo>
                  <a:pt x="662761" y="98766"/>
                  <a:pt x="656122" y="101113"/>
                  <a:pt x="648250" y="101113"/>
                </a:cubicBezTo>
                <a:cubicBezTo>
                  <a:pt x="638388" y="101113"/>
                  <a:pt x="630459" y="97889"/>
                  <a:pt x="624465" y="91443"/>
                </a:cubicBezTo>
                <a:cubicBezTo>
                  <a:pt x="618470" y="84996"/>
                  <a:pt x="615473" y="75755"/>
                  <a:pt x="615473" y="63721"/>
                </a:cubicBezTo>
                <a:cubicBezTo>
                  <a:pt x="615473" y="55940"/>
                  <a:pt x="616763" y="49131"/>
                  <a:pt x="619341" y="43295"/>
                </a:cubicBezTo>
                <a:cubicBezTo>
                  <a:pt x="621920" y="37459"/>
                  <a:pt x="625845" y="33082"/>
                  <a:pt x="631115" y="30164"/>
                </a:cubicBezTo>
                <a:cubicBezTo>
                  <a:pt x="636386" y="27246"/>
                  <a:pt x="642120" y="25787"/>
                  <a:pt x="648318" y="25787"/>
                </a:cubicBezTo>
                <a:cubicBezTo>
                  <a:pt x="656145" y="25787"/>
                  <a:pt x="662546" y="27773"/>
                  <a:pt x="667523" y="31744"/>
                </a:cubicBezTo>
                <a:cubicBezTo>
                  <a:pt x="672499" y="35714"/>
                  <a:pt x="675689" y="41351"/>
                  <a:pt x="677091" y="48656"/>
                </a:cubicBezTo>
                <a:lnTo>
                  <a:pt x="665215" y="50489"/>
                </a:lnTo>
                <a:cubicBezTo>
                  <a:pt x="664084" y="45670"/>
                  <a:pt x="662082" y="42045"/>
                  <a:pt x="659210" y="39614"/>
                </a:cubicBezTo>
                <a:cubicBezTo>
                  <a:pt x="656337" y="37182"/>
                  <a:pt x="652865" y="35966"/>
                  <a:pt x="648793" y="35966"/>
                </a:cubicBezTo>
                <a:cubicBezTo>
                  <a:pt x="642640" y="35966"/>
                  <a:pt x="637641" y="38161"/>
                  <a:pt x="633796" y="42551"/>
                </a:cubicBezTo>
                <a:cubicBezTo>
                  <a:pt x="629950" y="46939"/>
                  <a:pt x="628028" y="53883"/>
                  <a:pt x="628028" y="63382"/>
                </a:cubicBezTo>
                <a:cubicBezTo>
                  <a:pt x="628028" y="73017"/>
                  <a:pt x="629882" y="80018"/>
                  <a:pt x="633592" y="84385"/>
                </a:cubicBezTo>
                <a:cubicBezTo>
                  <a:pt x="637302" y="88751"/>
                  <a:pt x="642143" y="90934"/>
                  <a:pt x="648114" y="90934"/>
                </a:cubicBezTo>
                <a:cubicBezTo>
                  <a:pt x="652910" y="90934"/>
                  <a:pt x="656914" y="89469"/>
                  <a:pt x="660126" y="86540"/>
                </a:cubicBezTo>
                <a:cubicBezTo>
                  <a:pt x="663338" y="83610"/>
                  <a:pt x="665374" y="79103"/>
                  <a:pt x="666233" y="73018"/>
                </a:cubicBezTo>
                <a:close/>
                <a:moveTo>
                  <a:pt x="688559" y="99484"/>
                </a:moveTo>
                <a:lnTo>
                  <a:pt x="688559" y="27416"/>
                </a:lnTo>
                <a:lnTo>
                  <a:pt x="699553" y="27416"/>
                </a:lnTo>
                <a:lnTo>
                  <a:pt x="699553" y="38274"/>
                </a:lnTo>
                <a:cubicBezTo>
                  <a:pt x="702358" y="33190"/>
                  <a:pt x="704948" y="29838"/>
                  <a:pt x="707323" y="28217"/>
                </a:cubicBezTo>
                <a:cubicBezTo>
                  <a:pt x="709698" y="26597"/>
                  <a:pt x="712311" y="25787"/>
                  <a:pt x="715161" y="25787"/>
                </a:cubicBezTo>
                <a:cubicBezTo>
                  <a:pt x="719278" y="25787"/>
                  <a:pt x="723463" y="27093"/>
                  <a:pt x="727715" y="29706"/>
                </a:cubicBezTo>
                <a:lnTo>
                  <a:pt x="723508" y="40988"/>
                </a:lnTo>
                <a:cubicBezTo>
                  <a:pt x="720522" y="39224"/>
                  <a:pt x="717536" y="38341"/>
                  <a:pt x="714550" y="38341"/>
                </a:cubicBezTo>
                <a:cubicBezTo>
                  <a:pt x="711881" y="38341"/>
                  <a:pt x="709483" y="39146"/>
                  <a:pt x="707357" y="40755"/>
                </a:cubicBezTo>
                <a:cubicBezTo>
                  <a:pt x="705231" y="42362"/>
                  <a:pt x="703715" y="44592"/>
                  <a:pt x="702810" y="47445"/>
                </a:cubicBezTo>
                <a:cubicBezTo>
                  <a:pt x="701453" y="51793"/>
                  <a:pt x="700774" y="56548"/>
                  <a:pt x="700774" y="61711"/>
                </a:cubicBezTo>
                <a:lnTo>
                  <a:pt x="700774" y="99484"/>
                </a:lnTo>
                <a:lnTo>
                  <a:pt x="688559" y="99484"/>
                </a:lnTo>
                <a:close/>
                <a:moveTo>
                  <a:pt x="735044" y="14115"/>
                </a:moveTo>
                <a:lnTo>
                  <a:pt x="735044" y="0"/>
                </a:lnTo>
                <a:lnTo>
                  <a:pt x="747259" y="0"/>
                </a:lnTo>
                <a:lnTo>
                  <a:pt x="747259" y="14115"/>
                </a:lnTo>
                <a:lnTo>
                  <a:pt x="735044" y="14115"/>
                </a:lnTo>
                <a:moveTo>
                  <a:pt x="735044" y="99484"/>
                </a:moveTo>
                <a:lnTo>
                  <a:pt x="735044" y="27416"/>
                </a:lnTo>
                <a:lnTo>
                  <a:pt x="747259" y="27416"/>
                </a:lnTo>
                <a:lnTo>
                  <a:pt x="747259" y="99484"/>
                </a:lnTo>
                <a:lnTo>
                  <a:pt x="735044" y="99484"/>
                </a:lnTo>
                <a:close/>
                <a:moveTo>
                  <a:pt x="761221" y="77904"/>
                </a:moveTo>
                <a:lnTo>
                  <a:pt x="773300" y="76004"/>
                </a:lnTo>
                <a:cubicBezTo>
                  <a:pt x="773978" y="80824"/>
                  <a:pt x="775867" y="84517"/>
                  <a:pt x="778966" y="87085"/>
                </a:cubicBezTo>
                <a:cubicBezTo>
                  <a:pt x="782065" y="89651"/>
                  <a:pt x="786397" y="90934"/>
                  <a:pt x="791962" y="90934"/>
                </a:cubicBezTo>
                <a:cubicBezTo>
                  <a:pt x="797571" y="90934"/>
                  <a:pt x="801734" y="89800"/>
                  <a:pt x="804448" y="87534"/>
                </a:cubicBezTo>
                <a:cubicBezTo>
                  <a:pt x="807162" y="85267"/>
                  <a:pt x="808520" y="82607"/>
                  <a:pt x="808520" y="79556"/>
                </a:cubicBezTo>
                <a:cubicBezTo>
                  <a:pt x="808520" y="76818"/>
                  <a:pt x="807321" y="74663"/>
                  <a:pt x="804923" y="73093"/>
                </a:cubicBezTo>
                <a:cubicBezTo>
                  <a:pt x="803249" y="72015"/>
                  <a:pt x="799087" y="70646"/>
                  <a:pt x="792437" y="68985"/>
                </a:cubicBezTo>
                <a:cubicBezTo>
                  <a:pt x="783479" y="66721"/>
                  <a:pt x="777270" y="64763"/>
                  <a:pt x="773809" y="63111"/>
                </a:cubicBezTo>
                <a:cubicBezTo>
                  <a:pt x="770348" y="61458"/>
                  <a:pt x="767724" y="59171"/>
                  <a:pt x="765937" y="56250"/>
                </a:cubicBezTo>
                <a:cubicBezTo>
                  <a:pt x="764150" y="53329"/>
                  <a:pt x="763256" y="50103"/>
                  <a:pt x="763256" y="46572"/>
                </a:cubicBezTo>
                <a:cubicBezTo>
                  <a:pt x="763256" y="43357"/>
                  <a:pt x="763992" y="40379"/>
                  <a:pt x="765462" y="37639"/>
                </a:cubicBezTo>
                <a:cubicBezTo>
                  <a:pt x="766932" y="34900"/>
                  <a:pt x="768934" y="32624"/>
                  <a:pt x="771468" y="30813"/>
                </a:cubicBezTo>
                <a:cubicBezTo>
                  <a:pt x="773368" y="29409"/>
                  <a:pt x="775958" y="28221"/>
                  <a:pt x="779238" y="27248"/>
                </a:cubicBezTo>
                <a:cubicBezTo>
                  <a:pt x="782518" y="26274"/>
                  <a:pt x="786035" y="25787"/>
                  <a:pt x="789790" y="25787"/>
                </a:cubicBezTo>
                <a:cubicBezTo>
                  <a:pt x="795445" y="25787"/>
                  <a:pt x="800410" y="26607"/>
                  <a:pt x="804685" y="28247"/>
                </a:cubicBezTo>
                <a:cubicBezTo>
                  <a:pt x="808961" y="29886"/>
                  <a:pt x="812116" y="32106"/>
                  <a:pt x="814152" y="34908"/>
                </a:cubicBezTo>
                <a:cubicBezTo>
                  <a:pt x="816188" y="37709"/>
                  <a:pt x="817590" y="41455"/>
                  <a:pt x="818359" y="46145"/>
                </a:cubicBezTo>
                <a:lnTo>
                  <a:pt x="806416" y="47774"/>
                </a:lnTo>
                <a:cubicBezTo>
                  <a:pt x="805873" y="44064"/>
                  <a:pt x="804301" y="41169"/>
                  <a:pt x="801700" y="39088"/>
                </a:cubicBezTo>
                <a:cubicBezTo>
                  <a:pt x="799098" y="37007"/>
                  <a:pt x="795422" y="35966"/>
                  <a:pt x="790672" y="35966"/>
                </a:cubicBezTo>
                <a:cubicBezTo>
                  <a:pt x="785062" y="35966"/>
                  <a:pt x="781059" y="36889"/>
                  <a:pt x="778661" y="38736"/>
                </a:cubicBezTo>
                <a:cubicBezTo>
                  <a:pt x="776263" y="40581"/>
                  <a:pt x="775064" y="42742"/>
                  <a:pt x="775064" y="45219"/>
                </a:cubicBezTo>
                <a:cubicBezTo>
                  <a:pt x="775064" y="46794"/>
                  <a:pt x="775562" y="48212"/>
                  <a:pt x="776557" y="49473"/>
                </a:cubicBezTo>
                <a:cubicBezTo>
                  <a:pt x="777552" y="50778"/>
                  <a:pt x="779113" y="51858"/>
                  <a:pt x="781240" y="52713"/>
                </a:cubicBezTo>
                <a:cubicBezTo>
                  <a:pt x="782461" y="53164"/>
                  <a:pt x="786058" y="54200"/>
                  <a:pt x="792029" y="55820"/>
                </a:cubicBezTo>
                <a:cubicBezTo>
                  <a:pt x="800670" y="58126"/>
                  <a:pt x="806699" y="60013"/>
                  <a:pt x="810114" y="61482"/>
                </a:cubicBezTo>
                <a:cubicBezTo>
                  <a:pt x="813530" y="62951"/>
                  <a:pt x="816211" y="65087"/>
                  <a:pt x="818156" y="67891"/>
                </a:cubicBezTo>
                <a:cubicBezTo>
                  <a:pt x="820101" y="70693"/>
                  <a:pt x="821074" y="74173"/>
                  <a:pt x="821074" y="78331"/>
                </a:cubicBezTo>
                <a:cubicBezTo>
                  <a:pt x="821074" y="82399"/>
                  <a:pt x="819886" y="86231"/>
                  <a:pt x="817511" y="89825"/>
                </a:cubicBezTo>
                <a:cubicBezTo>
                  <a:pt x="815136" y="93417"/>
                  <a:pt x="811709" y="96196"/>
                  <a:pt x="807230" y="98163"/>
                </a:cubicBezTo>
                <a:cubicBezTo>
                  <a:pt x="802751" y="100129"/>
                  <a:pt x="797684" y="101113"/>
                  <a:pt x="792029" y="101113"/>
                </a:cubicBezTo>
                <a:cubicBezTo>
                  <a:pt x="782665" y="101113"/>
                  <a:pt x="775528" y="99162"/>
                  <a:pt x="770619" y="95260"/>
                </a:cubicBezTo>
                <a:cubicBezTo>
                  <a:pt x="765711" y="91358"/>
                  <a:pt x="762578" y="85573"/>
                  <a:pt x="761221" y="77904"/>
                </a:cubicBezTo>
                <a:close/>
                <a:moveTo>
                  <a:pt x="835664" y="14115"/>
                </a:moveTo>
                <a:lnTo>
                  <a:pt x="835664" y="0"/>
                </a:lnTo>
                <a:lnTo>
                  <a:pt x="847879" y="0"/>
                </a:lnTo>
                <a:lnTo>
                  <a:pt x="847879" y="14115"/>
                </a:lnTo>
                <a:lnTo>
                  <a:pt x="835664" y="14115"/>
                </a:lnTo>
                <a:moveTo>
                  <a:pt x="835664" y="99484"/>
                </a:moveTo>
                <a:lnTo>
                  <a:pt x="835664" y="27416"/>
                </a:lnTo>
                <a:lnTo>
                  <a:pt x="847879" y="27416"/>
                </a:lnTo>
                <a:lnTo>
                  <a:pt x="847879" y="99484"/>
                </a:lnTo>
                <a:lnTo>
                  <a:pt x="835664" y="99484"/>
                </a:lnTo>
                <a:close/>
                <a:moveTo>
                  <a:pt x="861564" y="77904"/>
                </a:moveTo>
                <a:lnTo>
                  <a:pt x="873643" y="76004"/>
                </a:lnTo>
                <a:cubicBezTo>
                  <a:pt x="874322" y="80824"/>
                  <a:pt x="876210" y="84517"/>
                  <a:pt x="879309" y="87085"/>
                </a:cubicBezTo>
                <a:cubicBezTo>
                  <a:pt x="882408" y="89651"/>
                  <a:pt x="886740" y="90934"/>
                  <a:pt x="892305" y="90934"/>
                </a:cubicBezTo>
                <a:cubicBezTo>
                  <a:pt x="897914" y="90934"/>
                  <a:pt x="902077" y="89800"/>
                  <a:pt x="904791" y="87534"/>
                </a:cubicBezTo>
                <a:cubicBezTo>
                  <a:pt x="907506" y="85267"/>
                  <a:pt x="908863" y="82607"/>
                  <a:pt x="908863" y="79556"/>
                </a:cubicBezTo>
                <a:cubicBezTo>
                  <a:pt x="908863" y="76818"/>
                  <a:pt x="907664" y="74663"/>
                  <a:pt x="905266" y="73093"/>
                </a:cubicBezTo>
                <a:cubicBezTo>
                  <a:pt x="903592" y="72015"/>
                  <a:pt x="899430" y="70646"/>
                  <a:pt x="892780" y="68985"/>
                </a:cubicBezTo>
                <a:cubicBezTo>
                  <a:pt x="883822" y="66721"/>
                  <a:pt x="877613" y="64763"/>
                  <a:pt x="874152" y="63111"/>
                </a:cubicBezTo>
                <a:cubicBezTo>
                  <a:pt x="870691" y="61458"/>
                  <a:pt x="868067" y="59171"/>
                  <a:pt x="866280" y="56250"/>
                </a:cubicBezTo>
                <a:cubicBezTo>
                  <a:pt x="864493" y="53329"/>
                  <a:pt x="863599" y="50103"/>
                  <a:pt x="863599" y="46572"/>
                </a:cubicBezTo>
                <a:cubicBezTo>
                  <a:pt x="863599" y="43357"/>
                  <a:pt x="864335" y="40379"/>
                  <a:pt x="865805" y="37639"/>
                </a:cubicBezTo>
                <a:cubicBezTo>
                  <a:pt x="867275" y="34900"/>
                  <a:pt x="869277" y="32624"/>
                  <a:pt x="871811" y="30813"/>
                </a:cubicBezTo>
                <a:cubicBezTo>
                  <a:pt x="873711" y="29409"/>
                  <a:pt x="876301" y="28221"/>
                  <a:pt x="879581" y="27248"/>
                </a:cubicBezTo>
                <a:cubicBezTo>
                  <a:pt x="882861" y="26274"/>
                  <a:pt x="886378" y="25787"/>
                  <a:pt x="890133" y="25787"/>
                </a:cubicBezTo>
                <a:cubicBezTo>
                  <a:pt x="895788" y="25787"/>
                  <a:pt x="900753" y="26607"/>
                  <a:pt x="905029" y="28247"/>
                </a:cubicBezTo>
                <a:cubicBezTo>
                  <a:pt x="909304" y="29886"/>
                  <a:pt x="912459" y="32106"/>
                  <a:pt x="914495" y="34908"/>
                </a:cubicBezTo>
                <a:cubicBezTo>
                  <a:pt x="916531" y="37709"/>
                  <a:pt x="917933" y="41455"/>
                  <a:pt x="918703" y="46145"/>
                </a:cubicBezTo>
                <a:lnTo>
                  <a:pt x="906759" y="47774"/>
                </a:lnTo>
                <a:cubicBezTo>
                  <a:pt x="906216" y="44064"/>
                  <a:pt x="904644" y="41169"/>
                  <a:pt x="902043" y="39088"/>
                </a:cubicBezTo>
                <a:cubicBezTo>
                  <a:pt x="899441" y="37007"/>
                  <a:pt x="895766" y="35966"/>
                  <a:pt x="891015" y="35966"/>
                </a:cubicBezTo>
                <a:cubicBezTo>
                  <a:pt x="885405" y="35966"/>
                  <a:pt x="881402" y="36889"/>
                  <a:pt x="879004" y="38736"/>
                </a:cubicBezTo>
                <a:cubicBezTo>
                  <a:pt x="876606" y="40581"/>
                  <a:pt x="875407" y="42742"/>
                  <a:pt x="875407" y="45219"/>
                </a:cubicBezTo>
                <a:cubicBezTo>
                  <a:pt x="875407" y="46794"/>
                  <a:pt x="875905" y="48212"/>
                  <a:pt x="876900" y="49473"/>
                </a:cubicBezTo>
                <a:cubicBezTo>
                  <a:pt x="877896" y="50778"/>
                  <a:pt x="879456" y="51858"/>
                  <a:pt x="881583" y="52713"/>
                </a:cubicBezTo>
                <a:cubicBezTo>
                  <a:pt x="882804" y="53164"/>
                  <a:pt x="886401" y="54200"/>
                  <a:pt x="892373" y="55820"/>
                </a:cubicBezTo>
                <a:cubicBezTo>
                  <a:pt x="901013" y="58126"/>
                  <a:pt x="907042" y="60013"/>
                  <a:pt x="910457" y="61482"/>
                </a:cubicBezTo>
                <a:cubicBezTo>
                  <a:pt x="913873" y="62951"/>
                  <a:pt x="916554" y="65087"/>
                  <a:pt x="918499" y="67891"/>
                </a:cubicBezTo>
                <a:cubicBezTo>
                  <a:pt x="920444" y="70693"/>
                  <a:pt x="921417" y="74173"/>
                  <a:pt x="921417" y="78331"/>
                </a:cubicBezTo>
                <a:cubicBezTo>
                  <a:pt x="921417" y="82399"/>
                  <a:pt x="920229" y="86231"/>
                  <a:pt x="917854" y="89825"/>
                </a:cubicBezTo>
                <a:cubicBezTo>
                  <a:pt x="915479" y="93417"/>
                  <a:pt x="912052" y="96196"/>
                  <a:pt x="907573" y="98163"/>
                </a:cubicBezTo>
                <a:cubicBezTo>
                  <a:pt x="903095" y="100129"/>
                  <a:pt x="898028" y="101113"/>
                  <a:pt x="892373" y="101113"/>
                </a:cubicBezTo>
                <a:cubicBezTo>
                  <a:pt x="883008" y="101113"/>
                  <a:pt x="875871" y="99162"/>
                  <a:pt x="870962" y="95260"/>
                </a:cubicBezTo>
                <a:cubicBezTo>
                  <a:pt x="866054" y="91358"/>
                  <a:pt x="862921" y="85573"/>
                  <a:pt x="861564" y="77904"/>
                </a:cubicBezTo>
                <a:close/>
                <a:moveTo>
                  <a:pt x="974644" y="14115"/>
                </a:moveTo>
                <a:lnTo>
                  <a:pt x="974644" y="0"/>
                </a:lnTo>
                <a:lnTo>
                  <a:pt x="986859" y="0"/>
                </a:lnTo>
                <a:lnTo>
                  <a:pt x="986859" y="14115"/>
                </a:lnTo>
                <a:lnTo>
                  <a:pt x="974644" y="14115"/>
                </a:lnTo>
                <a:moveTo>
                  <a:pt x="974644" y="99484"/>
                </a:moveTo>
                <a:lnTo>
                  <a:pt x="974644" y="27416"/>
                </a:lnTo>
                <a:lnTo>
                  <a:pt x="986859" y="27416"/>
                </a:lnTo>
                <a:lnTo>
                  <a:pt x="986859" y="99484"/>
                </a:lnTo>
                <a:lnTo>
                  <a:pt x="974644" y="99484"/>
                </a:lnTo>
                <a:close/>
                <a:moveTo>
                  <a:pt x="1000543" y="77904"/>
                </a:moveTo>
                <a:lnTo>
                  <a:pt x="1012622" y="76004"/>
                </a:lnTo>
                <a:cubicBezTo>
                  <a:pt x="1013301" y="80824"/>
                  <a:pt x="1015189" y="84517"/>
                  <a:pt x="1018288" y="87085"/>
                </a:cubicBezTo>
                <a:cubicBezTo>
                  <a:pt x="1021387" y="89651"/>
                  <a:pt x="1025719" y="90934"/>
                  <a:pt x="1031284" y="90934"/>
                </a:cubicBezTo>
                <a:cubicBezTo>
                  <a:pt x="1036894" y="90934"/>
                  <a:pt x="1041056" y="89800"/>
                  <a:pt x="1043770" y="87534"/>
                </a:cubicBezTo>
                <a:cubicBezTo>
                  <a:pt x="1046485" y="85267"/>
                  <a:pt x="1047842" y="82607"/>
                  <a:pt x="1047842" y="79556"/>
                </a:cubicBezTo>
                <a:cubicBezTo>
                  <a:pt x="1047842" y="76818"/>
                  <a:pt x="1046643" y="74663"/>
                  <a:pt x="1044245" y="73093"/>
                </a:cubicBezTo>
                <a:cubicBezTo>
                  <a:pt x="1042571" y="72015"/>
                  <a:pt x="1038409" y="70646"/>
                  <a:pt x="1031759" y="68985"/>
                </a:cubicBezTo>
                <a:cubicBezTo>
                  <a:pt x="1022801" y="66721"/>
                  <a:pt x="1016592" y="64763"/>
                  <a:pt x="1013131" y="63111"/>
                </a:cubicBezTo>
                <a:cubicBezTo>
                  <a:pt x="1009670" y="61458"/>
                  <a:pt x="1007046" y="59171"/>
                  <a:pt x="1005259" y="56250"/>
                </a:cubicBezTo>
                <a:cubicBezTo>
                  <a:pt x="1003472" y="53329"/>
                  <a:pt x="1002579" y="50103"/>
                  <a:pt x="1002579" y="46572"/>
                </a:cubicBezTo>
                <a:cubicBezTo>
                  <a:pt x="1002579" y="43357"/>
                  <a:pt x="1003314" y="40379"/>
                  <a:pt x="1004784" y="37639"/>
                </a:cubicBezTo>
                <a:cubicBezTo>
                  <a:pt x="1006254" y="34900"/>
                  <a:pt x="1008256" y="32624"/>
                  <a:pt x="1010790" y="30813"/>
                </a:cubicBezTo>
                <a:cubicBezTo>
                  <a:pt x="1012690" y="29409"/>
                  <a:pt x="1015280" y="28221"/>
                  <a:pt x="1018560" y="27248"/>
                </a:cubicBezTo>
                <a:cubicBezTo>
                  <a:pt x="1021840" y="26274"/>
                  <a:pt x="1025357" y="25787"/>
                  <a:pt x="1029112" y="25787"/>
                </a:cubicBezTo>
                <a:cubicBezTo>
                  <a:pt x="1034767" y="25787"/>
                  <a:pt x="1039732" y="26607"/>
                  <a:pt x="1044008" y="28247"/>
                </a:cubicBezTo>
                <a:cubicBezTo>
                  <a:pt x="1048283" y="29886"/>
                  <a:pt x="1051438" y="32106"/>
                  <a:pt x="1053474" y="34908"/>
                </a:cubicBezTo>
                <a:cubicBezTo>
                  <a:pt x="1055510" y="37709"/>
                  <a:pt x="1056913" y="41455"/>
                  <a:pt x="1057682" y="46145"/>
                </a:cubicBezTo>
                <a:lnTo>
                  <a:pt x="1045738" y="47774"/>
                </a:lnTo>
                <a:cubicBezTo>
                  <a:pt x="1045195" y="44064"/>
                  <a:pt x="1043623" y="41169"/>
                  <a:pt x="1041022" y="39088"/>
                </a:cubicBezTo>
                <a:cubicBezTo>
                  <a:pt x="1038420" y="37007"/>
                  <a:pt x="1034745" y="35966"/>
                  <a:pt x="1029994" y="35966"/>
                </a:cubicBezTo>
                <a:cubicBezTo>
                  <a:pt x="1024385" y="35966"/>
                  <a:pt x="1020381" y="36889"/>
                  <a:pt x="1017983" y="38736"/>
                </a:cubicBezTo>
                <a:cubicBezTo>
                  <a:pt x="1015585" y="40581"/>
                  <a:pt x="1014386" y="42742"/>
                  <a:pt x="1014386" y="45219"/>
                </a:cubicBezTo>
                <a:cubicBezTo>
                  <a:pt x="1014386" y="46794"/>
                  <a:pt x="1014884" y="48212"/>
                  <a:pt x="1015879" y="49473"/>
                </a:cubicBezTo>
                <a:cubicBezTo>
                  <a:pt x="1016875" y="50778"/>
                  <a:pt x="1018435" y="51858"/>
                  <a:pt x="1020562" y="52713"/>
                </a:cubicBezTo>
                <a:cubicBezTo>
                  <a:pt x="1021783" y="53164"/>
                  <a:pt x="1025380" y="54200"/>
                  <a:pt x="1031352" y="55820"/>
                </a:cubicBezTo>
                <a:cubicBezTo>
                  <a:pt x="1039993" y="58126"/>
                  <a:pt x="1046021" y="60013"/>
                  <a:pt x="1049437" y="61482"/>
                </a:cubicBezTo>
                <a:cubicBezTo>
                  <a:pt x="1052852" y="62951"/>
                  <a:pt x="1055533" y="65087"/>
                  <a:pt x="1057478" y="67891"/>
                </a:cubicBezTo>
                <a:cubicBezTo>
                  <a:pt x="1059423" y="70693"/>
                  <a:pt x="1060396" y="74173"/>
                  <a:pt x="1060396" y="78331"/>
                </a:cubicBezTo>
                <a:cubicBezTo>
                  <a:pt x="1060396" y="82399"/>
                  <a:pt x="1059209" y="86231"/>
                  <a:pt x="1056833" y="89825"/>
                </a:cubicBezTo>
                <a:cubicBezTo>
                  <a:pt x="1054458" y="93417"/>
                  <a:pt x="1051031" y="96196"/>
                  <a:pt x="1046552" y="98163"/>
                </a:cubicBezTo>
                <a:cubicBezTo>
                  <a:pt x="1042074" y="100129"/>
                  <a:pt x="1037007" y="101113"/>
                  <a:pt x="1031352" y="101113"/>
                </a:cubicBezTo>
                <a:cubicBezTo>
                  <a:pt x="1021987" y="101113"/>
                  <a:pt x="1014850" y="99162"/>
                  <a:pt x="1009941" y="95260"/>
                </a:cubicBezTo>
                <a:cubicBezTo>
                  <a:pt x="1005033" y="91358"/>
                  <a:pt x="1001900" y="85573"/>
                  <a:pt x="1000543" y="77904"/>
                </a:cubicBezTo>
                <a:close/>
                <a:moveTo>
                  <a:pt x="1113283" y="99484"/>
                </a:moveTo>
                <a:lnTo>
                  <a:pt x="1113283" y="0"/>
                </a:lnTo>
                <a:lnTo>
                  <a:pt x="1125498" y="0"/>
                </a:lnTo>
                <a:lnTo>
                  <a:pt x="1125498" y="99484"/>
                </a:lnTo>
                <a:lnTo>
                  <a:pt x="1113283" y="99484"/>
                </a:lnTo>
                <a:close/>
                <a:moveTo>
                  <a:pt x="1144476" y="14115"/>
                </a:moveTo>
                <a:lnTo>
                  <a:pt x="1144476" y="0"/>
                </a:lnTo>
                <a:lnTo>
                  <a:pt x="1156691" y="0"/>
                </a:lnTo>
                <a:lnTo>
                  <a:pt x="1156691" y="14115"/>
                </a:lnTo>
                <a:lnTo>
                  <a:pt x="1144476" y="14115"/>
                </a:lnTo>
                <a:moveTo>
                  <a:pt x="1144476" y="99484"/>
                </a:moveTo>
                <a:lnTo>
                  <a:pt x="1144476" y="27416"/>
                </a:lnTo>
                <a:lnTo>
                  <a:pt x="1156691" y="27416"/>
                </a:lnTo>
                <a:lnTo>
                  <a:pt x="1156691" y="99484"/>
                </a:lnTo>
                <a:lnTo>
                  <a:pt x="1144476" y="99484"/>
                </a:lnTo>
                <a:close/>
                <a:moveTo>
                  <a:pt x="1175329" y="99484"/>
                </a:moveTo>
                <a:lnTo>
                  <a:pt x="1175329" y="0"/>
                </a:lnTo>
                <a:lnTo>
                  <a:pt x="1187544" y="0"/>
                </a:lnTo>
                <a:lnTo>
                  <a:pt x="1187544" y="56732"/>
                </a:lnTo>
                <a:lnTo>
                  <a:pt x="1216452" y="27416"/>
                </a:lnTo>
                <a:lnTo>
                  <a:pt x="1232264" y="27416"/>
                </a:lnTo>
                <a:lnTo>
                  <a:pt x="1204712" y="54153"/>
                </a:lnTo>
                <a:lnTo>
                  <a:pt x="1235046" y="99484"/>
                </a:lnTo>
                <a:lnTo>
                  <a:pt x="1219981" y="99484"/>
                </a:lnTo>
                <a:lnTo>
                  <a:pt x="1196162" y="62636"/>
                </a:lnTo>
                <a:lnTo>
                  <a:pt x="1187544" y="70915"/>
                </a:lnTo>
                <a:lnTo>
                  <a:pt x="1187544" y="99484"/>
                </a:lnTo>
                <a:lnTo>
                  <a:pt x="1175329" y="99484"/>
                </a:lnTo>
                <a:close/>
                <a:moveTo>
                  <a:pt x="1294086" y="76276"/>
                </a:moveTo>
                <a:lnTo>
                  <a:pt x="1306708" y="77836"/>
                </a:lnTo>
                <a:cubicBezTo>
                  <a:pt x="1304717" y="85211"/>
                  <a:pt x="1301030" y="90934"/>
                  <a:pt x="1295646" y="95005"/>
                </a:cubicBezTo>
                <a:cubicBezTo>
                  <a:pt x="1290263" y="99077"/>
                  <a:pt x="1283386" y="101113"/>
                  <a:pt x="1275017" y="101113"/>
                </a:cubicBezTo>
                <a:cubicBezTo>
                  <a:pt x="1264476" y="101113"/>
                  <a:pt x="1256117" y="97867"/>
                  <a:pt x="1249942" y="91375"/>
                </a:cubicBezTo>
                <a:cubicBezTo>
                  <a:pt x="1243767" y="84883"/>
                  <a:pt x="1240679" y="75778"/>
                  <a:pt x="1240679" y="64061"/>
                </a:cubicBezTo>
                <a:cubicBezTo>
                  <a:pt x="1240679" y="51936"/>
                  <a:pt x="1243801" y="42526"/>
                  <a:pt x="1250044" y="35831"/>
                </a:cubicBezTo>
                <a:cubicBezTo>
                  <a:pt x="1256287" y="29135"/>
                  <a:pt x="1264385" y="25787"/>
                  <a:pt x="1274338" y="25787"/>
                </a:cubicBezTo>
                <a:cubicBezTo>
                  <a:pt x="1283974" y="25787"/>
                  <a:pt x="1291846" y="29062"/>
                  <a:pt x="1297954" y="35612"/>
                </a:cubicBezTo>
                <a:cubicBezTo>
                  <a:pt x="1304061" y="42161"/>
                  <a:pt x="1307115" y="51374"/>
                  <a:pt x="1307115" y="63253"/>
                </a:cubicBezTo>
                <a:cubicBezTo>
                  <a:pt x="1307115" y="63975"/>
                  <a:pt x="1307092" y="65059"/>
                  <a:pt x="1307047" y="66504"/>
                </a:cubicBezTo>
                <a:lnTo>
                  <a:pt x="1253301" y="66504"/>
                </a:lnTo>
                <a:cubicBezTo>
                  <a:pt x="1253754" y="74398"/>
                  <a:pt x="1255993" y="80443"/>
                  <a:pt x="1260019" y="84640"/>
                </a:cubicBezTo>
                <a:cubicBezTo>
                  <a:pt x="1264046" y="88836"/>
                  <a:pt x="1269067" y="90934"/>
                  <a:pt x="1275084" y="90934"/>
                </a:cubicBezTo>
                <a:cubicBezTo>
                  <a:pt x="1279563" y="90934"/>
                  <a:pt x="1283386" y="89769"/>
                  <a:pt x="1286553" y="87439"/>
                </a:cubicBezTo>
                <a:cubicBezTo>
                  <a:pt x="1289720" y="85107"/>
                  <a:pt x="1292231" y="81386"/>
                  <a:pt x="1294086" y="76276"/>
                </a:cubicBezTo>
                <a:moveTo>
                  <a:pt x="1253980" y="56325"/>
                </a:moveTo>
                <a:lnTo>
                  <a:pt x="1294221" y="56325"/>
                </a:lnTo>
                <a:cubicBezTo>
                  <a:pt x="1293678" y="50361"/>
                  <a:pt x="1292140" y="45889"/>
                  <a:pt x="1289607" y="42907"/>
                </a:cubicBezTo>
                <a:cubicBezTo>
                  <a:pt x="1285716" y="38280"/>
                  <a:pt x="1280672" y="35966"/>
                  <a:pt x="1274474" y="35966"/>
                </a:cubicBezTo>
                <a:cubicBezTo>
                  <a:pt x="1268864" y="35966"/>
                  <a:pt x="1264148" y="37813"/>
                  <a:pt x="1260325" y="41508"/>
                </a:cubicBezTo>
                <a:cubicBezTo>
                  <a:pt x="1256502" y="45200"/>
                  <a:pt x="1254387" y="50139"/>
                  <a:pt x="1253980" y="56325"/>
                </a:cubicBezTo>
                <a:close/>
                <a:moveTo>
                  <a:pt x="1321751" y="99484"/>
                </a:moveTo>
                <a:lnTo>
                  <a:pt x="1321751" y="0"/>
                </a:lnTo>
                <a:lnTo>
                  <a:pt x="1333966" y="0"/>
                </a:lnTo>
                <a:lnTo>
                  <a:pt x="1333966" y="99484"/>
                </a:lnTo>
                <a:lnTo>
                  <a:pt x="1321751" y="99484"/>
                </a:lnTo>
                <a:close/>
                <a:moveTo>
                  <a:pt x="1352333" y="127307"/>
                </a:moveTo>
                <a:lnTo>
                  <a:pt x="1350976" y="115839"/>
                </a:lnTo>
                <a:cubicBezTo>
                  <a:pt x="1353645" y="116562"/>
                  <a:pt x="1355975" y="116924"/>
                  <a:pt x="1357966" y="116924"/>
                </a:cubicBezTo>
                <a:cubicBezTo>
                  <a:pt x="1360680" y="116924"/>
                  <a:pt x="1362852" y="116466"/>
                  <a:pt x="1364480" y="115550"/>
                </a:cubicBezTo>
                <a:cubicBezTo>
                  <a:pt x="1366109" y="114635"/>
                  <a:pt x="1367444" y="113354"/>
                  <a:pt x="1368484" y="111705"/>
                </a:cubicBezTo>
                <a:cubicBezTo>
                  <a:pt x="1369253" y="110470"/>
                  <a:pt x="1370497" y="107403"/>
                  <a:pt x="1372217" y="102506"/>
                </a:cubicBezTo>
                <a:cubicBezTo>
                  <a:pt x="1372443" y="101819"/>
                  <a:pt x="1372805" y="100812"/>
                  <a:pt x="1373302" y="99484"/>
                </a:cubicBezTo>
                <a:lnTo>
                  <a:pt x="1345954" y="27416"/>
                </a:lnTo>
                <a:lnTo>
                  <a:pt x="1359119" y="27416"/>
                </a:lnTo>
                <a:lnTo>
                  <a:pt x="1374117" y="69053"/>
                </a:lnTo>
                <a:cubicBezTo>
                  <a:pt x="1376062" y="74335"/>
                  <a:pt x="1377804" y="79886"/>
                  <a:pt x="1379342" y="85708"/>
                </a:cubicBezTo>
                <a:cubicBezTo>
                  <a:pt x="1380744" y="80111"/>
                  <a:pt x="1382418" y="74650"/>
                  <a:pt x="1384364" y="69324"/>
                </a:cubicBezTo>
                <a:lnTo>
                  <a:pt x="1399768" y="27416"/>
                </a:lnTo>
                <a:lnTo>
                  <a:pt x="1411983" y="27416"/>
                </a:lnTo>
                <a:lnTo>
                  <a:pt x="1384567" y="100754"/>
                </a:lnTo>
                <a:cubicBezTo>
                  <a:pt x="1381627" y="108677"/>
                  <a:pt x="1379342" y="114132"/>
                  <a:pt x="1377713" y="117119"/>
                </a:cubicBezTo>
                <a:cubicBezTo>
                  <a:pt x="1375542" y="121149"/>
                  <a:pt x="1373053" y="124103"/>
                  <a:pt x="1370249" y="125982"/>
                </a:cubicBezTo>
                <a:cubicBezTo>
                  <a:pt x="1367444" y="127861"/>
                  <a:pt x="1364096" y="128800"/>
                  <a:pt x="1360205" y="128800"/>
                </a:cubicBezTo>
                <a:cubicBezTo>
                  <a:pt x="1357853" y="128800"/>
                  <a:pt x="1355229" y="128302"/>
                  <a:pt x="1352333" y="127307"/>
                </a:cubicBezTo>
                <a:close/>
                <a:moveTo>
                  <a:pt x="1487671" y="88694"/>
                </a:moveTo>
                <a:lnTo>
                  <a:pt x="1489436" y="99484"/>
                </a:lnTo>
                <a:cubicBezTo>
                  <a:pt x="1485997" y="100117"/>
                  <a:pt x="1482921" y="100434"/>
                  <a:pt x="1480207" y="100434"/>
                </a:cubicBezTo>
                <a:cubicBezTo>
                  <a:pt x="1475773" y="100434"/>
                  <a:pt x="1472335" y="99733"/>
                  <a:pt x="1469892" y="98330"/>
                </a:cubicBezTo>
                <a:cubicBezTo>
                  <a:pt x="1467449" y="96928"/>
                  <a:pt x="1465730" y="95084"/>
                  <a:pt x="1464734" y="92800"/>
                </a:cubicBezTo>
                <a:cubicBezTo>
                  <a:pt x="1463739" y="90515"/>
                  <a:pt x="1463241" y="85708"/>
                  <a:pt x="1463241" y="78379"/>
                </a:cubicBezTo>
                <a:lnTo>
                  <a:pt x="1463241" y="36916"/>
                </a:lnTo>
                <a:lnTo>
                  <a:pt x="1454284" y="36916"/>
                </a:lnTo>
                <a:lnTo>
                  <a:pt x="1454284" y="27416"/>
                </a:lnTo>
                <a:lnTo>
                  <a:pt x="1463241" y="27416"/>
                </a:lnTo>
                <a:lnTo>
                  <a:pt x="1463241" y="9520"/>
                </a:lnTo>
                <a:lnTo>
                  <a:pt x="1475388" y="2172"/>
                </a:lnTo>
                <a:lnTo>
                  <a:pt x="1475388" y="27416"/>
                </a:lnTo>
                <a:lnTo>
                  <a:pt x="1487671" y="27416"/>
                </a:lnTo>
                <a:lnTo>
                  <a:pt x="1487671" y="36916"/>
                </a:lnTo>
                <a:lnTo>
                  <a:pt x="1475388" y="36916"/>
                </a:lnTo>
                <a:lnTo>
                  <a:pt x="1475388" y="79058"/>
                </a:lnTo>
                <a:cubicBezTo>
                  <a:pt x="1475388" y="82542"/>
                  <a:pt x="1475603" y="84781"/>
                  <a:pt x="1476033" y="85776"/>
                </a:cubicBezTo>
                <a:cubicBezTo>
                  <a:pt x="1476463" y="86771"/>
                  <a:pt x="1477164" y="87563"/>
                  <a:pt x="1478137" y="88151"/>
                </a:cubicBezTo>
                <a:cubicBezTo>
                  <a:pt x="1479110" y="88739"/>
                  <a:pt x="1480501" y="89034"/>
                  <a:pt x="1482310" y="89034"/>
                </a:cubicBezTo>
                <a:cubicBezTo>
                  <a:pt x="1483668" y="89034"/>
                  <a:pt x="1485455" y="88920"/>
                  <a:pt x="1487671" y="88694"/>
                </a:cubicBezTo>
                <a:close/>
                <a:moveTo>
                  <a:pt x="1494953" y="63450"/>
                </a:moveTo>
                <a:cubicBezTo>
                  <a:pt x="1494953" y="50104"/>
                  <a:pt x="1498663" y="40219"/>
                  <a:pt x="1506082" y="33795"/>
                </a:cubicBezTo>
                <a:cubicBezTo>
                  <a:pt x="1512280" y="28456"/>
                  <a:pt x="1519835" y="25787"/>
                  <a:pt x="1528748" y="25787"/>
                </a:cubicBezTo>
                <a:cubicBezTo>
                  <a:pt x="1538655" y="25787"/>
                  <a:pt x="1546753" y="29033"/>
                  <a:pt x="1553042" y="35525"/>
                </a:cubicBezTo>
                <a:cubicBezTo>
                  <a:pt x="1559330" y="42017"/>
                  <a:pt x="1562475" y="50986"/>
                  <a:pt x="1562475" y="62432"/>
                </a:cubicBezTo>
                <a:cubicBezTo>
                  <a:pt x="1562475" y="71706"/>
                  <a:pt x="1561083" y="79001"/>
                  <a:pt x="1558301" y="84317"/>
                </a:cubicBezTo>
                <a:cubicBezTo>
                  <a:pt x="1555519" y="89633"/>
                  <a:pt x="1551470" y="93761"/>
                  <a:pt x="1546154" y="96702"/>
                </a:cubicBezTo>
                <a:cubicBezTo>
                  <a:pt x="1540838" y="99642"/>
                  <a:pt x="1535036" y="101113"/>
                  <a:pt x="1528748" y="101113"/>
                </a:cubicBezTo>
                <a:cubicBezTo>
                  <a:pt x="1518659" y="101113"/>
                  <a:pt x="1510504" y="97878"/>
                  <a:pt x="1504284" y="91409"/>
                </a:cubicBezTo>
                <a:cubicBezTo>
                  <a:pt x="1498063" y="84939"/>
                  <a:pt x="1494953" y="75620"/>
                  <a:pt x="1494953" y="63450"/>
                </a:cubicBezTo>
                <a:moveTo>
                  <a:pt x="1507507" y="63416"/>
                </a:moveTo>
                <a:cubicBezTo>
                  <a:pt x="1507507" y="72611"/>
                  <a:pt x="1509520" y="79496"/>
                  <a:pt x="1513547" y="84071"/>
                </a:cubicBezTo>
                <a:cubicBezTo>
                  <a:pt x="1517573" y="88646"/>
                  <a:pt x="1522640" y="90934"/>
                  <a:pt x="1528748" y="90934"/>
                </a:cubicBezTo>
                <a:cubicBezTo>
                  <a:pt x="1534810" y="90934"/>
                  <a:pt x="1539854" y="88635"/>
                  <a:pt x="1543881" y="84037"/>
                </a:cubicBezTo>
                <a:cubicBezTo>
                  <a:pt x="1547907" y="79440"/>
                  <a:pt x="1549920" y="72431"/>
                  <a:pt x="1549920" y="63011"/>
                </a:cubicBezTo>
                <a:cubicBezTo>
                  <a:pt x="1549920" y="54131"/>
                  <a:pt x="1547896" y="47404"/>
                  <a:pt x="1543847" y="42829"/>
                </a:cubicBezTo>
                <a:cubicBezTo>
                  <a:pt x="1539798" y="38254"/>
                  <a:pt x="1534765" y="35966"/>
                  <a:pt x="1528748" y="35966"/>
                </a:cubicBezTo>
                <a:cubicBezTo>
                  <a:pt x="1522640" y="35966"/>
                  <a:pt x="1517573" y="38242"/>
                  <a:pt x="1513547" y="42795"/>
                </a:cubicBezTo>
                <a:cubicBezTo>
                  <a:pt x="1509520" y="47347"/>
                  <a:pt x="1507507" y="54221"/>
                  <a:pt x="1507507" y="634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leadtoafinancialcrisis.">
            <a:extLst xmlns:a="http://schemas.openxmlformats.org/drawingml/2006/main">
              <a:ext uri="{FF2B5EF4-FFF2-40B4-BE49-F238E27FC236}">
                <a16:creationId xmlns:a16="http://schemas.microsoft.com/office/drawing/2014/main" id="{B60984F2-2F5D-442B-8525-3E291B82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315" y="2837469"/>
            <a:ext cx="1554893" cy="102877"/>
          </a:xfrm>
          <a:custGeom xmlns:a="http://schemas.openxmlformats.org/drawingml/2006/main">
            <a:pathLst>
              <a:path w="1554893" h="102877">
                <a:moveTo>
                  <a:pt x="0" y="101248"/>
                </a:moveTo>
                <a:lnTo>
                  <a:pt x="0" y="1764"/>
                </a:lnTo>
                <a:lnTo>
                  <a:pt x="12215" y="1764"/>
                </a:lnTo>
                <a:lnTo>
                  <a:pt x="12215" y="101248"/>
                </a:lnTo>
                <a:lnTo>
                  <a:pt x="0" y="101248"/>
                </a:lnTo>
                <a:close/>
                <a:moveTo>
                  <a:pt x="80460" y="78040"/>
                </a:moveTo>
                <a:lnTo>
                  <a:pt x="93082" y="79601"/>
                </a:lnTo>
                <a:cubicBezTo>
                  <a:pt x="91091" y="86975"/>
                  <a:pt x="87404" y="92698"/>
                  <a:pt x="82020" y="96770"/>
                </a:cubicBezTo>
                <a:cubicBezTo>
                  <a:pt x="76637" y="100841"/>
                  <a:pt x="69760" y="102877"/>
                  <a:pt x="61391" y="102877"/>
                </a:cubicBezTo>
                <a:cubicBezTo>
                  <a:pt x="50850" y="102877"/>
                  <a:pt x="42491" y="99631"/>
                  <a:pt x="36316" y="93139"/>
                </a:cubicBezTo>
                <a:cubicBezTo>
                  <a:pt x="30141" y="86647"/>
                  <a:pt x="27053" y="77542"/>
                  <a:pt x="27053" y="65825"/>
                </a:cubicBezTo>
                <a:cubicBezTo>
                  <a:pt x="27053" y="53701"/>
                  <a:pt x="30175" y="44291"/>
                  <a:pt x="36418" y="37595"/>
                </a:cubicBezTo>
                <a:cubicBezTo>
                  <a:pt x="42661" y="30899"/>
                  <a:pt x="50759" y="27552"/>
                  <a:pt x="60712" y="27552"/>
                </a:cubicBezTo>
                <a:cubicBezTo>
                  <a:pt x="70348" y="27552"/>
                  <a:pt x="78220" y="30827"/>
                  <a:pt x="84328" y="37377"/>
                </a:cubicBezTo>
                <a:cubicBezTo>
                  <a:pt x="90435" y="43925"/>
                  <a:pt x="93489" y="53139"/>
                  <a:pt x="93489" y="65017"/>
                </a:cubicBezTo>
                <a:cubicBezTo>
                  <a:pt x="93489" y="65740"/>
                  <a:pt x="93466" y="66823"/>
                  <a:pt x="93421" y="68268"/>
                </a:cubicBezTo>
                <a:lnTo>
                  <a:pt x="39675" y="68268"/>
                </a:lnTo>
                <a:cubicBezTo>
                  <a:pt x="40128" y="76163"/>
                  <a:pt x="42367" y="82208"/>
                  <a:pt x="46393" y="86404"/>
                </a:cubicBezTo>
                <a:cubicBezTo>
                  <a:pt x="50420" y="90600"/>
                  <a:pt x="55442" y="92698"/>
                  <a:pt x="61459" y="92698"/>
                </a:cubicBezTo>
                <a:cubicBezTo>
                  <a:pt x="65937" y="92698"/>
                  <a:pt x="69760" y="91533"/>
                  <a:pt x="72927" y="89203"/>
                </a:cubicBezTo>
                <a:cubicBezTo>
                  <a:pt x="76094" y="86872"/>
                  <a:pt x="78605" y="83151"/>
                  <a:pt x="80460" y="78040"/>
                </a:cubicBezTo>
                <a:moveTo>
                  <a:pt x="40354" y="58089"/>
                </a:moveTo>
                <a:lnTo>
                  <a:pt x="80595" y="58089"/>
                </a:lnTo>
                <a:cubicBezTo>
                  <a:pt x="80052" y="52126"/>
                  <a:pt x="78514" y="47653"/>
                  <a:pt x="75981" y="44672"/>
                </a:cubicBezTo>
                <a:cubicBezTo>
                  <a:pt x="72090" y="40044"/>
                  <a:pt x="67046" y="37731"/>
                  <a:pt x="60848" y="37731"/>
                </a:cubicBezTo>
                <a:cubicBezTo>
                  <a:pt x="55238" y="37731"/>
                  <a:pt x="50522" y="39578"/>
                  <a:pt x="46699" y="43272"/>
                </a:cubicBezTo>
                <a:cubicBezTo>
                  <a:pt x="42876" y="46965"/>
                  <a:pt x="40761" y="51904"/>
                  <a:pt x="40354" y="58089"/>
                </a:cubicBezTo>
                <a:close/>
                <a:moveTo>
                  <a:pt x="155425" y="92350"/>
                </a:moveTo>
                <a:cubicBezTo>
                  <a:pt x="150901" y="96199"/>
                  <a:pt x="146546" y="98915"/>
                  <a:pt x="142361" y="100500"/>
                </a:cubicBezTo>
                <a:cubicBezTo>
                  <a:pt x="138177" y="102085"/>
                  <a:pt x="133686" y="102877"/>
                  <a:pt x="128891" y="102877"/>
                </a:cubicBezTo>
                <a:cubicBezTo>
                  <a:pt x="120974" y="102877"/>
                  <a:pt x="114889" y="100942"/>
                  <a:pt x="110636" y="97071"/>
                </a:cubicBezTo>
                <a:cubicBezTo>
                  <a:pt x="106384" y="93200"/>
                  <a:pt x="104257" y="88254"/>
                  <a:pt x="104257" y="82233"/>
                </a:cubicBezTo>
                <a:cubicBezTo>
                  <a:pt x="104257" y="78702"/>
                  <a:pt x="105060" y="75478"/>
                  <a:pt x="106667" y="72558"/>
                </a:cubicBezTo>
                <a:cubicBezTo>
                  <a:pt x="108273" y="69637"/>
                  <a:pt x="110376" y="67294"/>
                  <a:pt x="112978" y="65528"/>
                </a:cubicBezTo>
                <a:cubicBezTo>
                  <a:pt x="115579" y="63762"/>
                  <a:pt x="118508" y="62427"/>
                  <a:pt x="121766" y="61522"/>
                </a:cubicBezTo>
                <a:cubicBezTo>
                  <a:pt x="124163" y="60887"/>
                  <a:pt x="127783" y="60276"/>
                  <a:pt x="132623" y="59688"/>
                </a:cubicBezTo>
                <a:cubicBezTo>
                  <a:pt x="142486" y="58520"/>
                  <a:pt x="149747" y="57128"/>
                  <a:pt x="154407" y="55510"/>
                </a:cubicBezTo>
                <a:cubicBezTo>
                  <a:pt x="154452" y="53843"/>
                  <a:pt x="154475" y="52784"/>
                  <a:pt x="154475" y="52333"/>
                </a:cubicBezTo>
                <a:cubicBezTo>
                  <a:pt x="154475" y="47375"/>
                  <a:pt x="153321" y="43883"/>
                  <a:pt x="151014" y="41855"/>
                </a:cubicBezTo>
                <a:cubicBezTo>
                  <a:pt x="147892" y="39106"/>
                  <a:pt x="143255" y="37731"/>
                  <a:pt x="137102" y="37731"/>
                </a:cubicBezTo>
                <a:cubicBezTo>
                  <a:pt x="131357" y="37731"/>
                  <a:pt x="127115" y="38737"/>
                  <a:pt x="124378" y="40750"/>
                </a:cubicBezTo>
                <a:cubicBezTo>
                  <a:pt x="121641" y="42764"/>
                  <a:pt x="119617" y="46326"/>
                  <a:pt x="118305" y="51439"/>
                </a:cubicBezTo>
                <a:lnTo>
                  <a:pt x="106361" y="49810"/>
                </a:lnTo>
                <a:cubicBezTo>
                  <a:pt x="107447" y="44682"/>
                  <a:pt x="109234" y="40541"/>
                  <a:pt x="111722" y="37387"/>
                </a:cubicBezTo>
                <a:cubicBezTo>
                  <a:pt x="114210" y="34233"/>
                  <a:pt x="117807" y="31806"/>
                  <a:pt x="122512" y="30105"/>
                </a:cubicBezTo>
                <a:cubicBezTo>
                  <a:pt x="127217" y="28403"/>
                  <a:pt x="132669" y="27552"/>
                  <a:pt x="138867" y="27552"/>
                </a:cubicBezTo>
                <a:cubicBezTo>
                  <a:pt x="145019" y="27552"/>
                  <a:pt x="150018" y="28275"/>
                  <a:pt x="153864" y="29723"/>
                </a:cubicBezTo>
                <a:cubicBezTo>
                  <a:pt x="157709" y="31171"/>
                  <a:pt x="160537" y="32992"/>
                  <a:pt x="162346" y="35186"/>
                </a:cubicBezTo>
                <a:cubicBezTo>
                  <a:pt x="164156" y="37380"/>
                  <a:pt x="165423" y="40151"/>
                  <a:pt x="166147" y="43499"/>
                </a:cubicBezTo>
                <a:cubicBezTo>
                  <a:pt x="166554" y="45580"/>
                  <a:pt x="166757" y="49335"/>
                  <a:pt x="166757" y="54764"/>
                </a:cubicBezTo>
                <a:lnTo>
                  <a:pt x="166757" y="71050"/>
                </a:lnTo>
                <a:cubicBezTo>
                  <a:pt x="166757" y="82406"/>
                  <a:pt x="167017" y="89588"/>
                  <a:pt x="167538" y="92596"/>
                </a:cubicBezTo>
                <a:cubicBezTo>
                  <a:pt x="168058" y="95605"/>
                  <a:pt x="169087" y="98489"/>
                  <a:pt x="170625" y="101248"/>
                </a:cubicBezTo>
                <a:lnTo>
                  <a:pt x="157868" y="101248"/>
                </a:lnTo>
                <a:cubicBezTo>
                  <a:pt x="156601" y="98712"/>
                  <a:pt x="155787" y="95746"/>
                  <a:pt x="155425" y="92350"/>
                </a:cubicBezTo>
                <a:moveTo>
                  <a:pt x="154407" y="65011"/>
                </a:moveTo>
                <a:cubicBezTo>
                  <a:pt x="149973" y="66836"/>
                  <a:pt x="143323" y="68387"/>
                  <a:pt x="134456" y="69663"/>
                </a:cubicBezTo>
                <a:cubicBezTo>
                  <a:pt x="129434" y="70390"/>
                  <a:pt x="125882" y="71208"/>
                  <a:pt x="123801" y="72117"/>
                </a:cubicBezTo>
                <a:cubicBezTo>
                  <a:pt x="121720" y="73025"/>
                  <a:pt x="120114" y="74354"/>
                  <a:pt x="118983" y="76104"/>
                </a:cubicBezTo>
                <a:cubicBezTo>
                  <a:pt x="117852" y="77853"/>
                  <a:pt x="117287" y="79795"/>
                  <a:pt x="117287" y="81929"/>
                </a:cubicBezTo>
                <a:cubicBezTo>
                  <a:pt x="117287" y="85199"/>
                  <a:pt x="118520" y="87925"/>
                  <a:pt x="120985" y="90107"/>
                </a:cubicBezTo>
                <a:cubicBezTo>
                  <a:pt x="123451" y="92287"/>
                  <a:pt x="127059" y="93377"/>
                  <a:pt x="131809" y="93377"/>
                </a:cubicBezTo>
                <a:cubicBezTo>
                  <a:pt x="136514" y="93377"/>
                  <a:pt x="140699" y="92342"/>
                  <a:pt x="144363" y="90274"/>
                </a:cubicBezTo>
                <a:cubicBezTo>
                  <a:pt x="148028" y="88206"/>
                  <a:pt x="150720" y="85376"/>
                  <a:pt x="152439" y="81785"/>
                </a:cubicBezTo>
                <a:cubicBezTo>
                  <a:pt x="153751" y="79011"/>
                  <a:pt x="154407" y="74920"/>
                  <a:pt x="154407" y="69511"/>
                </a:cubicBezTo>
                <a:lnTo>
                  <a:pt x="154407" y="65011"/>
                </a:lnTo>
                <a:close/>
                <a:moveTo>
                  <a:pt x="232565" y="101248"/>
                </a:moveTo>
                <a:lnTo>
                  <a:pt x="232565" y="92155"/>
                </a:lnTo>
                <a:cubicBezTo>
                  <a:pt x="227995" y="99303"/>
                  <a:pt x="221277" y="102877"/>
                  <a:pt x="212410" y="102877"/>
                </a:cubicBezTo>
                <a:cubicBezTo>
                  <a:pt x="206664" y="102877"/>
                  <a:pt x="201382" y="101294"/>
                  <a:pt x="196564" y="98127"/>
                </a:cubicBezTo>
                <a:cubicBezTo>
                  <a:pt x="191746" y="94960"/>
                  <a:pt x="188014" y="90538"/>
                  <a:pt x="185367" y="84860"/>
                </a:cubicBezTo>
                <a:cubicBezTo>
                  <a:pt x="182721" y="79182"/>
                  <a:pt x="181397" y="72656"/>
                  <a:pt x="181397" y="65282"/>
                </a:cubicBezTo>
                <a:cubicBezTo>
                  <a:pt x="181397" y="58089"/>
                  <a:pt x="182596" y="51563"/>
                  <a:pt x="184994" y="45704"/>
                </a:cubicBezTo>
                <a:cubicBezTo>
                  <a:pt x="187392" y="39846"/>
                  <a:pt x="190988" y="35356"/>
                  <a:pt x="195784" y="32234"/>
                </a:cubicBezTo>
                <a:cubicBezTo>
                  <a:pt x="200579" y="29112"/>
                  <a:pt x="205940" y="27552"/>
                  <a:pt x="211867" y="27552"/>
                </a:cubicBezTo>
                <a:cubicBezTo>
                  <a:pt x="216210" y="27552"/>
                  <a:pt x="220078" y="28468"/>
                  <a:pt x="223471" y="30300"/>
                </a:cubicBezTo>
                <a:cubicBezTo>
                  <a:pt x="226864" y="32132"/>
                  <a:pt x="229624" y="34519"/>
                  <a:pt x="231750" y="37459"/>
                </a:cubicBezTo>
                <a:lnTo>
                  <a:pt x="231750" y="1764"/>
                </a:lnTo>
                <a:lnTo>
                  <a:pt x="243897" y="1764"/>
                </a:lnTo>
                <a:lnTo>
                  <a:pt x="243897" y="101248"/>
                </a:lnTo>
                <a:lnTo>
                  <a:pt x="232565" y="101248"/>
                </a:lnTo>
                <a:moveTo>
                  <a:pt x="193952" y="65248"/>
                </a:moveTo>
                <a:cubicBezTo>
                  <a:pt x="193952" y="74443"/>
                  <a:pt x="195897" y="81317"/>
                  <a:pt x="199788" y="85870"/>
                </a:cubicBezTo>
                <a:cubicBezTo>
                  <a:pt x="203678" y="90422"/>
                  <a:pt x="208270" y="92698"/>
                  <a:pt x="213563" y="92698"/>
                </a:cubicBezTo>
                <a:cubicBezTo>
                  <a:pt x="218902" y="92698"/>
                  <a:pt x="223437" y="90524"/>
                  <a:pt x="227170" y="86175"/>
                </a:cubicBezTo>
                <a:cubicBezTo>
                  <a:pt x="230902" y="81825"/>
                  <a:pt x="232768" y="75187"/>
                  <a:pt x="232768" y="66262"/>
                </a:cubicBezTo>
                <a:cubicBezTo>
                  <a:pt x="232768" y="56436"/>
                  <a:pt x="230868" y="49225"/>
                  <a:pt x="227068" y="44627"/>
                </a:cubicBezTo>
                <a:cubicBezTo>
                  <a:pt x="223268" y="40029"/>
                  <a:pt x="218585" y="37731"/>
                  <a:pt x="213021" y="37731"/>
                </a:cubicBezTo>
                <a:cubicBezTo>
                  <a:pt x="207592" y="37731"/>
                  <a:pt x="203056" y="39940"/>
                  <a:pt x="199414" y="44358"/>
                </a:cubicBezTo>
                <a:cubicBezTo>
                  <a:pt x="195773" y="48774"/>
                  <a:pt x="193952" y="55738"/>
                  <a:pt x="193952" y="65248"/>
                </a:cubicBezTo>
                <a:close/>
                <a:moveTo>
                  <a:pt x="328294" y="90459"/>
                </a:moveTo>
                <a:lnTo>
                  <a:pt x="330058" y="101248"/>
                </a:lnTo>
                <a:cubicBezTo>
                  <a:pt x="326620" y="101882"/>
                  <a:pt x="323543" y="102199"/>
                  <a:pt x="320829" y="102199"/>
                </a:cubicBezTo>
                <a:cubicBezTo>
                  <a:pt x="316395" y="102199"/>
                  <a:pt x="312957" y="101497"/>
                  <a:pt x="310514" y="100095"/>
                </a:cubicBezTo>
                <a:cubicBezTo>
                  <a:pt x="308071" y="98692"/>
                  <a:pt x="306352" y="96849"/>
                  <a:pt x="305357" y="94564"/>
                </a:cubicBezTo>
                <a:cubicBezTo>
                  <a:pt x="304361" y="92280"/>
                  <a:pt x="303864" y="87473"/>
                  <a:pt x="303864" y="80144"/>
                </a:cubicBezTo>
                <a:lnTo>
                  <a:pt x="303864" y="38681"/>
                </a:lnTo>
                <a:lnTo>
                  <a:pt x="294906" y="38681"/>
                </a:lnTo>
                <a:lnTo>
                  <a:pt x="294906" y="29180"/>
                </a:lnTo>
                <a:lnTo>
                  <a:pt x="303864" y="29180"/>
                </a:lnTo>
                <a:lnTo>
                  <a:pt x="303864" y="11284"/>
                </a:lnTo>
                <a:lnTo>
                  <a:pt x="316011" y="3936"/>
                </a:lnTo>
                <a:lnTo>
                  <a:pt x="316011" y="29180"/>
                </a:lnTo>
                <a:lnTo>
                  <a:pt x="328294" y="29180"/>
                </a:lnTo>
                <a:lnTo>
                  <a:pt x="328294" y="38681"/>
                </a:lnTo>
                <a:lnTo>
                  <a:pt x="316011" y="38681"/>
                </a:lnTo>
                <a:lnTo>
                  <a:pt x="316011" y="80822"/>
                </a:lnTo>
                <a:cubicBezTo>
                  <a:pt x="316011" y="84306"/>
                  <a:pt x="316226" y="86545"/>
                  <a:pt x="316655" y="87541"/>
                </a:cubicBezTo>
                <a:cubicBezTo>
                  <a:pt x="317085" y="88536"/>
                  <a:pt x="317786" y="89328"/>
                  <a:pt x="318759" y="89916"/>
                </a:cubicBezTo>
                <a:cubicBezTo>
                  <a:pt x="319732" y="90504"/>
                  <a:pt x="321123" y="90798"/>
                  <a:pt x="322933" y="90798"/>
                </a:cubicBezTo>
                <a:cubicBezTo>
                  <a:pt x="324290" y="90798"/>
                  <a:pt x="326077" y="90685"/>
                  <a:pt x="328294" y="90459"/>
                </a:cubicBezTo>
                <a:close/>
                <a:moveTo>
                  <a:pt x="335760" y="65214"/>
                </a:moveTo>
                <a:cubicBezTo>
                  <a:pt x="335760" y="51868"/>
                  <a:pt x="339470" y="41983"/>
                  <a:pt x="346890" y="35559"/>
                </a:cubicBezTo>
                <a:cubicBezTo>
                  <a:pt x="353088" y="30221"/>
                  <a:pt x="360643" y="27552"/>
                  <a:pt x="369555" y="27552"/>
                </a:cubicBezTo>
                <a:cubicBezTo>
                  <a:pt x="379463" y="27552"/>
                  <a:pt x="387561" y="30798"/>
                  <a:pt x="393849" y="37290"/>
                </a:cubicBezTo>
                <a:cubicBezTo>
                  <a:pt x="400138" y="43782"/>
                  <a:pt x="403282" y="52751"/>
                  <a:pt x="403282" y="64196"/>
                </a:cubicBezTo>
                <a:cubicBezTo>
                  <a:pt x="403282" y="73471"/>
                  <a:pt x="401891" y="80766"/>
                  <a:pt x="399109" y="86082"/>
                </a:cubicBezTo>
                <a:cubicBezTo>
                  <a:pt x="396326" y="91397"/>
                  <a:pt x="392277" y="95526"/>
                  <a:pt x="386961" y="98466"/>
                </a:cubicBezTo>
                <a:cubicBezTo>
                  <a:pt x="381646" y="101407"/>
                  <a:pt x="375844" y="102877"/>
                  <a:pt x="369555" y="102877"/>
                </a:cubicBezTo>
                <a:cubicBezTo>
                  <a:pt x="359466" y="102877"/>
                  <a:pt x="351312" y="99642"/>
                  <a:pt x="345091" y="93173"/>
                </a:cubicBezTo>
                <a:cubicBezTo>
                  <a:pt x="338871" y="86704"/>
                  <a:pt x="335760" y="77384"/>
                  <a:pt x="335760" y="65214"/>
                </a:cubicBezTo>
                <a:moveTo>
                  <a:pt x="348315" y="65180"/>
                </a:moveTo>
                <a:cubicBezTo>
                  <a:pt x="348315" y="74376"/>
                  <a:pt x="350328" y="81261"/>
                  <a:pt x="354354" y="85836"/>
                </a:cubicBezTo>
                <a:cubicBezTo>
                  <a:pt x="358381" y="90411"/>
                  <a:pt x="363448" y="92698"/>
                  <a:pt x="369555" y="92698"/>
                </a:cubicBezTo>
                <a:cubicBezTo>
                  <a:pt x="375617" y="92698"/>
                  <a:pt x="380662" y="90399"/>
                  <a:pt x="384688" y="85802"/>
                </a:cubicBezTo>
                <a:cubicBezTo>
                  <a:pt x="388715" y="81204"/>
                  <a:pt x="390728" y="74195"/>
                  <a:pt x="390728" y="64775"/>
                </a:cubicBezTo>
                <a:cubicBezTo>
                  <a:pt x="390728" y="55895"/>
                  <a:pt x="388703" y="49168"/>
                  <a:pt x="384654" y="44593"/>
                </a:cubicBezTo>
                <a:cubicBezTo>
                  <a:pt x="380605" y="40018"/>
                  <a:pt x="375572" y="37731"/>
                  <a:pt x="369555" y="37731"/>
                </a:cubicBezTo>
                <a:cubicBezTo>
                  <a:pt x="363448" y="37731"/>
                  <a:pt x="358381" y="40007"/>
                  <a:pt x="354354" y="44559"/>
                </a:cubicBezTo>
                <a:cubicBezTo>
                  <a:pt x="350328" y="49112"/>
                  <a:pt x="348315" y="55985"/>
                  <a:pt x="348315" y="65180"/>
                </a:cubicBezTo>
                <a:close/>
                <a:moveTo>
                  <a:pt x="503151" y="92350"/>
                </a:moveTo>
                <a:cubicBezTo>
                  <a:pt x="498627" y="96199"/>
                  <a:pt x="494272" y="98915"/>
                  <a:pt x="490088" y="100500"/>
                </a:cubicBezTo>
                <a:cubicBezTo>
                  <a:pt x="485903" y="102085"/>
                  <a:pt x="481413" y="102877"/>
                  <a:pt x="476617" y="102877"/>
                </a:cubicBezTo>
                <a:cubicBezTo>
                  <a:pt x="468700" y="102877"/>
                  <a:pt x="462615" y="100942"/>
                  <a:pt x="458363" y="97071"/>
                </a:cubicBezTo>
                <a:cubicBezTo>
                  <a:pt x="454110" y="93200"/>
                  <a:pt x="451984" y="88254"/>
                  <a:pt x="451984" y="82233"/>
                </a:cubicBezTo>
                <a:cubicBezTo>
                  <a:pt x="451984" y="78702"/>
                  <a:pt x="452787" y="75478"/>
                  <a:pt x="454393" y="72558"/>
                </a:cubicBezTo>
                <a:cubicBezTo>
                  <a:pt x="455999" y="69637"/>
                  <a:pt x="458103" y="67294"/>
                  <a:pt x="460704" y="65528"/>
                </a:cubicBezTo>
                <a:cubicBezTo>
                  <a:pt x="463305" y="63762"/>
                  <a:pt x="466235" y="62427"/>
                  <a:pt x="469492" y="61522"/>
                </a:cubicBezTo>
                <a:cubicBezTo>
                  <a:pt x="471890" y="60887"/>
                  <a:pt x="475509" y="60276"/>
                  <a:pt x="480350" y="59688"/>
                </a:cubicBezTo>
                <a:cubicBezTo>
                  <a:pt x="490212" y="58520"/>
                  <a:pt x="497473" y="57128"/>
                  <a:pt x="502133" y="55510"/>
                </a:cubicBezTo>
                <a:cubicBezTo>
                  <a:pt x="502178" y="53843"/>
                  <a:pt x="502201" y="52784"/>
                  <a:pt x="502201" y="52333"/>
                </a:cubicBezTo>
                <a:cubicBezTo>
                  <a:pt x="502201" y="47375"/>
                  <a:pt x="501047" y="43883"/>
                  <a:pt x="498740" y="41855"/>
                </a:cubicBezTo>
                <a:cubicBezTo>
                  <a:pt x="495618" y="39106"/>
                  <a:pt x="490981" y="37731"/>
                  <a:pt x="484828" y="37731"/>
                </a:cubicBezTo>
                <a:cubicBezTo>
                  <a:pt x="479083" y="37731"/>
                  <a:pt x="474842" y="38737"/>
                  <a:pt x="472105" y="40750"/>
                </a:cubicBezTo>
                <a:cubicBezTo>
                  <a:pt x="469367" y="42764"/>
                  <a:pt x="467343" y="46326"/>
                  <a:pt x="466031" y="51439"/>
                </a:cubicBezTo>
                <a:lnTo>
                  <a:pt x="454087" y="49810"/>
                </a:lnTo>
                <a:cubicBezTo>
                  <a:pt x="455173" y="44682"/>
                  <a:pt x="456960" y="40541"/>
                  <a:pt x="459448" y="37387"/>
                </a:cubicBezTo>
                <a:cubicBezTo>
                  <a:pt x="461937" y="34233"/>
                  <a:pt x="465533" y="31806"/>
                  <a:pt x="470238" y="30105"/>
                </a:cubicBezTo>
                <a:cubicBezTo>
                  <a:pt x="474943" y="28403"/>
                  <a:pt x="480395" y="27552"/>
                  <a:pt x="486593" y="27552"/>
                </a:cubicBezTo>
                <a:cubicBezTo>
                  <a:pt x="492746" y="27552"/>
                  <a:pt x="497745" y="28275"/>
                  <a:pt x="501590" y="29723"/>
                </a:cubicBezTo>
                <a:cubicBezTo>
                  <a:pt x="505436" y="31171"/>
                  <a:pt x="508263" y="32992"/>
                  <a:pt x="510073" y="35186"/>
                </a:cubicBezTo>
                <a:cubicBezTo>
                  <a:pt x="511882" y="37380"/>
                  <a:pt x="513149" y="40151"/>
                  <a:pt x="513873" y="43499"/>
                </a:cubicBezTo>
                <a:cubicBezTo>
                  <a:pt x="514280" y="45580"/>
                  <a:pt x="514484" y="49335"/>
                  <a:pt x="514484" y="54764"/>
                </a:cubicBezTo>
                <a:lnTo>
                  <a:pt x="514484" y="71050"/>
                </a:lnTo>
                <a:cubicBezTo>
                  <a:pt x="514484" y="82406"/>
                  <a:pt x="514744" y="89588"/>
                  <a:pt x="515264" y="92596"/>
                </a:cubicBezTo>
                <a:cubicBezTo>
                  <a:pt x="515784" y="95605"/>
                  <a:pt x="516814" y="98489"/>
                  <a:pt x="518352" y="101248"/>
                </a:cubicBezTo>
                <a:lnTo>
                  <a:pt x="505594" y="101248"/>
                </a:lnTo>
                <a:cubicBezTo>
                  <a:pt x="504327" y="98712"/>
                  <a:pt x="503513" y="95746"/>
                  <a:pt x="503151" y="92350"/>
                </a:cubicBezTo>
                <a:moveTo>
                  <a:pt x="502133" y="65011"/>
                </a:moveTo>
                <a:cubicBezTo>
                  <a:pt x="497699" y="66836"/>
                  <a:pt x="491049" y="68387"/>
                  <a:pt x="482182" y="69663"/>
                </a:cubicBezTo>
                <a:cubicBezTo>
                  <a:pt x="477160" y="70390"/>
                  <a:pt x="473609" y="71208"/>
                  <a:pt x="471528" y="72117"/>
                </a:cubicBezTo>
                <a:cubicBezTo>
                  <a:pt x="469447" y="73025"/>
                  <a:pt x="467841" y="74354"/>
                  <a:pt x="466710" y="76104"/>
                </a:cubicBezTo>
                <a:cubicBezTo>
                  <a:pt x="465579" y="77853"/>
                  <a:pt x="465013" y="79795"/>
                  <a:pt x="465013" y="81929"/>
                </a:cubicBezTo>
                <a:cubicBezTo>
                  <a:pt x="465013" y="85199"/>
                  <a:pt x="466246" y="87925"/>
                  <a:pt x="468711" y="90107"/>
                </a:cubicBezTo>
                <a:cubicBezTo>
                  <a:pt x="471177" y="92287"/>
                  <a:pt x="474785" y="93377"/>
                  <a:pt x="479535" y="93377"/>
                </a:cubicBezTo>
                <a:cubicBezTo>
                  <a:pt x="484240" y="93377"/>
                  <a:pt x="488425" y="92342"/>
                  <a:pt x="492090" y="90274"/>
                </a:cubicBezTo>
                <a:cubicBezTo>
                  <a:pt x="495754" y="88206"/>
                  <a:pt x="498446" y="85376"/>
                  <a:pt x="500165" y="81785"/>
                </a:cubicBezTo>
                <a:cubicBezTo>
                  <a:pt x="501477" y="79011"/>
                  <a:pt x="502133" y="74920"/>
                  <a:pt x="502133" y="69511"/>
                </a:cubicBezTo>
                <a:lnTo>
                  <a:pt x="502133" y="65011"/>
                </a:lnTo>
                <a:close/>
                <a:moveTo>
                  <a:pt x="564638" y="29180"/>
                </a:moveTo>
                <a:lnTo>
                  <a:pt x="575225" y="29180"/>
                </a:lnTo>
                <a:lnTo>
                  <a:pt x="575225" y="23739"/>
                </a:lnTo>
                <a:cubicBezTo>
                  <a:pt x="575225" y="17662"/>
                  <a:pt x="575869" y="13128"/>
                  <a:pt x="577159" y="10135"/>
                </a:cubicBezTo>
                <a:cubicBezTo>
                  <a:pt x="578448" y="7142"/>
                  <a:pt x="580823" y="4704"/>
                  <a:pt x="584284" y="2823"/>
                </a:cubicBezTo>
                <a:cubicBezTo>
                  <a:pt x="587745" y="941"/>
                  <a:pt x="592122" y="0"/>
                  <a:pt x="597415" y="0"/>
                </a:cubicBezTo>
                <a:cubicBezTo>
                  <a:pt x="602844" y="0"/>
                  <a:pt x="608160" y="814"/>
                  <a:pt x="613363" y="2443"/>
                </a:cubicBezTo>
                <a:lnTo>
                  <a:pt x="610784" y="15744"/>
                </a:lnTo>
                <a:cubicBezTo>
                  <a:pt x="607753" y="15020"/>
                  <a:pt x="604835" y="14658"/>
                  <a:pt x="602030" y="14658"/>
                </a:cubicBezTo>
                <a:cubicBezTo>
                  <a:pt x="599270" y="14658"/>
                  <a:pt x="597291" y="15306"/>
                  <a:pt x="596092" y="16603"/>
                </a:cubicBezTo>
                <a:cubicBezTo>
                  <a:pt x="594893" y="17898"/>
                  <a:pt x="594294" y="20386"/>
                  <a:pt x="594294" y="24067"/>
                </a:cubicBezTo>
                <a:lnTo>
                  <a:pt x="594294" y="29180"/>
                </a:lnTo>
                <a:lnTo>
                  <a:pt x="608544" y="29180"/>
                </a:lnTo>
                <a:lnTo>
                  <a:pt x="608544" y="44245"/>
                </a:lnTo>
                <a:lnTo>
                  <a:pt x="594294" y="44245"/>
                </a:lnTo>
                <a:lnTo>
                  <a:pt x="594294" y="101248"/>
                </a:lnTo>
                <a:lnTo>
                  <a:pt x="575225" y="101248"/>
                </a:lnTo>
                <a:lnTo>
                  <a:pt x="575225" y="44245"/>
                </a:lnTo>
                <a:lnTo>
                  <a:pt x="564638" y="44245"/>
                </a:lnTo>
                <a:lnTo>
                  <a:pt x="564638" y="29180"/>
                </a:lnTo>
                <a:close/>
                <a:moveTo>
                  <a:pt x="619266" y="19408"/>
                </a:moveTo>
                <a:lnTo>
                  <a:pt x="619266" y="1764"/>
                </a:lnTo>
                <a:lnTo>
                  <a:pt x="638335" y="1764"/>
                </a:lnTo>
                <a:lnTo>
                  <a:pt x="638335" y="19408"/>
                </a:lnTo>
                <a:lnTo>
                  <a:pt x="619266" y="19408"/>
                </a:lnTo>
                <a:moveTo>
                  <a:pt x="619266" y="101248"/>
                </a:moveTo>
                <a:lnTo>
                  <a:pt x="619266" y="29180"/>
                </a:lnTo>
                <a:lnTo>
                  <a:pt x="638335" y="29180"/>
                </a:lnTo>
                <a:lnTo>
                  <a:pt x="638335" y="101248"/>
                </a:lnTo>
                <a:lnTo>
                  <a:pt x="619266" y="101248"/>
                </a:lnTo>
                <a:close/>
                <a:moveTo>
                  <a:pt x="723316" y="101248"/>
                </a:moveTo>
                <a:lnTo>
                  <a:pt x="704247" y="101248"/>
                </a:lnTo>
                <a:lnTo>
                  <a:pt x="704247" y="64510"/>
                </a:lnTo>
                <a:cubicBezTo>
                  <a:pt x="704247" y="56737"/>
                  <a:pt x="703840" y="51710"/>
                  <a:pt x="703026" y="49428"/>
                </a:cubicBezTo>
                <a:cubicBezTo>
                  <a:pt x="702212" y="47146"/>
                  <a:pt x="700888" y="45373"/>
                  <a:pt x="699056" y="44107"/>
                </a:cubicBezTo>
                <a:cubicBezTo>
                  <a:pt x="697224" y="42842"/>
                  <a:pt x="695018" y="42209"/>
                  <a:pt x="692440" y="42209"/>
                </a:cubicBezTo>
                <a:cubicBezTo>
                  <a:pt x="689137" y="42209"/>
                  <a:pt x="686174" y="43114"/>
                  <a:pt x="683550" y="44922"/>
                </a:cubicBezTo>
                <a:cubicBezTo>
                  <a:pt x="680926" y="46729"/>
                  <a:pt x="679128" y="49124"/>
                  <a:pt x="678155" y="52107"/>
                </a:cubicBezTo>
                <a:cubicBezTo>
                  <a:pt x="677182" y="55088"/>
                  <a:pt x="676696" y="60601"/>
                  <a:pt x="676696" y="68646"/>
                </a:cubicBezTo>
                <a:lnTo>
                  <a:pt x="676696" y="101248"/>
                </a:lnTo>
                <a:lnTo>
                  <a:pt x="657627" y="101248"/>
                </a:lnTo>
                <a:lnTo>
                  <a:pt x="657627" y="29180"/>
                </a:lnTo>
                <a:lnTo>
                  <a:pt x="675339" y="29180"/>
                </a:lnTo>
                <a:lnTo>
                  <a:pt x="675339" y="39766"/>
                </a:lnTo>
                <a:cubicBezTo>
                  <a:pt x="681627" y="31623"/>
                  <a:pt x="689544" y="27552"/>
                  <a:pt x="699090" y="27552"/>
                </a:cubicBezTo>
                <a:cubicBezTo>
                  <a:pt x="703297" y="27552"/>
                  <a:pt x="707143" y="28309"/>
                  <a:pt x="710626" y="29825"/>
                </a:cubicBezTo>
                <a:cubicBezTo>
                  <a:pt x="714110" y="31340"/>
                  <a:pt x="716745" y="33274"/>
                  <a:pt x="718532" y="35627"/>
                </a:cubicBezTo>
                <a:cubicBezTo>
                  <a:pt x="720319" y="37979"/>
                  <a:pt x="721563" y="40649"/>
                  <a:pt x="722265" y="43635"/>
                </a:cubicBezTo>
                <a:cubicBezTo>
                  <a:pt x="722966" y="46620"/>
                  <a:pt x="723316" y="50896"/>
                  <a:pt x="723316" y="56460"/>
                </a:cubicBezTo>
                <a:lnTo>
                  <a:pt x="723316" y="101248"/>
                </a:lnTo>
                <a:close/>
                <a:moveTo>
                  <a:pt x="757022" y="51439"/>
                </a:moveTo>
                <a:lnTo>
                  <a:pt x="739718" y="48317"/>
                </a:lnTo>
                <a:cubicBezTo>
                  <a:pt x="741663" y="41258"/>
                  <a:pt x="745011" y="36033"/>
                  <a:pt x="749761" y="32641"/>
                </a:cubicBezTo>
                <a:cubicBezTo>
                  <a:pt x="754512" y="29248"/>
                  <a:pt x="761569" y="27552"/>
                  <a:pt x="770934" y="27552"/>
                </a:cubicBezTo>
                <a:cubicBezTo>
                  <a:pt x="779439" y="27552"/>
                  <a:pt x="785773" y="28558"/>
                  <a:pt x="789935" y="30571"/>
                </a:cubicBezTo>
                <a:cubicBezTo>
                  <a:pt x="794097" y="32585"/>
                  <a:pt x="797026" y="35141"/>
                  <a:pt x="798723" y="38240"/>
                </a:cubicBezTo>
                <a:cubicBezTo>
                  <a:pt x="800419" y="41339"/>
                  <a:pt x="801268" y="47028"/>
                  <a:pt x="801268" y="55307"/>
                </a:cubicBezTo>
                <a:lnTo>
                  <a:pt x="801064" y="77565"/>
                </a:lnTo>
                <a:cubicBezTo>
                  <a:pt x="801064" y="83899"/>
                  <a:pt x="801370" y="88570"/>
                  <a:pt x="801980" y="91578"/>
                </a:cubicBezTo>
                <a:cubicBezTo>
                  <a:pt x="802591" y="94587"/>
                  <a:pt x="803733" y="97810"/>
                  <a:pt x="805407" y="101248"/>
                </a:cubicBezTo>
                <a:lnTo>
                  <a:pt x="786542" y="101248"/>
                </a:lnTo>
                <a:cubicBezTo>
                  <a:pt x="786044" y="99982"/>
                  <a:pt x="785434" y="98104"/>
                  <a:pt x="784710" y="95616"/>
                </a:cubicBezTo>
                <a:cubicBezTo>
                  <a:pt x="784393" y="94485"/>
                  <a:pt x="784167" y="93739"/>
                  <a:pt x="784031" y="93377"/>
                </a:cubicBezTo>
                <a:cubicBezTo>
                  <a:pt x="780774" y="96543"/>
                  <a:pt x="777290" y="98919"/>
                  <a:pt x="773580" y="100502"/>
                </a:cubicBezTo>
                <a:cubicBezTo>
                  <a:pt x="769871" y="102085"/>
                  <a:pt x="765912" y="102877"/>
                  <a:pt x="761705" y="102877"/>
                </a:cubicBezTo>
                <a:cubicBezTo>
                  <a:pt x="754285" y="102877"/>
                  <a:pt x="748438" y="100872"/>
                  <a:pt x="744163" y="96863"/>
                </a:cubicBezTo>
                <a:cubicBezTo>
                  <a:pt x="739888" y="92854"/>
                  <a:pt x="737750" y="87785"/>
                  <a:pt x="737750" y="81658"/>
                </a:cubicBezTo>
                <a:cubicBezTo>
                  <a:pt x="737750" y="77603"/>
                  <a:pt x="738723" y="73988"/>
                  <a:pt x="740668" y="70813"/>
                </a:cubicBezTo>
                <a:cubicBezTo>
                  <a:pt x="742613" y="67636"/>
                  <a:pt x="745339" y="65203"/>
                  <a:pt x="748845" y="63514"/>
                </a:cubicBezTo>
                <a:cubicBezTo>
                  <a:pt x="752351" y="61824"/>
                  <a:pt x="757407" y="60349"/>
                  <a:pt x="764012" y="59088"/>
                </a:cubicBezTo>
                <a:cubicBezTo>
                  <a:pt x="772924" y="57421"/>
                  <a:pt x="779100" y="55866"/>
                  <a:pt x="782538" y="54424"/>
                </a:cubicBezTo>
                <a:lnTo>
                  <a:pt x="782538" y="52503"/>
                </a:lnTo>
                <a:cubicBezTo>
                  <a:pt x="782538" y="48798"/>
                  <a:pt x="781633" y="46156"/>
                  <a:pt x="779824" y="44578"/>
                </a:cubicBezTo>
                <a:cubicBezTo>
                  <a:pt x="778014" y="42999"/>
                  <a:pt x="774598" y="42209"/>
                  <a:pt x="769577" y="42209"/>
                </a:cubicBezTo>
                <a:cubicBezTo>
                  <a:pt x="766184" y="42209"/>
                  <a:pt x="763537" y="42892"/>
                  <a:pt x="761637" y="44258"/>
                </a:cubicBezTo>
                <a:cubicBezTo>
                  <a:pt x="759737" y="45622"/>
                  <a:pt x="758199" y="48016"/>
                  <a:pt x="757022" y="51439"/>
                </a:cubicBezTo>
                <a:moveTo>
                  <a:pt x="782538" y="66911"/>
                </a:moveTo>
                <a:cubicBezTo>
                  <a:pt x="780095" y="67715"/>
                  <a:pt x="776227" y="68677"/>
                  <a:pt x="770934" y="69795"/>
                </a:cubicBezTo>
                <a:cubicBezTo>
                  <a:pt x="765641" y="70912"/>
                  <a:pt x="762180" y="72007"/>
                  <a:pt x="760551" y="73080"/>
                </a:cubicBezTo>
                <a:cubicBezTo>
                  <a:pt x="758063" y="74823"/>
                  <a:pt x="756819" y="77036"/>
                  <a:pt x="756819" y="79717"/>
                </a:cubicBezTo>
                <a:cubicBezTo>
                  <a:pt x="756819" y="82356"/>
                  <a:pt x="757814" y="84636"/>
                  <a:pt x="759805" y="86559"/>
                </a:cubicBezTo>
                <a:cubicBezTo>
                  <a:pt x="761795" y="88480"/>
                  <a:pt x="764329" y="89441"/>
                  <a:pt x="767405" y="89441"/>
                </a:cubicBezTo>
                <a:cubicBezTo>
                  <a:pt x="770843" y="89441"/>
                  <a:pt x="774123" y="88323"/>
                  <a:pt x="777245" y="86088"/>
                </a:cubicBezTo>
                <a:cubicBezTo>
                  <a:pt x="779552" y="84390"/>
                  <a:pt x="781068" y="82311"/>
                  <a:pt x="781792" y="79851"/>
                </a:cubicBezTo>
                <a:cubicBezTo>
                  <a:pt x="782289" y="78242"/>
                  <a:pt x="782538" y="75181"/>
                  <a:pt x="782538" y="70667"/>
                </a:cubicBezTo>
                <a:lnTo>
                  <a:pt x="782538" y="66911"/>
                </a:lnTo>
                <a:close/>
                <a:moveTo>
                  <a:pt x="885598" y="101248"/>
                </a:moveTo>
                <a:lnTo>
                  <a:pt x="866529" y="101248"/>
                </a:lnTo>
                <a:lnTo>
                  <a:pt x="866529" y="64510"/>
                </a:lnTo>
                <a:cubicBezTo>
                  <a:pt x="866529" y="56737"/>
                  <a:pt x="866122" y="51710"/>
                  <a:pt x="865307" y="49428"/>
                </a:cubicBezTo>
                <a:cubicBezTo>
                  <a:pt x="864493" y="47146"/>
                  <a:pt x="863170" y="45373"/>
                  <a:pt x="861338" y="44107"/>
                </a:cubicBezTo>
                <a:cubicBezTo>
                  <a:pt x="859505" y="42842"/>
                  <a:pt x="857300" y="42209"/>
                  <a:pt x="854721" y="42209"/>
                </a:cubicBezTo>
                <a:cubicBezTo>
                  <a:pt x="851418" y="42209"/>
                  <a:pt x="848455" y="43114"/>
                  <a:pt x="845831" y="44922"/>
                </a:cubicBezTo>
                <a:cubicBezTo>
                  <a:pt x="843207" y="46729"/>
                  <a:pt x="841409" y="49124"/>
                  <a:pt x="840436" y="52107"/>
                </a:cubicBezTo>
                <a:cubicBezTo>
                  <a:pt x="839464" y="55088"/>
                  <a:pt x="838977" y="60601"/>
                  <a:pt x="838977" y="68646"/>
                </a:cubicBezTo>
                <a:lnTo>
                  <a:pt x="838977" y="101248"/>
                </a:lnTo>
                <a:lnTo>
                  <a:pt x="819908" y="101248"/>
                </a:lnTo>
                <a:lnTo>
                  <a:pt x="819908" y="29180"/>
                </a:lnTo>
                <a:lnTo>
                  <a:pt x="837620" y="29180"/>
                </a:lnTo>
                <a:lnTo>
                  <a:pt x="837620" y="39766"/>
                </a:lnTo>
                <a:cubicBezTo>
                  <a:pt x="843909" y="31623"/>
                  <a:pt x="851826" y="27552"/>
                  <a:pt x="861371" y="27552"/>
                </a:cubicBezTo>
                <a:cubicBezTo>
                  <a:pt x="865579" y="27552"/>
                  <a:pt x="869424" y="28309"/>
                  <a:pt x="872908" y="29825"/>
                </a:cubicBezTo>
                <a:cubicBezTo>
                  <a:pt x="876391" y="31340"/>
                  <a:pt x="879027" y="33274"/>
                  <a:pt x="880814" y="35627"/>
                </a:cubicBezTo>
                <a:cubicBezTo>
                  <a:pt x="882601" y="37979"/>
                  <a:pt x="883845" y="40649"/>
                  <a:pt x="884546" y="43635"/>
                </a:cubicBezTo>
                <a:cubicBezTo>
                  <a:pt x="885247" y="46620"/>
                  <a:pt x="885598" y="50896"/>
                  <a:pt x="885598" y="56460"/>
                </a:cubicBezTo>
                <a:lnTo>
                  <a:pt x="885598" y="101248"/>
                </a:lnTo>
                <a:close/>
                <a:moveTo>
                  <a:pt x="967661" y="50489"/>
                </a:moveTo>
                <a:lnTo>
                  <a:pt x="948863" y="53882"/>
                </a:lnTo>
                <a:cubicBezTo>
                  <a:pt x="948230" y="50149"/>
                  <a:pt x="946794" y="47339"/>
                  <a:pt x="944554" y="45450"/>
                </a:cubicBezTo>
                <a:cubicBezTo>
                  <a:pt x="942315" y="43561"/>
                  <a:pt x="939408" y="42617"/>
                  <a:pt x="935834" y="42617"/>
                </a:cubicBezTo>
                <a:cubicBezTo>
                  <a:pt x="931084" y="42617"/>
                  <a:pt x="927295" y="44252"/>
                  <a:pt x="924467" y="47522"/>
                </a:cubicBezTo>
                <a:cubicBezTo>
                  <a:pt x="921640" y="50792"/>
                  <a:pt x="920226" y="56260"/>
                  <a:pt x="920226" y="63927"/>
                </a:cubicBezTo>
                <a:cubicBezTo>
                  <a:pt x="920226" y="72452"/>
                  <a:pt x="921662" y="78474"/>
                  <a:pt x="924535" y="81993"/>
                </a:cubicBezTo>
                <a:cubicBezTo>
                  <a:pt x="927408" y="85510"/>
                  <a:pt x="931265" y="87269"/>
                  <a:pt x="936105" y="87269"/>
                </a:cubicBezTo>
                <a:cubicBezTo>
                  <a:pt x="939725" y="87269"/>
                  <a:pt x="942688" y="86240"/>
                  <a:pt x="944995" y="84181"/>
                </a:cubicBezTo>
                <a:cubicBezTo>
                  <a:pt x="947303" y="82123"/>
                  <a:pt x="948931" y="78583"/>
                  <a:pt x="949881" y="73561"/>
                </a:cubicBezTo>
                <a:lnTo>
                  <a:pt x="968611" y="76819"/>
                </a:lnTo>
                <a:cubicBezTo>
                  <a:pt x="966666" y="85414"/>
                  <a:pt x="962933" y="91906"/>
                  <a:pt x="957414" y="96295"/>
                </a:cubicBezTo>
                <a:cubicBezTo>
                  <a:pt x="951894" y="100683"/>
                  <a:pt x="944498" y="102877"/>
                  <a:pt x="935223" y="102877"/>
                </a:cubicBezTo>
                <a:cubicBezTo>
                  <a:pt x="924682" y="102877"/>
                  <a:pt x="916279" y="99552"/>
                  <a:pt x="910013" y="92902"/>
                </a:cubicBezTo>
                <a:cubicBezTo>
                  <a:pt x="903747" y="86251"/>
                  <a:pt x="900614" y="77045"/>
                  <a:pt x="900614" y="65282"/>
                </a:cubicBezTo>
                <a:cubicBezTo>
                  <a:pt x="900614" y="53384"/>
                  <a:pt x="903758" y="44121"/>
                  <a:pt x="910047" y="37493"/>
                </a:cubicBezTo>
                <a:cubicBezTo>
                  <a:pt x="916335" y="30865"/>
                  <a:pt x="924841" y="27552"/>
                  <a:pt x="935563" y="27552"/>
                </a:cubicBezTo>
                <a:cubicBezTo>
                  <a:pt x="944339" y="27552"/>
                  <a:pt x="951318" y="29440"/>
                  <a:pt x="956498" y="33218"/>
                </a:cubicBezTo>
                <a:cubicBezTo>
                  <a:pt x="961678" y="36996"/>
                  <a:pt x="965399" y="42752"/>
                  <a:pt x="967661" y="50489"/>
                </a:cubicBezTo>
                <a:close/>
                <a:moveTo>
                  <a:pt x="982279" y="19408"/>
                </a:moveTo>
                <a:lnTo>
                  <a:pt x="982279" y="1764"/>
                </a:lnTo>
                <a:lnTo>
                  <a:pt x="1001348" y="1764"/>
                </a:lnTo>
                <a:lnTo>
                  <a:pt x="1001348" y="19408"/>
                </a:lnTo>
                <a:lnTo>
                  <a:pt x="982279" y="19408"/>
                </a:lnTo>
                <a:moveTo>
                  <a:pt x="982279" y="101248"/>
                </a:moveTo>
                <a:lnTo>
                  <a:pt x="982279" y="29180"/>
                </a:lnTo>
                <a:lnTo>
                  <a:pt x="1001348" y="29180"/>
                </a:lnTo>
                <a:lnTo>
                  <a:pt x="1001348" y="101248"/>
                </a:lnTo>
                <a:lnTo>
                  <a:pt x="982279" y="101248"/>
                </a:lnTo>
                <a:close/>
                <a:moveTo>
                  <a:pt x="1035212" y="51439"/>
                </a:moveTo>
                <a:lnTo>
                  <a:pt x="1017908" y="48317"/>
                </a:lnTo>
                <a:cubicBezTo>
                  <a:pt x="1019853" y="41258"/>
                  <a:pt x="1023201" y="36033"/>
                  <a:pt x="1027951" y="32641"/>
                </a:cubicBezTo>
                <a:cubicBezTo>
                  <a:pt x="1032701" y="29248"/>
                  <a:pt x="1039759" y="27552"/>
                  <a:pt x="1049124" y="27552"/>
                </a:cubicBezTo>
                <a:cubicBezTo>
                  <a:pt x="1057629" y="27552"/>
                  <a:pt x="1063963" y="28558"/>
                  <a:pt x="1068125" y="30571"/>
                </a:cubicBezTo>
                <a:cubicBezTo>
                  <a:pt x="1072287" y="32585"/>
                  <a:pt x="1075216" y="35141"/>
                  <a:pt x="1076913" y="38240"/>
                </a:cubicBezTo>
                <a:cubicBezTo>
                  <a:pt x="1078609" y="41339"/>
                  <a:pt x="1079458" y="47028"/>
                  <a:pt x="1079458" y="55307"/>
                </a:cubicBezTo>
                <a:lnTo>
                  <a:pt x="1079254" y="77565"/>
                </a:lnTo>
                <a:cubicBezTo>
                  <a:pt x="1079254" y="83899"/>
                  <a:pt x="1079559" y="88570"/>
                  <a:pt x="1080170" y="91578"/>
                </a:cubicBezTo>
                <a:cubicBezTo>
                  <a:pt x="1080781" y="94587"/>
                  <a:pt x="1081923" y="97810"/>
                  <a:pt x="1083597" y="101248"/>
                </a:cubicBezTo>
                <a:lnTo>
                  <a:pt x="1064732" y="101248"/>
                </a:lnTo>
                <a:cubicBezTo>
                  <a:pt x="1064234" y="99982"/>
                  <a:pt x="1063623" y="98104"/>
                  <a:pt x="1062900" y="95616"/>
                </a:cubicBezTo>
                <a:cubicBezTo>
                  <a:pt x="1062583" y="94485"/>
                  <a:pt x="1062357" y="93739"/>
                  <a:pt x="1062221" y="93377"/>
                </a:cubicBezTo>
                <a:cubicBezTo>
                  <a:pt x="1058964" y="96543"/>
                  <a:pt x="1055480" y="98919"/>
                  <a:pt x="1051770" y="100502"/>
                </a:cubicBezTo>
                <a:cubicBezTo>
                  <a:pt x="1048061" y="102085"/>
                  <a:pt x="1044102" y="102877"/>
                  <a:pt x="1039895" y="102877"/>
                </a:cubicBezTo>
                <a:cubicBezTo>
                  <a:pt x="1032475" y="102877"/>
                  <a:pt x="1026628" y="100872"/>
                  <a:pt x="1022353" y="96863"/>
                </a:cubicBezTo>
                <a:cubicBezTo>
                  <a:pt x="1018077" y="92854"/>
                  <a:pt x="1015940" y="87785"/>
                  <a:pt x="1015940" y="81658"/>
                </a:cubicBezTo>
                <a:cubicBezTo>
                  <a:pt x="1015940" y="77603"/>
                  <a:pt x="1016912" y="73988"/>
                  <a:pt x="1018858" y="70813"/>
                </a:cubicBezTo>
                <a:cubicBezTo>
                  <a:pt x="1020803" y="67636"/>
                  <a:pt x="1023529" y="65203"/>
                  <a:pt x="1027035" y="63514"/>
                </a:cubicBezTo>
                <a:cubicBezTo>
                  <a:pt x="1030541" y="61824"/>
                  <a:pt x="1035597" y="60349"/>
                  <a:pt x="1042202" y="59088"/>
                </a:cubicBezTo>
                <a:cubicBezTo>
                  <a:pt x="1051114" y="57421"/>
                  <a:pt x="1057290" y="55866"/>
                  <a:pt x="1060728" y="54424"/>
                </a:cubicBezTo>
                <a:lnTo>
                  <a:pt x="1060728" y="52503"/>
                </a:lnTo>
                <a:cubicBezTo>
                  <a:pt x="1060728" y="48798"/>
                  <a:pt x="1059823" y="46156"/>
                  <a:pt x="1058014" y="44578"/>
                </a:cubicBezTo>
                <a:cubicBezTo>
                  <a:pt x="1056204" y="42999"/>
                  <a:pt x="1052788" y="42209"/>
                  <a:pt x="1047767" y="42209"/>
                </a:cubicBezTo>
                <a:cubicBezTo>
                  <a:pt x="1044374" y="42209"/>
                  <a:pt x="1041727" y="42892"/>
                  <a:pt x="1039827" y="44258"/>
                </a:cubicBezTo>
                <a:cubicBezTo>
                  <a:pt x="1037927" y="45622"/>
                  <a:pt x="1036389" y="48016"/>
                  <a:pt x="1035212" y="51439"/>
                </a:cubicBezTo>
                <a:moveTo>
                  <a:pt x="1060728" y="66911"/>
                </a:moveTo>
                <a:cubicBezTo>
                  <a:pt x="1058285" y="67715"/>
                  <a:pt x="1054417" y="68677"/>
                  <a:pt x="1049124" y="69795"/>
                </a:cubicBezTo>
                <a:cubicBezTo>
                  <a:pt x="1043831" y="70912"/>
                  <a:pt x="1040370" y="72007"/>
                  <a:pt x="1038741" y="73080"/>
                </a:cubicBezTo>
                <a:cubicBezTo>
                  <a:pt x="1036253" y="74823"/>
                  <a:pt x="1035009" y="77036"/>
                  <a:pt x="1035009" y="79717"/>
                </a:cubicBezTo>
                <a:cubicBezTo>
                  <a:pt x="1035009" y="82356"/>
                  <a:pt x="1036004" y="84636"/>
                  <a:pt x="1037995" y="86559"/>
                </a:cubicBezTo>
                <a:cubicBezTo>
                  <a:pt x="1039985" y="88480"/>
                  <a:pt x="1042519" y="89441"/>
                  <a:pt x="1045595" y="89441"/>
                </a:cubicBezTo>
                <a:cubicBezTo>
                  <a:pt x="1049033" y="89441"/>
                  <a:pt x="1052313" y="88323"/>
                  <a:pt x="1055435" y="86088"/>
                </a:cubicBezTo>
                <a:cubicBezTo>
                  <a:pt x="1057742" y="84390"/>
                  <a:pt x="1059258" y="82311"/>
                  <a:pt x="1059982" y="79851"/>
                </a:cubicBezTo>
                <a:cubicBezTo>
                  <a:pt x="1060479" y="78242"/>
                  <a:pt x="1060728" y="75181"/>
                  <a:pt x="1060728" y="70667"/>
                </a:cubicBezTo>
                <a:lnTo>
                  <a:pt x="1060728" y="66911"/>
                </a:lnTo>
                <a:close/>
                <a:moveTo>
                  <a:pt x="1098095" y="101248"/>
                </a:moveTo>
                <a:lnTo>
                  <a:pt x="1098095" y="1764"/>
                </a:lnTo>
                <a:lnTo>
                  <a:pt x="1117164" y="1764"/>
                </a:lnTo>
                <a:lnTo>
                  <a:pt x="1117164" y="101248"/>
                </a:lnTo>
                <a:lnTo>
                  <a:pt x="1098095" y="101248"/>
                </a:lnTo>
                <a:close/>
                <a:moveTo>
                  <a:pt x="1238299" y="50489"/>
                </a:moveTo>
                <a:lnTo>
                  <a:pt x="1219502" y="53882"/>
                </a:lnTo>
                <a:cubicBezTo>
                  <a:pt x="1218868" y="50149"/>
                  <a:pt x="1217432" y="47339"/>
                  <a:pt x="1215193" y="45450"/>
                </a:cubicBezTo>
                <a:cubicBezTo>
                  <a:pt x="1212953" y="43561"/>
                  <a:pt x="1210046" y="42617"/>
                  <a:pt x="1206472" y="42617"/>
                </a:cubicBezTo>
                <a:cubicBezTo>
                  <a:pt x="1201722" y="42617"/>
                  <a:pt x="1197933" y="44252"/>
                  <a:pt x="1195106" y="47522"/>
                </a:cubicBezTo>
                <a:cubicBezTo>
                  <a:pt x="1192278" y="50792"/>
                  <a:pt x="1190864" y="56260"/>
                  <a:pt x="1190864" y="63927"/>
                </a:cubicBezTo>
                <a:cubicBezTo>
                  <a:pt x="1190864" y="72452"/>
                  <a:pt x="1192301" y="78474"/>
                  <a:pt x="1195174" y="81993"/>
                </a:cubicBezTo>
                <a:cubicBezTo>
                  <a:pt x="1198046" y="85510"/>
                  <a:pt x="1201903" y="87269"/>
                  <a:pt x="1206744" y="87269"/>
                </a:cubicBezTo>
                <a:cubicBezTo>
                  <a:pt x="1210363" y="87269"/>
                  <a:pt x="1213326" y="86240"/>
                  <a:pt x="1215634" y="84181"/>
                </a:cubicBezTo>
                <a:cubicBezTo>
                  <a:pt x="1217941" y="82123"/>
                  <a:pt x="1219570" y="78583"/>
                  <a:pt x="1220520" y="73561"/>
                </a:cubicBezTo>
                <a:lnTo>
                  <a:pt x="1239249" y="76819"/>
                </a:lnTo>
                <a:cubicBezTo>
                  <a:pt x="1237304" y="85414"/>
                  <a:pt x="1233572" y="91906"/>
                  <a:pt x="1228052" y="96295"/>
                </a:cubicBezTo>
                <a:cubicBezTo>
                  <a:pt x="1222533" y="100683"/>
                  <a:pt x="1215136" y="102877"/>
                  <a:pt x="1205862" y="102877"/>
                </a:cubicBezTo>
                <a:cubicBezTo>
                  <a:pt x="1195321" y="102877"/>
                  <a:pt x="1186917" y="99552"/>
                  <a:pt x="1180651" y="92902"/>
                </a:cubicBezTo>
                <a:cubicBezTo>
                  <a:pt x="1174386" y="86251"/>
                  <a:pt x="1171253" y="77045"/>
                  <a:pt x="1171253" y="65282"/>
                </a:cubicBezTo>
                <a:cubicBezTo>
                  <a:pt x="1171253" y="53384"/>
                  <a:pt x="1174397" y="44121"/>
                  <a:pt x="1180685" y="37493"/>
                </a:cubicBezTo>
                <a:cubicBezTo>
                  <a:pt x="1186974" y="30865"/>
                  <a:pt x="1195479" y="27552"/>
                  <a:pt x="1206201" y="27552"/>
                </a:cubicBezTo>
                <a:cubicBezTo>
                  <a:pt x="1214978" y="27552"/>
                  <a:pt x="1221956" y="29440"/>
                  <a:pt x="1227136" y="33218"/>
                </a:cubicBezTo>
                <a:cubicBezTo>
                  <a:pt x="1232316" y="36996"/>
                  <a:pt x="1236037" y="42752"/>
                  <a:pt x="1238299" y="50489"/>
                </a:cubicBezTo>
                <a:close/>
                <a:moveTo>
                  <a:pt x="1270848" y="101248"/>
                </a:moveTo>
                <a:lnTo>
                  <a:pt x="1251779" y="101248"/>
                </a:lnTo>
                <a:lnTo>
                  <a:pt x="1251779" y="29180"/>
                </a:lnTo>
                <a:lnTo>
                  <a:pt x="1269491" y="29180"/>
                </a:lnTo>
                <a:lnTo>
                  <a:pt x="1269491" y="39427"/>
                </a:lnTo>
                <a:cubicBezTo>
                  <a:pt x="1272522" y="34586"/>
                  <a:pt x="1275248" y="31397"/>
                  <a:pt x="1277668" y="29859"/>
                </a:cubicBezTo>
                <a:cubicBezTo>
                  <a:pt x="1280089" y="28321"/>
                  <a:pt x="1282837" y="27552"/>
                  <a:pt x="1285913" y="27552"/>
                </a:cubicBezTo>
                <a:cubicBezTo>
                  <a:pt x="1290256" y="27552"/>
                  <a:pt x="1294441" y="28750"/>
                  <a:pt x="1298468" y="31148"/>
                </a:cubicBezTo>
                <a:lnTo>
                  <a:pt x="1292564" y="47774"/>
                </a:lnTo>
                <a:cubicBezTo>
                  <a:pt x="1289352" y="45693"/>
                  <a:pt x="1286366" y="44652"/>
                  <a:pt x="1283606" y="44652"/>
                </a:cubicBezTo>
                <a:cubicBezTo>
                  <a:pt x="1280937" y="44652"/>
                  <a:pt x="1278675" y="45388"/>
                  <a:pt x="1276820" y="46858"/>
                </a:cubicBezTo>
                <a:cubicBezTo>
                  <a:pt x="1274965" y="48328"/>
                  <a:pt x="1273506" y="50986"/>
                  <a:pt x="1272443" y="54832"/>
                </a:cubicBezTo>
                <a:cubicBezTo>
                  <a:pt x="1271380" y="58677"/>
                  <a:pt x="1270848" y="66730"/>
                  <a:pt x="1270848" y="78990"/>
                </a:cubicBezTo>
                <a:lnTo>
                  <a:pt x="1270848" y="101248"/>
                </a:lnTo>
                <a:close/>
                <a:moveTo>
                  <a:pt x="1306796" y="19408"/>
                </a:moveTo>
                <a:lnTo>
                  <a:pt x="1306796" y="1764"/>
                </a:lnTo>
                <a:lnTo>
                  <a:pt x="1325865" y="1764"/>
                </a:lnTo>
                <a:lnTo>
                  <a:pt x="1325865" y="19408"/>
                </a:lnTo>
                <a:lnTo>
                  <a:pt x="1306796" y="19408"/>
                </a:lnTo>
                <a:moveTo>
                  <a:pt x="1306796" y="101248"/>
                </a:moveTo>
                <a:lnTo>
                  <a:pt x="1306796" y="29180"/>
                </a:lnTo>
                <a:lnTo>
                  <a:pt x="1325865" y="29180"/>
                </a:lnTo>
                <a:lnTo>
                  <a:pt x="1325865" y="101248"/>
                </a:lnTo>
                <a:lnTo>
                  <a:pt x="1306796" y="101248"/>
                </a:lnTo>
                <a:close/>
                <a:moveTo>
                  <a:pt x="1338760" y="80754"/>
                </a:moveTo>
                <a:lnTo>
                  <a:pt x="1357897" y="77769"/>
                </a:lnTo>
                <a:cubicBezTo>
                  <a:pt x="1358711" y="81456"/>
                  <a:pt x="1360362" y="84255"/>
                  <a:pt x="1362850" y="86166"/>
                </a:cubicBezTo>
                <a:cubicBezTo>
                  <a:pt x="1365339" y="88078"/>
                  <a:pt x="1368822" y="89034"/>
                  <a:pt x="1373301" y="89034"/>
                </a:cubicBezTo>
                <a:cubicBezTo>
                  <a:pt x="1378232" y="89034"/>
                  <a:pt x="1381942" y="88130"/>
                  <a:pt x="1384430" y="86323"/>
                </a:cubicBezTo>
                <a:cubicBezTo>
                  <a:pt x="1386104" y="85058"/>
                  <a:pt x="1386941" y="83364"/>
                  <a:pt x="1386941" y="81240"/>
                </a:cubicBezTo>
                <a:cubicBezTo>
                  <a:pt x="1386941" y="79794"/>
                  <a:pt x="1386489" y="78596"/>
                  <a:pt x="1385584" y="77648"/>
                </a:cubicBezTo>
                <a:cubicBezTo>
                  <a:pt x="1384634" y="76744"/>
                  <a:pt x="1382508" y="75909"/>
                  <a:pt x="1379205" y="75141"/>
                </a:cubicBezTo>
                <a:cubicBezTo>
                  <a:pt x="1363823" y="71754"/>
                  <a:pt x="1354074" y="68659"/>
                  <a:pt x="1349957" y="65857"/>
                </a:cubicBezTo>
                <a:cubicBezTo>
                  <a:pt x="1344257" y="61969"/>
                  <a:pt x="1341406" y="56568"/>
                  <a:pt x="1341406" y="49653"/>
                </a:cubicBezTo>
                <a:cubicBezTo>
                  <a:pt x="1341406" y="43415"/>
                  <a:pt x="1343872" y="38172"/>
                  <a:pt x="1348803" y="33924"/>
                </a:cubicBezTo>
                <a:cubicBezTo>
                  <a:pt x="1353734" y="29676"/>
                  <a:pt x="1361380" y="27552"/>
                  <a:pt x="1371740" y="27552"/>
                </a:cubicBezTo>
                <a:cubicBezTo>
                  <a:pt x="1381603" y="27552"/>
                  <a:pt x="1388932" y="29152"/>
                  <a:pt x="1393727" y="32353"/>
                </a:cubicBezTo>
                <a:cubicBezTo>
                  <a:pt x="1398523" y="35553"/>
                  <a:pt x="1401825" y="40287"/>
                  <a:pt x="1403635" y="46553"/>
                </a:cubicBezTo>
                <a:lnTo>
                  <a:pt x="1385652" y="49946"/>
                </a:lnTo>
                <a:cubicBezTo>
                  <a:pt x="1384883" y="47141"/>
                  <a:pt x="1383424" y="44992"/>
                  <a:pt x="1381275" y="43499"/>
                </a:cubicBezTo>
                <a:cubicBezTo>
                  <a:pt x="1379126" y="42006"/>
                  <a:pt x="1376061" y="41259"/>
                  <a:pt x="1372080" y="41259"/>
                </a:cubicBezTo>
                <a:cubicBezTo>
                  <a:pt x="1367058" y="41259"/>
                  <a:pt x="1363461" y="41960"/>
                  <a:pt x="1361290" y="43361"/>
                </a:cubicBezTo>
                <a:cubicBezTo>
                  <a:pt x="1359842" y="44353"/>
                  <a:pt x="1359118" y="45641"/>
                  <a:pt x="1359118" y="47223"/>
                </a:cubicBezTo>
                <a:cubicBezTo>
                  <a:pt x="1359118" y="48577"/>
                  <a:pt x="1359752" y="49729"/>
                  <a:pt x="1361018" y="50677"/>
                </a:cubicBezTo>
                <a:cubicBezTo>
                  <a:pt x="1362737" y="51943"/>
                  <a:pt x="1368675" y="53727"/>
                  <a:pt x="1378832" y="56032"/>
                </a:cubicBezTo>
                <a:cubicBezTo>
                  <a:pt x="1388988" y="58336"/>
                  <a:pt x="1396080" y="61163"/>
                  <a:pt x="1400106" y="64512"/>
                </a:cubicBezTo>
                <a:cubicBezTo>
                  <a:pt x="1404087" y="67908"/>
                  <a:pt x="1406078" y="72639"/>
                  <a:pt x="1406078" y="78704"/>
                </a:cubicBezTo>
                <a:cubicBezTo>
                  <a:pt x="1406078" y="85313"/>
                  <a:pt x="1403318" y="90994"/>
                  <a:pt x="1397799" y="95748"/>
                </a:cubicBezTo>
                <a:cubicBezTo>
                  <a:pt x="1392280" y="100501"/>
                  <a:pt x="1384114" y="102877"/>
                  <a:pt x="1373301" y="102877"/>
                </a:cubicBezTo>
                <a:cubicBezTo>
                  <a:pt x="1363484" y="102877"/>
                  <a:pt x="1355714" y="100893"/>
                  <a:pt x="1349991" y="96924"/>
                </a:cubicBezTo>
                <a:cubicBezTo>
                  <a:pt x="1344268" y="92955"/>
                  <a:pt x="1340524" y="87565"/>
                  <a:pt x="1338760" y="80754"/>
                </a:cubicBezTo>
                <a:close/>
                <a:moveTo>
                  <a:pt x="1422611" y="19408"/>
                </a:moveTo>
                <a:lnTo>
                  <a:pt x="1422611" y="1764"/>
                </a:lnTo>
                <a:lnTo>
                  <a:pt x="1441680" y="1764"/>
                </a:lnTo>
                <a:lnTo>
                  <a:pt x="1441680" y="19408"/>
                </a:lnTo>
                <a:lnTo>
                  <a:pt x="1422611" y="19408"/>
                </a:lnTo>
                <a:moveTo>
                  <a:pt x="1422611" y="101248"/>
                </a:moveTo>
                <a:lnTo>
                  <a:pt x="1422611" y="29180"/>
                </a:lnTo>
                <a:lnTo>
                  <a:pt x="1441680" y="29180"/>
                </a:lnTo>
                <a:lnTo>
                  <a:pt x="1441680" y="101248"/>
                </a:lnTo>
                <a:lnTo>
                  <a:pt x="1422611" y="101248"/>
                </a:lnTo>
                <a:close/>
                <a:moveTo>
                  <a:pt x="1454576" y="80754"/>
                </a:moveTo>
                <a:lnTo>
                  <a:pt x="1473713" y="77769"/>
                </a:lnTo>
                <a:cubicBezTo>
                  <a:pt x="1474527" y="81456"/>
                  <a:pt x="1476178" y="84255"/>
                  <a:pt x="1478666" y="86166"/>
                </a:cubicBezTo>
                <a:cubicBezTo>
                  <a:pt x="1481155" y="88078"/>
                  <a:pt x="1484638" y="89034"/>
                  <a:pt x="1489117" y="89034"/>
                </a:cubicBezTo>
                <a:cubicBezTo>
                  <a:pt x="1494048" y="89034"/>
                  <a:pt x="1497758" y="88130"/>
                  <a:pt x="1500246" y="86323"/>
                </a:cubicBezTo>
                <a:cubicBezTo>
                  <a:pt x="1501920" y="85058"/>
                  <a:pt x="1502757" y="83364"/>
                  <a:pt x="1502757" y="81240"/>
                </a:cubicBezTo>
                <a:cubicBezTo>
                  <a:pt x="1502757" y="79794"/>
                  <a:pt x="1502305" y="78596"/>
                  <a:pt x="1501400" y="77648"/>
                </a:cubicBezTo>
                <a:cubicBezTo>
                  <a:pt x="1500450" y="76744"/>
                  <a:pt x="1498323" y="75909"/>
                  <a:pt x="1495021" y="75141"/>
                </a:cubicBezTo>
                <a:cubicBezTo>
                  <a:pt x="1479639" y="71754"/>
                  <a:pt x="1469890" y="68659"/>
                  <a:pt x="1465773" y="65857"/>
                </a:cubicBezTo>
                <a:cubicBezTo>
                  <a:pt x="1460072" y="61969"/>
                  <a:pt x="1457222" y="56568"/>
                  <a:pt x="1457222" y="49653"/>
                </a:cubicBezTo>
                <a:cubicBezTo>
                  <a:pt x="1457222" y="43415"/>
                  <a:pt x="1459688" y="38172"/>
                  <a:pt x="1464619" y="33924"/>
                </a:cubicBezTo>
                <a:cubicBezTo>
                  <a:pt x="1469550" y="29676"/>
                  <a:pt x="1477196" y="27552"/>
                  <a:pt x="1487556" y="27552"/>
                </a:cubicBezTo>
                <a:cubicBezTo>
                  <a:pt x="1497419" y="27552"/>
                  <a:pt x="1504748" y="29152"/>
                  <a:pt x="1509543" y="32353"/>
                </a:cubicBezTo>
                <a:cubicBezTo>
                  <a:pt x="1514339" y="35553"/>
                  <a:pt x="1517641" y="40287"/>
                  <a:pt x="1519451" y="46553"/>
                </a:cubicBezTo>
                <a:lnTo>
                  <a:pt x="1501468" y="49946"/>
                </a:lnTo>
                <a:cubicBezTo>
                  <a:pt x="1500699" y="47141"/>
                  <a:pt x="1499240" y="44992"/>
                  <a:pt x="1497091" y="43499"/>
                </a:cubicBezTo>
                <a:cubicBezTo>
                  <a:pt x="1494942" y="42006"/>
                  <a:pt x="1491877" y="41259"/>
                  <a:pt x="1487895" y="41259"/>
                </a:cubicBezTo>
                <a:cubicBezTo>
                  <a:pt x="1482874" y="41259"/>
                  <a:pt x="1479277" y="41960"/>
                  <a:pt x="1477106" y="43361"/>
                </a:cubicBezTo>
                <a:cubicBezTo>
                  <a:pt x="1475658" y="44353"/>
                  <a:pt x="1474934" y="45641"/>
                  <a:pt x="1474934" y="47223"/>
                </a:cubicBezTo>
                <a:cubicBezTo>
                  <a:pt x="1474934" y="48577"/>
                  <a:pt x="1475567" y="49729"/>
                  <a:pt x="1476834" y="50677"/>
                </a:cubicBezTo>
                <a:cubicBezTo>
                  <a:pt x="1478553" y="51943"/>
                  <a:pt x="1484491" y="53727"/>
                  <a:pt x="1494648" y="56032"/>
                </a:cubicBezTo>
                <a:cubicBezTo>
                  <a:pt x="1504804" y="58336"/>
                  <a:pt x="1511896" y="61163"/>
                  <a:pt x="1515922" y="64512"/>
                </a:cubicBezTo>
                <a:cubicBezTo>
                  <a:pt x="1519903" y="67908"/>
                  <a:pt x="1521894" y="72639"/>
                  <a:pt x="1521894" y="78704"/>
                </a:cubicBezTo>
                <a:cubicBezTo>
                  <a:pt x="1521894" y="85313"/>
                  <a:pt x="1519134" y="90994"/>
                  <a:pt x="1513615" y="95748"/>
                </a:cubicBezTo>
                <a:cubicBezTo>
                  <a:pt x="1508095" y="100501"/>
                  <a:pt x="1499929" y="102877"/>
                  <a:pt x="1489117" y="102877"/>
                </a:cubicBezTo>
                <a:cubicBezTo>
                  <a:pt x="1479300" y="102877"/>
                  <a:pt x="1471530" y="100893"/>
                  <a:pt x="1465807" y="96924"/>
                </a:cubicBezTo>
                <a:cubicBezTo>
                  <a:pt x="1460084" y="92955"/>
                  <a:pt x="1456340" y="87565"/>
                  <a:pt x="1454576" y="80754"/>
                </a:cubicBezTo>
                <a:close/>
                <a:moveTo>
                  <a:pt x="1540981" y="101248"/>
                </a:moveTo>
                <a:lnTo>
                  <a:pt x="1540981" y="87269"/>
                </a:lnTo>
                <a:lnTo>
                  <a:pt x="1554893" y="87269"/>
                </a:lnTo>
                <a:lnTo>
                  <a:pt x="1554893" y="101248"/>
                </a:lnTo>
                <a:lnTo>
                  <a:pt x="1540981" y="1012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722172-C8A2-4909-8DBE-398A0340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055" y="3179105"/>
            <a:ext cx="2790470" cy="10"/>
          </a:xfrm>
          <a:custGeom xmlns:a="http://schemas.openxmlformats.org/drawingml/2006/main">
            <a:pathLst>
              <a:path w="2790470" h="1" fill="none">
                <a:moveTo>
                  <a:pt x="0" y="0"/>
                </a:moveTo>
                <a:lnTo>
                  <a:pt x="27904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163" cap="rnd">
            <a:solidFill>
              <a:srgbClr val="000000"/>
            </a:solidFill>
            <a:round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214194-AA15-4ED9-9E5B-CB814E66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391" y="2464983"/>
            <a:ext cx="2886366" cy="10"/>
          </a:xfrm>
          <a:custGeom xmlns:a="http://schemas.openxmlformats.org/drawingml/2006/main">
            <a:pathLst>
              <a:path w="2886366" h="1" fill="none">
                <a:moveTo>
                  <a:pt x="0" y="0"/>
                </a:moveTo>
                <a:lnTo>
                  <a:pt x="28863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163" cap="rnd">
            <a:solidFill>
              <a:srgbClr val="000000"/>
            </a:solidFill>
            <a:round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321BBA-08FF-4A2A-8F3F-064DC16D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3422" y="2825866"/>
            <a:ext cx="2316" cy="353239"/>
          </a:xfrm>
          <a:custGeom xmlns:a="http://schemas.openxmlformats.org/drawingml/2006/main">
            <a:pathLst>
              <a:path w="2316" h="353239" fill="none">
                <a:moveTo>
                  <a:pt x="2316" y="0"/>
                </a:moveTo>
                <a:lnTo>
                  <a:pt x="0" y="353239"/>
                </a:lnTo>
              </a:path>
            </a:pathLst>
          </a:custGeom>
          <a:noFill xmlns:a="http://schemas.openxmlformats.org/drawingml/2006/main"/>
          <a:ln xmlns:a="http://schemas.openxmlformats.org/drawingml/2006/main" w="23163" cap="rnd">
            <a:solidFill>
              <a:srgbClr val="000000"/>
            </a:solidFill>
            <a:round/>
          </a:ln>
        </p:spPr>
      </p:sp>
      <p:pic>
        <p:nvPicPr>
          <p:cNvPr id="1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d617628d0c4be8"/>
          <a:stretch xmlns:a="http://schemas.openxmlformats.org/drawingml/2006/main"/>
        </p:blipFill>
        <p:spPr>
          <a:xfrm xmlns:a="http://schemas.openxmlformats.org/drawingml/2006/main">
            <a:off x="3995380" y="698088"/>
            <a:ext cx="1331065" cy="368758"/>
          </a:xfrm>
          <a:prstGeom xmlns:a="http://schemas.openxmlformats.org/drawingml/2006/main" prst="rect">
            <a:avLst/>
          </a:prstGeom>
        </p:spPr>
      </p:pic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99A439-5957-41E4-92A0-CFD4740D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803" y="744646"/>
            <a:ext cx="1236451" cy="275642"/>
          </a:xfrm>
          <a:custGeom xmlns:a="http://schemas.openxmlformats.org/drawingml/2006/main">
            <a:pathLst>
              <a:path w="1236451" h="275642">
                <a:moveTo>
                  <a:pt x="0" y="0"/>
                </a:moveTo>
                <a:lnTo>
                  <a:pt x="1236451" y="0"/>
                </a:lnTo>
                <a:lnTo>
                  <a:pt x="1236451" y="275642"/>
                </a:lnTo>
                <a:lnTo>
                  <a:pt x="0" y="2756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5D6E1A-142F-4445-984B-C3B45471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803" y="744653"/>
            <a:ext cx="1236451" cy="275642"/>
          </a:xfrm>
          <a:custGeom xmlns:a="http://schemas.openxmlformats.org/drawingml/2006/main">
            <a:pathLst>
              <a:path w="1236451" h="275642" fill="none">
                <a:moveTo>
                  <a:pt x="0" y="275642"/>
                </a:moveTo>
                <a:lnTo>
                  <a:pt x="1236451" y="275642"/>
                </a:lnTo>
                <a:lnTo>
                  <a:pt x="1236451" y="0"/>
                </a:lnTo>
                <a:lnTo>
                  <a:pt x="0" y="0"/>
                </a:lnTo>
                <a:lnTo>
                  <a:pt x="0" y="27564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82" cap="sq">
            <a:solidFill>
              <a:srgbClr val="262626"/>
            </a:solidFill>
            <a:miter/>
          </a:ln>
        </p:spPr>
      </p:sp>
      <p:sp>
        <p:nvSpPr>
          <p:cNvPr id="66" name="Text Proponent">
            <a:extLst xmlns:a="http://schemas.openxmlformats.org/drawingml/2006/main">
              <a:ext uri="{FF2B5EF4-FFF2-40B4-BE49-F238E27FC236}">
                <a16:creationId xmlns:a16="http://schemas.microsoft.com/office/drawing/2014/main" id="{5E972896-4E0A-46E8-B713-31B340F9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219" y="821030"/>
            <a:ext cx="801722" cy="150018"/>
          </a:xfrm>
          <a:custGeom xmlns:a="http://schemas.openxmlformats.org/drawingml/2006/main">
            <a:pathLst>
              <a:path w="801722" h="150018">
                <a:moveTo>
                  <a:pt x="80166" y="35517"/>
                </a:moveTo>
                <a:cubicBezTo>
                  <a:pt x="80166" y="42084"/>
                  <a:pt x="79141" y="47899"/>
                  <a:pt x="77090" y="52960"/>
                </a:cubicBezTo>
                <a:cubicBezTo>
                  <a:pt x="75039" y="58021"/>
                  <a:pt x="72053" y="62284"/>
                  <a:pt x="68132" y="65749"/>
                </a:cubicBezTo>
                <a:cubicBezTo>
                  <a:pt x="64212" y="69212"/>
                  <a:pt x="59401" y="71847"/>
                  <a:pt x="53701" y="73655"/>
                </a:cubicBezTo>
                <a:cubicBezTo>
                  <a:pt x="48000" y="75462"/>
                  <a:pt x="41290" y="76366"/>
                  <a:pt x="33569" y="76366"/>
                </a:cubicBezTo>
                <a:lnTo>
                  <a:pt x="23797" y="76366"/>
                </a:lnTo>
                <a:lnTo>
                  <a:pt x="23797" y="113817"/>
                </a:lnTo>
                <a:cubicBezTo>
                  <a:pt x="23797" y="114422"/>
                  <a:pt x="23601" y="114967"/>
                  <a:pt x="23208" y="115451"/>
                </a:cubicBezTo>
                <a:cubicBezTo>
                  <a:pt x="22816" y="115934"/>
                  <a:pt x="22168" y="116327"/>
                  <a:pt x="21263" y="116630"/>
                </a:cubicBezTo>
                <a:cubicBezTo>
                  <a:pt x="20358" y="116932"/>
                  <a:pt x="19152" y="117173"/>
                  <a:pt x="17644" y="117354"/>
                </a:cubicBezTo>
                <a:cubicBezTo>
                  <a:pt x="16136" y="117535"/>
                  <a:pt x="14206" y="117626"/>
                  <a:pt x="11853" y="117626"/>
                </a:cubicBezTo>
                <a:cubicBezTo>
                  <a:pt x="9561" y="117626"/>
                  <a:pt x="7646" y="117535"/>
                  <a:pt x="6107" y="117354"/>
                </a:cubicBezTo>
                <a:cubicBezTo>
                  <a:pt x="4569" y="117173"/>
                  <a:pt x="3348" y="116932"/>
                  <a:pt x="2443" y="116630"/>
                </a:cubicBezTo>
                <a:cubicBezTo>
                  <a:pt x="1538" y="116329"/>
                  <a:pt x="905" y="115937"/>
                  <a:pt x="543" y="115454"/>
                </a:cubicBezTo>
                <a:cubicBezTo>
                  <a:pt x="181" y="114971"/>
                  <a:pt x="0" y="114429"/>
                  <a:pt x="0" y="113825"/>
                </a:cubicBezTo>
                <a:lnTo>
                  <a:pt x="0" y="8505"/>
                </a:lnTo>
                <a:cubicBezTo>
                  <a:pt x="0" y="5670"/>
                  <a:pt x="739" y="3544"/>
                  <a:pt x="2217" y="2126"/>
                </a:cubicBezTo>
                <a:cubicBezTo>
                  <a:pt x="3695" y="709"/>
                  <a:pt x="5640" y="0"/>
                  <a:pt x="8053" y="0"/>
                </a:cubicBezTo>
                <a:lnTo>
                  <a:pt x="35650" y="0"/>
                </a:lnTo>
                <a:cubicBezTo>
                  <a:pt x="38424" y="0"/>
                  <a:pt x="41063" y="106"/>
                  <a:pt x="43567" y="317"/>
                </a:cubicBezTo>
                <a:cubicBezTo>
                  <a:pt x="46070" y="528"/>
                  <a:pt x="49071" y="980"/>
                  <a:pt x="52570" y="1674"/>
                </a:cubicBezTo>
                <a:cubicBezTo>
                  <a:pt x="56068" y="2366"/>
                  <a:pt x="59612" y="3646"/>
                  <a:pt x="63201" y="5514"/>
                </a:cubicBezTo>
                <a:cubicBezTo>
                  <a:pt x="66790" y="7382"/>
                  <a:pt x="69852" y="9747"/>
                  <a:pt x="72385" y="12608"/>
                </a:cubicBezTo>
                <a:cubicBezTo>
                  <a:pt x="74918" y="15469"/>
                  <a:pt x="76849" y="18814"/>
                  <a:pt x="78176" y="22640"/>
                </a:cubicBezTo>
                <a:cubicBezTo>
                  <a:pt x="79503" y="26465"/>
                  <a:pt x="80166" y="30757"/>
                  <a:pt x="80166" y="35517"/>
                </a:cubicBezTo>
                <a:moveTo>
                  <a:pt x="55284" y="37239"/>
                </a:moveTo>
                <a:cubicBezTo>
                  <a:pt x="55284" y="33165"/>
                  <a:pt x="54560" y="29811"/>
                  <a:pt x="53112" y="27175"/>
                </a:cubicBezTo>
                <a:cubicBezTo>
                  <a:pt x="51665" y="24538"/>
                  <a:pt x="49885" y="22591"/>
                  <a:pt x="47774" y="21334"/>
                </a:cubicBezTo>
                <a:cubicBezTo>
                  <a:pt x="45663" y="20076"/>
                  <a:pt x="43446" y="19283"/>
                  <a:pt x="41124" y="18953"/>
                </a:cubicBezTo>
                <a:cubicBezTo>
                  <a:pt x="38801" y="18623"/>
                  <a:pt x="36404" y="18458"/>
                  <a:pt x="33930" y="18458"/>
                </a:cubicBezTo>
                <a:lnTo>
                  <a:pt x="23797" y="18458"/>
                </a:lnTo>
                <a:lnTo>
                  <a:pt x="23797" y="57908"/>
                </a:lnTo>
                <a:lnTo>
                  <a:pt x="34473" y="57908"/>
                </a:lnTo>
                <a:cubicBezTo>
                  <a:pt x="38274" y="57908"/>
                  <a:pt x="41455" y="57399"/>
                  <a:pt x="44019" y="56381"/>
                </a:cubicBezTo>
                <a:cubicBezTo>
                  <a:pt x="46583" y="55361"/>
                  <a:pt x="48679" y="53938"/>
                  <a:pt x="50308" y="52112"/>
                </a:cubicBezTo>
                <a:cubicBezTo>
                  <a:pt x="51936" y="50285"/>
                  <a:pt x="53173" y="48098"/>
                  <a:pt x="54017" y="45552"/>
                </a:cubicBezTo>
                <a:cubicBezTo>
                  <a:pt x="54862" y="43005"/>
                  <a:pt x="55284" y="40234"/>
                  <a:pt x="55284" y="37239"/>
                </a:cubicBezTo>
                <a:close/>
                <a:moveTo>
                  <a:pt x="149071" y="40717"/>
                </a:moveTo>
                <a:cubicBezTo>
                  <a:pt x="149071" y="42888"/>
                  <a:pt x="149011" y="44668"/>
                  <a:pt x="148890" y="46055"/>
                </a:cubicBezTo>
                <a:cubicBezTo>
                  <a:pt x="148769" y="47442"/>
                  <a:pt x="148588" y="48528"/>
                  <a:pt x="148347" y="49312"/>
                </a:cubicBezTo>
                <a:cubicBezTo>
                  <a:pt x="148106" y="50096"/>
                  <a:pt x="147789" y="50639"/>
                  <a:pt x="147397" y="50941"/>
                </a:cubicBezTo>
                <a:cubicBezTo>
                  <a:pt x="147005" y="51243"/>
                  <a:pt x="146507" y="51393"/>
                  <a:pt x="145904" y="51393"/>
                </a:cubicBezTo>
                <a:cubicBezTo>
                  <a:pt x="145421" y="51393"/>
                  <a:pt x="144879" y="51288"/>
                  <a:pt x="144275" y="51077"/>
                </a:cubicBezTo>
                <a:cubicBezTo>
                  <a:pt x="143672" y="50866"/>
                  <a:pt x="142994" y="50639"/>
                  <a:pt x="142240" y="50398"/>
                </a:cubicBezTo>
                <a:cubicBezTo>
                  <a:pt x="141486" y="50157"/>
                  <a:pt x="140656" y="49931"/>
                  <a:pt x="139751" y="49719"/>
                </a:cubicBezTo>
                <a:cubicBezTo>
                  <a:pt x="138846" y="49508"/>
                  <a:pt x="137851" y="49403"/>
                  <a:pt x="136765" y="49403"/>
                </a:cubicBezTo>
                <a:cubicBezTo>
                  <a:pt x="135499" y="49403"/>
                  <a:pt x="134232" y="49661"/>
                  <a:pt x="132965" y="50178"/>
                </a:cubicBezTo>
                <a:cubicBezTo>
                  <a:pt x="131698" y="50692"/>
                  <a:pt x="130386" y="51496"/>
                  <a:pt x="129029" y="52589"/>
                </a:cubicBezTo>
                <a:cubicBezTo>
                  <a:pt x="127672" y="53683"/>
                  <a:pt x="126255" y="55140"/>
                  <a:pt x="124777" y="56961"/>
                </a:cubicBezTo>
                <a:cubicBezTo>
                  <a:pt x="123299" y="58782"/>
                  <a:pt x="121715" y="61028"/>
                  <a:pt x="120026" y="63699"/>
                </a:cubicBezTo>
                <a:lnTo>
                  <a:pt x="120026" y="114006"/>
                </a:lnTo>
                <a:cubicBezTo>
                  <a:pt x="120026" y="114610"/>
                  <a:pt x="119845" y="115137"/>
                  <a:pt x="119483" y="115590"/>
                </a:cubicBezTo>
                <a:cubicBezTo>
                  <a:pt x="119122" y="116042"/>
                  <a:pt x="118503" y="116419"/>
                  <a:pt x="117629" y="116721"/>
                </a:cubicBezTo>
                <a:cubicBezTo>
                  <a:pt x="116754" y="117022"/>
                  <a:pt x="115593" y="117249"/>
                  <a:pt x="114145" y="117399"/>
                </a:cubicBezTo>
                <a:cubicBezTo>
                  <a:pt x="112697" y="117550"/>
                  <a:pt x="110858" y="117626"/>
                  <a:pt x="108626" y="117626"/>
                </a:cubicBezTo>
                <a:cubicBezTo>
                  <a:pt x="106394" y="117626"/>
                  <a:pt x="104554" y="117550"/>
                  <a:pt x="103106" y="117399"/>
                </a:cubicBezTo>
                <a:cubicBezTo>
                  <a:pt x="101659" y="117249"/>
                  <a:pt x="100498" y="117022"/>
                  <a:pt x="99623" y="116721"/>
                </a:cubicBezTo>
                <a:cubicBezTo>
                  <a:pt x="98748" y="116419"/>
                  <a:pt x="98130" y="116042"/>
                  <a:pt x="97768" y="115590"/>
                </a:cubicBezTo>
                <a:cubicBezTo>
                  <a:pt x="97406" y="115137"/>
                  <a:pt x="97225" y="114610"/>
                  <a:pt x="97225" y="114006"/>
                </a:cubicBezTo>
                <a:lnTo>
                  <a:pt x="97225" y="33297"/>
                </a:lnTo>
                <a:cubicBezTo>
                  <a:pt x="97225" y="32694"/>
                  <a:pt x="97376" y="32166"/>
                  <a:pt x="97678" y="31714"/>
                </a:cubicBezTo>
                <a:cubicBezTo>
                  <a:pt x="97979" y="31261"/>
                  <a:pt x="98522" y="30884"/>
                  <a:pt x="99306" y="30583"/>
                </a:cubicBezTo>
                <a:cubicBezTo>
                  <a:pt x="100090" y="30281"/>
                  <a:pt x="101101" y="30055"/>
                  <a:pt x="102337" y="29904"/>
                </a:cubicBezTo>
                <a:cubicBezTo>
                  <a:pt x="103574" y="29753"/>
                  <a:pt x="105127" y="29678"/>
                  <a:pt x="106997" y="29678"/>
                </a:cubicBezTo>
                <a:cubicBezTo>
                  <a:pt x="108927" y="29678"/>
                  <a:pt x="110526" y="29753"/>
                  <a:pt x="111793" y="29904"/>
                </a:cubicBezTo>
                <a:cubicBezTo>
                  <a:pt x="113059" y="30055"/>
                  <a:pt x="114040" y="30281"/>
                  <a:pt x="114733" y="30583"/>
                </a:cubicBezTo>
                <a:cubicBezTo>
                  <a:pt x="115427" y="30884"/>
                  <a:pt x="115925" y="31261"/>
                  <a:pt x="116226" y="31714"/>
                </a:cubicBezTo>
                <a:cubicBezTo>
                  <a:pt x="116528" y="32166"/>
                  <a:pt x="116679" y="32694"/>
                  <a:pt x="116679" y="33297"/>
                </a:cubicBezTo>
                <a:lnTo>
                  <a:pt x="116679" y="43341"/>
                </a:lnTo>
                <a:cubicBezTo>
                  <a:pt x="118790" y="40306"/>
                  <a:pt x="120780" y="37802"/>
                  <a:pt x="122650" y="35831"/>
                </a:cubicBezTo>
                <a:cubicBezTo>
                  <a:pt x="124520" y="33859"/>
                  <a:pt x="126300" y="32297"/>
                  <a:pt x="127989" y="31145"/>
                </a:cubicBezTo>
                <a:cubicBezTo>
                  <a:pt x="129678" y="29992"/>
                  <a:pt x="131367" y="29188"/>
                  <a:pt x="133056" y="28733"/>
                </a:cubicBezTo>
                <a:cubicBezTo>
                  <a:pt x="134745" y="28277"/>
                  <a:pt x="136434" y="28049"/>
                  <a:pt x="138123" y="28049"/>
                </a:cubicBezTo>
                <a:cubicBezTo>
                  <a:pt x="138907" y="28049"/>
                  <a:pt x="139751" y="28094"/>
                  <a:pt x="140656" y="28185"/>
                </a:cubicBezTo>
                <a:cubicBezTo>
                  <a:pt x="141561" y="28275"/>
                  <a:pt x="142496" y="28426"/>
                  <a:pt x="143461" y="28637"/>
                </a:cubicBezTo>
                <a:cubicBezTo>
                  <a:pt x="144426" y="28848"/>
                  <a:pt x="145271" y="29090"/>
                  <a:pt x="145994" y="29361"/>
                </a:cubicBezTo>
                <a:cubicBezTo>
                  <a:pt x="146718" y="29633"/>
                  <a:pt x="147246" y="29919"/>
                  <a:pt x="147578" y="30221"/>
                </a:cubicBezTo>
                <a:cubicBezTo>
                  <a:pt x="147910" y="30522"/>
                  <a:pt x="148151" y="30854"/>
                  <a:pt x="148302" y="31216"/>
                </a:cubicBezTo>
                <a:cubicBezTo>
                  <a:pt x="148453" y="31578"/>
                  <a:pt x="148588" y="32076"/>
                  <a:pt x="148709" y="32709"/>
                </a:cubicBezTo>
                <a:cubicBezTo>
                  <a:pt x="148830" y="33342"/>
                  <a:pt x="148920" y="34292"/>
                  <a:pt x="148980" y="35559"/>
                </a:cubicBezTo>
                <a:cubicBezTo>
                  <a:pt x="149041" y="36826"/>
                  <a:pt x="149071" y="38545"/>
                  <a:pt x="149071" y="40717"/>
                </a:cubicBezTo>
                <a:close/>
                <a:moveTo>
                  <a:pt x="244623" y="72835"/>
                </a:moveTo>
                <a:cubicBezTo>
                  <a:pt x="244623" y="79726"/>
                  <a:pt x="243718" y="86013"/>
                  <a:pt x="241908" y="91694"/>
                </a:cubicBezTo>
                <a:cubicBezTo>
                  <a:pt x="240099" y="97376"/>
                  <a:pt x="237354" y="102271"/>
                  <a:pt x="233675" y="106380"/>
                </a:cubicBezTo>
                <a:cubicBezTo>
                  <a:pt x="229995" y="110490"/>
                  <a:pt x="225380" y="113663"/>
                  <a:pt x="219831" y="115901"/>
                </a:cubicBezTo>
                <a:cubicBezTo>
                  <a:pt x="214281" y="118136"/>
                  <a:pt x="207797" y="119254"/>
                  <a:pt x="200378" y="119254"/>
                </a:cubicBezTo>
                <a:cubicBezTo>
                  <a:pt x="193199" y="119254"/>
                  <a:pt x="186956" y="118257"/>
                  <a:pt x="181648" y="116263"/>
                </a:cubicBezTo>
                <a:cubicBezTo>
                  <a:pt x="176340" y="114268"/>
                  <a:pt x="171936" y="111367"/>
                  <a:pt x="168438" y="107560"/>
                </a:cubicBezTo>
                <a:cubicBezTo>
                  <a:pt x="164939" y="103752"/>
                  <a:pt x="162345" y="99068"/>
                  <a:pt x="160656" y="93507"/>
                </a:cubicBezTo>
                <a:cubicBezTo>
                  <a:pt x="158967" y="87946"/>
                  <a:pt x="158123" y="81600"/>
                  <a:pt x="158123" y="74469"/>
                </a:cubicBezTo>
                <a:cubicBezTo>
                  <a:pt x="158123" y="67577"/>
                  <a:pt x="159043" y="61276"/>
                  <a:pt x="160882" y="55564"/>
                </a:cubicBezTo>
                <a:cubicBezTo>
                  <a:pt x="162722" y="49852"/>
                  <a:pt x="165482" y="44957"/>
                  <a:pt x="169161" y="40878"/>
                </a:cubicBezTo>
                <a:cubicBezTo>
                  <a:pt x="172841" y="36799"/>
                  <a:pt x="177441" y="33641"/>
                  <a:pt x="182960" y="31405"/>
                </a:cubicBezTo>
                <a:cubicBezTo>
                  <a:pt x="188479" y="29168"/>
                  <a:pt x="194949" y="28049"/>
                  <a:pt x="202368" y="28049"/>
                </a:cubicBezTo>
                <a:cubicBezTo>
                  <a:pt x="209607" y="28049"/>
                  <a:pt x="215880" y="29031"/>
                  <a:pt x="221188" y="30995"/>
                </a:cubicBezTo>
                <a:cubicBezTo>
                  <a:pt x="226496" y="32960"/>
                  <a:pt x="230885" y="35846"/>
                  <a:pt x="234353" y="39653"/>
                </a:cubicBezTo>
                <a:cubicBezTo>
                  <a:pt x="237822" y="43461"/>
                  <a:pt x="240400" y="48145"/>
                  <a:pt x="242089" y="53706"/>
                </a:cubicBezTo>
                <a:cubicBezTo>
                  <a:pt x="243778" y="59267"/>
                  <a:pt x="244623" y="65643"/>
                  <a:pt x="244623" y="72835"/>
                </a:cubicBezTo>
                <a:moveTo>
                  <a:pt x="221188" y="73742"/>
                </a:moveTo>
                <a:cubicBezTo>
                  <a:pt x="221188" y="69761"/>
                  <a:pt x="220872" y="66097"/>
                  <a:pt x="220238" y="62749"/>
                </a:cubicBezTo>
                <a:cubicBezTo>
                  <a:pt x="219605" y="59401"/>
                  <a:pt x="218534" y="56490"/>
                  <a:pt x="217026" y="54017"/>
                </a:cubicBezTo>
                <a:cubicBezTo>
                  <a:pt x="215518" y="51544"/>
                  <a:pt x="213512" y="49614"/>
                  <a:pt x="211009" y="48227"/>
                </a:cubicBezTo>
                <a:cubicBezTo>
                  <a:pt x="208506" y="46839"/>
                  <a:pt x="205354" y="46145"/>
                  <a:pt x="201554" y="46145"/>
                </a:cubicBezTo>
                <a:cubicBezTo>
                  <a:pt x="198176" y="46145"/>
                  <a:pt x="195220" y="46764"/>
                  <a:pt x="192687" y="48000"/>
                </a:cubicBezTo>
                <a:cubicBezTo>
                  <a:pt x="190153" y="49237"/>
                  <a:pt x="188072" y="51047"/>
                  <a:pt x="186443" y="53429"/>
                </a:cubicBezTo>
                <a:cubicBezTo>
                  <a:pt x="184815" y="55812"/>
                  <a:pt x="183593" y="58677"/>
                  <a:pt x="182779" y="62025"/>
                </a:cubicBezTo>
                <a:cubicBezTo>
                  <a:pt x="181965" y="65373"/>
                  <a:pt x="181557" y="69188"/>
                  <a:pt x="181557" y="73471"/>
                </a:cubicBezTo>
                <a:cubicBezTo>
                  <a:pt x="181557" y="77452"/>
                  <a:pt x="181889" y="81116"/>
                  <a:pt x="182553" y="84464"/>
                </a:cubicBezTo>
                <a:cubicBezTo>
                  <a:pt x="183216" y="87812"/>
                  <a:pt x="184287" y="90723"/>
                  <a:pt x="185765" y="93196"/>
                </a:cubicBezTo>
                <a:cubicBezTo>
                  <a:pt x="187243" y="95669"/>
                  <a:pt x="189248" y="97584"/>
                  <a:pt x="191782" y="98941"/>
                </a:cubicBezTo>
                <a:cubicBezTo>
                  <a:pt x="194315" y="100298"/>
                  <a:pt x="197452" y="100977"/>
                  <a:pt x="201192" y="100977"/>
                </a:cubicBezTo>
                <a:cubicBezTo>
                  <a:pt x="204630" y="100977"/>
                  <a:pt x="207616" y="100359"/>
                  <a:pt x="210149" y="99122"/>
                </a:cubicBezTo>
                <a:cubicBezTo>
                  <a:pt x="212683" y="97886"/>
                  <a:pt x="214764" y="96091"/>
                  <a:pt x="216393" y="93739"/>
                </a:cubicBezTo>
                <a:cubicBezTo>
                  <a:pt x="218021" y="91386"/>
                  <a:pt x="219228" y="88536"/>
                  <a:pt x="220012" y="85188"/>
                </a:cubicBezTo>
                <a:cubicBezTo>
                  <a:pt x="220796" y="81840"/>
                  <a:pt x="221188" y="78025"/>
                  <a:pt x="221188" y="73742"/>
                </a:cubicBezTo>
                <a:close/>
                <a:moveTo>
                  <a:pt x="343955" y="72473"/>
                </a:moveTo>
                <a:cubicBezTo>
                  <a:pt x="343955" y="79666"/>
                  <a:pt x="343186" y="86149"/>
                  <a:pt x="341648" y="91920"/>
                </a:cubicBezTo>
                <a:cubicBezTo>
                  <a:pt x="340110" y="97692"/>
                  <a:pt x="337863" y="102603"/>
                  <a:pt x="334907" y="106652"/>
                </a:cubicBezTo>
                <a:cubicBezTo>
                  <a:pt x="331952" y="110701"/>
                  <a:pt x="328272" y="113814"/>
                  <a:pt x="323869" y="115991"/>
                </a:cubicBezTo>
                <a:cubicBezTo>
                  <a:pt x="319465" y="118167"/>
                  <a:pt x="314428" y="119254"/>
                  <a:pt x="308758" y="119254"/>
                </a:cubicBezTo>
                <a:cubicBezTo>
                  <a:pt x="306406" y="119254"/>
                  <a:pt x="304249" y="119027"/>
                  <a:pt x="302289" y="118573"/>
                </a:cubicBezTo>
                <a:cubicBezTo>
                  <a:pt x="300328" y="118120"/>
                  <a:pt x="298428" y="117426"/>
                  <a:pt x="296588" y="116489"/>
                </a:cubicBezTo>
                <a:cubicBezTo>
                  <a:pt x="294749" y="115552"/>
                  <a:pt x="292924" y="114389"/>
                  <a:pt x="291114" y="113000"/>
                </a:cubicBezTo>
                <a:cubicBezTo>
                  <a:pt x="289305" y="111609"/>
                  <a:pt x="287435" y="109976"/>
                  <a:pt x="285504" y="108102"/>
                </a:cubicBezTo>
                <a:lnTo>
                  <a:pt x="285504" y="146124"/>
                </a:lnTo>
                <a:cubicBezTo>
                  <a:pt x="285504" y="146728"/>
                  <a:pt x="285324" y="147270"/>
                  <a:pt x="284962" y="147753"/>
                </a:cubicBezTo>
                <a:cubicBezTo>
                  <a:pt x="284600" y="148237"/>
                  <a:pt x="283981" y="148646"/>
                  <a:pt x="283107" y="148977"/>
                </a:cubicBezTo>
                <a:cubicBezTo>
                  <a:pt x="282232" y="149309"/>
                  <a:pt x="281071" y="149565"/>
                  <a:pt x="279623" y="149746"/>
                </a:cubicBezTo>
                <a:cubicBezTo>
                  <a:pt x="278176" y="149927"/>
                  <a:pt x="276336" y="150018"/>
                  <a:pt x="274104" y="150018"/>
                </a:cubicBezTo>
                <a:cubicBezTo>
                  <a:pt x="271872" y="150018"/>
                  <a:pt x="270032" y="149927"/>
                  <a:pt x="268584" y="149746"/>
                </a:cubicBezTo>
                <a:cubicBezTo>
                  <a:pt x="267137" y="149565"/>
                  <a:pt x="265976" y="149309"/>
                  <a:pt x="265101" y="148977"/>
                </a:cubicBezTo>
                <a:cubicBezTo>
                  <a:pt x="264226" y="148646"/>
                  <a:pt x="263608" y="148237"/>
                  <a:pt x="263246" y="147753"/>
                </a:cubicBezTo>
                <a:cubicBezTo>
                  <a:pt x="262884" y="147270"/>
                  <a:pt x="262703" y="146728"/>
                  <a:pt x="262703" y="146124"/>
                </a:cubicBezTo>
                <a:lnTo>
                  <a:pt x="262703" y="33300"/>
                </a:lnTo>
                <a:cubicBezTo>
                  <a:pt x="262703" y="32697"/>
                  <a:pt x="262854" y="32169"/>
                  <a:pt x="263156" y="31717"/>
                </a:cubicBezTo>
                <a:cubicBezTo>
                  <a:pt x="263457" y="31262"/>
                  <a:pt x="263985" y="30884"/>
                  <a:pt x="264739" y="30583"/>
                </a:cubicBezTo>
                <a:cubicBezTo>
                  <a:pt x="265493" y="30281"/>
                  <a:pt x="266488" y="30055"/>
                  <a:pt x="267725" y="29904"/>
                </a:cubicBezTo>
                <a:cubicBezTo>
                  <a:pt x="268961" y="29753"/>
                  <a:pt x="270515" y="29678"/>
                  <a:pt x="272385" y="29678"/>
                </a:cubicBezTo>
                <a:cubicBezTo>
                  <a:pt x="274194" y="29678"/>
                  <a:pt x="275717" y="29753"/>
                  <a:pt x="276954" y="29904"/>
                </a:cubicBezTo>
                <a:cubicBezTo>
                  <a:pt x="278191" y="30053"/>
                  <a:pt x="279186" y="30278"/>
                  <a:pt x="279940" y="30580"/>
                </a:cubicBezTo>
                <a:cubicBezTo>
                  <a:pt x="280694" y="30880"/>
                  <a:pt x="281222" y="31255"/>
                  <a:pt x="281523" y="31705"/>
                </a:cubicBezTo>
                <a:cubicBezTo>
                  <a:pt x="281825" y="32154"/>
                  <a:pt x="281976" y="32679"/>
                  <a:pt x="281976" y="33280"/>
                </a:cubicBezTo>
                <a:lnTo>
                  <a:pt x="281976" y="42735"/>
                </a:lnTo>
                <a:cubicBezTo>
                  <a:pt x="284328" y="40319"/>
                  <a:pt x="286636" y="38189"/>
                  <a:pt x="288898" y="36345"/>
                </a:cubicBezTo>
                <a:cubicBezTo>
                  <a:pt x="291160" y="34502"/>
                  <a:pt x="293467" y="32961"/>
                  <a:pt x="295819" y="31722"/>
                </a:cubicBezTo>
                <a:cubicBezTo>
                  <a:pt x="298172" y="30482"/>
                  <a:pt x="300600" y="29560"/>
                  <a:pt x="303103" y="28957"/>
                </a:cubicBezTo>
                <a:cubicBezTo>
                  <a:pt x="305606" y="28352"/>
                  <a:pt x="308276" y="28049"/>
                  <a:pt x="311111" y="28049"/>
                </a:cubicBezTo>
                <a:cubicBezTo>
                  <a:pt x="317022" y="28049"/>
                  <a:pt x="322059" y="29213"/>
                  <a:pt x="326221" y="31541"/>
                </a:cubicBezTo>
                <a:cubicBezTo>
                  <a:pt x="330383" y="33867"/>
                  <a:pt x="333776" y="37055"/>
                  <a:pt x="336400" y="41104"/>
                </a:cubicBezTo>
                <a:cubicBezTo>
                  <a:pt x="339024" y="45153"/>
                  <a:pt x="340939" y="49867"/>
                  <a:pt x="342146" y="55247"/>
                </a:cubicBezTo>
                <a:cubicBezTo>
                  <a:pt x="343352" y="60627"/>
                  <a:pt x="343955" y="66369"/>
                  <a:pt x="343955" y="72473"/>
                </a:cubicBezTo>
                <a:moveTo>
                  <a:pt x="320249" y="74149"/>
                </a:moveTo>
                <a:cubicBezTo>
                  <a:pt x="320249" y="70705"/>
                  <a:pt x="319993" y="67397"/>
                  <a:pt x="319480" y="64225"/>
                </a:cubicBezTo>
                <a:cubicBezTo>
                  <a:pt x="318967" y="61052"/>
                  <a:pt x="318093" y="58228"/>
                  <a:pt x="316856" y="55751"/>
                </a:cubicBezTo>
                <a:cubicBezTo>
                  <a:pt x="315620" y="53274"/>
                  <a:pt x="313991" y="51295"/>
                  <a:pt x="311970" y="49816"/>
                </a:cubicBezTo>
                <a:cubicBezTo>
                  <a:pt x="309950" y="48334"/>
                  <a:pt x="307431" y="47593"/>
                  <a:pt x="304415" y="47593"/>
                </a:cubicBezTo>
                <a:cubicBezTo>
                  <a:pt x="302907" y="47593"/>
                  <a:pt x="301414" y="47819"/>
                  <a:pt x="299936" y="48272"/>
                </a:cubicBezTo>
                <a:cubicBezTo>
                  <a:pt x="298458" y="48722"/>
                  <a:pt x="296950" y="49459"/>
                  <a:pt x="295412" y="50483"/>
                </a:cubicBezTo>
                <a:cubicBezTo>
                  <a:pt x="293874" y="51506"/>
                  <a:pt x="292291" y="52832"/>
                  <a:pt x="290662" y="54458"/>
                </a:cubicBezTo>
                <a:cubicBezTo>
                  <a:pt x="289033" y="56083"/>
                  <a:pt x="287314" y="58099"/>
                  <a:pt x="285504" y="60507"/>
                </a:cubicBezTo>
                <a:lnTo>
                  <a:pt x="285504" y="87159"/>
                </a:lnTo>
                <a:cubicBezTo>
                  <a:pt x="288701" y="91221"/>
                  <a:pt x="291748" y="94359"/>
                  <a:pt x="294643" y="96572"/>
                </a:cubicBezTo>
                <a:cubicBezTo>
                  <a:pt x="297538" y="98785"/>
                  <a:pt x="300555" y="99891"/>
                  <a:pt x="303691" y="99891"/>
                </a:cubicBezTo>
                <a:cubicBezTo>
                  <a:pt x="306647" y="99891"/>
                  <a:pt x="309165" y="99136"/>
                  <a:pt x="311246" y="97626"/>
                </a:cubicBezTo>
                <a:cubicBezTo>
                  <a:pt x="313327" y="96115"/>
                  <a:pt x="315032" y="94135"/>
                  <a:pt x="316359" y="91689"/>
                </a:cubicBezTo>
                <a:cubicBezTo>
                  <a:pt x="317686" y="89242"/>
                  <a:pt x="318666" y="86477"/>
                  <a:pt x="319299" y="83395"/>
                </a:cubicBezTo>
                <a:cubicBezTo>
                  <a:pt x="319933" y="80313"/>
                  <a:pt x="320249" y="77231"/>
                  <a:pt x="320249" y="74149"/>
                </a:cubicBezTo>
                <a:close/>
                <a:moveTo>
                  <a:pt x="443641" y="72835"/>
                </a:moveTo>
                <a:cubicBezTo>
                  <a:pt x="443641" y="79726"/>
                  <a:pt x="442736" y="86013"/>
                  <a:pt x="440927" y="91694"/>
                </a:cubicBezTo>
                <a:cubicBezTo>
                  <a:pt x="439117" y="97376"/>
                  <a:pt x="436372" y="102271"/>
                  <a:pt x="432693" y="106380"/>
                </a:cubicBezTo>
                <a:cubicBezTo>
                  <a:pt x="429013" y="110490"/>
                  <a:pt x="424399" y="113663"/>
                  <a:pt x="418849" y="115901"/>
                </a:cubicBezTo>
                <a:cubicBezTo>
                  <a:pt x="413300" y="118136"/>
                  <a:pt x="406815" y="119254"/>
                  <a:pt x="399396" y="119254"/>
                </a:cubicBezTo>
                <a:cubicBezTo>
                  <a:pt x="392218" y="119254"/>
                  <a:pt x="385974" y="118257"/>
                  <a:pt x="380666" y="116263"/>
                </a:cubicBezTo>
                <a:cubicBezTo>
                  <a:pt x="375358" y="114268"/>
                  <a:pt x="370955" y="111367"/>
                  <a:pt x="367456" y="107560"/>
                </a:cubicBezTo>
                <a:cubicBezTo>
                  <a:pt x="363957" y="103752"/>
                  <a:pt x="361364" y="99068"/>
                  <a:pt x="359675" y="93507"/>
                </a:cubicBezTo>
                <a:cubicBezTo>
                  <a:pt x="357986" y="87946"/>
                  <a:pt x="357141" y="81600"/>
                  <a:pt x="357141" y="74469"/>
                </a:cubicBezTo>
                <a:cubicBezTo>
                  <a:pt x="357141" y="67577"/>
                  <a:pt x="358061" y="61276"/>
                  <a:pt x="359901" y="55564"/>
                </a:cubicBezTo>
                <a:cubicBezTo>
                  <a:pt x="361741" y="49852"/>
                  <a:pt x="364500" y="44957"/>
                  <a:pt x="368180" y="40878"/>
                </a:cubicBezTo>
                <a:cubicBezTo>
                  <a:pt x="371859" y="36799"/>
                  <a:pt x="376459" y="33641"/>
                  <a:pt x="381978" y="31405"/>
                </a:cubicBezTo>
                <a:cubicBezTo>
                  <a:pt x="387498" y="29168"/>
                  <a:pt x="393967" y="28049"/>
                  <a:pt x="401386" y="28049"/>
                </a:cubicBezTo>
                <a:cubicBezTo>
                  <a:pt x="408625" y="28049"/>
                  <a:pt x="414898" y="29031"/>
                  <a:pt x="420206" y="30995"/>
                </a:cubicBezTo>
                <a:cubicBezTo>
                  <a:pt x="425515" y="32960"/>
                  <a:pt x="429903" y="35846"/>
                  <a:pt x="433372" y="39653"/>
                </a:cubicBezTo>
                <a:cubicBezTo>
                  <a:pt x="436840" y="43461"/>
                  <a:pt x="439419" y="48145"/>
                  <a:pt x="441108" y="53706"/>
                </a:cubicBezTo>
                <a:cubicBezTo>
                  <a:pt x="442797" y="59267"/>
                  <a:pt x="443641" y="65643"/>
                  <a:pt x="443641" y="72835"/>
                </a:cubicBezTo>
                <a:moveTo>
                  <a:pt x="420206" y="73742"/>
                </a:moveTo>
                <a:cubicBezTo>
                  <a:pt x="420206" y="69761"/>
                  <a:pt x="419890" y="66097"/>
                  <a:pt x="419256" y="62749"/>
                </a:cubicBezTo>
                <a:cubicBezTo>
                  <a:pt x="418623" y="59401"/>
                  <a:pt x="417552" y="56490"/>
                  <a:pt x="416044" y="54017"/>
                </a:cubicBezTo>
                <a:cubicBezTo>
                  <a:pt x="414536" y="51544"/>
                  <a:pt x="412531" y="49614"/>
                  <a:pt x="410027" y="48227"/>
                </a:cubicBezTo>
                <a:cubicBezTo>
                  <a:pt x="407524" y="46839"/>
                  <a:pt x="404372" y="46145"/>
                  <a:pt x="400572" y="46145"/>
                </a:cubicBezTo>
                <a:cubicBezTo>
                  <a:pt x="397194" y="46145"/>
                  <a:pt x="394238" y="46764"/>
                  <a:pt x="391705" y="48000"/>
                </a:cubicBezTo>
                <a:cubicBezTo>
                  <a:pt x="389171" y="49237"/>
                  <a:pt x="387090" y="51047"/>
                  <a:pt x="385462" y="53429"/>
                </a:cubicBezTo>
                <a:cubicBezTo>
                  <a:pt x="383833" y="55812"/>
                  <a:pt x="382612" y="58677"/>
                  <a:pt x="381797" y="62025"/>
                </a:cubicBezTo>
                <a:cubicBezTo>
                  <a:pt x="380983" y="65373"/>
                  <a:pt x="380576" y="69188"/>
                  <a:pt x="380576" y="73471"/>
                </a:cubicBezTo>
                <a:cubicBezTo>
                  <a:pt x="380576" y="77452"/>
                  <a:pt x="380907" y="81116"/>
                  <a:pt x="381571" y="84464"/>
                </a:cubicBezTo>
                <a:cubicBezTo>
                  <a:pt x="382235" y="87812"/>
                  <a:pt x="383305" y="90723"/>
                  <a:pt x="384783" y="93196"/>
                </a:cubicBezTo>
                <a:cubicBezTo>
                  <a:pt x="386261" y="95669"/>
                  <a:pt x="388267" y="97584"/>
                  <a:pt x="390800" y="98941"/>
                </a:cubicBezTo>
                <a:cubicBezTo>
                  <a:pt x="393334" y="100298"/>
                  <a:pt x="396470" y="100977"/>
                  <a:pt x="400210" y="100977"/>
                </a:cubicBezTo>
                <a:cubicBezTo>
                  <a:pt x="403648" y="100977"/>
                  <a:pt x="406634" y="100359"/>
                  <a:pt x="409168" y="99122"/>
                </a:cubicBezTo>
                <a:cubicBezTo>
                  <a:pt x="411701" y="97886"/>
                  <a:pt x="413782" y="96091"/>
                  <a:pt x="415411" y="93739"/>
                </a:cubicBezTo>
                <a:cubicBezTo>
                  <a:pt x="417040" y="91386"/>
                  <a:pt x="418246" y="88536"/>
                  <a:pt x="419030" y="85188"/>
                </a:cubicBezTo>
                <a:cubicBezTo>
                  <a:pt x="419814" y="81840"/>
                  <a:pt x="420206" y="78025"/>
                  <a:pt x="420206" y="73742"/>
                </a:cubicBezTo>
                <a:close/>
                <a:moveTo>
                  <a:pt x="538996" y="114004"/>
                </a:moveTo>
                <a:cubicBezTo>
                  <a:pt x="538996" y="114607"/>
                  <a:pt x="538815" y="115135"/>
                  <a:pt x="538454" y="115590"/>
                </a:cubicBezTo>
                <a:cubicBezTo>
                  <a:pt x="538092" y="116042"/>
                  <a:pt x="537488" y="116419"/>
                  <a:pt x="536644" y="116721"/>
                </a:cubicBezTo>
                <a:cubicBezTo>
                  <a:pt x="535799" y="117022"/>
                  <a:pt x="534638" y="117249"/>
                  <a:pt x="533160" y="117399"/>
                </a:cubicBezTo>
                <a:cubicBezTo>
                  <a:pt x="531683" y="117550"/>
                  <a:pt x="529858" y="117626"/>
                  <a:pt x="527686" y="117626"/>
                </a:cubicBezTo>
                <a:cubicBezTo>
                  <a:pt x="525454" y="117626"/>
                  <a:pt x="523600" y="117550"/>
                  <a:pt x="522122" y="117399"/>
                </a:cubicBezTo>
                <a:cubicBezTo>
                  <a:pt x="520644" y="117249"/>
                  <a:pt x="519483" y="117022"/>
                  <a:pt x="518638" y="116721"/>
                </a:cubicBezTo>
                <a:cubicBezTo>
                  <a:pt x="517794" y="116419"/>
                  <a:pt x="517190" y="116042"/>
                  <a:pt x="516829" y="115590"/>
                </a:cubicBezTo>
                <a:cubicBezTo>
                  <a:pt x="516467" y="115137"/>
                  <a:pt x="516286" y="114610"/>
                  <a:pt x="516286" y="114006"/>
                </a:cubicBezTo>
                <a:lnTo>
                  <a:pt x="516286" y="67951"/>
                </a:lnTo>
                <a:cubicBezTo>
                  <a:pt x="516286" y="64031"/>
                  <a:pt x="515999" y="60954"/>
                  <a:pt x="515426" y="58722"/>
                </a:cubicBezTo>
                <a:cubicBezTo>
                  <a:pt x="514853" y="56490"/>
                  <a:pt x="514024" y="54575"/>
                  <a:pt x="512938" y="52977"/>
                </a:cubicBezTo>
                <a:cubicBezTo>
                  <a:pt x="511852" y="51378"/>
                  <a:pt x="510450" y="50142"/>
                  <a:pt x="508730" y="49267"/>
                </a:cubicBezTo>
                <a:cubicBezTo>
                  <a:pt x="507011" y="48392"/>
                  <a:pt x="505006" y="47955"/>
                  <a:pt x="502713" y="47955"/>
                </a:cubicBezTo>
                <a:cubicBezTo>
                  <a:pt x="499818" y="47955"/>
                  <a:pt x="496892" y="49011"/>
                  <a:pt x="493937" y="51122"/>
                </a:cubicBezTo>
                <a:cubicBezTo>
                  <a:pt x="490981" y="53233"/>
                  <a:pt x="487905" y="56309"/>
                  <a:pt x="484708" y="60351"/>
                </a:cubicBezTo>
                <a:lnTo>
                  <a:pt x="484708" y="114006"/>
                </a:lnTo>
                <a:cubicBezTo>
                  <a:pt x="484708" y="114610"/>
                  <a:pt x="484527" y="115137"/>
                  <a:pt x="484165" y="115590"/>
                </a:cubicBezTo>
                <a:cubicBezTo>
                  <a:pt x="483803" y="116042"/>
                  <a:pt x="483185" y="116419"/>
                  <a:pt x="482310" y="116721"/>
                </a:cubicBezTo>
                <a:cubicBezTo>
                  <a:pt x="481435" y="117022"/>
                  <a:pt x="480274" y="117249"/>
                  <a:pt x="478826" y="117399"/>
                </a:cubicBezTo>
                <a:cubicBezTo>
                  <a:pt x="477379" y="117550"/>
                  <a:pt x="475539" y="117626"/>
                  <a:pt x="473307" y="117626"/>
                </a:cubicBezTo>
                <a:cubicBezTo>
                  <a:pt x="471075" y="117626"/>
                  <a:pt x="469235" y="117550"/>
                  <a:pt x="467788" y="117399"/>
                </a:cubicBezTo>
                <a:cubicBezTo>
                  <a:pt x="466340" y="117249"/>
                  <a:pt x="465179" y="117022"/>
                  <a:pt x="464304" y="116721"/>
                </a:cubicBezTo>
                <a:cubicBezTo>
                  <a:pt x="463429" y="116419"/>
                  <a:pt x="462811" y="116042"/>
                  <a:pt x="462449" y="115590"/>
                </a:cubicBezTo>
                <a:cubicBezTo>
                  <a:pt x="462087" y="115137"/>
                  <a:pt x="461906" y="114610"/>
                  <a:pt x="461906" y="114006"/>
                </a:cubicBezTo>
                <a:lnTo>
                  <a:pt x="461906" y="33297"/>
                </a:lnTo>
                <a:cubicBezTo>
                  <a:pt x="461906" y="32694"/>
                  <a:pt x="462057" y="32166"/>
                  <a:pt x="462359" y="31714"/>
                </a:cubicBezTo>
                <a:cubicBezTo>
                  <a:pt x="462660" y="31261"/>
                  <a:pt x="463203" y="30884"/>
                  <a:pt x="463987" y="30583"/>
                </a:cubicBezTo>
                <a:cubicBezTo>
                  <a:pt x="464772" y="30281"/>
                  <a:pt x="465782" y="30055"/>
                  <a:pt x="467019" y="29904"/>
                </a:cubicBezTo>
                <a:cubicBezTo>
                  <a:pt x="468255" y="29753"/>
                  <a:pt x="469808" y="29678"/>
                  <a:pt x="471678" y="29678"/>
                </a:cubicBezTo>
                <a:cubicBezTo>
                  <a:pt x="473609" y="29678"/>
                  <a:pt x="475207" y="29753"/>
                  <a:pt x="476474" y="29904"/>
                </a:cubicBezTo>
                <a:cubicBezTo>
                  <a:pt x="477741" y="30055"/>
                  <a:pt x="478721" y="30281"/>
                  <a:pt x="479415" y="30583"/>
                </a:cubicBezTo>
                <a:cubicBezTo>
                  <a:pt x="480108" y="30884"/>
                  <a:pt x="480606" y="31261"/>
                  <a:pt x="480907" y="31714"/>
                </a:cubicBezTo>
                <a:cubicBezTo>
                  <a:pt x="481209" y="32166"/>
                  <a:pt x="481360" y="32694"/>
                  <a:pt x="481360" y="33297"/>
                </a:cubicBezTo>
                <a:lnTo>
                  <a:pt x="481360" y="42617"/>
                </a:lnTo>
                <a:cubicBezTo>
                  <a:pt x="485824" y="37761"/>
                  <a:pt x="490363" y="34119"/>
                  <a:pt x="494977" y="31691"/>
                </a:cubicBezTo>
                <a:cubicBezTo>
                  <a:pt x="499592" y="29263"/>
                  <a:pt x="504402" y="28049"/>
                  <a:pt x="509409" y="28049"/>
                </a:cubicBezTo>
                <a:cubicBezTo>
                  <a:pt x="514898" y="28049"/>
                  <a:pt x="519528" y="28955"/>
                  <a:pt x="523298" y="30766"/>
                </a:cubicBezTo>
                <a:cubicBezTo>
                  <a:pt x="527068" y="32578"/>
                  <a:pt x="530114" y="35039"/>
                  <a:pt x="532437" y="38149"/>
                </a:cubicBezTo>
                <a:cubicBezTo>
                  <a:pt x="534759" y="41258"/>
                  <a:pt x="536433" y="44896"/>
                  <a:pt x="537458" y="49063"/>
                </a:cubicBezTo>
                <a:cubicBezTo>
                  <a:pt x="538484" y="53229"/>
                  <a:pt x="538996" y="58241"/>
                  <a:pt x="538996" y="64097"/>
                </a:cubicBezTo>
                <a:lnTo>
                  <a:pt x="538996" y="114004"/>
                </a:lnTo>
                <a:close/>
                <a:moveTo>
                  <a:pt x="635787" y="71285"/>
                </a:moveTo>
                <a:cubicBezTo>
                  <a:pt x="635787" y="74065"/>
                  <a:pt x="635169" y="76120"/>
                  <a:pt x="633932" y="77449"/>
                </a:cubicBezTo>
                <a:cubicBezTo>
                  <a:pt x="632696" y="78778"/>
                  <a:pt x="630992" y="79443"/>
                  <a:pt x="628820" y="79443"/>
                </a:cubicBezTo>
                <a:lnTo>
                  <a:pt x="579689" y="79443"/>
                </a:lnTo>
                <a:cubicBezTo>
                  <a:pt x="579689" y="82894"/>
                  <a:pt x="580096" y="86028"/>
                  <a:pt x="580910" y="88844"/>
                </a:cubicBezTo>
                <a:cubicBezTo>
                  <a:pt x="581725" y="91660"/>
                  <a:pt x="583021" y="94053"/>
                  <a:pt x="584801" y="96023"/>
                </a:cubicBezTo>
                <a:cubicBezTo>
                  <a:pt x="586580" y="97991"/>
                  <a:pt x="588873" y="99490"/>
                  <a:pt x="591677" y="100519"/>
                </a:cubicBezTo>
                <a:cubicBezTo>
                  <a:pt x="594482" y="101548"/>
                  <a:pt x="597845" y="102063"/>
                  <a:pt x="601766" y="102063"/>
                </a:cubicBezTo>
                <a:cubicBezTo>
                  <a:pt x="605747" y="102063"/>
                  <a:pt x="609246" y="101772"/>
                  <a:pt x="612262" y="101189"/>
                </a:cubicBezTo>
                <a:cubicBezTo>
                  <a:pt x="615278" y="100607"/>
                  <a:pt x="617887" y="99963"/>
                  <a:pt x="620089" y="99258"/>
                </a:cubicBezTo>
                <a:cubicBezTo>
                  <a:pt x="622290" y="98553"/>
                  <a:pt x="624115" y="97909"/>
                  <a:pt x="625563" y="97327"/>
                </a:cubicBezTo>
                <a:cubicBezTo>
                  <a:pt x="627010" y="96744"/>
                  <a:pt x="628187" y="96453"/>
                  <a:pt x="629091" y="96453"/>
                </a:cubicBezTo>
                <a:cubicBezTo>
                  <a:pt x="629634" y="96453"/>
                  <a:pt x="630087" y="96560"/>
                  <a:pt x="630449" y="96773"/>
                </a:cubicBezTo>
                <a:cubicBezTo>
                  <a:pt x="630811" y="96984"/>
                  <a:pt x="631112" y="97363"/>
                  <a:pt x="631353" y="97909"/>
                </a:cubicBezTo>
                <a:cubicBezTo>
                  <a:pt x="631595" y="98454"/>
                  <a:pt x="631761" y="99227"/>
                  <a:pt x="631851" y="100228"/>
                </a:cubicBezTo>
                <a:cubicBezTo>
                  <a:pt x="631942" y="101229"/>
                  <a:pt x="631987" y="102487"/>
                  <a:pt x="631987" y="104003"/>
                </a:cubicBezTo>
                <a:cubicBezTo>
                  <a:pt x="631987" y="105337"/>
                  <a:pt x="631957" y="106475"/>
                  <a:pt x="631896" y="107415"/>
                </a:cubicBezTo>
                <a:cubicBezTo>
                  <a:pt x="631836" y="108354"/>
                  <a:pt x="631746" y="109157"/>
                  <a:pt x="631625" y="109824"/>
                </a:cubicBezTo>
                <a:cubicBezTo>
                  <a:pt x="631504" y="110492"/>
                  <a:pt x="631323" y="111053"/>
                  <a:pt x="631082" y="111510"/>
                </a:cubicBezTo>
                <a:cubicBezTo>
                  <a:pt x="630841" y="111964"/>
                  <a:pt x="630524" y="112403"/>
                  <a:pt x="630132" y="112827"/>
                </a:cubicBezTo>
                <a:cubicBezTo>
                  <a:pt x="629740" y="113251"/>
                  <a:pt x="628669" y="113825"/>
                  <a:pt x="626920" y="114549"/>
                </a:cubicBezTo>
                <a:cubicBezTo>
                  <a:pt x="625171" y="115273"/>
                  <a:pt x="622939" y="115982"/>
                  <a:pt x="620224" y="116676"/>
                </a:cubicBezTo>
                <a:cubicBezTo>
                  <a:pt x="617510" y="117369"/>
                  <a:pt x="614403" y="117972"/>
                  <a:pt x="610905" y="118485"/>
                </a:cubicBezTo>
                <a:cubicBezTo>
                  <a:pt x="607406" y="118998"/>
                  <a:pt x="603666" y="119254"/>
                  <a:pt x="599685" y="119254"/>
                </a:cubicBezTo>
                <a:cubicBezTo>
                  <a:pt x="592507" y="119254"/>
                  <a:pt x="586218" y="118348"/>
                  <a:pt x="580820" y="116534"/>
                </a:cubicBezTo>
                <a:cubicBezTo>
                  <a:pt x="575421" y="114721"/>
                  <a:pt x="570912" y="111971"/>
                  <a:pt x="567293" y="108283"/>
                </a:cubicBezTo>
                <a:cubicBezTo>
                  <a:pt x="563674" y="104596"/>
                  <a:pt x="560974" y="99943"/>
                  <a:pt x="559195" y="94324"/>
                </a:cubicBezTo>
                <a:cubicBezTo>
                  <a:pt x="557415" y="88703"/>
                  <a:pt x="556526" y="82115"/>
                  <a:pt x="556526" y="74559"/>
                </a:cubicBezTo>
                <a:cubicBezTo>
                  <a:pt x="556526" y="67366"/>
                  <a:pt x="557460" y="60884"/>
                  <a:pt x="559330" y="55112"/>
                </a:cubicBezTo>
                <a:cubicBezTo>
                  <a:pt x="561200" y="49340"/>
                  <a:pt x="563915" y="44444"/>
                  <a:pt x="567474" y="40425"/>
                </a:cubicBezTo>
                <a:cubicBezTo>
                  <a:pt x="571033" y="36405"/>
                  <a:pt x="575361" y="33337"/>
                  <a:pt x="580458" y="31222"/>
                </a:cubicBezTo>
                <a:cubicBezTo>
                  <a:pt x="585555" y="29107"/>
                  <a:pt x="591300" y="28049"/>
                  <a:pt x="597694" y="28049"/>
                </a:cubicBezTo>
                <a:cubicBezTo>
                  <a:pt x="604450" y="28049"/>
                  <a:pt x="610226" y="29046"/>
                  <a:pt x="615022" y="31041"/>
                </a:cubicBezTo>
                <a:cubicBezTo>
                  <a:pt x="619817" y="33035"/>
                  <a:pt x="623753" y="35799"/>
                  <a:pt x="626829" y="39334"/>
                </a:cubicBezTo>
                <a:cubicBezTo>
                  <a:pt x="629906" y="42868"/>
                  <a:pt x="632168" y="47053"/>
                  <a:pt x="633616" y="51888"/>
                </a:cubicBezTo>
                <a:cubicBezTo>
                  <a:pt x="635063" y="56721"/>
                  <a:pt x="635787" y="61979"/>
                  <a:pt x="635787" y="67660"/>
                </a:cubicBezTo>
                <a:lnTo>
                  <a:pt x="635787" y="71285"/>
                </a:lnTo>
                <a:moveTo>
                  <a:pt x="613710" y="64785"/>
                </a:moveTo>
                <a:cubicBezTo>
                  <a:pt x="613891" y="58362"/>
                  <a:pt x="612609" y="53319"/>
                  <a:pt x="609864" y="49654"/>
                </a:cubicBezTo>
                <a:cubicBezTo>
                  <a:pt x="607120" y="45988"/>
                  <a:pt x="602882" y="44155"/>
                  <a:pt x="597152" y="44155"/>
                </a:cubicBezTo>
                <a:cubicBezTo>
                  <a:pt x="594256" y="44155"/>
                  <a:pt x="591738" y="44701"/>
                  <a:pt x="589596" y="45792"/>
                </a:cubicBezTo>
                <a:cubicBezTo>
                  <a:pt x="587455" y="46882"/>
                  <a:pt x="585676" y="48351"/>
                  <a:pt x="584258" y="50200"/>
                </a:cubicBezTo>
                <a:cubicBezTo>
                  <a:pt x="582840" y="52047"/>
                  <a:pt x="581755" y="54228"/>
                  <a:pt x="581001" y="56743"/>
                </a:cubicBezTo>
                <a:cubicBezTo>
                  <a:pt x="580247" y="59256"/>
                  <a:pt x="579809" y="61936"/>
                  <a:pt x="579689" y="64785"/>
                </a:cubicBezTo>
                <a:lnTo>
                  <a:pt x="613710" y="64785"/>
                </a:lnTo>
                <a:close/>
                <a:moveTo>
                  <a:pt x="731715" y="114004"/>
                </a:moveTo>
                <a:cubicBezTo>
                  <a:pt x="731715" y="114607"/>
                  <a:pt x="731534" y="115135"/>
                  <a:pt x="731172" y="115590"/>
                </a:cubicBezTo>
                <a:cubicBezTo>
                  <a:pt x="730810" y="116042"/>
                  <a:pt x="730207" y="116419"/>
                  <a:pt x="729362" y="116721"/>
                </a:cubicBezTo>
                <a:cubicBezTo>
                  <a:pt x="728518" y="117022"/>
                  <a:pt x="727357" y="117249"/>
                  <a:pt x="725879" y="117399"/>
                </a:cubicBezTo>
                <a:cubicBezTo>
                  <a:pt x="724401" y="117550"/>
                  <a:pt x="722576" y="117626"/>
                  <a:pt x="720405" y="117626"/>
                </a:cubicBezTo>
                <a:cubicBezTo>
                  <a:pt x="718173" y="117626"/>
                  <a:pt x="716318" y="117550"/>
                  <a:pt x="714840" y="117399"/>
                </a:cubicBezTo>
                <a:cubicBezTo>
                  <a:pt x="713362" y="117249"/>
                  <a:pt x="712201" y="117022"/>
                  <a:pt x="711357" y="116721"/>
                </a:cubicBezTo>
                <a:cubicBezTo>
                  <a:pt x="710512" y="116419"/>
                  <a:pt x="709909" y="116042"/>
                  <a:pt x="709547" y="115590"/>
                </a:cubicBezTo>
                <a:cubicBezTo>
                  <a:pt x="709185" y="115137"/>
                  <a:pt x="709004" y="114610"/>
                  <a:pt x="709004" y="114006"/>
                </a:cubicBezTo>
                <a:lnTo>
                  <a:pt x="709004" y="67951"/>
                </a:lnTo>
                <a:cubicBezTo>
                  <a:pt x="709004" y="64031"/>
                  <a:pt x="708717" y="60954"/>
                  <a:pt x="708144" y="58722"/>
                </a:cubicBezTo>
                <a:cubicBezTo>
                  <a:pt x="707571" y="56490"/>
                  <a:pt x="706742" y="54575"/>
                  <a:pt x="705656" y="52977"/>
                </a:cubicBezTo>
                <a:cubicBezTo>
                  <a:pt x="704570" y="51378"/>
                  <a:pt x="703168" y="50142"/>
                  <a:pt x="701449" y="49267"/>
                </a:cubicBezTo>
                <a:cubicBezTo>
                  <a:pt x="699730" y="48392"/>
                  <a:pt x="697724" y="47955"/>
                  <a:pt x="695432" y="47955"/>
                </a:cubicBezTo>
                <a:cubicBezTo>
                  <a:pt x="692536" y="47955"/>
                  <a:pt x="689611" y="49011"/>
                  <a:pt x="686655" y="51122"/>
                </a:cubicBezTo>
                <a:cubicBezTo>
                  <a:pt x="683699" y="53233"/>
                  <a:pt x="680623" y="56309"/>
                  <a:pt x="677426" y="60351"/>
                </a:cubicBezTo>
                <a:lnTo>
                  <a:pt x="677426" y="114006"/>
                </a:lnTo>
                <a:cubicBezTo>
                  <a:pt x="677426" y="114610"/>
                  <a:pt x="677245" y="115137"/>
                  <a:pt x="676883" y="115590"/>
                </a:cubicBezTo>
                <a:cubicBezTo>
                  <a:pt x="676521" y="116042"/>
                  <a:pt x="675903" y="116419"/>
                  <a:pt x="675028" y="116721"/>
                </a:cubicBezTo>
                <a:cubicBezTo>
                  <a:pt x="674154" y="117022"/>
                  <a:pt x="672992" y="117249"/>
                  <a:pt x="671545" y="117399"/>
                </a:cubicBezTo>
                <a:cubicBezTo>
                  <a:pt x="670097" y="117550"/>
                  <a:pt x="668257" y="117626"/>
                  <a:pt x="666025" y="117626"/>
                </a:cubicBezTo>
                <a:cubicBezTo>
                  <a:pt x="663794" y="117626"/>
                  <a:pt x="661954" y="117550"/>
                  <a:pt x="660506" y="117399"/>
                </a:cubicBezTo>
                <a:cubicBezTo>
                  <a:pt x="659058" y="117249"/>
                  <a:pt x="657897" y="117022"/>
                  <a:pt x="657023" y="116721"/>
                </a:cubicBezTo>
                <a:cubicBezTo>
                  <a:pt x="656148" y="116419"/>
                  <a:pt x="655530" y="116042"/>
                  <a:pt x="655168" y="115590"/>
                </a:cubicBezTo>
                <a:cubicBezTo>
                  <a:pt x="654806" y="115137"/>
                  <a:pt x="654625" y="114610"/>
                  <a:pt x="654625" y="114006"/>
                </a:cubicBezTo>
                <a:lnTo>
                  <a:pt x="654625" y="33297"/>
                </a:lnTo>
                <a:cubicBezTo>
                  <a:pt x="654625" y="32694"/>
                  <a:pt x="654776" y="32166"/>
                  <a:pt x="655077" y="31714"/>
                </a:cubicBezTo>
                <a:cubicBezTo>
                  <a:pt x="655379" y="31261"/>
                  <a:pt x="655922" y="30884"/>
                  <a:pt x="656706" y="30583"/>
                </a:cubicBezTo>
                <a:cubicBezTo>
                  <a:pt x="657490" y="30281"/>
                  <a:pt x="658500" y="30055"/>
                  <a:pt x="659737" y="29904"/>
                </a:cubicBezTo>
                <a:cubicBezTo>
                  <a:pt x="660974" y="29753"/>
                  <a:pt x="662527" y="29678"/>
                  <a:pt x="664397" y="29678"/>
                </a:cubicBezTo>
                <a:cubicBezTo>
                  <a:pt x="666327" y="29678"/>
                  <a:pt x="667926" y="29753"/>
                  <a:pt x="669192" y="29904"/>
                </a:cubicBezTo>
                <a:cubicBezTo>
                  <a:pt x="670459" y="30055"/>
                  <a:pt x="671439" y="30281"/>
                  <a:pt x="672133" y="30583"/>
                </a:cubicBezTo>
                <a:cubicBezTo>
                  <a:pt x="672827" y="30884"/>
                  <a:pt x="673324" y="31261"/>
                  <a:pt x="673626" y="31714"/>
                </a:cubicBezTo>
                <a:cubicBezTo>
                  <a:pt x="673927" y="32166"/>
                  <a:pt x="674078" y="32694"/>
                  <a:pt x="674078" y="33297"/>
                </a:cubicBezTo>
                <a:lnTo>
                  <a:pt x="674078" y="42617"/>
                </a:lnTo>
                <a:cubicBezTo>
                  <a:pt x="678542" y="37761"/>
                  <a:pt x="683081" y="34119"/>
                  <a:pt x="687696" y="31691"/>
                </a:cubicBezTo>
                <a:cubicBezTo>
                  <a:pt x="692310" y="29263"/>
                  <a:pt x="697121" y="28049"/>
                  <a:pt x="702127" y="28049"/>
                </a:cubicBezTo>
                <a:cubicBezTo>
                  <a:pt x="707617" y="28049"/>
                  <a:pt x="712246" y="28955"/>
                  <a:pt x="716016" y="30766"/>
                </a:cubicBezTo>
                <a:cubicBezTo>
                  <a:pt x="719786" y="32578"/>
                  <a:pt x="722833" y="35039"/>
                  <a:pt x="725155" y="38149"/>
                </a:cubicBezTo>
                <a:cubicBezTo>
                  <a:pt x="727477" y="41258"/>
                  <a:pt x="729151" y="44896"/>
                  <a:pt x="730177" y="49063"/>
                </a:cubicBezTo>
                <a:cubicBezTo>
                  <a:pt x="731202" y="53229"/>
                  <a:pt x="731715" y="58241"/>
                  <a:pt x="731715" y="64097"/>
                </a:cubicBezTo>
                <a:lnTo>
                  <a:pt x="731715" y="114004"/>
                </a:lnTo>
                <a:close/>
                <a:moveTo>
                  <a:pt x="801722" y="105982"/>
                </a:moveTo>
                <a:cubicBezTo>
                  <a:pt x="801722" y="108649"/>
                  <a:pt x="801557" y="110695"/>
                  <a:pt x="801225" y="112120"/>
                </a:cubicBezTo>
                <a:cubicBezTo>
                  <a:pt x="800893" y="113544"/>
                  <a:pt x="800456" y="114544"/>
                  <a:pt x="799913" y="115120"/>
                </a:cubicBezTo>
                <a:cubicBezTo>
                  <a:pt x="799370" y="115695"/>
                  <a:pt x="798571" y="116210"/>
                  <a:pt x="797515" y="116664"/>
                </a:cubicBezTo>
                <a:cubicBezTo>
                  <a:pt x="796459" y="117119"/>
                  <a:pt x="795223" y="117513"/>
                  <a:pt x="793805" y="117846"/>
                </a:cubicBezTo>
                <a:cubicBezTo>
                  <a:pt x="792388" y="118180"/>
                  <a:pt x="790850" y="118437"/>
                  <a:pt x="789191" y="118618"/>
                </a:cubicBezTo>
                <a:cubicBezTo>
                  <a:pt x="787532" y="118801"/>
                  <a:pt x="785858" y="118892"/>
                  <a:pt x="784169" y="118892"/>
                </a:cubicBezTo>
                <a:cubicBezTo>
                  <a:pt x="779645" y="118892"/>
                  <a:pt x="775724" y="118319"/>
                  <a:pt x="772406" y="117173"/>
                </a:cubicBezTo>
                <a:cubicBezTo>
                  <a:pt x="769089" y="116027"/>
                  <a:pt x="766344" y="114263"/>
                  <a:pt x="764173" y="111880"/>
                </a:cubicBezTo>
                <a:cubicBezTo>
                  <a:pt x="762001" y="109497"/>
                  <a:pt x="760403" y="106496"/>
                  <a:pt x="759377" y="102877"/>
                </a:cubicBezTo>
                <a:cubicBezTo>
                  <a:pt x="758352" y="99258"/>
                  <a:pt x="757839" y="94975"/>
                  <a:pt x="757839" y="90029"/>
                </a:cubicBezTo>
                <a:lnTo>
                  <a:pt x="757839" y="48679"/>
                </a:lnTo>
                <a:lnTo>
                  <a:pt x="748158" y="48679"/>
                </a:lnTo>
                <a:cubicBezTo>
                  <a:pt x="747011" y="48679"/>
                  <a:pt x="746137" y="47970"/>
                  <a:pt x="745534" y="46553"/>
                </a:cubicBezTo>
                <a:cubicBezTo>
                  <a:pt x="744930" y="45135"/>
                  <a:pt x="744629" y="42767"/>
                  <a:pt x="744629" y="39450"/>
                </a:cubicBezTo>
                <a:cubicBezTo>
                  <a:pt x="744629" y="37701"/>
                  <a:pt x="744704" y="36223"/>
                  <a:pt x="744855" y="35016"/>
                </a:cubicBezTo>
                <a:cubicBezTo>
                  <a:pt x="745006" y="33810"/>
                  <a:pt x="745232" y="32860"/>
                  <a:pt x="745534" y="32166"/>
                </a:cubicBezTo>
                <a:cubicBezTo>
                  <a:pt x="745835" y="31472"/>
                  <a:pt x="746212" y="30975"/>
                  <a:pt x="746665" y="30673"/>
                </a:cubicBezTo>
                <a:cubicBezTo>
                  <a:pt x="747117" y="30372"/>
                  <a:pt x="747645" y="30221"/>
                  <a:pt x="748248" y="30221"/>
                </a:cubicBezTo>
                <a:lnTo>
                  <a:pt x="757839" y="30221"/>
                </a:lnTo>
                <a:lnTo>
                  <a:pt x="757839" y="12141"/>
                </a:lnTo>
                <a:cubicBezTo>
                  <a:pt x="757839" y="11534"/>
                  <a:pt x="758005" y="10989"/>
                  <a:pt x="758337" y="10504"/>
                </a:cubicBezTo>
                <a:cubicBezTo>
                  <a:pt x="758668" y="10020"/>
                  <a:pt x="759272" y="9612"/>
                  <a:pt x="760146" y="9280"/>
                </a:cubicBezTo>
                <a:cubicBezTo>
                  <a:pt x="761021" y="8946"/>
                  <a:pt x="762197" y="8704"/>
                  <a:pt x="763675" y="8553"/>
                </a:cubicBezTo>
                <a:cubicBezTo>
                  <a:pt x="765153" y="8401"/>
                  <a:pt x="766978" y="8324"/>
                  <a:pt x="769149" y="8324"/>
                </a:cubicBezTo>
                <a:cubicBezTo>
                  <a:pt x="771381" y="8324"/>
                  <a:pt x="773236" y="8401"/>
                  <a:pt x="774714" y="8553"/>
                </a:cubicBezTo>
                <a:cubicBezTo>
                  <a:pt x="776192" y="8704"/>
                  <a:pt x="777353" y="8946"/>
                  <a:pt x="778197" y="9280"/>
                </a:cubicBezTo>
                <a:cubicBezTo>
                  <a:pt x="779042" y="9612"/>
                  <a:pt x="779645" y="10020"/>
                  <a:pt x="780007" y="10504"/>
                </a:cubicBezTo>
                <a:cubicBezTo>
                  <a:pt x="780369" y="10989"/>
                  <a:pt x="780550" y="11534"/>
                  <a:pt x="780550" y="12141"/>
                </a:cubicBezTo>
                <a:lnTo>
                  <a:pt x="780550" y="30221"/>
                </a:lnTo>
                <a:lnTo>
                  <a:pt x="798103" y="30221"/>
                </a:lnTo>
                <a:cubicBezTo>
                  <a:pt x="798706" y="30221"/>
                  <a:pt x="799234" y="30372"/>
                  <a:pt x="799687" y="30673"/>
                </a:cubicBezTo>
                <a:cubicBezTo>
                  <a:pt x="800139" y="30975"/>
                  <a:pt x="800516" y="31472"/>
                  <a:pt x="800818" y="32166"/>
                </a:cubicBezTo>
                <a:cubicBezTo>
                  <a:pt x="801119" y="32860"/>
                  <a:pt x="801345" y="33810"/>
                  <a:pt x="801496" y="35016"/>
                </a:cubicBezTo>
                <a:cubicBezTo>
                  <a:pt x="801647" y="36223"/>
                  <a:pt x="801722" y="37701"/>
                  <a:pt x="801722" y="39450"/>
                </a:cubicBezTo>
                <a:cubicBezTo>
                  <a:pt x="801722" y="42767"/>
                  <a:pt x="801421" y="45135"/>
                  <a:pt x="800818" y="46553"/>
                </a:cubicBezTo>
                <a:cubicBezTo>
                  <a:pt x="800214" y="47970"/>
                  <a:pt x="799340" y="48679"/>
                  <a:pt x="798194" y="48679"/>
                </a:cubicBezTo>
                <a:lnTo>
                  <a:pt x="780550" y="48679"/>
                </a:lnTo>
                <a:lnTo>
                  <a:pt x="780550" y="86523"/>
                </a:lnTo>
                <a:cubicBezTo>
                  <a:pt x="780550" y="90919"/>
                  <a:pt x="781243" y="94215"/>
                  <a:pt x="782631" y="96413"/>
                </a:cubicBezTo>
                <a:cubicBezTo>
                  <a:pt x="784018" y="98611"/>
                  <a:pt x="786491" y="99710"/>
                  <a:pt x="790050" y="99710"/>
                </a:cubicBezTo>
                <a:cubicBezTo>
                  <a:pt x="791257" y="99710"/>
                  <a:pt x="792343" y="99605"/>
                  <a:pt x="793308" y="99394"/>
                </a:cubicBezTo>
                <a:cubicBezTo>
                  <a:pt x="794273" y="99183"/>
                  <a:pt x="795132" y="98941"/>
                  <a:pt x="795886" y="98670"/>
                </a:cubicBezTo>
                <a:cubicBezTo>
                  <a:pt x="796640" y="98398"/>
                  <a:pt x="797274" y="98157"/>
                  <a:pt x="797786" y="97946"/>
                </a:cubicBezTo>
                <a:cubicBezTo>
                  <a:pt x="798299" y="97735"/>
                  <a:pt x="798767" y="97629"/>
                  <a:pt x="799189" y="97629"/>
                </a:cubicBezTo>
                <a:cubicBezTo>
                  <a:pt x="799551" y="97629"/>
                  <a:pt x="799898" y="97735"/>
                  <a:pt x="800229" y="97946"/>
                </a:cubicBezTo>
                <a:cubicBezTo>
                  <a:pt x="800561" y="98157"/>
                  <a:pt x="800818" y="98580"/>
                  <a:pt x="800999" y="99216"/>
                </a:cubicBezTo>
                <a:cubicBezTo>
                  <a:pt x="801180" y="99849"/>
                  <a:pt x="801345" y="100711"/>
                  <a:pt x="801496" y="101803"/>
                </a:cubicBezTo>
                <a:cubicBezTo>
                  <a:pt x="801647" y="102892"/>
                  <a:pt x="801722" y="104285"/>
                  <a:pt x="801722" y="1059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D92DF9-4636-4073-BAA4-8D227587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3916" y="861157"/>
            <a:ext cx="33818" cy="42620"/>
          </a:xfrm>
          <a:custGeom xmlns:a="http://schemas.openxmlformats.org/drawingml/2006/main">
            <a:pathLst>
              <a:path w="33818" h="42620">
                <a:moveTo>
                  <a:pt x="18299" y="42620"/>
                </a:moveTo>
                <a:cubicBezTo>
                  <a:pt x="8339" y="42620"/>
                  <a:pt x="0" y="33123"/>
                  <a:pt x="0" y="21310"/>
                </a:cubicBezTo>
                <a:cubicBezTo>
                  <a:pt x="0" y="9497"/>
                  <a:pt x="8339" y="0"/>
                  <a:pt x="18299" y="0"/>
                </a:cubicBezTo>
                <a:cubicBezTo>
                  <a:pt x="23858" y="232"/>
                  <a:pt x="28954" y="3011"/>
                  <a:pt x="32197" y="7644"/>
                </a:cubicBezTo>
                <a:cubicBezTo>
                  <a:pt x="33123" y="9729"/>
                  <a:pt x="32197" y="12276"/>
                  <a:pt x="30112" y="13435"/>
                </a:cubicBezTo>
                <a:cubicBezTo>
                  <a:pt x="28491" y="14130"/>
                  <a:pt x="26638" y="13898"/>
                  <a:pt x="25480" y="12740"/>
                </a:cubicBezTo>
                <a:cubicBezTo>
                  <a:pt x="23858" y="10192"/>
                  <a:pt x="21079" y="8802"/>
                  <a:pt x="18299" y="8802"/>
                </a:cubicBezTo>
                <a:cubicBezTo>
                  <a:pt x="12971" y="8802"/>
                  <a:pt x="8570" y="14361"/>
                  <a:pt x="8570" y="21310"/>
                </a:cubicBezTo>
                <a:cubicBezTo>
                  <a:pt x="8570" y="28259"/>
                  <a:pt x="12740" y="34050"/>
                  <a:pt x="18299" y="34050"/>
                </a:cubicBezTo>
                <a:cubicBezTo>
                  <a:pt x="21310" y="33818"/>
                  <a:pt x="23858" y="32197"/>
                  <a:pt x="25480" y="29649"/>
                </a:cubicBezTo>
                <a:cubicBezTo>
                  <a:pt x="26869" y="27564"/>
                  <a:pt x="29417" y="27101"/>
                  <a:pt x="31270" y="28491"/>
                </a:cubicBezTo>
                <a:cubicBezTo>
                  <a:pt x="33355" y="29881"/>
                  <a:pt x="33818" y="32660"/>
                  <a:pt x="32428" y="34513"/>
                </a:cubicBezTo>
                <a:cubicBezTo>
                  <a:pt x="29417" y="39609"/>
                  <a:pt x="24090" y="42620"/>
                  <a:pt x="18299" y="4262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2F94C0-A4BE-4B32-BA30-82F04FA7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3916" y="861164"/>
            <a:ext cx="33818" cy="42620"/>
          </a:xfrm>
          <a:custGeom xmlns:a="http://schemas.openxmlformats.org/drawingml/2006/main">
            <a:pathLst>
              <a:path w="33818" h="42620" fill="none">
                <a:moveTo>
                  <a:pt x="18299" y="42620"/>
                </a:moveTo>
                <a:cubicBezTo>
                  <a:pt x="8339" y="42620"/>
                  <a:pt x="0" y="33123"/>
                  <a:pt x="0" y="21310"/>
                </a:cubicBezTo>
                <a:cubicBezTo>
                  <a:pt x="0" y="9497"/>
                  <a:pt x="8339" y="0"/>
                  <a:pt x="18299" y="0"/>
                </a:cubicBezTo>
                <a:cubicBezTo>
                  <a:pt x="23858" y="232"/>
                  <a:pt x="28954" y="3011"/>
                  <a:pt x="32197" y="7644"/>
                </a:cubicBezTo>
                <a:cubicBezTo>
                  <a:pt x="33123" y="9729"/>
                  <a:pt x="32197" y="12276"/>
                  <a:pt x="30112" y="13435"/>
                </a:cubicBezTo>
                <a:cubicBezTo>
                  <a:pt x="28491" y="14130"/>
                  <a:pt x="26638" y="13898"/>
                  <a:pt x="25480" y="12740"/>
                </a:cubicBezTo>
                <a:cubicBezTo>
                  <a:pt x="23858" y="10192"/>
                  <a:pt x="21079" y="8802"/>
                  <a:pt x="18299" y="8802"/>
                </a:cubicBezTo>
                <a:cubicBezTo>
                  <a:pt x="12971" y="8802"/>
                  <a:pt x="8570" y="14361"/>
                  <a:pt x="8570" y="21310"/>
                </a:cubicBezTo>
                <a:cubicBezTo>
                  <a:pt x="8570" y="28259"/>
                  <a:pt x="12740" y="34050"/>
                  <a:pt x="18299" y="34050"/>
                </a:cubicBezTo>
                <a:cubicBezTo>
                  <a:pt x="21310" y="33818"/>
                  <a:pt x="23858" y="32197"/>
                  <a:pt x="25480" y="29649"/>
                </a:cubicBezTo>
                <a:cubicBezTo>
                  <a:pt x="26869" y="27564"/>
                  <a:pt x="29417" y="27101"/>
                  <a:pt x="31270" y="28491"/>
                </a:cubicBezTo>
                <a:cubicBezTo>
                  <a:pt x="33355" y="29881"/>
                  <a:pt x="33818" y="32660"/>
                  <a:pt x="32428" y="34513"/>
                </a:cubicBezTo>
                <a:cubicBezTo>
                  <a:pt x="29417" y="39609"/>
                  <a:pt x="24090" y="42620"/>
                  <a:pt x="18299" y="4262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791" cap="flat">
            <a:solidFill>
              <a:srgbClr val="000000"/>
            </a:solidFill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1BA921-90DA-45F9-B1CC-F32BD94E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785" y="800237"/>
            <a:ext cx="129946" cy="74354"/>
          </a:xfrm>
          <a:custGeom xmlns:a="http://schemas.openxmlformats.org/drawingml/2006/main">
            <a:pathLst>
              <a:path w="129946" h="74354">
                <a:moveTo>
                  <a:pt x="3938" y="74354"/>
                </a:moveTo>
                <a:lnTo>
                  <a:pt x="0" y="66478"/>
                </a:lnTo>
                <a:lnTo>
                  <a:pt x="125776" y="0"/>
                </a:lnTo>
                <a:lnTo>
                  <a:pt x="129946" y="7644"/>
                </a:lnTo>
                <a:lnTo>
                  <a:pt x="3938" y="743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014EF3-77AE-44D3-B947-D60AD68B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785" y="800245"/>
            <a:ext cx="129946" cy="74354"/>
          </a:xfrm>
          <a:custGeom xmlns:a="http://schemas.openxmlformats.org/drawingml/2006/main">
            <a:pathLst>
              <a:path w="129946" h="74354" fill="none">
                <a:moveTo>
                  <a:pt x="3938" y="74354"/>
                </a:moveTo>
                <a:lnTo>
                  <a:pt x="129946" y="7644"/>
                </a:lnTo>
                <a:lnTo>
                  <a:pt x="125776" y="0"/>
                </a:lnTo>
                <a:lnTo>
                  <a:pt x="0" y="66478"/>
                </a:lnTo>
                <a:lnTo>
                  <a:pt x="3938" y="7435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791" cap="flat">
            <a:solidFill>
              <a:srgbClr val="000000"/>
            </a:solidFill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F98525-D548-41E7-A0C2-FFEAB672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9627" y="889416"/>
            <a:ext cx="133188" cy="77133"/>
          </a:xfrm>
          <a:custGeom xmlns:a="http://schemas.openxmlformats.org/drawingml/2006/main">
            <a:pathLst>
              <a:path w="133188" h="77133">
                <a:moveTo>
                  <a:pt x="129019" y="77133"/>
                </a:moveTo>
                <a:lnTo>
                  <a:pt x="0" y="7644"/>
                </a:lnTo>
                <a:lnTo>
                  <a:pt x="3938" y="0"/>
                </a:lnTo>
                <a:lnTo>
                  <a:pt x="133188" y="69721"/>
                </a:lnTo>
                <a:lnTo>
                  <a:pt x="129019" y="771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BDC8AC-CC1B-41C6-90D1-E5146368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9627" y="889423"/>
            <a:ext cx="133188" cy="77133"/>
          </a:xfrm>
          <a:custGeom xmlns:a="http://schemas.openxmlformats.org/drawingml/2006/main">
            <a:pathLst>
              <a:path w="133188" h="77133" fill="none">
                <a:moveTo>
                  <a:pt x="129019" y="77133"/>
                </a:moveTo>
                <a:lnTo>
                  <a:pt x="133188" y="69721"/>
                </a:lnTo>
                <a:lnTo>
                  <a:pt x="3938" y="0"/>
                </a:lnTo>
                <a:lnTo>
                  <a:pt x="0" y="7644"/>
                </a:lnTo>
                <a:lnTo>
                  <a:pt x="129019" y="7713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791" cap="flat">
            <a:solidFill>
              <a:srgbClr val="000000"/>
            </a:solidFill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DE3CDA-3FD3-4D75-87D3-CEF5D6A4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452" y="910494"/>
            <a:ext cx="63699" cy="60919"/>
          </a:xfrm>
          <a:custGeom xmlns:a="http://schemas.openxmlformats.org/drawingml/2006/main">
            <a:pathLst>
              <a:path w="63699" h="60919">
                <a:moveTo>
                  <a:pt x="33123" y="60919"/>
                </a:moveTo>
                <a:cubicBezTo>
                  <a:pt x="30112" y="60919"/>
                  <a:pt x="27333" y="60224"/>
                  <a:pt x="24785" y="58835"/>
                </a:cubicBezTo>
                <a:lnTo>
                  <a:pt x="10655" y="50264"/>
                </a:lnTo>
                <a:cubicBezTo>
                  <a:pt x="2780" y="45631"/>
                  <a:pt x="0" y="35208"/>
                  <a:pt x="4633" y="27101"/>
                </a:cubicBezTo>
                <a:lnTo>
                  <a:pt x="20152" y="0"/>
                </a:lnTo>
                <a:lnTo>
                  <a:pt x="27564" y="4169"/>
                </a:lnTo>
                <a:lnTo>
                  <a:pt x="12045" y="31734"/>
                </a:lnTo>
                <a:cubicBezTo>
                  <a:pt x="11118" y="33587"/>
                  <a:pt x="10887" y="35903"/>
                  <a:pt x="11350" y="37988"/>
                </a:cubicBezTo>
                <a:cubicBezTo>
                  <a:pt x="11813" y="40072"/>
                  <a:pt x="13203" y="41694"/>
                  <a:pt x="15056" y="42852"/>
                </a:cubicBezTo>
                <a:lnTo>
                  <a:pt x="29186" y="51191"/>
                </a:lnTo>
                <a:cubicBezTo>
                  <a:pt x="32892" y="53507"/>
                  <a:pt x="37756" y="52117"/>
                  <a:pt x="40072" y="48179"/>
                </a:cubicBezTo>
                <a:lnTo>
                  <a:pt x="56287" y="19457"/>
                </a:lnTo>
                <a:lnTo>
                  <a:pt x="63699" y="23858"/>
                </a:lnTo>
                <a:lnTo>
                  <a:pt x="47485" y="52580"/>
                </a:lnTo>
                <a:cubicBezTo>
                  <a:pt x="44473" y="57676"/>
                  <a:pt x="38914" y="60919"/>
                  <a:pt x="33123" y="6091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61DB8B-8711-447E-9BC1-B4B7DFA2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452" y="910501"/>
            <a:ext cx="63699" cy="60919"/>
          </a:xfrm>
          <a:custGeom xmlns:a="http://schemas.openxmlformats.org/drawingml/2006/main">
            <a:pathLst>
              <a:path w="63699" h="60919" fill="none">
                <a:moveTo>
                  <a:pt x="33123" y="60919"/>
                </a:moveTo>
                <a:cubicBezTo>
                  <a:pt x="30112" y="60919"/>
                  <a:pt x="27333" y="60224"/>
                  <a:pt x="24785" y="58835"/>
                </a:cubicBezTo>
                <a:lnTo>
                  <a:pt x="10655" y="50264"/>
                </a:lnTo>
                <a:cubicBezTo>
                  <a:pt x="2780" y="45631"/>
                  <a:pt x="0" y="35208"/>
                  <a:pt x="4633" y="27101"/>
                </a:cubicBezTo>
                <a:lnTo>
                  <a:pt x="20152" y="0"/>
                </a:lnTo>
                <a:lnTo>
                  <a:pt x="27564" y="4169"/>
                </a:lnTo>
                <a:lnTo>
                  <a:pt x="12045" y="31734"/>
                </a:lnTo>
                <a:cubicBezTo>
                  <a:pt x="11118" y="33587"/>
                  <a:pt x="10887" y="35903"/>
                  <a:pt x="11350" y="37988"/>
                </a:cubicBezTo>
                <a:cubicBezTo>
                  <a:pt x="11813" y="40072"/>
                  <a:pt x="13203" y="41694"/>
                  <a:pt x="15056" y="42852"/>
                </a:cubicBezTo>
                <a:lnTo>
                  <a:pt x="29186" y="51191"/>
                </a:lnTo>
                <a:cubicBezTo>
                  <a:pt x="32892" y="53507"/>
                  <a:pt x="37756" y="52117"/>
                  <a:pt x="40072" y="48179"/>
                </a:cubicBezTo>
                <a:lnTo>
                  <a:pt x="56287" y="19457"/>
                </a:lnTo>
                <a:lnTo>
                  <a:pt x="63699" y="23858"/>
                </a:lnTo>
                <a:lnTo>
                  <a:pt x="47485" y="52580"/>
                </a:lnTo>
                <a:cubicBezTo>
                  <a:pt x="44473" y="57676"/>
                  <a:pt x="38914" y="60919"/>
                  <a:pt x="33123" y="6091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791" cap="flat">
            <a:solidFill>
              <a:srgbClr val="000000"/>
            </a:solidFill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38F0CE-CF51-44EC-B737-7F822DB0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0347" y="792825"/>
            <a:ext cx="53044" cy="179283"/>
          </a:xfrm>
          <a:custGeom xmlns:a="http://schemas.openxmlformats.org/drawingml/2006/main">
            <a:pathLst>
              <a:path w="53044" h="179283">
                <a:moveTo>
                  <a:pt x="26406" y="179283"/>
                </a:moveTo>
                <a:cubicBezTo>
                  <a:pt x="9034" y="179283"/>
                  <a:pt x="0" y="134347"/>
                  <a:pt x="0" y="89642"/>
                </a:cubicBezTo>
                <a:cubicBezTo>
                  <a:pt x="0" y="45168"/>
                  <a:pt x="9034" y="0"/>
                  <a:pt x="26406" y="0"/>
                </a:cubicBezTo>
                <a:cubicBezTo>
                  <a:pt x="44010" y="0"/>
                  <a:pt x="53044" y="45168"/>
                  <a:pt x="53044" y="89642"/>
                </a:cubicBezTo>
                <a:cubicBezTo>
                  <a:pt x="53044" y="134347"/>
                  <a:pt x="44010" y="179283"/>
                  <a:pt x="26406" y="179283"/>
                </a:cubicBezTo>
                <a:close/>
                <a:moveTo>
                  <a:pt x="26406" y="8802"/>
                </a:moveTo>
                <a:cubicBezTo>
                  <a:pt x="20152" y="8802"/>
                  <a:pt x="8570" y="36598"/>
                  <a:pt x="8570" y="89642"/>
                </a:cubicBezTo>
                <a:cubicBezTo>
                  <a:pt x="8570" y="142917"/>
                  <a:pt x="20152" y="170713"/>
                  <a:pt x="26406" y="170713"/>
                </a:cubicBezTo>
                <a:cubicBezTo>
                  <a:pt x="32660" y="170713"/>
                  <a:pt x="44473" y="142917"/>
                  <a:pt x="44473" y="89642"/>
                </a:cubicBezTo>
                <a:cubicBezTo>
                  <a:pt x="44473" y="36598"/>
                  <a:pt x="32892" y="8802"/>
                  <a:pt x="26406" y="88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E455F6-B824-49F3-B5B9-F7005903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0347" y="792832"/>
            <a:ext cx="53044" cy="179283"/>
          </a:xfrm>
          <a:custGeom xmlns:a="http://schemas.openxmlformats.org/drawingml/2006/main">
            <a:pathLst>
              <a:path w="53044" h="179283" fill="none">
                <a:moveTo>
                  <a:pt x="26406" y="179283"/>
                </a:moveTo>
                <a:cubicBezTo>
                  <a:pt x="9034" y="179283"/>
                  <a:pt x="0" y="134347"/>
                  <a:pt x="0" y="89642"/>
                </a:cubicBezTo>
                <a:cubicBezTo>
                  <a:pt x="0" y="45168"/>
                  <a:pt x="9034" y="0"/>
                  <a:pt x="26406" y="0"/>
                </a:cubicBezTo>
                <a:cubicBezTo>
                  <a:pt x="44010" y="0"/>
                  <a:pt x="53044" y="45168"/>
                  <a:pt x="53044" y="89642"/>
                </a:cubicBezTo>
                <a:cubicBezTo>
                  <a:pt x="53044" y="134347"/>
                  <a:pt x="44010" y="179283"/>
                  <a:pt x="26406" y="179283"/>
                </a:cubicBezTo>
                <a:close/>
                <a:moveTo>
                  <a:pt x="26406" y="8802"/>
                </a:moveTo>
                <a:cubicBezTo>
                  <a:pt x="20152" y="8802"/>
                  <a:pt x="8570" y="36598"/>
                  <a:pt x="8570" y="89642"/>
                </a:cubicBezTo>
                <a:cubicBezTo>
                  <a:pt x="8570" y="142917"/>
                  <a:pt x="20152" y="170713"/>
                  <a:pt x="26406" y="170713"/>
                </a:cubicBezTo>
                <a:cubicBezTo>
                  <a:pt x="32660" y="170713"/>
                  <a:pt x="44473" y="142917"/>
                  <a:pt x="44473" y="89642"/>
                </a:cubicBezTo>
                <a:cubicBezTo>
                  <a:pt x="44473" y="36598"/>
                  <a:pt x="32892" y="8802"/>
                  <a:pt x="26406" y="880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791" cap="flat">
            <a:solidFill>
              <a:srgbClr val="000000"/>
            </a:solidFill>
            <a:miter/>
          </a:ln>
        </p:spPr>
      </p:sp>
      <p:pic>
        <p:nvPicPr>
          <p:cNvPr id="1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7bed21e81c409d"/>
          <a:stretch xmlns:a="http://schemas.openxmlformats.org/drawingml/2006/main"/>
        </p:blipFill>
        <p:spPr>
          <a:xfrm xmlns:a="http://schemas.openxmlformats.org/drawingml/2006/main">
            <a:off x="75874" y="1304530"/>
            <a:ext cx="3378583" cy="677233"/>
          </a:xfrm>
          <a:prstGeom xmlns:a="http://schemas.openxmlformats.org/drawingml/2006/main" prst="rect">
            <a:avLst/>
          </a:prstGeom>
        </p:spPr>
      </p:pic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644084-04C0-4067-9A57-7B4F7711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90" y="1351753"/>
            <a:ext cx="3282920" cy="583944"/>
          </a:xfrm>
          <a:custGeom xmlns:a="http://schemas.openxmlformats.org/drawingml/2006/main">
            <a:pathLst>
              <a:path w="3282920" h="583944">
                <a:moveTo>
                  <a:pt x="105856" y="583944"/>
                </a:moveTo>
                <a:cubicBezTo>
                  <a:pt x="47485" y="583944"/>
                  <a:pt x="0" y="536460"/>
                  <a:pt x="0" y="478088"/>
                </a:cubicBezTo>
                <a:lnTo>
                  <a:pt x="0" y="105856"/>
                </a:lnTo>
                <a:cubicBezTo>
                  <a:pt x="0" y="47485"/>
                  <a:pt x="47485" y="0"/>
                  <a:pt x="105856" y="0"/>
                </a:cubicBezTo>
                <a:lnTo>
                  <a:pt x="3177064" y="0"/>
                </a:lnTo>
                <a:cubicBezTo>
                  <a:pt x="3235435" y="0"/>
                  <a:pt x="3282920" y="47485"/>
                  <a:pt x="3282920" y="105856"/>
                </a:cubicBezTo>
                <a:lnTo>
                  <a:pt x="3282920" y="478088"/>
                </a:lnTo>
                <a:cubicBezTo>
                  <a:pt x="3282920" y="536460"/>
                  <a:pt x="3235435" y="583944"/>
                  <a:pt x="3177064" y="583944"/>
                </a:cubicBezTo>
                <a:lnTo>
                  <a:pt x="105856" y="583944"/>
                </a:lnTo>
                <a:close/>
              </a:path>
            </a:pathLst>
          </a:custGeom>
          <a:solidFill xmlns:a="http://schemas.openxmlformats.org/drawingml/2006/main">
            <a:srgbClr val="DEEBF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8B13C3-4F5E-4F8B-8C62-6A9F676F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90" y="1351760"/>
            <a:ext cx="3282920" cy="583944"/>
          </a:xfrm>
          <a:custGeom xmlns:a="http://schemas.openxmlformats.org/drawingml/2006/main">
            <a:pathLst>
              <a:path w="3282920" h="583944" fill="none">
                <a:moveTo>
                  <a:pt x="105856" y="583944"/>
                </a:moveTo>
                <a:lnTo>
                  <a:pt x="3177064" y="583944"/>
                </a:lnTo>
                <a:cubicBezTo>
                  <a:pt x="3235435" y="583944"/>
                  <a:pt x="3282920" y="536460"/>
                  <a:pt x="3282920" y="478088"/>
                </a:cubicBezTo>
                <a:lnTo>
                  <a:pt x="3282920" y="105856"/>
                </a:lnTo>
                <a:cubicBezTo>
                  <a:pt x="3282920" y="47485"/>
                  <a:pt x="3235435" y="0"/>
                  <a:pt x="3177064" y="0"/>
                </a:cubicBezTo>
                <a:lnTo>
                  <a:pt x="105856" y="0"/>
                </a:lnTo>
                <a:cubicBezTo>
                  <a:pt x="47485" y="0"/>
                  <a:pt x="0" y="47485"/>
                  <a:pt x="0" y="105856"/>
                </a:cubicBezTo>
                <a:lnTo>
                  <a:pt x="0" y="478088"/>
                </a:lnTo>
                <a:cubicBezTo>
                  <a:pt x="0" y="536460"/>
                  <a:pt x="47485" y="583944"/>
                  <a:pt x="105856" y="5839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582" cap="sq">
            <a:solidFill>
              <a:srgbClr val="262626"/>
            </a:solidFill>
            <a:miter/>
          </a:ln>
        </p:spPr>
      </p:sp>
      <p:sp>
        <p:nvSpPr>
          <p:cNvPr id="80" name="Text Themilitarycrisisconfrontedtheempire.">
            <a:extLst xmlns:a="http://schemas.openxmlformats.org/drawingml/2006/main">
              <a:ext uri="{FF2B5EF4-FFF2-40B4-BE49-F238E27FC236}">
                <a16:creationId xmlns:a16="http://schemas.microsoft.com/office/drawing/2014/main" id="{392DBCF1-3B13-459A-8489-41ECB8CF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00" y="1577121"/>
            <a:ext cx="3098983" cy="159609"/>
          </a:xfrm>
          <a:custGeom xmlns:a="http://schemas.openxmlformats.org/drawingml/2006/main">
            <a:pathLst>
              <a:path w="3098983" h="159609">
                <a:moveTo>
                  <a:pt x="87586" y="16287"/>
                </a:moveTo>
                <a:cubicBezTo>
                  <a:pt x="87586" y="17433"/>
                  <a:pt x="87526" y="18428"/>
                  <a:pt x="87405" y="19273"/>
                </a:cubicBezTo>
                <a:cubicBezTo>
                  <a:pt x="87284" y="20117"/>
                  <a:pt x="87088" y="20796"/>
                  <a:pt x="86817" y="21308"/>
                </a:cubicBezTo>
                <a:cubicBezTo>
                  <a:pt x="86545" y="21821"/>
                  <a:pt x="86214" y="22198"/>
                  <a:pt x="85821" y="22439"/>
                </a:cubicBezTo>
                <a:cubicBezTo>
                  <a:pt x="85429" y="22681"/>
                  <a:pt x="84992" y="22801"/>
                  <a:pt x="84509" y="22801"/>
                </a:cubicBezTo>
                <a:lnTo>
                  <a:pt x="51574" y="22801"/>
                </a:lnTo>
                <a:lnTo>
                  <a:pt x="51574" y="124321"/>
                </a:lnTo>
                <a:cubicBezTo>
                  <a:pt x="51574" y="124804"/>
                  <a:pt x="51454" y="125226"/>
                  <a:pt x="51212" y="125588"/>
                </a:cubicBezTo>
                <a:cubicBezTo>
                  <a:pt x="50971" y="125950"/>
                  <a:pt x="50549" y="126236"/>
                  <a:pt x="49946" y="126448"/>
                </a:cubicBezTo>
                <a:cubicBezTo>
                  <a:pt x="49342" y="126659"/>
                  <a:pt x="48543" y="126840"/>
                  <a:pt x="47548" y="126990"/>
                </a:cubicBezTo>
                <a:cubicBezTo>
                  <a:pt x="46553" y="127141"/>
                  <a:pt x="45301" y="127217"/>
                  <a:pt x="43793" y="127217"/>
                </a:cubicBezTo>
                <a:cubicBezTo>
                  <a:pt x="42345" y="127217"/>
                  <a:pt x="41109" y="127141"/>
                  <a:pt x="40083" y="126990"/>
                </a:cubicBezTo>
                <a:cubicBezTo>
                  <a:pt x="39058" y="126840"/>
                  <a:pt x="38243" y="126659"/>
                  <a:pt x="37640" y="126448"/>
                </a:cubicBezTo>
                <a:cubicBezTo>
                  <a:pt x="37037" y="126236"/>
                  <a:pt x="36615" y="125950"/>
                  <a:pt x="36373" y="125588"/>
                </a:cubicBezTo>
                <a:cubicBezTo>
                  <a:pt x="36132" y="125226"/>
                  <a:pt x="36012" y="124804"/>
                  <a:pt x="36012" y="124321"/>
                </a:cubicBezTo>
                <a:lnTo>
                  <a:pt x="36012" y="22801"/>
                </a:lnTo>
                <a:lnTo>
                  <a:pt x="3076" y="22801"/>
                </a:lnTo>
                <a:cubicBezTo>
                  <a:pt x="2594" y="22801"/>
                  <a:pt x="2156" y="22681"/>
                  <a:pt x="1764" y="22439"/>
                </a:cubicBezTo>
                <a:cubicBezTo>
                  <a:pt x="1372" y="22198"/>
                  <a:pt x="1056" y="21821"/>
                  <a:pt x="814" y="21308"/>
                </a:cubicBezTo>
                <a:cubicBezTo>
                  <a:pt x="573" y="20796"/>
                  <a:pt x="377" y="20117"/>
                  <a:pt x="226" y="19273"/>
                </a:cubicBezTo>
                <a:cubicBezTo>
                  <a:pt x="75" y="18428"/>
                  <a:pt x="0" y="17433"/>
                  <a:pt x="0" y="16287"/>
                </a:cubicBezTo>
                <a:cubicBezTo>
                  <a:pt x="0" y="15141"/>
                  <a:pt x="75" y="14130"/>
                  <a:pt x="226" y="13256"/>
                </a:cubicBezTo>
                <a:cubicBezTo>
                  <a:pt x="377" y="12381"/>
                  <a:pt x="573" y="11672"/>
                  <a:pt x="814" y="11129"/>
                </a:cubicBezTo>
                <a:cubicBezTo>
                  <a:pt x="1056" y="10586"/>
                  <a:pt x="1372" y="10194"/>
                  <a:pt x="1764" y="9953"/>
                </a:cubicBezTo>
                <a:cubicBezTo>
                  <a:pt x="2156" y="9712"/>
                  <a:pt x="2594" y="9591"/>
                  <a:pt x="3076" y="9591"/>
                </a:cubicBezTo>
                <a:lnTo>
                  <a:pt x="84509" y="9591"/>
                </a:lnTo>
                <a:cubicBezTo>
                  <a:pt x="84992" y="9591"/>
                  <a:pt x="85429" y="9712"/>
                  <a:pt x="85821" y="9953"/>
                </a:cubicBezTo>
                <a:cubicBezTo>
                  <a:pt x="86214" y="10194"/>
                  <a:pt x="86545" y="10586"/>
                  <a:pt x="86817" y="11129"/>
                </a:cubicBezTo>
                <a:cubicBezTo>
                  <a:pt x="87088" y="11672"/>
                  <a:pt x="87284" y="12381"/>
                  <a:pt x="87405" y="13256"/>
                </a:cubicBezTo>
                <a:cubicBezTo>
                  <a:pt x="87526" y="14130"/>
                  <a:pt x="87586" y="15141"/>
                  <a:pt x="87586" y="16287"/>
                </a:cubicBezTo>
                <a:close/>
                <a:moveTo>
                  <a:pt x="172853" y="124412"/>
                </a:moveTo>
                <a:cubicBezTo>
                  <a:pt x="172853" y="124894"/>
                  <a:pt x="172733" y="125301"/>
                  <a:pt x="172491" y="125633"/>
                </a:cubicBezTo>
                <a:cubicBezTo>
                  <a:pt x="172250" y="125965"/>
                  <a:pt x="171858" y="126251"/>
                  <a:pt x="171315" y="126493"/>
                </a:cubicBezTo>
                <a:cubicBezTo>
                  <a:pt x="170772" y="126734"/>
                  <a:pt x="170018" y="126915"/>
                  <a:pt x="169053" y="127036"/>
                </a:cubicBezTo>
                <a:cubicBezTo>
                  <a:pt x="168088" y="127156"/>
                  <a:pt x="166881" y="127217"/>
                  <a:pt x="165434" y="127217"/>
                </a:cubicBezTo>
                <a:cubicBezTo>
                  <a:pt x="163926" y="127217"/>
                  <a:pt x="162689" y="127156"/>
                  <a:pt x="161724" y="127036"/>
                </a:cubicBezTo>
                <a:cubicBezTo>
                  <a:pt x="160759" y="126915"/>
                  <a:pt x="160005" y="126734"/>
                  <a:pt x="159462" y="126493"/>
                </a:cubicBezTo>
                <a:cubicBezTo>
                  <a:pt x="158919" y="126251"/>
                  <a:pt x="158527" y="125965"/>
                  <a:pt x="158286" y="125633"/>
                </a:cubicBezTo>
                <a:cubicBezTo>
                  <a:pt x="158044" y="125301"/>
                  <a:pt x="157924" y="124894"/>
                  <a:pt x="157924" y="124412"/>
                </a:cubicBezTo>
                <a:lnTo>
                  <a:pt x="157924" y="76728"/>
                </a:lnTo>
                <a:cubicBezTo>
                  <a:pt x="157924" y="72083"/>
                  <a:pt x="157562" y="68343"/>
                  <a:pt x="156838" y="65508"/>
                </a:cubicBezTo>
                <a:cubicBezTo>
                  <a:pt x="156114" y="62673"/>
                  <a:pt x="155059" y="60230"/>
                  <a:pt x="153671" y="58179"/>
                </a:cubicBezTo>
                <a:cubicBezTo>
                  <a:pt x="152284" y="56129"/>
                  <a:pt x="150489" y="54560"/>
                  <a:pt x="148288" y="53474"/>
                </a:cubicBezTo>
                <a:cubicBezTo>
                  <a:pt x="146086" y="52389"/>
                  <a:pt x="143537" y="51846"/>
                  <a:pt x="140642" y="51846"/>
                </a:cubicBezTo>
                <a:cubicBezTo>
                  <a:pt x="136902" y="51846"/>
                  <a:pt x="133162" y="53173"/>
                  <a:pt x="129422" y="55827"/>
                </a:cubicBezTo>
                <a:cubicBezTo>
                  <a:pt x="125682" y="58481"/>
                  <a:pt x="121761" y="62372"/>
                  <a:pt x="117660" y="67499"/>
                </a:cubicBezTo>
                <a:lnTo>
                  <a:pt x="117660" y="124412"/>
                </a:lnTo>
                <a:cubicBezTo>
                  <a:pt x="117660" y="124894"/>
                  <a:pt x="117539" y="125301"/>
                  <a:pt x="117298" y="125633"/>
                </a:cubicBezTo>
                <a:cubicBezTo>
                  <a:pt x="117056" y="125965"/>
                  <a:pt x="116664" y="126251"/>
                  <a:pt x="116121" y="126493"/>
                </a:cubicBezTo>
                <a:cubicBezTo>
                  <a:pt x="115579" y="126734"/>
                  <a:pt x="114825" y="126915"/>
                  <a:pt x="113859" y="127036"/>
                </a:cubicBezTo>
                <a:cubicBezTo>
                  <a:pt x="112894" y="127156"/>
                  <a:pt x="111658" y="127217"/>
                  <a:pt x="110150" y="127217"/>
                </a:cubicBezTo>
                <a:cubicBezTo>
                  <a:pt x="108702" y="127217"/>
                  <a:pt x="107496" y="127156"/>
                  <a:pt x="106530" y="127036"/>
                </a:cubicBezTo>
                <a:cubicBezTo>
                  <a:pt x="105565" y="126915"/>
                  <a:pt x="104796" y="126734"/>
                  <a:pt x="104223" y="126493"/>
                </a:cubicBezTo>
                <a:cubicBezTo>
                  <a:pt x="103650" y="126251"/>
                  <a:pt x="103258" y="125965"/>
                  <a:pt x="103047" y="125633"/>
                </a:cubicBezTo>
                <a:cubicBezTo>
                  <a:pt x="102836" y="125300"/>
                  <a:pt x="102730" y="124891"/>
                  <a:pt x="102730" y="124409"/>
                </a:cubicBezTo>
                <a:lnTo>
                  <a:pt x="102730" y="3441"/>
                </a:lnTo>
                <a:cubicBezTo>
                  <a:pt x="102730" y="2959"/>
                  <a:pt x="102836" y="2536"/>
                  <a:pt x="103047" y="2174"/>
                </a:cubicBezTo>
                <a:cubicBezTo>
                  <a:pt x="103258" y="1811"/>
                  <a:pt x="103650" y="1508"/>
                  <a:pt x="104223" y="1267"/>
                </a:cubicBezTo>
                <a:cubicBezTo>
                  <a:pt x="104796" y="1025"/>
                  <a:pt x="105565" y="844"/>
                  <a:pt x="106530" y="724"/>
                </a:cubicBezTo>
                <a:cubicBezTo>
                  <a:pt x="107496" y="603"/>
                  <a:pt x="108702" y="543"/>
                  <a:pt x="110150" y="543"/>
                </a:cubicBezTo>
                <a:cubicBezTo>
                  <a:pt x="111658" y="543"/>
                  <a:pt x="112894" y="603"/>
                  <a:pt x="113859" y="724"/>
                </a:cubicBezTo>
                <a:cubicBezTo>
                  <a:pt x="114825" y="844"/>
                  <a:pt x="115579" y="1026"/>
                  <a:pt x="116121" y="1270"/>
                </a:cubicBezTo>
                <a:cubicBezTo>
                  <a:pt x="116664" y="1511"/>
                  <a:pt x="117056" y="1812"/>
                  <a:pt x="117298" y="2174"/>
                </a:cubicBezTo>
                <a:cubicBezTo>
                  <a:pt x="117539" y="2536"/>
                  <a:pt x="117660" y="2959"/>
                  <a:pt x="117660" y="3444"/>
                </a:cubicBezTo>
                <a:lnTo>
                  <a:pt x="117660" y="52298"/>
                </a:lnTo>
                <a:cubicBezTo>
                  <a:pt x="121942" y="47774"/>
                  <a:pt x="126255" y="44411"/>
                  <a:pt x="130598" y="42209"/>
                </a:cubicBezTo>
                <a:cubicBezTo>
                  <a:pt x="134942" y="40008"/>
                  <a:pt x="139315" y="38907"/>
                  <a:pt x="143718" y="38907"/>
                </a:cubicBezTo>
                <a:cubicBezTo>
                  <a:pt x="149147" y="38907"/>
                  <a:pt x="153716" y="39827"/>
                  <a:pt x="157426" y="41667"/>
                </a:cubicBezTo>
                <a:cubicBezTo>
                  <a:pt x="161136" y="43506"/>
                  <a:pt x="164137" y="45964"/>
                  <a:pt x="166429" y="49041"/>
                </a:cubicBezTo>
                <a:cubicBezTo>
                  <a:pt x="168721" y="52117"/>
                  <a:pt x="170365" y="55721"/>
                  <a:pt x="171360" y="59853"/>
                </a:cubicBezTo>
                <a:cubicBezTo>
                  <a:pt x="172356" y="63985"/>
                  <a:pt x="172853" y="68977"/>
                  <a:pt x="172853" y="74828"/>
                </a:cubicBezTo>
                <a:lnTo>
                  <a:pt x="172853" y="124412"/>
                </a:lnTo>
                <a:close/>
                <a:moveTo>
                  <a:pt x="269505" y="80166"/>
                </a:moveTo>
                <a:cubicBezTo>
                  <a:pt x="269505" y="82519"/>
                  <a:pt x="268917" y="84193"/>
                  <a:pt x="267741" y="85188"/>
                </a:cubicBezTo>
                <a:cubicBezTo>
                  <a:pt x="266565" y="86183"/>
                  <a:pt x="265222" y="86681"/>
                  <a:pt x="263714" y="86681"/>
                </a:cubicBezTo>
                <a:lnTo>
                  <a:pt x="210330" y="86681"/>
                </a:lnTo>
                <a:cubicBezTo>
                  <a:pt x="210330" y="91218"/>
                  <a:pt x="210783" y="95302"/>
                  <a:pt x="211688" y="98933"/>
                </a:cubicBezTo>
                <a:cubicBezTo>
                  <a:pt x="212593" y="102563"/>
                  <a:pt x="214101" y="105679"/>
                  <a:pt x="216212" y="108281"/>
                </a:cubicBezTo>
                <a:cubicBezTo>
                  <a:pt x="218323" y="110882"/>
                  <a:pt x="221068" y="112879"/>
                  <a:pt x="224446" y="114272"/>
                </a:cubicBezTo>
                <a:cubicBezTo>
                  <a:pt x="227824" y="115663"/>
                  <a:pt x="231956" y="116359"/>
                  <a:pt x="236841" y="116359"/>
                </a:cubicBezTo>
                <a:cubicBezTo>
                  <a:pt x="240702" y="116359"/>
                  <a:pt x="244140" y="116042"/>
                  <a:pt x="247156" y="115409"/>
                </a:cubicBezTo>
                <a:cubicBezTo>
                  <a:pt x="250172" y="114775"/>
                  <a:pt x="252781" y="114067"/>
                  <a:pt x="254983" y="113283"/>
                </a:cubicBezTo>
                <a:cubicBezTo>
                  <a:pt x="257185" y="112498"/>
                  <a:pt x="258994" y="111790"/>
                  <a:pt x="260412" y="111156"/>
                </a:cubicBezTo>
                <a:cubicBezTo>
                  <a:pt x="261829" y="110523"/>
                  <a:pt x="262900" y="110206"/>
                  <a:pt x="263624" y="110206"/>
                </a:cubicBezTo>
                <a:cubicBezTo>
                  <a:pt x="264046" y="110206"/>
                  <a:pt x="264423" y="110312"/>
                  <a:pt x="264755" y="110523"/>
                </a:cubicBezTo>
                <a:cubicBezTo>
                  <a:pt x="265087" y="110734"/>
                  <a:pt x="265343" y="111051"/>
                  <a:pt x="265524" y="111473"/>
                </a:cubicBezTo>
                <a:cubicBezTo>
                  <a:pt x="265705" y="111895"/>
                  <a:pt x="265841" y="112483"/>
                  <a:pt x="265931" y="113237"/>
                </a:cubicBezTo>
                <a:cubicBezTo>
                  <a:pt x="266022" y="113991"/>
                  <a:pt x="266067" y="114911"/>
                  <a:pt x="266067" y="115997"/>
                </a:cubicBezTo>
                <a:cubicBezTo>
                  <a:pt x="266067" y="116781"/>
                  <a:pt x="266037" y="117460"/>
                  <a:pt x="265976" y="118033"/>
                </a:cubicBezTo>
                <a:cubicBezTo>
                  <a:pt x="265916" y="118606"/>
                  <a:pt x="265841" y="119119"/>
                  <a:pt x="265750" y="119571"/>
                </a:cubicBezTo>
                <a:cubicBezTo>
                  <a:pt x="265660" y="120023"/>
                  <a:pt x="265509" y="120431"/>
                  <a:pt x="265298" y="120792"/>
                </a:cubicBezTo>
                <a:cubicBezTo>
                  <a:pt x="265087" y="121154"/>
                  <a:pt x="264815" y="121501"/>
                  <a:pt x="264484" y="121833"/>
                </a:cubicBezTo>
                <a:cubicBezTo>
                  <a:pt x="264152" y="122165"/>
                  <a:pt x="263172" y="122708"/>
                  <a:pt x="261543" y="123462"/>
                </a:cubicBezTo>
                <a:cubicBezTo>
                  <a:pt x="259914" y="124216"/>
                  <a:pt x="257803" y="124955"/>
                  <a:pt x="255209" y="125678"/>
                </a:cubicBezTo>
                <a:cubicBezTo>
                  <a:pt x="252615" y="126402"/>
                  <a:pt x="249614" y="127051"/>
                  <a:pt x="246206" y="127624"/>
                </a:cubicBezTo>
                <a:cubicBezTo>
                  <a:pt x="242798" y="128197"/>
                  <a:pt x="239164" y="128483"/>
                  <a:pt x="235303" y="128483"/>
                </a:cubicBezTo>
                <a:cubicBezTo>
                  <a:pt x="228608" y="128483"/>
                  <a:pt x="222742" y="127547"/>
                  <a:pt x="217705" y="125676"/>
                </a:cubicBezTo>
                <a:cubicBezTo>
                  <a:pt x="212668" y="123804"/>
                  <a:pt x="208430" y="121026"/>
                  <a:pt x="204992" y="117343"/>
                </a:cubicBezTo>
                <a:cubicBezTo>
                  <a:pt x="201554" y="113660"/>
                  <a:pt x="198960" y="109040"/>
                  <a:pt x="197211" y="103485"/>
                </a:cubicBezTo>
                <a:cubicBezTo>
                  <a:pt x="195461" y="97930"/>
                  <a:pt x="194587" y="91469"/>
                  <a:pt x="194587" y="84102"/>
                </a:cubicBezTo>
                <a:cubicBezTo>
                  <a:pt x="194587" y="77098"/>
                  <a:pt x="195492" y="70803"/>
                  <a:pt x="197301" y="65217"/>
                </a:cubicBezTo>
                <a:cubicBezTo>
                  <a:pt x="199111" y="59632"/>
                  <a:pt x="201720" y="54892"/>
                  <a:pt x="205128" y="50997"/>
                </a:cubicBezTo>
                <a:cubicBezTo>
                  <a:pt x="208536" y="47103"/>
                  <a:pt x="212653" y="44114"/>
                  <a:pt x="217479" y="42031"/>
                </a:cubicBezTo>
                <a:cubicBezTo>
                  <a:pt x="222304" y="39948"/>
                  <a:pt x="227703" y="38907"/>
                  <a:pt x="233675" y="38907"/>
                </a:cubicBezTo>
                <a:cubicBezTo>
                  <a:pt x="240069" y="38907"/>
                  <a:pt x="245513" y="39932"/>
                  <a:pt x="250007" y="41983"/>
                </a:cubicBezTo>
                <a:cubicBezTo>
                  <a:pt x="254500" y="44034"/>
                  <a:pt x="258195" y="46794"/>
                  <a:pt x="261090" y="50262"/>
                </a:cubicBezTo>
                <a:cubicBezTo>
                  <a:pt x="263986" y="53731"/>
                  <a:pt x="266112" y="57802"/>
                  <a:pt x="267469" y="62477"/>
                </a:cubicBezTo>
                <a:cubicBezTo>
                  <a:pt x="268827" y="67152"/>
                  <a:pt x="269505" y="72144"/>
                  <a:pt x="269505" y="77452"/>
                </a:cubicBezTo>
                <a:lnTo>
                  <a:pt x="269505" y="80166"/>
                </a:lnTo>
                <a:moveTo>
                  <a:pt x="254485" y="75733"/>
                </a:moveTo>
                <a:cubicBezTo>
                  <a:pt x="254666" y="67891"/>
                  <a:pt x="252932" y="61738"/>
                  <a:pt x="249283" y="57275"/>
                </a:cubicBezTo>
                <a:cubicBezTo>
                  <a:pt x="245633" y="52811"/>
                  <a:pt x="240219" y="50579"/>
                  <a:pt x="233041" y="50579"/>
                </a:cubicBezTo>
                <a:cubicBezTo>
                  <a:pt x="229362" y="50579"/>
                  <a:pt x="226135" y="51273"/>
                  <a:pt x="223360" y="52660"/>
                </a:cubicBezTo>
                <a:cubicBezTo>
                  <a:pt x="220585" y="54047"/>
                  <a:pt x="218263" y="55887"/>
                  <a:pt x="216393" y="58179"/>
                </a:cubicBezTo>
                <a:cubicBezTo>
                  <a:pt x="214523" y="60472"/>
                  <a:pt x="213075" y="63141"/>
                  <a:pt x="212050" y="66187"/>
                </a:cubicBezTo>
                <a:cubicBezTo>
                  <a:pt x="211024" y="69233"/>
                  <a:pt x="210451" y="72415"/>
                  <a:pt x="210330" y="75733"/>
                </a:cubicBezTo>
                <a:lnTo>
                  <a:pt x="254485" y="75733"/>
                </a:lnTo>
                <a:close/>
                <a:moveTo>
                  <a:pt x="454969" y="124412"/>
                </a:moveTo>
                <a:cubicBezTo>
                  <a:pt x="454969" y="124894"/>
                  <a:pt x="454849" y="125301"/>
                  <a:pt x="454607" y="125633"/>
                </a:cubicBezTo>
                <a:cubicBezTo>
                  <a:pt x="454366" y="125965"/>
                  <a:pt x="453974" y="126251"/>
                  <a:pt x="453431" y="126493"/>
                </a:cubicBezTo>
                <a:cubicBezTo>
                  <a:pt x="452888" y="126734"/>
                  <a:pt x="452134" y="126915"/>
                  <a:pt x="451169" y="127036"/>
                </a:cubicBezTo>
                <a:cubicBezTo>
                  <a:pt x="450204" y="127156"/>
                  <a:pt x="448998" y="127217"/>
                  <a:pt x="447550" y="127217"/>
                </a:cubicBezTo>
                <a:cubicBezTo>
                  <a:pt x="446042" y="127217"/>
                  <a:pt x="444805" y="127156"/>
                  <a:pt x="443840" y="127036"/>
                </a:cubicBezTo>
                <a:cubicBezTo>
                  <a:pt x="442875" y="126915"/>
                  <a:pt x="442106" y="126734"/>
                  <a:pt x="441533" y="126493"/>
                </a:cubicBezTo>
                <a:cubicBezTo>
                  <a:pt x="440960" y="126251"/>
                  <a:pt x="440553" y="125965"/>
                  <a:pt x="440311" y="125633"/>
                </a:cubicBezTo>
                <a:cubicBezTo>
                  <a:pt x="440070" y="125301"/>
                  <a:pt x="439950" y="124894"/>
                  <a:pt x="439950" y="124412"/>
                </a:cubicBezTo>
                <a:lnTo>
                  <a:pt x="439950" y="74918"/>
                </a:lnTo>
                <a:cubicBezTo>
                  <a:pt x="439950" y="71480"/>
                  <a:pt x="439648" y="68343"/>
                  <a:pt x="439045" y="65508"/>
                </a:cubicBezTo>
                <a:cubicBezTo>
                  <a:pt x="438441" y="62673"/>
                  <a:pt x="437476" y="60230"/>
                  <a:pt x="436149" y="58179"/>
                </a:cubicBezTo>
                <a:cubicBezTo>
                  <a:pt x="434822" y="56129"/>
                  <a:pt x="433133" y="54560"/>
                  <a:pt x="431082" y="53474"/>
                </a:cubicBezTo>
                <a:cubicBezTo>
                  <a:pt x="429031" y="52389"/>
                  <a:pt x="426619" y="51846"/>
                  <a:pt x="423844" y="51846"/>
                </a:cubicBezTo>
                <a:cubicBezTo>
                  <a:pt x="420406" y="51846"/>
                  <a:pt x="416952" y="53173"/>
                  <a:pt x="413484" y="55827"/>
                </a:cubicBezTo>
                <a:cubicBezTo>
                  <a:pt x="410015" y="58481"/>
                  <a:pt x="406200" y="62372"/>
                  <a:pt x="402038" y="67499"/>
                </a:cubicBezTo>
                <a:lnTo>
                  <a:pt x="402038" y="124412"/>
                </a:lnTo>
                <a:cubicBezTo>
                  <a:pt x="402038" y="124894"/>
                  <a:pt x="401917" y="125301"/>
                  <a:pt x="401676" y="125633"/>
                </a:cubicBezTo>
                <a:cubicBezTo>
                  <a:pt x="401435" y="125965"/>
                  <a:pt x="401027" y="126251"/>
                  <a:pt x="400454" y="126493"/>
                </a:cubicBezTo>
                <a:cubicBezTo>
                  <a:pt x="399881" y="126734"/>
                  <a:pt x="399112" y="126915"/>
                  <a:pt x="398147" y="127036"/>
                </a:cubicBezTo>
                <a:cubicBezTo>
                  <a:pt x="397182" y="127156"/>
                  <a:pt x="395976" y="127217"/>
                  <a:pt x="394528" y="127217"/>
                </a:cubicBezTo>
                <a:cubicBezTo>
                  <a:pt x="393141" y="127217"/>
                  <a:pt x="391949" y="127156"/>
                  <a:pt x="390954" y="127036"/>
                </a:cubicBezTo>
                <a:cubicBezTo>
                  <a:pt x="389959" y="126915"/>
                  <a:pt x="389174" y="126734"/>
                  <a:pt x="388601" y="126493"/>
                </a:cubicBezTo>
                <a:cubicBezTo>
                  <a:pt x="388028" y="126251"/>
                  <a:pt x="387636" y="125965"/>
                  <a:pt x="387425" y="125633"/>
                </a:cubicBezTo>
                <a:cubicBezTo>
                  <a:pt x="387214" y="125301"/>
                  <a:pt x="387108" y="124894"/>
                  <a:pt x="387108" y="124412"/>
                </a:cubicBezTo>
                <a:lnTo>
                  <a:pt x="387108" y="74918"/>
                </a:lnTo>
                <a:cubicBezTo>
                  <a:pt x="387108" y="71480"/>
                  <a:pt x="386777" y="68343"/>
                  <a:pt x="386113" y="65508"/>
                </a:cubicBezTo>
                <a:cubicBezTo>
                  <a:pt x="385450" y="62673"/>
                  <a:pt x="384454" y="60230"/>
                  <a:pt x="383127" y="58179"/>
                </a:cubicBezTo>
                <a:cubicBezTo>
                  <a:pt x="381800" y="56129"/>
                  <a:pt x="380126" y="54560"/>
                  <a:pt x="378106" y="53474"/>
                </a:cubicBezTo>
                <a:cubicBezTo>
                  <a:pt x="376085" y="52389"/>
                  <a:pt x="373687" y="51846"/>
                  <a:pt x="370912" y="51846"/>
                </a:cubicBezTo>
                <a:cubicBezTo>
                  <a:pt x="367474" y="51846"/>
                  <a:pt x="364006" y="53173"/>
                  <a:pt x="360507" y="55827"/>
                </a:cubicBezTo>
                <a:cubicBezTo>
                  <a:pt x="357008" y="58481"/>
                  <a:pt x="353208" y="62372"/>
                  <a:pt x="349106" y="67499"/>
                </a:cubicBezTo>
                <a:lnTo>
                  <a:pt x="349106" y="124412"/>
                </a:lnTo>
                <a:cubicBezTo>
                  <a:pt x="349106" y="124894"/>
                  <a:pt x="348986" y="125301"/>
                  <a:pt x="348744" y="125633"/>
                </a:cubicBezTo>
                <a:cubicBezTo>
                  <a:pt x="348503" y="125965"/>
                  <a:pt x="348111" y="126251"/>
                  <a:pt x="347568" y="126493"/>
                </a:cubicBezTo>
                <a:cubicBezTo>
                  <a:pt x="347025" y="126734"/>
                  <a:pt x="346271" y="126915"/>
                  <a:pt x="345306" y="127036"/>
                </a:cubicBezTo>
                <a:cubicBezTo>
                  <a:pt x="344341" y="127156"/>
                  <a:pt x="343104" y="127217"/>
                  <a:pt x="341596" y="127217"/>
                </a:cubicBezTo>
                <a:cubicBezTo>
                  <a:pt x="340149" y="127217"/>
                  <a:pt x="338942" y="127156"/>
                  <a:pt x="337977" y="127036"/>
                </a:cubicBezTo>
                <a:cubicBezTo>
                  <a:pt x="337012" y="126915"/>
                  <a:pt x="336243" y="126734"/>
                  <a:pt x="335670" y="126493"/>
                </a:cubicBezTo>
                <a:cubicBezTo>
                  <a:pt x="335097" y="126251"/>
                  <a:pt x="334705" y="125965"/>
                  <a:pt x="334494" y="125633"/>
                </a:cubicBezTo>
                <a:cubicBezTo>
                  <a:pt x="334283" y="125301"/>
                  <a:pt x="334177" y="124894"/>
                  <a:pt x="334177" y="124412"/>
                </a:cubicBezTo>
                <a:lnTo>
                  <a:pt x="334177" y="42979"/>
                </a:lnTo>
                <a:cubicBezTo>
                  <a:pt x="334177" y="42496"/>
                  <a:pt x="334267" y="42089"/>
                  <a:pt x="334448" y="41757"/>
                </a:cubicBezTo>
                <a:cubicBezTo>
                  <a:pt x="334629" y="41425"/>
                  <a:pt x="334991" y="41124"/>
                  <a:pt x="335534" y="40852"/>
                </a:cubicBezTo>
                <a:cubicBezTo>
                  <a:pt x="336077" y="40581"/>
                  <a:pt x="336771" y="40400"/>
                  <a:pt x="337615" y="40309"/>
                </a:cubicBezTo>
                <a:cubicBezTo>
                  <a:pt x="338460" y="40219"/>
                  <a:pt x="339576" y="40174"/>
                  <a:pt x="340963" y="40174"/>
                </a:cubicBezTo>
                <a:cubicBezTo>
                  <a:pt x="342290" y="40174"/>
                  <a:pt x="343391" y="40219"/>
                  <a:pt x="344266" y="40309"/>
                </a:cubicBezTo>
                <a:cubicBezTo>
                  <a:pt x="345140" y="40400"/>
                  <a:pt x="345819" y="40581"/>
                  <a:pt x="346301" y="40852"/>
                </a:cubicBezTo>
                <a:cubicBezTo>
                  <a:pt x="346784" y="41124"/>
                  <a:pt x="347131" y="41425"/>
                  <a:pt x="347342" y="41757"/>
                </a:cubicBezTo>
                <a:cubicBezTo>
                  <a:pt x="347553" y="42089"/>
                  <a:pt x="347659" y="42496"/>
                  <a:pt x="347659" y="42979"/>
                </a:cubicBezTo>
                <a:lnTo>
                  <a:pt x="347659" y="53746"/>
                </a:lnTo>
                <a:cubicBezTo>
                  <a:pt x="352243" y="48619"/>
                  <a:pt x="356692" y="44864"/>
                  <a:pt x="361005" y="42481"/>
                </a:cubicBezTo>
                <a:cubicBezTo>
                  <a:pt x="365318" y="40098"/>
                  <a:pt x="369676" y="38907"/>
                  <a:pt x="374079" y="38907"/>
                </a:cubicBezTo>
                <a:cubicBezTo>
                  <a:pt x="377457" y="38907"/>
                  <a:pt x="380488" y="39299"/>
                  <a:pt x="383173" y="40083"/>
                </a:cubicBezTo>
                <a:cubicBezTo>
                  <a:pt x="385857" y="40867"/>
                  <a:pt x="388224" y="41968"/>
                  <a:pt x="390275" y="43386"/>
                </a:cubicBezTo>
                <a:cubicBezTo>
                  <a:pt x="392326" y="44803"/>
                  <a:pt x="394076" y="46492"/>
                  <a:pt x="395523" y="48453"/>
                </a:cubicBezTo>
                <a:cubicBezTo>
                  <a:pt x="396971" y="50413"/>
                  <a:pt x="398177" y="52600"/>
                  <a:pt x="399142" y="55013"/>
                </a:cubicBezTo>
                <a:cubicBezTo>
                  <a:pt x="401857" y="52057"/>
                  <a:pt x="404436" y="49554"/>
                  <a:pt x="406879" y="47503"/>
                </a:cubicBezTo>
                <a:cubicBezTo>
                  <a:pt x="409322" y="45452"/>
                  <a:pt x="411674" y="43793"/>
                  <a:pt x="413936" y="42526"/>
                </a:cubicBezTo>
                <a:cubicBezTo>
                  <a:pt x="416198" y="41259"/>
                  <a:pt x="418400" y="40340"/>
                  <a:pt x="420541" y="39767"/>
                </a:cubicBezTo>
                <a:cubicBezTo>
                  <a:pt x="422683" y="39193"/>
                  <a:pt x="424839" y="38907"/>
                  <a:pt x="427011" y="38907"/>
                </a:cubicBezTo>
                <a:cubicBezTo>
                  <a:pt x="432259" y="38907"/>
                  <a:pt x="436662" y="39827"/>
                  <a:pt x="440221" y="41667"/>
                </a:cubicBezTo>
                <a:cubicBezTo>
                  <a:pt x="443780" y="43506"/>
                  <a:pt x="446660" y="45964"/>
                  <a:pt x="448862" y="49041"/>
                </a:cubicBezTo>
                <a:cubicBezTo>
                  <a:pt x="451064" y="52117"/>
                  <a:pt x="452632" y="55721"/>
                  <a:pt x="453567" y="59853"/>
                </a:cubicBezTo>
                <a:cubicBezTo>
                  <a:pt x="454502" y="63985"/>
                  <a:pt x="454969" y="68343"/>
                  <a:pt x="454969" y="72928"/>
                </a:cubicBezTo>
                <a:lnTo>
                  <a:pt x="454969" y="124412"/>
                </a:lnTo>
                <a:close/>
                <a:moveTo>
                  <a:pt x="497166" y="124412"/>
                </a:moveTo>
                <a:cubicBezTo>
                  <a:pt x="497166" y="124894"/>
                  <a:pt x="497045" y="125301"/>
                  <a:pt x="496804" y="125633"/>
                </a:cubicBezTo>
                <a:cubicBezTo>
                  <a:pt x="496562" y="125965"/>
                  <a:pt x="496170" y="126251"/>
                  <a:pt x="495627" y="126493"/>
                </a:cubicBezTo>
                <a:cubicBezTo>
                  <a:pt x="495084" y="126734"/>
                  <a:pt x="494330" y="126915"/>
                  <a:pt x="493365" y="127036"/>
                </a:cubicBezTo>
                <a:cubicBezTo>
                  <a:pt x="492400" y="127156"/>
                  <a:pt x="491164" y="127217"/>
                  <a:pt x="489656" y="127217"/>
                </a:cubicBezTo>
                <a:cubicBezTo>
                  <a:pt x="488208" y="127217"/>
                  <a:pt x="487001" y="127156"/>
                  <a:pt x="486036" y="127036"/>
                </a:cubicBezTo>
                <a:cubicBezTo>
                  <a:pt x="485071" y="126915"/>
                  <a:pt x="484302" y="126734"/>
                  <a:pt x="483729" y="126493"/>
                </a:cubicBezTo>
                <a:cubicBezTo>
                  <a:pt x="483156" y="126251"/>
                  <a:pt x="482764" y="125965"/>
                  <a:pt x="482553" y="125633"/>
                </a:cubicBezTo>
                <a:cubicBezTo>
                  <a:pt x="482342" y="125301"/>
                  <a:pt x="482236" y="124894"/>
                  <a:pt x="482236" y="124412"/>
                </a:cubicBezTo>
                <a:lnTo>
                  <a:pt x="482236" y="42979"/>
                </a:lnTo>
                <a:cubicBezTo>
                  <a:pt x="482236" y="42556"/>
                  <a:pt x="482342" y="42164"/>
                  <a:pt x="482553" y="41802"/>
                </a:cubicBezTo>
                <a:cubicBezTo>
                  <a:pt x="482764" y="41440"/>
                  <a:pt x="483156" y="41139"/>
                  <a:pt x="483729" y="40898"/>
                </a:cubicBezTo>
                <a:cubicBezTo>
                  <a:pt x="484302" y="40656"/>
                  <a:pt x="485071" y="40475"/>
                  <a:pt x="486036" y="40355"/>
                </a:cubicBezTo>
                <a:cubicBezTo>
                  <a:pt x="487001" y="40234"/>
                  <a:pt x="488208" y="40174"/>
                  <a:pt x="489656" y="40174"/>
                </a:cubicBezTo>
                <a:cubicBezTo>
                  <a:pt x="491164" y="40174"/>
                  <a:pt x="492400" y="40234"/>
                  <a:pt x="493365" y="40355"/>
                </a:cubicBezTo>
                <a:cubicBezTo>
                  <a:pt x="494330" y="40475"/>
                  <a:pt x="495084" y="40656"/>
                  <a:pt x="495627" y="40898"/>
                </a:cubicBezTo>
                <a:cubicBezTo>
                  <a:pt x="496170" y="41139"/>
                  <a:pt x="496562" y="41440"/>
                  <a:pt x="496804" y="41802"/>
                </a:cubicBezTo>
                <a:cubicBezTo>
                  <a:pt x="497045" y="42164"/>
                  <a:pt x="497166" y="42556"/>
                  <a:pt x="497166" y="42979"/>
                </a:cubicBezTo>
                <a:lnTo>
                  <a:pt x="497166" y="124412"/>
                </a:lnTo>
                <a:moveTo>
                  <a:pt x="498885" y="15382"/>
                </a:moveTo>
                <a:cubicBezTo>
                  <a:pt x="498885" y="18880"/>
                  <a:pt x="498221" y="21263"/>
                  <a:pt x="496894" y="22530"/>
                </a:cubicBezTo>
                <a:cubicBezTo>
                  <a:pt x="495567" y="23797"/>
                  <a:pt x="493124" y="24430"/>
                  <a:pt x="489565" y="24430"/>
                </a:cubicBezTo>
                <a:cubicBezTo>
                  <a:pt x="486066" y="24430"/>
                  <a:pt x="483669" y="23812"/>
                  <a:pt x="482372" y="22575"/>
                </a:cubicBezTo>
                <a:cubicBezTo>
                  <a:pt x="481075" y="21338"/>
                  <a:pt x="480426" y="19001"/>
                  <a:pt x="480426" y="15563"/>
                </a:cubicBezTo>
                <a:cubicBezTo>
                  <a:pt x="480426" y="12064"/>
                  <a:pt x="481090" y="9681"/>
                  <a:pt x="482417" y="8415"/>
                </a:cubicBezTo>
                <a:cubicBezTo>
                  <a:pt x="483744" y="7148"/>
                  <a:pt x="486187" y="6515"/>
                  <a:pt x="489746" y="6515"/>
                </a:cubicBezTo>
                <a:cubicBezTo>
                  <a:pt x="493245" y="6515"/>
                  <a:pt x="495642" y="7133"/>
                  <a:pt x="496939" y="8370"/>
                </a:cubicBezTo>
                <a:cubicBezTo>
                  <a:pt x="498236" y="9606"/>
                  <a:pt x="498885" y="11944"/>
                  <a:pt x="498885" y="15382"/>
                </a:cubicBezTo>
                <a:close/>
                <a:moveTo>
                  <a:pt x="539786" y="124409"/>
                </a:moveTo>
                <a:cubicBezTo>
                  <a:pt x="539786" y="124891"/>
                  <a:pt x="539665" y="125300"/>
                  <a:pt x="539424" y="125633"/>
                </a:cubicBezTo>
                <a:cubicBezTo>
                  <a:pt x="539183" y="125965"/>
                  <a:pt x="538791" y="126251"/>
                  <a:pt x="538248" y="126493"/>
                </a:cubicBezTo>
                <a:cubicBezTo>
                  <a:pt x="537705" y="126734"/>
                  <a:pt x="536951" y="126915"/>
                  <a:pt x="535986" y="127036"/>
                </a:cubicBezTo>
                <a:cubicBezTo>
                  <a:pt x="535020" y="127156"/>
                  <a:pt x="533784" y="127217"/>
                  <a:pt x="532276" y="127217"/>
                </a:cubicBezTo>
                <a:cubicBezTo>
                  <a:pt x="530828" y="127217"/>
                  <a:pt x="529622" y="127156"/>
                  <a:pt x="528657" y="127036"/>
                </a:cubicBezTo>
                <a:cubicBezTo>
                  <a:pt x="527691" y="126915"/>
                  <a:pt x="526922" y="126734"/>
                  <a:pt x="526349" y="126493"/>
                </a:cubicBezTo>
                <a:cubicBezTo>
                  <a:pt x="525776" y="126251"/>
                  <a:pt x="525384" y="125965"/>
                  <a:pt x="525173" y="125633"/>
                </a:cubicBezTo>
                <a:cubicBezTo>
                  <a:pt x="524962" y="125300"/>
                  <a:pt x="524856" y="124891"/>
                  <a:pt x="524856" y="124409"/>
                </a:cubicBezTo>
                <a:lnTo>
                  <a:pt x="524856" y="3441"/>
                </a:lnTo>
                <a:cubicBezTo>
                  <a:pt x="524856" y="2959"/>
                  <a:pt x="524962" y="2536"/>
                  <a:pt x="525173" y="2174"/>
                </a:cubicBezTo>
                <a:cubicBezTo>
                  <a:pt x="525384" y="1811"/>
                  <a:pt x="525776" y="1508"/>
                  <a:pt x="526349" y="1267"/>
                </a:cubicBezTo>
                <a:cubicBezTo>
                  <a:pt x="526922" y="1025"/>
                  <a:pt x="527691" y="844"/>
                  <a:pt x="528657" y="724"/>
                </a:cubicBezTo>
                <a:cubicBezTo>
                  <a:pt x="529622" y="603"/>
                  <a:pt x="530828" y="543"/>
                  <a:pt x="532276" y="543"/>
                </a:cubicBezTo>
                <a:cubicBezTo>
                  <a:pt x="533784" y="543"/>
                  <a:pt x="535020" y="603"/>
                  <a:pt x="535986" y="724"/>
                </a:cubicBezTo>
                <a:cubicBezTo>
                  <a:pt x="536951" y="844"/>
                  <a:pt x="537705" y="1025"/>
                  <a:pt x="538248" y="1267"/>
                </a:cubicBezTo>
                <a:cubicBezTo>
                  <a:pt x="538791" y="1508"/>
                  <a:pt x="539183" y="1811"/>
                  <a:pt x="539424" y="2174"/>
                </a:cubicBezTo>
                <a:cubicBezTo>
                  <a:pt x="539665" y="2536"/>
                  <a:pt x="539786" y="2959"/>
                  <a:pt x="539786" y="3441"/>
                </a:cubicBezTo>
                <a:lnTo>
                  <a:pt x="539786" y="124409"/>
                </a:lnTo>
                <a:close/>
                <a:moveTo>
                  <a:pt x="582221" y="124412"/>
                </a:moveTo>
                <a:cubicBezTo>
                  <a:pt x="582221" y="124894"/>
                  <a:pt x="582100" y="125301"/>
                  <a:pt x="581859" y="125633"/>
                </a:cubicBezTo>
                <a:cubicBezTo>
                  <a:pt x="581618" y="125965"/>
                  <a:pt x="581225" y="126251"/>
                  <a:pt x="580683" y="126493"/>
                </a:cubicBezTo>
                <a:cubicBezTo>
                  <a:pt x="580140" y="126734"/>
                  <a:pt x="579386" y="126915"/>
                  <a:pt x="578421" y="127036"/>
                </a:cubicBezTo>
                <a:cubicBezTo>
                  <a:pt x="577455" y="127156"/>
                  <a:pt x="576219" y="127217"/>
                  <a:pt x="574711" y="127217"/>
                </a:cubicBezTo>
                <a:cubicBezTo>
                  <a:pt x="573263" y="127217"/>
                  <a:pt x="572057" y="127156"/>
                  <a:pt x="571092" y="127036"/>
                </a:cubicBezTo>
                <a:cubicBezTo>
                  <a:pt x="570126" y="126915"/>
                  <a:pt x="569357" y="126734"/>
                  <a:pt x="568784" y="126493"/>
                </a:cubicBezTo>
                <a:cubicBezTo>
                  <a:pt x="568211" y="126251"/>
                  <a:pt x="567819" y="125965"/>
                  <a:pt x="567608" y="125633"/>
                </a:cubicBezTo>
                <a:cubicBezTo>
                  <a:pt x="567397" y="125301"/>
                  <a:pt x="567291" y="124894"/>
                  <a:pt x="567291" y="124412"/>
                </a:cubicBezTo>
                <a:lnTo>
                  <a:pt x="567291" y="42979"/>
                </a:lnTo>
                <a:cubicBezTo>
                  <a:pt x="567291" y="42556"/>
                  <a:pt x="567397" y="42164"/>
                  <a:pt x="567608" y="41802"/>
                </a:cubicBezTo>
                <a:cubicBezTo>
                  <a:pt x="567819" y="41440"/>
                  <a:pt x="568211" y="41139"/>
                  <a:pt x="568784" y="40898"/>
                </a:cubicBezTo>
                <a:cubicBezTo>
                  <a:pt x="569357" y="40656"/>
                  <a:pt x="570126" y="40475"/>
                  <a:pt x="571092" y="40355"/>
                </a:cubicBezTo>
                <a:cubicBezTo>
                  <a:pt x="572057" y="40234"/>
                  <a:pt x="573263" y="40174"/>
                  <a:pt x="574711" y="40174"/>
                </a:cubicBezTo>
                <a:cubicBezTo>
                  <a:pt x="576219" y="40174"/>
                  <a:pt x="577455" y="40234"/>
                  <a:pt x="578421" y="40355"/>
                </a:cubicBezTo>
                <a:cubicBezTo>
                  <a:pt x="579386" y="40475"/>
                  <a:pt x="580140" y="40656"/>
                  <a:pt x="580683" y="40898"/>
                </a:cubicBezTo>
                <a:cubicBezTo>
                  <a:pt x="581225" y="41139"/>
                  <a:pt x="581618" y="41440"/>
                  <a:pt x="581859" y="41802"/>
                </a:cubicBezTo>
                <a:cubicBezTo>
                  <a:pt x="582100" y="42164"/>
                  <a:pt x="582221" y="42556"/>
                  <a:pt x="582221" y="42979"/>
                </a:cubicBezTo>
                <a:lnTo>
                  <a:pt x="582221" y="124412"/>
                </a:lnTo>
                <a:moveTo>
                  <a:pt x="583940" y="15382"/>
                </a:moveTo>
                <a:cubicBezTo>
                  <a:pt x="583940" y="18880"/>
                  <a:pt x="583276" y="21263"/>
                  <a:pt x="581949" y="22530"/>
                </a:cubicBezTo>
                <a:cubicBezTo>
                  <a:pt x="580622" y="23797"/>
                  <a:pt x="578179" y="24430"/>
                  <a:pt x="574620" y="24430"/>
                </a:cubicBezTo>
                <a:cubicBezTo>
                  <a:pt x="571122" y="24430"/>
                  <a:pt x="568724" y="23812"/>
                  <a:pt x="567427" y="22575"/>
                </a:cubicBezTo>
                <a:cubicBezTo>
                  <a:pt x="566130" y="21338"/>
                  <a:pt x="565482" y="19001"/>
                  <a:pt x="565482" y="15563"/>
                </a:cubicBezTo>
                <a:cubicBezTo>
                  <a:pt x="565482" y="12064"/>
                  <a:pt x="566145" y="9681"/>
                  <a:pt x="567472" y="8415"/>
                </a:cubicBezTo>
                <a:cubicBezTo>
                  <a:pt x="568799" y="7148"/>
                  <a:pt x="571242" y="6515"/>
                  <a:pt x="574801" y="6515"/>
                </a:cubicBezTo>
                <a:cubicBezTo>
                  <a:pt x="578300" y="6515"/>
                  <a:pt x="580698" y="7133"/>
                  <a:pt x="581995" y="8370"/>
                </a:cubicBezTo>
                <a:cubicBezTo>
                  <a:pt x="583291" y="9606"/>
                  <a:pt x="583940" y="11944"/>
                  <a:pt x="583940" y="15382"/>
                </a:cubicBezTo>
                <a:close/>
                <a:moveTo>
                  <a:pt x="652211" y="118530"/>
                </a:moveTo>
                <a:cubicBezTo>
                  <a:pt x="652211" y="120280"/>
                  <a:pt x="652090" y="121667"/>
                  <a:pt x="651849" y="122693"/>
                </a:cubicBezTo>
                <a:cubicBezTo>
                  <a:pt x="651607" y="123718"/>
                  <a:pt x="651245" y="124472"/>
                  <a:pt x="650763" y="124955"/>
                </a:cubicBezTo>
                <a:cubicBezTo>
                  <a:pt x="650280" y="125437"/>
                  <a:pt x="649557" y="125890"/>
                  <a:pt x="648591" y="126312"/>
                </a:cubicBezTo>
                <a:cubicBezTo>
                  <a:pt x="647626" y="126734"/>
                  <a:pt x="646525" y="127081"/>
                  <a:pt x="645289" y="127352"/>
                </a:cubicBezTo>
                <a:cubicBezTo>
                  <a:pt x="644052" y="127624"/>
                  <a:pt x="642740" y="127850"/>
                  <a:pt x="641353" y="128031"/>
                </a:cubicBezTo>
                <a:cubicBezTo>
                  <a:pt x="639965" y="128212"/>
                  <a:pt x="638578" y="128302"/>
                  <a:pt x="637191" y="128302"/>
                </a:cubicBezTo>
                <a:cubicBezTo>
                  <a:pt x="632968" y="128302"/>
                  <a:pt x="629349" y="127743"/>
                  <a:pt x="626333" y="126626"/>
                </a:cubicBezTo>
                <a:cubicBezTo>
                  <a:pt x="623317" y="125506"/>
                  <a:pt x="620844" y="123812"/>
                  <a:pt x="618914" y="121545"/>
                </a:cubicBezTo>
                <a:cubicBezTo>
                  <a:pt x="616983" y="119277"/>
                  <a:pt x="615581" y="116405"/>
                  <a:pt x="614706" y="112929"/>
                </a:cubicBezTo>
                <a:cubicBezTo>
                  <a:pt x="613831" y="109453"/>
                  <a:pt x="613394" y="105357"/>
                  <a:pt x="613394" y="100641"/>
                </a:cubicBezTo>
                <a:lnTo>
                  <a:pt x="613394" y="52932"/>
                </a:lnTo>
                <a:lnTo>
                  <a:pt x="601994" y="52932"/>
                </a:lnTo>
                <a:cubicBezTo>
                  <a:pt x="601089" y="52932"/>
                  <a:pt x="600365" y="52449"/>
                  <a:pt x="599822" y="51484"/>
                </a:cubicBezTo>
                <a:cubicBezTo>
                  <a:pt x="599279" y="50519"/>
                  <a:pt x="599008" y="48950"/>
                  <a:pt x="599008" y="46779"/>
                </a:cubicBezTo>
                <a:cubicBezTo>
                  <a:pt x="599008" y="45633"/>
                  <a:pt x="599083" y="44668"/>
                  <a:pt x="599234" y="43883"/>
                </a:cubicBezTo>
                <a:cubicBezTo>
                  <a:pt x="599385" y="43099"/>
                  <a:pt x="599581" y="42451"/>
                  <a:pt x="599822" y="41938"/>
                </a:cubicBezTo>
                <a:cubicBezTo>
                  <a:pt x="600063" y="41425"/>
                  <a:pt x="600380" y="41063"/>
                  <a:pt x="600772" y="40852"/>
                </a:cubicBezTo>
                <a:cubicBezTo>
                  <a:pt x="601164" y="40641"/>
                  <a:pt x="601601" y="40536"/>
                  <a:pt x="602084" y="40536"/>
                </a:cubicBezTo>
                <a:lnTo>
                  <a:pt x="613394" y="40536"/>
                </a:lnTo>
                <a:lnTo>
                  <a:pt x="613394" y="21173"/>
                </a:lnTo>
                <a:cubicBezTo>
                  <a:pt x="613394" y="20750"/>
                  <a:pt x="613500" y="20358"/>
                  <a:pt x="613711" y="19996"/>
                </a:cubicBezTo>
                <a:cubicBezTo>
                  <a:pt x="613922" y="19634"/>
                  <a:pt x="614314" y="19318"/>
                  <a:pt x="614887" y="19046"/>
                </a:cubicBezTo>
                <a:cubicBezTo>
                  <a:pt x="615460" y="18775"/>
                  <a:pt x="616229" y="18579"/>
                  <a:pt x="617194" y="18458"/>
                </a:cubicBezTo>
                <a:cubicBezTo>
                  <a:pt x="618160" y="18338"/>
                  <a:pt x="619366" y="18277"/>
                  <a:pt x="620814" y="18277"/>
                </a:cubicBezTo>
                <a:cubicBezTo>
                  <a:pt x="622322" y="18277"/>
                  <a:pt x="623558" y="18338"/>
                  <a:pt x="624523" y="18458"/>
                </a:cubicBezTo>
                <a:cubicBezTo>
                  <a:pt x="625488" y="18579"/>
                  <a:pt x="626243" y="18775"/>
                  <a:pt x="626785" y="19046"/>
                </a:cubicBezTo>
                <a:cubicBezTo>
                  <a:pt x="627328" y="19318"/>
                  <a:pt x="627720" y="19634"/>
                  <a:pt x="627962" y="19996"/>
                </a:cubicBezTo>
                <a:cubicBezTo>
                  <a:pt x="628203" y="20358"/>
                  <a:pt x="628324" y="20750"/>
                  <a:pt x="628324" y="21173"/>
                </a:cubicBezTo>
                <a:lnTo>
                  <a:pt x="628324" y="40536"/>
                </a:lnTo>
                <a:lnTo>
                  <a:pt x="649225" y="40536"/>
                </a:lnTo>
                <a:cubicBezTo>
                  <a:pt x="649707" y="40536"/>
                  <a:pt x="650130" y="40641"/>
                  <a:pt x="650491" y="40852"/>
                </a:cubicBezTo>
                <a:cubicBezTo>
                  <a:pt x="650853" y="41063"/>
                  <a:pt x="651170" y="41425"/>
                  <a:pt x="651442" y="41938"/>
                </a:cubicBezTo>
                <a:cubicBezTo>
                  <a:pt x="651713" y="42451"/>
                  <a:pt x="651909" y="43099"/>
                  <a:pt x="652030" y="43883"/>
                </a:cubicBezTo>
                <a:cubicBezTo>
                  <a:pt x="652150" y="44668"/>
                  <a:pt x="652211" y="45633"/>
                  <a:pt x="652211" y="46779"/>
                </a:cubicBezTo>
                <a:cubicBezTo>
                  <a:pt x="652211" y="48950"/>
                  <a:pt x="651939" y="50519"/>
                  <a:pt x="651396" y="51484"/>
                </a:cubicBezTo>
                <a:cubicBezTo>
                  <a:pt x="650853" y="52449"/>
                  <a:pt x="650130" y="52932"/>
                  <a:pt x="649225" y="52932"/>
                </a:cubicBezTo>
                <a:lnTo>
                  <a:pt x="628324" y="52932"/>
                </a:lnTo>
                <a:lnTo>
                  <a:pt x="628324" y="98486"/>
                </a:lnTo>
                <a:cubicBezTo>
                  <a:pt x="628324" y="104111"/>
                  <a:pt x="629153" y="108361"/>
                  <a:pt x="630812" y="111235"/>
                </a:cubicBezTo>
                <a:cubicBezTo>
                  <a:pt x="632471" y="114108"/>
                  <a:pt x="635441" y="115545"/>
                  <a:pt x="639724" y="115545"/>
                </a:cubicBezTo>
                <a:cubicBezTo>
                  <a:pt x="641112" y="115545"/>
                  <a:pt x="642348" y="115409"/>
                  <a:pt x="643434" y="115137"/>
                </a:cubicBezTo>
                <a:cubicBezTo>
                  <a:pt x="644520" y="114866"/>
                  <a:pt x="645485" y="114579"/>
                  <a:pt x="646329" y="114278"/>
                </a:cubicBezTo>
                <a:cubicBezTo>
                  <a:pt x="647174" y="113976"/>
                  <a:pt x="647898" y="113690"/>
                  <a:pt x="648501" y="113418"/>
                </a:cubicBezTo>
                <a:cubicBezTo>
                  <a:pt x="649104" y="113147"/>
                  <a:pt x="649647" y="113011"/>
                  <a:pt x="650130" y="113011"/>
                </a:cubicBezTo>
                <a:cubicBezTo>
                  <a:pt x="650431" y="113011"/>
                  <a:pt x="650718" y="113086"/>
                  <a:pt x="650989" y="113237"/>
                </a:cubicBezTo>
                <a:cubicBezTo>
                  <a:pt x="651261" y="113388"/>
                  <a:pt x="651472" y="113675"/>
                  <a:pt x="651622" y="114097"/>
                </a:cubicBezTo>
                <a:cubicBezTo>
                  <a:pt x="651773" y="114519"/>
                  <a:pt x="651909" y="115092"/>
                  <a:pt x="652030" y="115816"/>
                </a:cubicBezTo>
                <a:cubicBezTo>
                  <a:pt x="652150" y="116540"/>
                  <a:pt x="652211" y="117445"/>
                  <a:pt x="652211" y="118530"/>
                </a:cubicBezTo>
                <a:close/>
                <a:moveTo>
                  <a:pt x="733289" y="124502"/>
                </a:moveTo>
                <a:cubicBezTo>
                  <a:pt x="733289" y="125226"/>
                  <a:pt x="733048" y="125769"/>
                  <a:pt x="732565" y="126131"/>
                </a:cubicBezTo>
                <a:cubicBezTo>
                  <a:pt x="732083" y="126493"/>
                  <a:pt x="731419" y="126764"/>
                  <a:pt x="730575" y="126945"/>
                </a:cubicBezTo>
                <a:cubicBezTo>
                  <a:pt x="729730" y="127126"/>
                  <a:pt x="728494" y="127217"/>
                  <a:pt x="726865" y="127217"/>
                </a:cubicBezTo>
                <a:cubicBezTo>
                  <a:pt x="725297" y="127217"/>
                  <a:pt x="724045" y="127126"/>
                  <a:pt x="723110" y="126945"/>
                </a:cubicBezTo>
                <a:cubicBezTo>
                  <a:pt x="722175" y="126764"/>
                  <a:pt x="721496" y="126493"/>
                  <a:pt x="721074" y="126131"/>
                </a:cubicBezTo>
                <a:cubicBezTo>
                  <a:pt x="720652" y="125769"/>
                  <a:pt x="720441" y="125226"/>
                  <a:pt x="720441" y="124502"/>
                </a:cubicBezTo>
                <a:lnTo>
                  <a:pt x="720441" y="116359"/>
                </a:lnTo>
                <a:cubicBezTo>
                  <a:pt x="716882" y="120159"/>
                  <a:pt x="712916" y="123130"/>
                  <a:pt x="708542" y="125271"/>
                </a:cubicBezTo>
                <a:cubicBezTo>
                  <a:pt x="704169" y="127413"/>
                  <a:pt x="699540" y="128483"/>
                  <a:pt x="694654" y="128483"/>
                </a:cubicBezTo>
                <a:cubicBezTo>
                  <a:pt x="690371" y="128483"/>
                  <a:pt x="686495" y="127924"/>
                  <a:pt x="683027" y="126804"/>
                </a:cubicBezTo>
                <a:cubicBezTo>
                  <a:pt x="679558" y="125684"/>
                  <a:pt x="676603" y="124065"/>
                  <a:pt x="674160" y="121946"/>
                </a:cubicBezTo>
                <a:cubicBezTo>
                  <a:pt x="671717" y="119827"/>
                  <a:pt x="669816" y="117225"/>
                  <a:pt x="668459" y="114139"/>
                </a:cubicBezTo>
                <a:cubicBezTo>
                  <a:pt x="667102" y="111052"/>
                  <a:pt x="666423" y="107540"/>
                  <a:pt x="666423" y="103604"/>
                </a:cubicBezTo>
                <a:cubicBezTo>
                  <a:pt x="666423" y="99004"/>
                  <a:pt x="667358" y="95010"/>
                  <a:pt x="669228" y="91621"/>
                </a:cubicBezTo>
                <a:cubicBezTo>
                  <a:pt x="671098" y="88230"/>
                  <a:pt x="673783" y="85414"/>
                  <a:pt x="677281" y="83175"/>
                </a:cubicBezTo>
                <a:cubicBezTo>
                  <a:pt x="680780" y="80935"/>
                  <a:pt x="685063" y="79256"/>
                  <a:pt x="690129" y="78136"/>
                </a:cubicBezTo>
                <a:cubicBezTo>
                  <a:pt x="695196" y="77017"/>
                  <a:pt x="700897" y="76457"/>
                  <a:pt x="707230" y="76457"/>
                </a:cubicBezTo>
                <a:lnTo>
                  <a:pt x="718450" y="76457"/>
                </a:lnTo>
                <a:lnTo>
                  <a:pt x="718450" y="70146"/>
                </a:lnTo>
                <a:cubicBezTo>
                  <a:pt x="718450" y="67020"/>
                  <a:pt x="718118" y="64256"/>
                  <a:pt x="717455" y="61852"/>
                </a:cubicBezTo>
                <a:cubicBezTo>
                  <a:pt x="716791" y="59447"/>
                  <a:pt x="715721" y="57448"/>
                  <a:pt x="714243" y="55855"/>
                </a:cubicBezTo>
                <a:cubicBezTo>
                  <a:pt x="712765" y="54262"/>
                  <a:pt x="710850" y="53061"/>
                  <a:pt x="708497" y="52250"/>
                </a:cubicBezTo>
                <a:cubicBezTo>
                  <a:pt x="706145" y="51438"/>
                  <a:pt x="703249" y="51031"/>
                  <a:pt x="699811" y="51031"/>
                </a:cubicBezTo>
                <a:cubicBezTo>
                  <a:pt x="696131" y="51031"/>
                  <a:pt x="692829" y="51464"/>
                  <a:pt x="689903" y="52329"/>
                </a:cubicBezTo>
                <a:cubicBezTo>
                  <a:pt x="686978" y="53194"/>
                  <a:pt x="684414" y="54149"/>
                  <a:pt x="682212" y="55194"/>
                </a:cubicBezTo>
                <a:cubicBezTo>
                  <a:pt x="680011" y="56238"/>
                  <a:pt x="678171" y="57193"/>
                  <a:pt x="676693" y="58058"/>
                </a:cubicBezTo>
                <a:cubicBezTo>
                  <a:pt x="675215" y="58923"/>
                  <a:pt x="674114" y="59356"/>
                  <a:pt x="673390" y="59356"/>
                </a:cubicBezTo>
                <a:cubicBezTo>
                  <a:pt x="672908" y="59356"/>
                  <a:pt x="672486" y="59235"/>
                  <a:pt x="672124" y="58994"/>
                </a:cubicBezTo>
                <a:cubicBezTo>
                  <a:pt x="671762" y="58752"/>
                  <a:pt x="671445" y="58391"/>
                  <a:pt x="671174" y="57908"/>
                </a:cubicBezTo>
                <a:cubicBezTo>
                  <a:pt x="670902" y="57425"/>
                  <a:pt x="670706" y="56807"/>
                  <a:pt x="670586" y="56053"/>
                </a:cubicBezTo>
                <a:cubicBezTo>
                  <a:pt x="670465" y="55299"/>
                  <a:pt x="670405" y="54470"/>
                  <a:pt x="670405" y="53565"/>
                </a:cubicBezTo>
                <a:cubicBezTo>
                  <a:pt x="670405" y="52057"/>
                  <a:pt x="670510" y="50866"/>
                  <a:pt x="670721" y="49991"/>
                </a:cubicBezTo>
                <a:cubicBezTo>
                  <a:pt x="670932" y="49116"/>
                  <a:pt x="671445" y="48287"/>
                  <a:pt x="672259" y="47503"/>
                </a:cubicBezTo>
                <a:cubicBezTo>
                  <a:pt x="673074" y="46718"/>
                  <a:pt x="674476" y="45805"/>
                  <a:pt x="676467" y="44763"/>
                </a:cubicBezTo>
                <a:cubicBezTo>
                  <a:pt x="678457" y="43718"/>
                  <a:pt x="680750" y="42765"/>
                  <a:pt x="683343" y="41901"/>
                </a:cubicBezTo>
                <a:cubicBezTo>
                  <a:pt x="685937" y="41038"/>
                  <a:pt x="688772" y="40324"/>
                  <a:pt x="691849" y="39758"/>
                </a:cubicBezTo>
                <a:cubicBezTo>
                  <a:pt x="694925" y="39191"/>
                  <a:pt x="698031" y="38907"/>
                  <a:pt x="701168" y="38907"/>
                </a:cubicBezTo>
                <a:cubicBezTo>
                  <a:pt x="707019" y="38907"/>
                  <a:pt x="711996" y="39570"/>
                  <a:pt x="716098" y="40898"/>
                </a:cubicBezTo>
                <a:cubicBezTo>
                  <a:pt x="720199" y="42225"/>
                  <a:pt x="723517" y="44170"/>
                  <a:pt x="726051" y="46734"/>
                </a:cubicBezTo>
                <a:cubicBezTo>
                  <a:pt x="728584" y="49297"/>
                  <a:pt x="730424" y="52479"/>
                  <a:pt x="731570" y="56279"/>
                </a:cubicBezTo>
                <a:cubicBezTo>
                  <a:pt x="732716" y="60080"/>
                  <a:pt x="733289" y="64513"/>
                  <a:pt x="733289" y="69580"/>
                </a:cubicBezTo>
                <a:lnTo>
                  <a:pt x="733289" y="124502"/>
                </a:lnTo>
                <a:moveTo>
                  <a:pt x="718450" y="87224"/>
                </a:moveTo>
                <a:lnTo>
                  <a:pt x="705692" y="87224"/>
                </a:lnTo>
                <a:cubicBezTo>
                  <a:pt x="701590" y="87224"/>
                  <a:pt x="698031" y="87574"/>
                  <a:pt x="695015" y="88273"/>
                </a:cubicBezTo>
                <a:cubicBezTo>
                  <a:pt x="691999" y="88970"/>
                  <a:pt x="689496" y="90001"/>
                  <a:pt x="687506" y="91366"/>
                </a:cubicBezTo>
                <a:cubicBezTo>
                  <a:pt x="685515" y="92731"/>
                  <a:pt x="684052" y="94370"/>
                  <a:pt x="683117" y="96283"/>
                </a:cubicBezTo>
                <a:cubicBezTo>
                  <a:pt x="682182" y="98195"/>
                  <a:pt x="681715" y="100395"/>
                  <a:pt x="681715" y="102883"/>
                </a:cubicBezTo>
                <a:cubicBezTo>
                  <a:pt x="681715" y="107132"/>
                  <a:pt x="683057" y="110515"/>
                  <a:pt x="685741" y="113034"/>
                </a:cubicBezTo>
                <a:cubicBezTo>
                  <a:pt x="688425" y="115552"/>
                  <a:pt x="692180" y="116811"/>
                  <a:pt x="697006" y="116811"/>
                </a:cubicBezTo>
                <a:cubicBezTo>
                  <a:pt x="700927" y="116811"/>
                  <a:pt x="704561" y="115810"/>
                  <a:pt x="707909" y="113808"/>
                </a:cubicBezTo>
                <a:cubicBezTo>
                  <a:pt x="711257" y="111805"/>
                  <a:pt x="714771" y="108740"/>
                  <a:pt x="718450" y="104613"/>
                </a:cubicBezTo>
                <a:lnTo>
                  <a:pt x="718450" y="87224"/>
                </a:lnTo>
                <a:close/>
                <a:moveTo>
                  <a:pt x="808297" y="48317"/>
                </a:moveTo>
                <a:cubicBezTo>
                  <a:pt x="808297" y="49644"/>
                  <a:pt x="808267" y="50760"/>
                  <a:pt x="808207" y="51665"/>
                </a:cubicBezTo>
                <a:cubicBezTo>
                  <a:pt x="808146" y="52570"/>
                  <a:pt x="808026" y="53278"/>
                  <a:pt x="807845" y="53791"/>
                </a:cubicBezTo>
                <a:cubicBezTo>
                  <a:pt x="807664" y="54304"/>
                  <a:pt x="807438" y="54696"/>
                  <a:pt x="807166" y="54967"/>
                </a:cubicBezTo>
                <a:cubicBezTo>
                  <a:pt x="806895" y="55239"/>
                  <a:pt x="806518" y="55375"/>
                  <a:pt x="806035" y="55375"/>
                </a:cubicBezTo>
                <a:cubicBezTo>
                  <a:pt x="805553" y="55375"/>
                  <a:pt x="804965" y="55239"/>
                  <a:pt x="804271" y="54967"/>
                </a:cubicBezTo>
                <a:cubicBezTo>
                  <a:pt x="803577" y="54696"/>
                  <a:pt x="802793" y="54424"/>
                  <a:pt x="801918" y="54153"/>
                </a:cubicBezTo>
                <a:cubicBezTo>
                  <a:pt x="801044" y="53882"/>
                  <a:pt x="800063" y="53625"/>
                  <a:pt x="798978" y="53384"/>
                </a:cubicBezTo>
                <a:cubicBezTo>
                  <a:pt x="797892" y="53143"/>
                  <a:pt x="796716" y="53022"/>
                  <a:pt x="795449" y="53022"/>
                </a:cubicBezTo>
                <a:cubicBezTo>
                  <a:pt x="793941" y="53022"/>
                  <a:pt x="792463" y="53324"/>
                  <a:pt x="791015" y="53927"/>
                </a:cubicBezTo>
                <a:cubicBezTo>
                  <a:pt x="789568" y="54530"/>
                  <a:pt x="788045" y="55525"/>
                  <a:pt x="786446" y="56913"/>
                </a:cubicBezTo>
                <a:cubicBezTo>
                  <a:pt x="784848" y="58300"/>
                  <a:pt x="783174" y="60140"/>
                  <a:pt x="781424" y="62432"/>
                </a:cubicBezTo>
                <a:cubicBezTo>
                  <a:pt x="779675" y="64724"/>
                  <a:pt x="777745" y="67529"/>
                  <a:pt x="775634" y="70847"/>
                </a:cubicBezTo>
                <a:lnTo>
                  <a:pt x="775634" y="124412"/>
                </a:lnTo>
                <a:cubicBezTo>
                  <a:pt x="775634" y="124894"/>
                  <a:pt x="775513" y="125301"/>
                  <a:pt x="775272" y="125633"/>
                </a:cubicBezTo>
                <a:cubicBezTo>
                  <a:pt x="775030" y="125965"/>
                  <a:pt x="774638" y="126251"/>
                  <a:pt x="774095" y="126493"/>
                </a:cubicBezTo>
                <a:cubicBezTo>
                  <a:pt x="773552" y="126734"/>
                  <a:pt x="772798" y="126915"/>
                  <a:pt x="771833" y="127036"/>
                </a:cubicBezTo>
                <a:cubicBezTo>
                  <a:pt x="770868" y="127156"/>
                  <a:pt x="769632" y="127217"/>
                  <a:pt x="768124" y="127217"/>
                </a:cubicBezTo>
                <a:cubicBezTo>
                  <a:pt x="766676" y="127217"/>
                  <a:pt x="765469" y="127156"/>
                  <a:pt x="764504" y="127036"/>
                </a:cubicBezTo>
                <a:cubicBezTo>
                  <a:pt x="763539" y="126915"/>
                  <a:pt x="762770" y="126734"/>
                  <a:pt x="762197" y="126493"/>
                </a:cubicBezTo>
                <a:cubicBezTo>
                  <a:pt x="761624" y="126251"/>
                  <a:pt x="761232" y="125965"/>
                  <a:pt x="761021" y="125633"/>
                </a:cubicBezTo>
                <a:cubicBezTo>
                  <a:pt x="760810" y="125301"/>
                  <a:pt x="760704" y="124894"/>
                  <a:pt x="760704" y="124412"/>
                </a:cubicBezTo>
                <a:lnTo>
                  <a:pt x="760704" y="42979"/>
                </a:lnTo>
                <a:cubicBezTo>
                  <a:pt x="760704" y="42496"/>
                  <a:pt x="760795" y="42089"/>
                  <a:pt x="760976" y="41757"/>
                </a:cubicBezTo>
                <a:cubicBezTo>
                  <a:pt x="761157" y="41425"/>
                  <a:pt x="761518" y="41124"/>
                  <a:pt x="762061" y="40852"/>
                </a:cubicBezTo>
                <a:cubicBezTo>
                  <a:pt x="762604" y="40581"/>
                  <a:pt x="763298" y="40400"/>
                  <a:pt x="764142" y="40309"/>
                </a:cubicBezTo>
                <a:cubicBezTo>
                  <a:pt x="764987" y="40219"/>
                  <a:pt x="766103" y="40174"/>
                  <a:pt x="767490" y="40174"/>
                </a:cubicBezTo>
                <a:cubicBezTo>
                  <a:pt x="768817" y="40174"/>
                  <a:pt x="769918" y="40219"/>
                  <a:pt x="770793" y="40309"/>
                </a:cubicBezTo>
                <a:cubicBezTo>
                  <a:pt x="771667" y="40400"/>
                  <a:pt x="772346" y="40581"/>
                  <a:pt x="772829" y="40852"/>
                </a:cubicBezTo>
                <a:cubicBezTo>
                  <a:pt x="773311" y="41124"/>
                  <a:pt x="773658" y="41425"/>
                  <a:pt x="773869" y="41757"/>
                </a:cubicBezTo>
                <a:cubicBezTo>
                  <a:pt x="774080" y="42089"/>
                  <a:pt x="774186" y="42496"/>
                  <a:pt x="774186" y="42979"/>
                </a:cubicBezTo>
                <a:lnTo>
                  <a:pt x="774186" y="54832"/>
                </a:lnTo>
                <a:cubicBezTo>
                  <a:pt x="776418" y="51574"/>
                  <a:pt x="778514" y="48920"/>
                  <a:pt x="780474" y="46869"/>
                </a:cubicBezTo>
                <a:cubicBezTo>
                  <a:pt x="782435" y="44818"/>
                  <a:pt x="784290" y="43205"/>
                  <a:pt x="786039" y="42029"/>
                </a:cubicBezTo>
                <a:cubicBezTo>
                  <a:pt x="787788" y="40852"/>
                  <a:pt x="789522" y="40038"/>
                  <a:pt x="791242" y="39586"/>
                </a:cubicBezTo>
                <a:cubicBezTo>
                  <a:pt x="792961" y="39133"/>
                  <a:pt x="794695" y="38907"/>
                  <a:pt x="796444" y="38907"/>
                </a:cubicBezTo>
                <a:cubicBezTo>
                  <a:pt x="797228" y="38907"/>
                  <a:pt x="798118" y="38952"/>
                  <a:pt x="799113" y="39043"/>
                </a:cubicBezTo>
                <a:cubicBezTo>
                  <a:pt x="800109" y="39133"/>
                  <a:pt x="801149" y="39299"/>
                  <a:pt x="802235" y="39540"/>
                </a:cubicBezTo>
                <a:cubicBezTo>
                  <a:pt x="803321" y="39782"/>
                  <a:pt x="804301" y="40053"/>
                  <a:pt x="805176" y="40355"/>
                </a:cubicBezTo>
                <a:cubicBezTo>
                  <a:pt x="806050" y="40656"/>
                  <a:pt x="806669" y="40958"/>
                  <a:pt x="807031" y="41259"/>
                </a:cubicBezTo>
                <a:cubicBezTo>
                  <a:pt x="807392" y="41561"/>
                  <a:pt x="807634" y="41848"/>
                  <a:pt x="807754" y="42119"/>
                </a:cubicBezTo>
                <a:cubicBezTo>
                  <a:pt x="807875" y="42390"/>
                  <a:pt x="807981" y="42737"/>
                  <a:pt x="808071" y="43160"/>
                </a:cubicBezTo>
                <a:cubicBezTo>
                  <a:pt x="808162" y="43582"/>
                  <a:pt x="808222" y="44200"/>
                  <a:pt x="808252" y="45014"/>
                </a:cubicBezTo>
                <a:cubicBezTo>
                  <a:pt x="808282" y="45829"/>
                  <a:pt x="808297" y="46930"/>
                  <a:pt x="808297" y="48317"/>
                </a:cubicBezTo>
                <a:close/>
                <a:moveTo>
                  <a:pt x="862288" y="126674"/>
                </a:moveTo>
                <a:lnTo>
                  <a:pt x="851430" y="156623"/>
                </a:lnTo>
                <a:cubicBezTo>
                  <a:pt x="851068" y="157588"/>
                  <a:pt x="850148" y="158327"/>
                  <a:pt x="848670" y="158840"/>
                </a:cubicBezTo>
                <a:cubicBezTo>
                  <a:pt x="847192" y="159353"/>
                  <a:pt x="844945" y="159609"/>
                  <a:pt x="841929" y="159609"/>
                </a:cubicBezTo>
                <a:cubicBezTo>
                  <a:pt x="840361" y="159609"/>
                  <a:pt x="839094" y="159534"/>
                  <a:pt x="838129" y="159383"/>
                </a:cubicBezTo>
                <a:cubicBezTo>
                  <a:pt x="837164" y="159232"/>
                  <a:pt x="836425" y="158976"/>
                  <a:pt x="835912" y="158614"/>
                </a:cubicBezTo>
                <a:cubicBezTo>
                  <a:pt x="835400" y="158252"/>
                  <a:pt x="835113" y="157769"/>
                  <a:pt x="835053" y="157166"/>
                </a:cubicBezTo>
                <a:cubicBezTo>
                  <a:pt x="834993" y="156563"/>
                  <a:pt x="835143" y="155839"/>
                  <a:pt x="835505" y="154994"/>
                </a:cubicBezTo>
                <a:lnTo>
                  <a:pt x="846725" y="126674"/>
                </a:lnTo>
                <a:cubicBezTo>
                  <a:pt x="846182" y="126432"/>
                  <a:pt x="845669" y="126040"/>
                  <a:pt x="845187" y="125497"/>
                </a:cubicBezTo>
                <a:cubicBezTo>
                  <a:pt x="844704" y="124955"/>
                  <a:pt x="844372" y="124382"/>
                  <a:pt x="844191" y="123778"/>
                </a:cubicBezTo>
                <a:lnTo>
                  <a:pt x="815147" y="45964"/>
                </a:lnTo>
                <a:cubicBezTo>
                  <a:pt x="814664" y="44698"/>
                  <a:pt x="814423" y="43702"/>
                  <a:pt x="814423" y="42979"/>
                </a:cubicBezTo>
                <a:cubicBezTo>
                  <a:pt x="814423" y="42255"/>
                  <a:pt x="814664" y="41682"/>
                  <a:pt x="815147" y="41259"/>
                </a:cubicBezTo>
                <a:cubicBezTo>
                  <a:pt x="815630" y="40837"/>
                  <a:pt x="816414" y="40551"/>
                  <a:pt x="817500" y="40400"/>
                </a:cubicBezTo>
                <a:cubicBezTo>
                  <a:pt x="818585" y="40249"/>
                  <a:pt x="820033" y="40174"/>
                  <a:pt x="821843" y="40174"/>
                </a:cubicBezTo>
                <a:cubicBezTo>
                  <a:pt x="823652" y="40174"/>
                  <a:pt x="825070" y="40219"/>
                  <a:pt x="826095" y="40309"/>
                </a:cubicBezTo>
                <a:cubicBezTo>
                  <a:pt x="827121" y="40400"/>
                  <a:pt x="827935" y="40566"/>
                  <a:pt x="828538" y="40807"/>
                </a:cubicBezTo>
                <a:cubicBezTo>
                  <a:pt x="829141" y="41048"/>
                  <a:pt x="829579" y="41395"/>
                  <a:pt x="829850" y="41848"/>
                </a:cubicBezTo>
                <a:cubicBezTo>
                  <a:pt x="830122" y="42300"/>
                  <a:pt x="830408" y="42918"/>
                  <a:pt x="830710" y="43702"/>
                </a:cubicBezTo>
                <a:lnTo>
                  <a:pt x="853963" y="109030"/>
                </a:lnTo>
                <a:lnTo>
                  <a:pt x="854235" y="109030"/>
                </a:lnTo>
                <a:lnTo>
                  <a:pt x="876674" y="43341"/>
                </a:lnTo>
                <a:cubicBezTo>
                  <a:pt x="877036" y="42194"/>
                  <a:pt x="877473" y="41455"/>
                  <a:pt x="877986" y="41124"/>
                </a:cubicBezTo>
                <a:cubicBezTo>
                  <a:pt x="878499" y="40792"/>
                  <a:pt x="879268" y="40551"/>
                  <a:pt x="880293" y="40400"/>
                </a:cubicBezTo>
                <a:cubicBezTo>
                  <a:pt x="881319" y="40249"/>
                  <a:pt x="882797" y="40174"/>
                  <a:pt x="884727" y="40174"/>
                </a:cubicBezTo>
                <a:cubicBezTo>
                  <a:pt x="886416" y="40174"/>
                  <a:pt x="887803" y="40249"/>
                  <a:pt x="888889" y="40400"/>
                </a:cubicBezTo>
                <a:cubicBezTo>
                  <a:pt x="889975" y="40551"/>
                  <a:pt x="890774" y="40837"/>
                  <a:pt x="891287" y="41259"/>
                </a:cubicBezTo>
                <a:cubicBezTo>
                  <a:pt x="891800" y="41682"/>
                  <a:pt x="892056" y="42255"/>
                  <a:pt x="892056" y="42979"/>
                </a:cubicBezTo>
                <a:cubicBezTo>
                  <a:pt x="892056" y="43702"/>
                  <a:pt x="891875" y="44607"/>
                  <a:pt x="891513" y="45693"/>
                </a:cubicBezTo>
                <a:lnTo>
                  <a:pt x="862288" y="126674"/>
                </a:lnTo>
                <a:close/>
                <a:moveTo>
                  <a:pt x="1009554" y="112106"/>
                </a:moveTo>
                <a:cubicBezTo>
                  <a:pt x="1009554" y="113132"/>
                  <a:pt x="1009524" y="114021"/>
                  <a:pt x="1009464" y="114775"/>
                </a:cubicBezTo>
                <a:cubicBezTo>
                  <a:pt x="1009404" y="115529"/>
                  <a:pt x="1009298" y="116163"/>
                  <a:pt x="1009147" y="116676"/>
                </a:cubicBezTo>
                <a:cubicBezTo>
                  <a:pt x="1008996" y="117188"/>
                  <a:pt x="1008815" y="117641"/>
                  <a:pt x="1008604" y="118033"/>
                </a:cubicBezTo>
                <a:cubicBezTo>
                  <a:pt x="1008393" y="118425"/>
                  <a:pt x="1007911" y="118998"/>
                  <a:pt x="1007157" y="119752"/>
                </a:cubicBezTo>
                <a:cubicBezTo>
                  <a:pt x="1006403" y="120506"/>
                  <a:pt x="1005121" y="121441"/>
                  <a:pt x="1003311" y="122557"/>
                </a:cubicBezTo>
                <a:cubicBezTo>
                  <a:pt x="1001502" y="123673"/>
                  <a:pt x="999466" y="124668"/>
                  <a:pt x="997204" y="125543"/>
                </a:cubicBezTo>
                <a:cubicBezTo>
                  <a:pt x="994942" y="126417"/>
                  <a:pt x="992484" y="127126"/>
                  <a:pt x="989829" y="127669"/>
                </a:cubicBezTo>
                <a:cubicBezTo>
                  <a:pt x="987175" y="128212"/>
                  <a:pt x="984431" y="128483"/>
                  <a:pt x="981596" y="128483"/>
                </a:cubicBezTo>
                <a:cubicBezTo>
                  <a:pt x="975745" y="128483"/>
                  <a:pt x="970557" y="127516"/>
                  <a:pt x="966033" y="125582"/>
                </a:cubicBezTo>
                <a:cubicBezTo>
                  <a:pt x="961509" y="123648"/>
                  <a:pt x="957724" y="120823"/>
                  <a:pt x="954678" y="117105"/>
                </a:cubicBezTo>
                <a:cubicBezTo>
                  <a:pt x="951631" y="113388"/>
                  <a:pt x="949309" y="108824"/>
                  <a:pt x="947710" y="103414"/>
                </a:cubicBezTo>
                <a:cubicBezTo>
                  <a:pt x="946112" y="98004"/>
                  <a:pt x="945313" y="91764"/>
                  <a:pt x="945313" y="84693"/>
                </a:cubicBezTo>
                <a:cubicBezTo>
                  <a:pt x="945313" y="76654"/>
                  <a:pt x="946293" y="69748"/>
                  <a:pt x="948253" y="63976"/>
                </a:cubicBezTo>
                <a:cubicBezTo>
                  <a:pt x="950214" y="58204"/>
                  <a:pt x="952898" y="53474"/>
                  <a:pt x="956306" y="49787"/>
                </a:cubicBezTo>
                <a:cubicBezTo>
                  <a:pt x="959714" y="46100"/>
                  <a:pt x="963726" y="43365"/>
                  <a:pt x="968340" y="41582"/>
                </a:cubicBezTo>
                <a:cubicBezTo>
                  <a:pt x="972955" y="39799"/>
                  <a:pt x="977946" y="38907"/>
                  <a:pt x="983315" y="38907"/>
                </a:cubicBezTo>
                <a:cubicBezTo>
                  <a:pt x="985909" y="38907"/>
                  <a:pt x="988427" y="39148"/>
                  <a:pt x="990870" y="39631"/>
                </a:cubicBezTo>
                <a:cubicBezTo>
                  <a:pt x="993313" y="40113"/>
                  <a:pt x="995560" y="40747"/>
                  <a:pt x="997611" y="41531"/>
                </a:cubicBezTo>
                <a:cubicBezTo>
                  <a:pt x="999662" y="42315"/>
                  <a:pt x="1001486" y="43220"/>
                  <a:pt x="1003085" y="44245"/>
                </a:cubicBezTo>
                <a:cubicBezTo>
                  <a:pt x="1004683" y="45271"/>
                  <a:pt x="1005845" y="46145"/>
                  <a:pt x="1006569" y="46869"/>
                </a:cubicBezTo>
                <a:cubicBezTo>
                  <a:pt x="1007292" y="47593"/>
                  <a:pt x="1007790" y="48166"/>
                  <a:pt x="1008061" y="48588"/>
                </a:cubicBezTo>
                <a:cubicBezTo>
                  <a:pt x="1008333" y="49011"/>
                  <a:pt x="1008559" y="49508"/>
                  <a:pt x="1008740" y="50081"/>
                </a:cubicBezTo>
                <a:cubicBezTo>
                  <a:pt x="1008921" y="50654"/>
                  <a:pt x="1009042" y="51303"/>
                  <a:pt x="1009102" y="52027"/>
                </a:cubicBezTo>
                <a:cubicBezTo>
                  <a:pt x="1009162" y="52751"/>
                  <a:pt x="1009192" y="53655"/>
                  <a:pt x="1009192" y="54741"/>
                </a:cubicBezTo>
                <a:cubicBezTo>
                  <a:pt x="1009192" y="57094"/>
                  <a:pt x="1008921" y="58737"/>
                  <a:pt x="1008378" y="59672"/>
                </a:cubicBezTo>
                <a:cubicBezTo>
                  <a:pt x="1007835" y="60607"/>
                  <a:pt x="1007172" y="61075"/>
                  <a:pt x="1006388" y="61075"/>
                </a:cubicBezTo>
                <a:cubicBezTo>
                  <a:pt x="1005483" y="61075"/>
                  <a:pt x="1004442" y="60577"/>
                  <a:pt x="1003266" y="59582"/>
                </a:cubicBezTo>
                <a:cubicBezTo>
                  <a:pt x="1002090" y="58587"/>
                  <a:pt x="1000597" y="57486"/>
                  <a:pt x="998787" y="56279"/>
                </a:cubicBezTo>
                <a:cubicBezTo>
                  <a:pt x="996978" y="55073"/>
                  <a:pt x="994791" y="53972"/>
                  <a:pt x="992227" y="52977"/>
                </a:cubicBezTo>
                <a:cubicBezTo>
                  <a:pt x="989664" y="51981"/>
                  <a:pt x="986632" y="51484"/>
                  <a:pt x="983134" y="51484"/>
                </a:cubicBezTo>
                <a:cubicBezTo>
                  <a:pt x="975956" y="51484"/>
                  <a:pt x="970451" y="54252"/>
                  <a:pt x="966621" y="59788"/>
                </a:cubicBezTo>
                <a:cubicBezTo>
                  <a:pt x="962791" y="65323"/>
                  <a:pt x="960875" y="73352"/>
                  <a:pt x="960875" y="83876"/>
                </a:cubicBezTo>
                <a:cubicBezTo>
                  <a:pt x="960875" y="89139"/>
                  <a:pt x="961373" y="93752"/>
                  <a:pt x="962368" y="97714"/>
                </a:cubicBezTo>
                <a:cubicBezTo>
                  <a:pt x="963364" y="101676"/>
                  <a:pt x="964827" y="104988"/>
                  <a:pt x="966757" y="107650"/>
                </a:cubicBezTo>
                <a:cubicBezTo>
                  <a:pt x="968687" y="110312"/>
                  <a:pt x="971055" y="112293"/>
                  <a:pt x="973860" y="113594"/>
                </a:cubicBezTo>
                <a:cubicBezTo>
                  <a:pt x="976664" y="114894"/>
                  <a:pt x="979877" y="115545"/>
                  <a:pt x="983496" y="115545"/>
                </a:cubicBezTo>
                <a:cubicBezTo>
                  <a:pt x="986934" y="115545"/>
                  <a:pt x="989950" y="115002"/>
                  <a:pt x="992544" y="113916"/>
                </a:cubicBezTo>
                <a:cubicBezTo>
                  <a:pt x="995138" y="112830"/>
                  <a:pt x="997385" y="111639"/>
                  <a:pt x="999285" y="110342"/>
                </a:cubicBezTo>
                <a:cubicBezTo>
                  <a:pt x="1001185" y="109045"/>
                  <a:pt x="1002783" y="107869"/>
                  <a:pt x="1004080" y="106813"/>
                </a:cubicBezTo>
                <a:cubicBezTo>
                  <a:pt x="1005377" y="105757"/>
                  <a:pt x="1006388" y="105230"/>
                  <a:pt x="1007111" y="105230"/>
                </a:cubicBezTo>
                <a:cubicBezTo>
                  <a:pt x="1007534" y="105230"/>
                  <a:pt x="1007896" y="105350"/>
                  <a:pt x="1008197" y="105592"/>
                </a:cubicBezTo>
                <a:cubicBezTo>
                  <a:pt x="1008499" y="105833"/>
                  <a:pt x="1008755" y="106240"/>
                  <a:pt x="1008966" y="106813"/>
                </a:cubicBezTo>
                <a:cubicBezTo>
                  <a:pt x="1009177" y="107386"/>
                  <a:pt x="1009328" y="108110"/>
                  <a:pt x="1009419" y="108985"/>
                </a:cubicBezTo>
                <a:cubicBezTo>
                  <a:pt x="1009509" y="109859"/>
                  <a:pt x="1009554" y="110900"/>
                  <a:pt x="1009554" y="112106"/>
                </a:cubicBezTo>
                <a:close/>
                <a:moveTo>
                  <a:pt x="1076944" y="48317"/>
                </a:moveTo>
                <a:cubicBezTo>
                  <a:pt x="1076944" y="49644"/>
                  <a:pt x="1076914" y="50760"/>
                  <a:pt x="1076854" y="51665"/>
                </a:cubicBezTo>
                <a:cubicBezTo>
                  <a:pt x="1076793" y="52570"/>
                  <a:pt x="1076673" y="53278"/>
                  <a:pt x="1076492" y="53791"/>
                </a:cubicBezTo>
                <a:cubicBezTo>
                  <a:pt x="1076311" y="54304"/>
                  <a:pt x="1076085" y="54696"/>
                  <a:pt x="1075813" y="54967"/>
                </a:cubicBezTo>
                <a:cubicBezTo>
                  <a:pt x="1075542" y="55239"/>
                  <a:pt x="1075165" y="55375"/>
                  <a:pt x="1074682" y="55375"/>
                </a:cubicBezTo>
                <a:cubicBezTo>
                  <a:pt x="1074200" y="55375"/>
                  <a:pt x="1073611" y="55239"/>
                  <a:pt x="1072918" y="54967"/>
                </a:cubicBezTo>
                <a:cubicBezTo>
                  <a:pt x="1072224" y="54696"/>
                  <a:pt x="1071440" y="54424"/>
                  <a:pt x="1070565" y="54153"/>
                </a:cubicBezTo>
                <a:cubicBezTo>
                  <a:pt x="1069691" y="53882"/>
                  <a:pt x="1068710" y="53625"/>
                  <a:pt x="1067625" y="53384"/>
                </a:cubicBezTo>
                <a:cubicBezTo>
                  <a:pt x="1066539" y="53143"/>
                  <a:pt x="1065363" y="53022"/>
                  <a:pt x="1064096" y="53022"/>
                </a:cubicBezTo>
                <a:cubicBezTo>
                  <a:pt x="1062588" y="53022"/>
                  <a:pt x="1061110" y="53324"/>
                  <a:pt x="1059662" y="53927"/>
                </a:cubicBezTo>
                <a:cubicBezTo>
                  <a:pt x="1058215" y="54530"/>
                  <a:pt x="1056691" y="55525"/>
                  <a:pt x="1055093" y="56913"/>
                </a:cubicBezTo>
                <a:cubicBezTo>
                  <a:pt x="1053494" y="58300"/>
                  <a:pt x="1051821" y="60140"/>
                  <a:pt x="1050071" y="62432"/>
                </a:cubicBezTo>
                <a:cubicBezTo>
                  <a:pt x="1048322" y="64724"/>
                  <a:pt x="1046392" y="67529"/>
                  <a:pt x="1044280" y="70847"/>
                </a:cubicBezTo>
                <a:lnTo>
                  <a:pt x="1044280" y="124412"/>
                </a:lnTo>
                <a:cubicBezTo>
                  <a:pt x="1044280" y="124894"/>
                  <a:pt x="1044160" y="125301"/>
                  <a:pt x="1043919" y="125633"/>
                </a:cubicBezTo>
                <a:cubicBezTo>
                  <a:pt x="1043677" y="125965"/>
                  <a:pt x="1043285" y="126251"/>
                  <a:pt x="1042742" y="126493"/>
                </a:cubicBezTo>
                <a:cubicBezTo>
                  <a:pt x="1042199" y="126734"/>
                  <a:pt x="1041445" y="126915"/>
                  <a:pt x="1040480" y="127036"/>
                </a:cubicBezTo>
                <a:cubicBezTo>
                  <a:pt x="1039515" y="127156"/>
                  <a:pt x="1038279" y="127217"/>
                  <a:pt x="1036771" y="127217"/>
                </a:cubicBezTo>
                <a:cubicBezTo>
                  <a:pt x="1035323" y="127217"/>
                  <a:pt x="1034116" y="127156"/>
                  <a:pt x="1033151" y="127036"/>
                </a:cubicBezTo>
                <a:cubicBezTo>
                  <a:pt x="1032186" y="126915"/>
                  <a:pt x="1031417" y="126734"/>
                  <a:pt x="1030844" y="126493"/>
                </a:cubicBezTo>
                <a:cubicBezTo>
                  <a:pt x="1030271" y="126251"/>
                  <a:pt x="1029879" y="125965"/>
                  <a:pt x="1029668" y="125633"/>
                </a:cubicBezTo>
                <a:cubicBezTo>
                  <a:pt x="1029457" y="125301"/>
                  <a:pt x="1029351" y="124894"/>
                  <a:pt x="1029351" y="124412"/>
                </a:cubicBezTo>
                <a:lnTo>
                  <a:pt x="1029351" y="42979"/>
                </a:lnTo>
                <a:cubicBezTo>
                  <a:pt x="1029351" y="42496"/>
                  <a:pt x="1029442" y="42089"/>
                  <a:pt x="1029623" y="41757"/>
                </a:cubicBezTo>
                <a:cubicBezTo>
                  <a:pt x="1029803" y="41425"/>
                  <a:pt x="1030165" y="41124"/>
                  <a:pt x="1030708" y="40852"/>
                </a:cubicBezTo>
                <a:cubicBezTo>
                  <a:pt x="1031251" y="40581"/>
                  <a:pt x="1031945" y="40400"/>
                  <a:pt x="1032789" y="40309"/>
                </a:cubicBezTo>
                <a:cubicBezTo>
                  <a:pt x="1033634" y="40219"/>
                  <a:pt x="1034750" y="40174"/>
                  <a:pt x="1036137" y="40174"/>
                </a:cubicBezTo>
                <a:cubicBezTo>
                  <a:pt x="1037464" y="40174"/>
                  <a:pt x="1038565" y="40219"/>
                  <a:pt x="1039440" y="40309"/>
                </a:cubicBezTo>
                <a:cubicBezTo>
                  <a:pt x="1040314" y="40400"/>
                  <a:pt x="1040993" y="40581"/>
                  <a:pt x="1041476" y="40852"/>
                </a:cubicBezTo>
                <a:cubicBezTo>
                  <a:pt x="1041958" y="41124"/>
                  <a:pt x="1042305" y="41425"/>
                  <a:pt x="1042516" y="41757"/>
                </a:cubicBezTo>
                <a:cubicBezTo>
                  <a:pt x="1042727" y="42089"/>
                  <a:pt x="1042833" y="42496"/>
                  <a:pt x="1042833" y="42979"/>
                </a:cubicBezTo>
                <a:lnTo>
                  <a:pt x="1042833" y="54832"/>
                </a:lnTo>
                <a:cubicBezTo>
                  <a:pt x="1045065" y="51574"/>
                  <a:pt x="1047161" y="48920"/>
                  <a:pt x="1049121" y="46869"/>
                </a:cubicBezTo>
                <a:cubicBezTo>
                  <a:pt x="1051082" y="44818"/>
                  <a:pt x="1052936" y="43205"/>
                  <a:pt x="1054686" y="42029"/>
                </a:cubicBezTo>
                <a:cubicBezTo>
                  <a:pt x="1056435" y="40852"/>
                  <a:pt x="1058169" y="40038"/>
                  <a:pt x="1059888" y="39586"/>
                </a:cubicBezTo>
                <a:cubicBezTo>
                  <a:pt x="1061608" y="39133"/>
                  <a:pt x="1063342" y="38907"/>
                  <a:pt x="1065091" y="38907"/>
                </a:cubicBezTo>
                <a:cubicBezTo>
                  <a:pt x="1065875" y="38907"/>
                  <a:pt x="1066765" y="38952"/>
                  <a:pt x="1067760" y="39043"/>
                </a:cubicBezTo>
                <a:cubicBezTo>
                  <a:pt x="1068756" y="39133"/>
                  <a:pt x="1069796" y="39299"/>
                  <a:pt x="1070882" y="39540"/>
                </a:cubicBezTo>
                <a:cubicBezTo>
                  <a:pt x="1071968" y="39782"/>
                  <a:pt x="1072948" y="40053"/>
                  <a:pt x="1073823" y="40355"/>
                </a:cubicBezTo>
                <a:cubicBezTo>
                  <a:pt x="1074697" y="40656"/>
                  <a:pt x="1075316" y="40958"/>
                  <a:pt x="1075677" y="41259"/>
                </a:cubicBezTo>
                <a:cubicBezTo>
                  <a:pt x="1076039" y="41561"/>
                  <a:pt x="1076281" y="41848"/>
                  <a:pt x="1076401" y="42119"/>
                </a:cubicBezTo>
                <a:cubicBezTo>
                  <a:pt x="1076522" y="42390"/>
                  <a:pt x="1076628" y="42737"/>
                  <a:pt x="1076718" y="43160"/>
                </a:cubicBezTo>
                <a:cubicBezTo>
                  <a:pt x="1076808" y="43582"/>
                  <a:pt x="1076869" y="44200"/>
                  <a:pt x="1076899" y="45014"/>
                </a:cubicBezTo>
                <a:cubicBezTo>
                  <a:pt x="1076929" y="45829"/>
                  <a:pt x="1076944" y="46930"/>
                  <a:pt x="1076944" y="48317"/>
                </a:cubicBezTo>
                <a:close/>
                <a:moveTo>
                  <a:pt x="1108906" y="124412"/>
                </a:moveTo>
                <a:cubicBezTo>
                  <a:pt x="1108906" y="124894"/>
                  <a:pt x="1108785" y="125301"/>
                  <a:pt x="1108544" y="125633"/>
                </a:cubicBezTo>
                <a:cubicBezTo>
                  <a:pt x="1108303" y="125965"/>
                  <a:pt x="1107910" y="126251"/>
                  <a:pt x="1107368" y="126493"/>
                </a:cubicBezTo>
                <a:cubicBezTo>
                  <a:pt x="1106825" y="126734"/>
                  <a:pt x="1106071" y="126915"/>
                  <a:pt x="1105106" y="127036"/>
                </a:cubicBezTo>
                <a:cubicBezTo>
                  <a:pt x="1104140" y="127156"/>
                  <a:pt x="1102904" y="127217"/>
                  <a:pt x="1101396" y="127217"/>
                </a:cubicBezTo>
                <a:cubicBezTo>
                  <a:pt x="1099948" y="127217"/>
                  <a:pt x="1098742" y="127156"/>
                  <a:pt x="1097777" y="127036"/>
                </a:cubicBezTo>
                <a:cubicBezTo>
                  <a:pt x="1096811" y="126915"/>
                  <a:pt x="1096042" y="126734"/>
                  <a:pt x="1095469" y="126493"/>
                </a:cubicBezTo>
                <a:cubicBezTo>
                  <a:pt x="1094896" y="126251"/>
                  <a:pt x="1094504" y="125965"/>
                  <a:pt x="1094293" y="125633"/>
                </a:cubicBezTo>
                <a:cubicBezTo>
                  <a:pt x="1094082" y="125301"/>
                  <a:pt x="1093976" y="124894"/>
                  <a:pt x="1093976" y="124412"/>
                </a:cubicBezTo>
                <a:lnTo>
                  <a:pt x="1093976" y="42979"/>
                </a:lnTo>
                <a:cubicBezTo>
                  <a:pt x="1093976" y="42556"/>
                  <a:pt x="1094082" y="42164"/>
                  <a:pt x="1094293" y="41802"/>
                </a:cubicBezTo>
                <a:cubicBezTo>
                  <a:pt x="1094504" y="41440"/>
                  <a:pt x="1094896" y="41139"/>
                  <a:pt x="1095469" y="40898"/>
                </a:cubicBezTo>
                <a:cubicBezTo>
                  <a:pt x="1096042" y="40656"/>
                  <a:pt x="1096811" y="40475"/>
                  <a:pt x="1097777" y="40355"/>
                </a:cubicBezTo>
                <a:cubicBezTo>
                  <a:pt x="1098742" y="40234"/>
                  <a:pt x="1099948" y="40174"/>
                  <a:pt x="1101396" y="40174"/>
                </a:cubicBezTo>
                <a:cubicBezTo>
                  <a:pt x="1102904" y="40174"/>
                  <a:pt x="1104140" y="40234"/>
                  <a:pt x="1105106" y="40355"/>
                </a:cubicBezTo>
                <a:cubicBezTo>
                  <a:pt x="1106071" y="40475"/>
                  <a:pt x="1106825" y="40656"/>
                  <a:pt x="1107368" y="40898"/>
                </a:cubicBezTo>
                <a:cubicBezTo>
                  <a:pt x="1107910" y="41139"/>
                  <a:pt x="1108303" y="41440"/>
                  <a:pt x="1108544" y="41802"/>
                </a:cubicBezTo>
                <a:cubicBezTo>
                  <a:pt x="1108785" y="42164"/>
                  <a:pt x="1108906" y="42556"/>
                  <a:pt x="1108906" y="42979"/>
                </a:cubicBezTo>
                <a:lnTo>
                  <a:pt x="1108906" y="124412"/>
                </a:lnTo>
                <a:moveTo>
                  <a:pt x="1110625" y="15382"/>
                </a:moveTo>
                <a:cubicBezTo>
                  <a:pt x="1110625" y="18880"/>
                  <a:pt x="1109961" y="21263"/>
                  <a:pt x="1108634" y="22530"/>
                </a:cubicBezTo>
                <a:cubicBezTo>
                  <a:pt x="1107307" y="23797"/>
                  <a:pt x="1104864" y="24430"/>
                  <a:pt x="1101305" y="24430"/>
                </a:cubicBezTo>
                <a:cubicBezTo>
                  <a:pt x="1097807" y="24430"/>
                  <a:pt x="1095409" y="23812"/>
                  <a:pt x="1094112" y="22575"/>
                </a:cubicBezTo>
                <a:cubicBezTo>
                  <a:pt x="1092815" y="21338"/>
                  <a:pt x="1092167" y="19001"/>
                  <a:pt x="1092167" y="15563"/>
                </a:cubicBezTo>
                <a:cubicBezTo>
                  <a:pt x="1092167" y="12064"/>
                  <a:pt x="1092830" y="9681"/>
                  <a:pt x="1094157" y="8415"/>
                </a:cubicBezTo>
                <a:cubicBezTo>
                  <a:pt x="1095484" y="7148"/>
                  <a:pt x="1097927" y="6515"/>
                  <a:pt x="1101486" y="6515"/>
                </a:cubicBezTo>
                <a:cubicBezTo>
                  <a:pt x="1104985" y="6515"/>
                  <a:pt x="1107383" y="7133"/>
                  <a:pt x="1108680" y="8370"/>
                </a:cubicBezTo>
                <a:cubicBezTo>
                  <a:pt x="1109976" y="9606"/>
                  <a:pt x="1110625" y="11944"/>
                  <a:pt x="1110625" y="15382"/>
                </a:cubicBezTo>
                <a:close/>
                <a:moveTo>
                  <a:pt x="1187719" y="102309"/>
                </a:moveTo>
                <a:cubicBezTo>
                  <a:pt x="1187719" y="106475"/>
                  <a:pt x="1186950" y="110188"/>
                  <a:pt x="1185411" y="113449"/>
                </a:cubicBezTo>
                <a:cubicBezTo>
                  <a:pt x="1183873" y="116709"/>
                  <a:pt x="1181687" y="119456"/>
                  <a:pt x="1178851" y="121692"/>
                </a:cubicBezTo>
                <a:cubicBezTo>
                  <a:pt x="1176016" y="123925"/>
                  <a:pt x="1172638" y="125615"/>
                  <a:pt x="1168718" y="126761"/>
                </a:cubicBezTo>
                <a:cubicBezTo>
                  <a:pt x="1164797" y="127909"/>
                  <a:pt x="1160484" y="128483"/>
                  <a:pt x="1155779" y="128483"/>
                </a:cubicBezTo>
                <a:cubicBezTo>
                  <a:pt x="1152883" y="128483"/>
                  <a:pt x="1150124" y="128257"/>
                  <a:pt x="1147500" y="127805"/>
                </a:cubicBezTo>
                <a:cubicBezTo>
                  <a:pt x="1144876" y="127352"/>
                  <a:pt x="1142523" y="126779"/>
                  <a:pt x="1140442" y="126086"/>
                </a:cubicBezTo>
                <a:cubicBezTo>
                  <a:pt x="1138361" y="125392"/>
                  <a:pt x="1136597" y="124668"/>
                  <a:pt x="1135149" y="123914"/>
                </a:cubicBezTo>
                <a:cubicBezTo>
                  <a:pt x="1133701" y="123160"/>
                  <a:pt x="1132646" y="122481"/>
                  <a:pt x="1131982" y="121878"/>
                </a:cubicBezTo>
                <a:cubicBezTo>
                  <a:pt x="1131319" y="121275"/>
                  <a:pt x="1130836" y="120431"/>
                  <a:pt x="1130534" y="119345"/>
                </a:cubicBezTo>
                <a:cubicBezTo>
                  <a:pt x="1130233" y="118259"/>
                  <a:pt x="1130082" y="116781"/>
                  <a:pt x="1130082" y="114911"/>
                </a:cubicBezTo>
                <a:cubicBezTo>
                  <a:pt x="1130082" y="113765"/>
                  <a:pt x="1130142" y="112800"/>
                  <a:pt x="1130263" y="112016"/>
                </a:cubicBezTo>
                <a:cubicBezTo>
                  <a:pt x="1130384" y="111232"/>
                  <a:pt x="1130534" y="110598"/>
                  <a:pt x="1130715" y="110116"/>
                </a:cubicBezTo>
                <a:cubicBezTo>
                  <a:pt x="1130896" y="109633"/>
                  <a:pt x="1131153" y="109286"/>
                  <a:pt x="1131484" y="109075"/>
                </a:cubicBezTo>
                <a:cubicBezTo>
                  <a:pt x="1131816" y="108864"/>
                  <a:pt x="1132193" y="108758"/>
                  <a:pt x="1132616" y="108758"/>
                </a:cubicBezTo>
                <a:cubicBezTo>
                  <a:pt x="1133279" y="108758"/>
                  <a:pt x="1134259" y="109166"/>
                  <a:pt x="1135556" y="109980"/>
                </a:cubicBezTo>
                <a:cubicBezTo>
                  <a:pt x="1136853" y="110794"/>
                  <a:pt x="1138452" y="111684"/>
                  <a:pt x="1140352" y="112649"/>
                </a:cubicBezTo>
                <a:cubicBezTo>
                  <a:pt x="1142252" y="113614"/>
                  <a:pt x="1144499" y="114504"/>
                  <a:pt x="1147093" y="115318"/>
                </a:cubicBezTo>
                <a:cubicBezTo>
                  <a:pt x="1149686" y="116133"/>
                  <a:pt x="1152672" y="116540"/>
                  <a:pt x="1156050" y="116540"/>
                </a:cubicBezTo>
                <a:cubicBezTo>
                  <a:pt x="1158584" y="116540"/>
                  <a:pt x="1160876" y="116268"/>
                  <a:pt x="1162927" y="115726"/>
                </a:cubicBezTo>
                <a:cubicBezTo>
                  <a:pt x="1164978" y="115181"/>
                  <a:pt x="1166757" y="114380"/>
                  <a:pt x="1168265" y="113322"/>
                </a:cubicBezTo>
                <a:cubicBezTo>
                  <a:pt x="1169773" y="112265"/>
                  <a:pt x="1170934" y="110920"/>
                  <a:pt x="1171749" y="109287"/>
                </a:cubicBezTo>
                <a:cubicBezTo>
                  <a:pt x="1172563" y="107655"/>
                  <a:pt x="1172970" y="105721"/>
                  <a:pt x="1172970" y="103485"/>
                </a:cubicBezTo>
                <a:cubicBezTo>
                  <a:pt x="1172970" y="101191"/>
                  <a:pt x="1172382" y="99259"/>
                  <a:pt x="1171206" y="97689"/>
                </a:cubicBezTo>
                <a:cubicBezTo>
                  <a:pt x="1170030" y="96118"/>
                  <a:pt x="1168476" y="94730"/>
                  <a:pt x="1166546" y="93524"/>
                </a:cubicBezTo>
                <a:cubicBezTo>
                  <a:pt x="1164616" y="92315"/>
                  <a:pt x="1162444" y="91244"/>
                  <a:pt x="1160031" y="90309"/>
                </a:cubicBezTo>
                <a:cubicBezTo>
                  <a:pt x="1157618" y="89372"/>
                  <a:pt x="1155130" y="88391"/>
                  <a:pt x="1152567" y="87365"/>
                </a:cubicBezTo>
                <a:cubicBezTo>
                  <a:pt x="1150003" y="86338"/>
                  <a:pt x="1147500" y="85175"/>
                  <a:pt x="1145057" y="83876"/>
                </a:cubicBezTo>
                <a:cubicBezTo>
                  <a:pt x="1142614" y="82577"/>
                  <a:pt x="1140427" y="80992"/>
                  <a:pt x="1138497" y="79120"/>
                </a:cubicBezTo>
                <a:cubicBezTo>
                  <a:pt x="1136567" y="77248"/>
                  <a:pt x="1135013" y="75015"/>
                  <a:pt x="1133837" y="72419"/>
                </a:cubicBezTo>
                <a:cubicBezTo>
                  <a:pt x="1132661" y="69823"/>
                  <a:pt x="1132073" y="66714"/>
                  <a:pt x="1132073" y="63091"/>
                </a:cubicBezTo>
                <a:cubicBezTo>
                  <a:pt x="1132073" y="59890"/>
                  <a:pt x="1132691" y="56826"/>
                  <a:pt x="1133927" y="53899"/>
                </a:cubicBezTo>
                <a:cubicBezTo>
                  <a:pt x="1135164" y="50969"/>
                  <a:pt x="1137019" y="48403"/>
                  <a:pt x="1139492" y="46199"/>
                </a:cubicBezTo>
                <a:cubicBezTo>
                  <a:pt x="1141965" y="43994"/>
                  <a:pt x="1145057" y="42227"/>
                  <a:pt x="1148766" y="40900"/>
                </a:cubicBezTo>
                <a:cubicBezTo>
                  <a:pt x="1152476" y="39571"/>
                  <a:pt x="1156804" y="38907"/>
                  <a:pt x="1161750" y="38907"/>
                </a:cubicBezTo>
                <a:cubicBezTo>
                  <a:pt x="1163922" y="38907"/>
                  <a:pt x="1166094" y="39091"/>
                  <a:pt x="1168265" y="39458"/>
                </a:cubicBezTo>
                <a:cubicBezTo>
                  <a:pt x="1170437" y="39826"/>
                  <a:pt x="1172397" y="40285"/>
                  <a:pt x="1174146" y="40835"/>
                </a:cubicBezTo>
                <a:cubicBezTo>
                  <a:pt x="1175896" y="41386"/>
                  <a:pt x="1177389" y="41982"/>
                  <a:pt x="1178625" y="42625"/>
                </a:cubicBezTo>
                <a:cubicBezTo>
                  <a:pt x="1179862" y="43268"/>
                  <a:pt x="1180797" y="43834"/>
                  <a:pt x="1181430" y="44324"/>
                </a:cubicBezTo>
                <a:cubicBezTo>
                  <a:pt x="1182064" y="44815"/>
                  <a:pt x="1182486" y="45241"/>
                  <a:pt x="1182697" y="45603"/>
                </a:cubicBezTo>
                <a:cubicBezTo>
                  <a:pt x="1182908" y="45964"/>
                  <a:pt x="1183059" y="46372"/>
                  <a:pt x="1183149" y="46824"/>
                </a:cubicBezTo>
                <a:cubicBezTo>
                  <a:pt x="1183240" y="47276"/>
                  <a:pt x="1183330" y="47834"/>
                  <a:pt x="1183421" y="48498"/>
                </a:cubicBezTo>
                <a:cubicBezTo>
                  <a:pt x="1183511" y="49161"/>
                  <a:pt x="1183556" y="49976"/>
                  <a:pt x="1183556" y="50941"/>
                </a:cubicBezTo>
                <a:cubicBezTo>
                  <a:pt x="1183556" y="51966"/>
                  <a:pt x="1183511" y="52856"/>
                  <a:pt x="1183421" y="53610"/>
                </a:cubicBezTo>
                <a:cubicBezTo>
                  <a:pt x="1183330" y="54364"/>
                  <a:pt x="1183179" y="54982"/>
                  <a:pt x="1182968" y="55465"/>
                </a:cubicBezTo>
                <a:cubicBezTo>
                  <a:pt x="1182757" y="55948"/>
                  <a:pt x="1182501" y="56294"/>
                  <a:pt x="1182199" y="56506"/>
                </a:cubicBezTo>
                <a:cubicBezTo>
                  <a:pt x="1181898" y="56717"/>
                  <a:pt x="1181566" y="56822"/>
                  <a:pt x="1181204" y="56822"/>
                </a:cubicBezTo>
                <a:cubicBezTo>
                  <a:pt x="1180661" y="56822"/>
                  <a:pt x="1179877" y="56486"/>
                  <a:pt x="1178851" y="55813"/>
                </a:cubicBezTo>
                <a:cubicBezTo>
                  <a:pt x="1177826" y="55140"/>
                  <a:pt x="1176499" y="54421"/>
                  <a:pt x="1174870" y="53655"/>
                </a:cubicBezTo>
                <a:cubicBezTo>
                  <a:pt x="1173242" y="52890"/>
                  <a:pt x="1171326" y="52171"/>
                  <a:pt x="1169125" y="51498"/>
                </a:cubicBezTo>
                <a:cubicBezTo>
                  <a:pt x="1166923" y="50825"/>
                  <a:pt x="1164405" y="50489"/>
                  <a:pt x="1161570" y="50489"/>
                </a:cubicBezTo>
                <a:cubicBezTo>
                  <a:pt x="1159036" y="50489"/>
                  <a:pt x="1156804" y="50776"/>
                  <a:pt x="1154874" y="51351"/>
                </a:cubicBezTo>
                <a:cubicBezTo>
                  <a:pt x="1152944" y="51924"/>
                  <a:pt x="1151360" y="52739"/>
                  <a:pt x="1150124" y="53797"/>
                </a:cubicBezTo>
                <a:cubicBezTo>
                  <a:pt x="1148887" y="54854"/>
                  <a:pt x="1147952" y="56109"/>
                  <a:pt x="1147319" y="57560"/>
                </a:cubicBezTo>
                <a:cubicBezTo>
                  <a:pt x="1146685" y="59010"/>
                  <a:pt x="1146369" y="60581"/>
                  <a:pt x="1146369" y="62274"/>
                </a:cubicBezTo>
                <a:cubicBezTo>
                  <a:pt x="1146369" y="64628"/>
                  <a:pt x="1146972" y="66606"/>
                  <a:pt x="1148178" y="68206"/>
                </a:cubicBezTo>
                <a:cubicBezTo>
                  <a:pt x="1149385" y="69806"/>
                  <a:pt x="1150953" y="71211"/>
                  <a:pt x="1152883" y="72419"/>
                </a:cubicBezTo>
                <a:cubicBezTo>
                  <a:pt x="1154814" y="73625"/>
                  <a:pt x="1157015" y="74712"/>
                  <a:pt x="1159488" y="75679"/>
                </a:cubicBezTo>
                <a:cubicBezTo>
                  <a:pt x="1161962" y="76644"/>
                  <a:pt x="1164480" y="77640"/>
                  <a:pt x="1167044" y="78668"/>
                </a:cubicBezTo>
                <a:cubicBezTo>
                  <a:pt x="1169607" y="79693"/>
                  <a:pt x="1172141" y="80840"/>
                  <a:pt x="1174644" y="82109"/>
                </a:cubicBezTo>
                <a:cubicBezTo>
                  <a:pt x="1177147" y="83378"/>
                  <a:pt x="1179364" y="84918"/>
                  <a:pt x="1181294" y="86729"/>
                </a:cubicBezTo>
                <a:cubicBezTo>
                  <a:pt x="1183225" y="88541"/>
                  <a:pt x="1184778" y="90715"/>
                  <a:pt x="1185954" y="93252"/>
                </a:cubicBezTo>
                <a:cubicBezTo>
                  <a:pt x="1187130" y="95788"/>
                  <a:pt x="1187719" y="98806"/>
                  <a:pt x="1187719" y="102309"/>
                </a:cubicBezTo>
                <a:close/>
                <a:moveTo>
                  <a:pt x="1223981" y="124412"/>
                </a:moveTo>
                <a:cubicBezTo>
                  <a:pt x="1223981" y="124894"/>
                  <a:pt x="1223860" y="125301"/>
                  <a:pt x="1223619" y="125633"/>
                </a:cubicBezTo>
                <a:cubicBezTo>
                  <a:pt x="1223377" y="125965"/>
                  <a:pt x="1222985" y="126251"/>
                  <a:pt x="1222442" y="126493"/>
                </a:cubicBezTo>
                <a:cubicBezTo>
                  <a:pt x="1221900" y="126734"/>
                  <a:pt x="1221146" y="126915"/>
                  <a:pt x="1220180" y="127036"/>
                </a:cubicBezTo>
                <a:cubicBezTo>
                  <a:pt x="1219215" y="127156"/>
                  <a:pt x="1217979" y="127217"/>
                  <a:pt x="1216471" y="127217"/>
                </a:cubicBezTo>
                <a:cubicBezTo>
                  <a:pt x="1215023" y="127217"/>
                  <a:pt x="1213817" y="127156"/>
                  <a:pt x="1212851" y="127036"/>
                </a:cubicBezTo>
                <a:cubicBezTo>
                  <a:pt x="1211886" y="126915"/>
                  <a:pt x="1211117" y="126734"/>
                  <a:pt x="1210544" y="126493"/>
                </a:cubicBezTo>
                <a:cubicBezTo>
                  <a:pt x="1209971" y="126251"/>
                  <a:pt x="1209579" y="125965"/>
                  <a:pt x="1209368" y="125633"/>
                </a:cubicBezTo>
                <a:cubicBezTo>
                  <a:pt x="1209157" y="125301"/>
                  <a:pt x="1209051" y="124894"/>
                  <a:pt x="1209051" y="124412"/>
                </a:cubicBezTo>
                <a:lnTo>
                  <a:pt x="1209051" y="42979"/>
                </a:lnTo>
                <a:cubicBezTo>
                  <a:pt x="1209051" y="42556"/>
                  <a:pt x="1209157" y="42164"/>
                  <a:pt x="1209368" y="41802"/>
                </a:cubicBezTo>
                <a:cubicBezTo>
                  <a:pt x="1209579" y="41440"/>
                  <a:pt x="1209971" y="41139"/>
                  <a:pt x="1210544" y="40898"/>
                </a:cubicBezTo>
                <a:cubicBezTo>
                  <a:pt x="1211117" y="40656"/>
                  <a:pt x="1211886" y="40475"/>
                  <a:pt x="1212851" y="40355"/>
                </a:cubicBezTo>
                <a:cubicBezTo>
                  <a:pt x="1213817" y="40234"/>
                  <a:pt x="1215023" y="40174"/>
                  <a:pt x="1216471" y="40174"/>
                </a:cubicBezTo>
                <a:cubicBezTo>
                  <a:pt x="1217979" y="40174"/>
                  <a:pt x="1219215" y="40234"/>
                  <a:pt x="1220180" y="40355"/>
                </a:cubicBezTo>
                <a:cubicBezTo>
                  <a:pt x="1221146" y="40475"/>
                  <a:pt x="1221900" y="40656"/>
                  <a:pt x="1222442" y="40898"/>
                </a:cubicBezTo>
                <a:cubicBezTo>
                  <a:pt x="1222985" y="41139"/>
                  <a:pt x="1223377" y="41440"/>
                  <a:pt x="1223619" y="41802"/>
                </a:cubicBezTo>
                <a:cubicBezTo>
                  <a:pt x="1223860" y="42164"/>
                  <a:pt x="1223981" y="42556"/>
                  <a:pt x="1223981" y="42979"/>
                </a:cubicBezTo>
                <a:lnTo>
                  <a:pt x="1223981" y="124412"/>
                </a:lnTo>
                <a:moveTo>
                  <a:pt x="1225700" y="15382"/>
                </a:moveTo>
                <a:cubicBezTo>
                  <a:pt x="1225700" y="18880"/>
                  <a:pt x="1225036" y="21263"/>
                  <a:pt x="1223709" y="22530"/>
                </a:cubicBezTo>
                <a:cubicBezTo>
                  <a:pt x="1222382" y="23797"/>
                  <a:pt x="1219939" y="24430"/>
                  <a:pt x="1216380" y="24430"/>
                </a:cubicBezTo>
                <a:cubicBezTo>
                  <a:pt x="1212882" y="24430"/>
                  <a:pt x="1210484" y="23812"/>
                  <a:pt x="1209187" y="22575"/>
                </a:cubicBezTo>
                <a:cubicBezTo>
                  <a:pt x="1207890" y="21338"/>
                  <a:pt x="1207242" y="19001"/>
                  <a:pt x="1207242" y="15563"/>
                </a:cubicBezTo>
                <a:cubicBezTo>
                  <a:pt x="1207242" y="12064"/>
                  <a:pt x="1207905" y="9681"/>
                  <a:pt x="1209232" y="8415"/>
                </a:cubicBezTo>
                <a:cubicBezTo>
                  <a:pt x="1210559" y="7148"/>
                  <a:pt x="1213002" y="6515"/>
                  <a:pt x="1216561" y="6515"/>
                </a:cubicBezTo>
                <a:cubicBezTo>
                  <a:pt x="1220060" y="6515"/>
                  <a:pt x="1222458" y="7133"/>
                  <a:pt x="1223754" y="8370"/>
                </a:cubicBezTo>
                <a:cubicBezTo>
                  <a:pt x="1225051" y="9606"/>
                  <a:pt x="1225700" y="11944"/>
                  <a:pt x="1225700" y="15382"/>
                </a:cubicBezTo>
                <a:close/>
                <a:moveTo>
                  <a:pt x="1302608" y="102309"/>
                </a:moveTo>
                <a:cubicBezTo>
                  <a:pt x="1302608" y="106475"/>
                  <a:pt x="1301839" y="110188"/>
                  <a:pt x="1300301" y="113449"/>
                </a:cubicBezTo>
                <a:cubicBezTo>
                  <a:pt x="1298763" y="116709"/>
                  <a:pt x="1296576" y="119456"/>
                  <a:pt x="1293741" y="121692"/>
                </a:cubicBezTo>
                <a:cubicBezTo>
                  <a:pt x="1290906" y="123925"/>
                  <a:pt x="1287528" y="125615"/>
                  <a:pt x="1283607" y="126761"/>
                </a:cubicBezTo>
                <a:cubicBezTo>
                  <a:pt x="1279686" y="127909"/>
                  <a:pt x="1275373" y="128483"/>
                  <a:pt x="1270668" y="128483"/>
                </a:cubicBezTo>
                <a:cubicBezTo>
                  <a:pt x="1267773" y="128483"/>
                  <a:pt x="1265013" y="128257"/>
                  <a:pt x="1262389" y="127805"/>
                </a:cubicBezTo>
                <a:cubicBezTo>
                  <a:pt x="1259765" y="127352"/>
                  <a:pt x="1257413" y="126779"/>
                  <a:pt x="1255332" y="126086"/>
                </a:cubicBezTo>
                <a:cubicBezTo>
                  <a:pt x="1253251" y="125392"/>
                  <a:pt x="1251486" y="124668"/>
                  <a:pt x="1250038" y="123914"/>
                </a:cubicBezTo>
                <a:cubicBezTo>
                  <a:pt x="1248591" y="123160"/>
                  <a:pt x="1247535" y="122481"/>
                  <a:pt x="1246872" y="121878"/>
                </a:cubicBezTo>
                <a:cubicBezTo>
                  <a:pt x="1246208" y="121275"/>
                  <a:pt x="1245726" y="120431"/>
                  <a:pt x="1245424" y="119345"/>
                </a:cubicBezTo>
                <a:cubicBezTo>
                  <a:pt x="1245122" y="118259"/>
                  <a:pt x="1244972" y="116781"/>
                  <a:pt x="1244972" y="114911"/>
                </a:cubicBezTo>
                <a:cubicBezTo>
                  <a:pt x="1244972" y="113765"/>
                  <a:pt x="1245032" y="112800"/>
                  <a:pt x="1245153" y="112016"/>
                </a:cubicBezTo>
                <a:cubicBezTo>
                  <a:pt x="1245273" y="111232"/>
                  <a:pt x="1245424" y="110598"/>
                  <a:pt x="1245605" y="110116"/>
                </a:cubicBezTo>
                <a:cubicBezTo>
                  <a:pt x="1245786" y="109633"/>
                  <a:pt x="1246042" y="109286"/>
                  <a:pt x="1246374" y="109075"/>
                </a:cubicBezTo>
                <a:cubicBezTo>
                  <a:pt x="1246706" y="108864"/>
                  <a:pt x="1247083" y="108758"/>
                  <a:pt x="1247505" y="108758"/>
                </a:cubicBezTo>
                <a:cubicBezTo>
                  <a:pt x="1248169" y="108758"/>
                  <a:pt x="1249149" y="109166"/>
                  <a:pt x="1250446" y="109980"/>
                </a:cubicBezTo>
                <a:cubicBezTo>
                  <a:pt x="1251743" y="110794"/>
                  <a:pt x="1253341" y="111684"/>
                  <a:pt x="1255241" y="112649"/>
                </a:cubicBezTo>
                <a:cubicBezTo>
                  <a:pt x="1257141" y="113614"/>
                  <a:pt x="1259388" y="114504"/>
                  <a:pt x="1261982" y="115318"/>
                </a:cubicBezTo>
                <a:cubicBezTo>
                  <a:pt x="1264576" y="116133"/>
                  <a:pt x="1267562" y="116540"/>
                  <a:pt x="1270940" y="116540"/>
                </a:cubicBezTo>
                <a:cubicBezTo>
                  <a:pt x="1273473" y="116540"/>
                  <a:pt x="1275765" y="116268"/>
                  <a:pt x="1277816" y="115726"/>
                </a:cubicBezTo>
                <a:cubicBezTo>
                  <a:pt x="1279867" y="115181"/>
                  <a:pt x="1281647" y="114380"/>
                  <a:pt x="1283155" y="113322"/>
                </a:cubicBezTo>
                <a:cubicBezTo>
                  <a:pt x="1284663" y="112265"/>
                  <a:pt x="1285824" y="110920"/>
                  <a:pt x="1286638" y="109287"/>
                </a:cubicBezTo>
                <a:cubicBezTo>
                  <a:pt x="1287452" y="107655"/>
                  <a:pt x="1287860" y="105721"/>
                  <a:pt x="1287860" y="103485"/>
                </a:cubicBezTo>
                <a:cubicBezTo>
                  <a:pt x="1287860" y="101191"/>
                  <a:pt x="1287272" y="99259"/>
                  <a:pt x="1286095" y="97689"/>
                </a:cubicBezTo>
                <a:cubicBezTo>
                  <a:pt x="1284919" y="96118"/>
                  <a:pt x="1283366" y="94730"/>
                  <a:pt x="1281435" y="93524"/>
                </a:cubicBezTo>
                <a:cubicBezTo>
                  <a:pt x="1279505" y="92315"/>
                  <a:pt x="1277334" y="91244"/>
                  <a:pt x="1274921" y="90309"/>
                </a:cubicBezTo>
                <a:cubicBezTo>
                  <a:pt x="1272508" y="89372"/>
                  <a:pt x="1270020" y="88391"/>
                  <a:pt x="1267456" y="87365"/>
                </a:cubicBezTo>
                <a:cubicBezTo>
                  <a:pt x="1264892" y="86338"/>
                  <a:pt x="1262389" y="85175"/>
                  <a:pt x="1259946" y="83876"/>
                </a:cubicBezTo>
                <a:cubicBezTo>
                  <a:pt x="1257503" y="82577"/>
                  <a:pt x="1255317" y="80992"/>
                  <a:pt x="1253386" y="79120"/>
                </a:cubicBezTo>
                <a:cubicBezTo>
                  <a:pt x="1251456" y="77248"/>
                  <a:pt x="1249903" y="75015"/>
                  <a:pt x="1248727" y="72419"/>
                </a:cubicBezTo>
                <a:cubicBezTo>
                  <a:pt x="1247550" y="69823"/>
                  <a:pt x="1246962" y="66714"/>
                  <a:pt x="1246962" y="63091"/>
                </a:cubicBezTo>
                <a:cubicBezTo>
                  <a:pt x="1246962" y="59890"/>
                  <a:pt x="1247580" y="56826"/>
                  <a:pt x="1248817" y="53899"/>
                </a:cubicBezTo>
                <a:cubicBezTo>
                  <a:pt x="1250054" y="50969"/>
                  <a:pt x="1251908" y="48403"/>
                  <a:pt x="1254382" y="46199"/>
                </a:cubicBezTo>
                <a:cubicBezTo>
                  <a:pt x="1256855" y="43994"/>
                  <a:pt x="1259946" y="42227"/>
                  <a:pt x="1263656" y="40900"/>
                </a:cubicBezTo>
                <a:cubicBezTo>
                  <a:pt x="1267366" y="39571"/>
                  <a:pt x="1271694" y="38907"/>
                  <a:pt x="1276640" y="38907"/>
                </a:cubicBezTo>
                <a:cubicBezTo>
                  <a:pt x="1278812" y="38907"/>
                  <a:pt x="1280983" y="39091"/>
                  <a:pt x="1283155" y="39458"/>
                </a:cubicBezTo>
                <a:cubicBezTo>
                  <a:pt x="1285326" y="39826"/>
                  <a:pt x="1287287" y="40285"/>
                  <a:pt x="1289036" y="40835"/>
                </a:cubicBezTo>
                <a:cubicBezTo>
                  <a:pt x="1290785" y="41386"/>
                  <a:pt x="1292278" y="41982"/>
                  <a:pt x="1293515" y="42625"/>
                </a:cubicBezTo>
                <a:cubicBezTo>
                  <a:pt x="1294751" y="43268"/>
                  <a:pt x="1295686" y="43834"/>
                  <a:pt x="1296320" y="44324"/>
                </a:cubicBezTo>
                <a:cubicBezTo>
                  <a:pt x="1296953" y="44815"/>
                  <a:pt x="1297375" y="45241"/>
                  <a:pt x="1297586" y="45603"/>
                </a:cubicBezTo>
                <a:cubicBezTo>
                  <a:pt x="1297798" y="45964"/>
                  <a:pt x="1297948" y="46372"/>
                  <a:pt x="1298039" y="46824"/>
                </a:cubicBezTo>
                <a:cubicBezTo>
                  <a:pt x="1298129" y="47276"/>
                  <a:pt x="1298220" y="47834"/>
                  <a:pt x="1298310" y="48498"/>
                </a:cubicBezTo>
                <a:cubicBezTo>
                  <a:pt x="1298401" y="49161"/>
                  <a:pt x="1298446" y="49976"/>
                  <a:pt x="1298446" y="50941"/>
                </a:cubicBezTo>
                <a:cubicBezTo>
                  <a:pt x="1298446" y="51966"/>
                  <a:pt x="1298401" y="52856"/>
                  <a:pt x="1298310" y="53610"/>
                </a:cubicBezTo>
                <a:cubicBezTo>
                  <a:pt x="1298220" y="54364"/>
                  <a:pt x="1298069" y="54982"/>
                  <a:pt x="1297858" y="55465"/>
                </a:cubicBezTo>
                <a:cubicBezTo>
                  <a:pt x="1297647" y="55948"/>
                  <a:pt x="1297390" y="56294"/>
                  <a:pt x="1297089" y="56506"/>
                </a:cubicBezTo>
                <a:cubicBezTo>
                  <a:pt x="1296787" y="56717"/>
                  <a:pt x="1296455" y="56822"/>
                  <a:pt x="1296093" y="56822"/>
                </a:cubicBezTo>
                <a:cubicBezTo>
                  <a:pt x="1295551" y="56822"/>
                  <a:pt x="1294766" y="56486"/>
                  <a:pt x="1293741" y="55813"/>
                </a:cubicBezTo>
                <a:cubicBezTo>
                  <a:pt x="1292715" y="55140"/>
                  <a:pt x="1291388" y="54421"/>
                  <a:pt x="1289760" y="53655"/>
                </a:cubicBezTo>
                <a:cubicBezTo>
                  <a:pt x="1288131" y="52890"/>
                  <a:pt x="1286216" y="52171"/>
                  <a:pt x="1284014" y="51498"/>
                </a:cubicBezTo>
                <a:cubicBezTo>
                  <a:pt x="1281812" y="50825"/>
                  <a:pt x="1279294" y="50489"/>
                  <a:pt x="1276459" y="50489"/>
                </a:cubicBezTo>
                <a:cubicBezTo>
                  <a:pt x="1273926" y="50489"/>
                  <a:pt x="1271694" y="50776"/>
                  <a:pt x="1269763" y="51351"/>
                </a:cubicBezTo>
                <a:cubicBezTo>
                  <a:pt x="1267833" y="51924"/>
                  <a:pt x="1266250" y="52739"/>
                  <a:pt x="1265013" y="53797"/>
                </a:cubicBezTo>
                <a:cubicBezTo>
                  <a:pt x="1263777" y="54854"/>
                  <a:pt x="1262842" y="56109"/>
                  <a:pt x="1262208" y="57560"/>
                </a:cubicBezTo>
                <a:cubicBezTo>
                  <a:pt x="1261575" y="59010"/>
                  <a:pt x="1261258" y="60581"/>
                  <a:pt x="1261258" y="62274"/>
                </a:cubicBezTo>
                <a:cubicBezTo>
                  <a:pt x="1261258" y="64628"/>
                  <a:pt x="1261861" y="66606"/>
                  <a:pt x="1263068" y="68206"/>
                </a:cubicBezTo>
                <a:cubicBezTo>
                  <a:pt x="1264274" y="69806"/>
                  <a:pt x="1265843" y="71211"/>
                  <a:pt x="1267773" y="72419"/>
                </a:cubicBezTo>
                <a:cubicBezTo>
                  <a:pt x="1269703" y="73625"/>
                  <a:pt x="1271905" y="74712"/>
                  <a:pt x="1274378" y="75679"/>
                </a:cubicBezTo>
                <a:cubicBezTo>
                  <a:pt x="1276851" y="76644"/>
                  <a:pt x="1279369" y="77640"/>
                  <a:pt x="1281933" y="78668"/>
                </a:cubicBezTo>
                <a:cubicBezTo>
                  <a:pt x="1284497" y="79693"/>
                  <a:pt x="1287030" y="80840"/>
                  <a:pt x="1289534" y="82109"/>
                </a:cubicBezTo>
                <a:cubicBezTo>
                  <a:pt x="1292037" y="83378"/>
                  <a:pt x="1294254" y="84918"/>
                  <a:pt x="1296184" y="86729"/>
                </a:cubicBezTo>
                <a:cubicBezTo>
                  <a:pt x="1298114" y="88541"/>
                  <a:pt x="1299667" y="90715"/>
                  <a:pt x="1300844" y="93252"/>
                </a:cubicBezTo>
                <a:cubicBezTo>
                  <a:pt x="1302020" y="95788"/>
                  <a:pt x="1302608" y="98806"/>
                  <a:pt x="1302608" y="102309"/>
                </a:cubicBezTo>
                <a:close/>
                <a:moveTo>
                  <a:pt x="1424361" y="112106"/>
                </a:moveTo>
                <a:cubicBezTo>
                  <a:pt x="1424361" y="113132"/>
                  <a:pt x="1424331" y="114021"/>
                  <a:pt x="1424271" y="114775"/>
                </a:cubicBezTo>
                <a:cubicBezTo>
                  <a:pt x="1424210" y="115529"/>
                  <a:pt x="1424105" y="116163"/>
                  <a:pt x="1423954" y="116676"/>
                </a:cubicBezTo>
                <a:cubicBezTo>
                  <a:pt x="1423803" y="117188"/>
                  <a:pt x="1423622" y="117641"/>
                  <a:pt x="1423411" y="118033"/>
                </a:cubicBezTo>
                <a:cubicBezTo>
                  <a:pt x="1423200" y="118425"/>
                  <a:pt x="1422717" y="118998"/>
                  <a:pt x="1421963" y="119752"/>
                </a:cubicBezTo>
                <a:cubicBezTo>
                  <a:pt x="1421209" y="120506"/>
                  <a:pt x="1419928" y="121441"/>
                  <a:pt x="1418118" y="122557"/>
                </a:cubicBezTo>
                <a:cubicBezTo>
                  <a:pt x="1416308" y="123673"/>
                  <a:pt x="1414272" y="124668"/>
                  <a:pt x="1412010" y="125543"/>
                </a:cubicBezTo>
                <a:cubicBezTo>
                  <a:pt x="1409748" y="126417"/>
                  <a:pt x="1407290" y="127126"/>
                  <a:pt x="1404636" y="127669"/>
                </a:cubicBezTo>
                <a:cubicBezTo>
                  <a:pt x="1401982" y="128212"/>
                  <a:pt x="1399237" y="128483"/>
                  <a:pt x="1396402" y="128483"/>
                </a:cubicBezTo>
                <a:cubicBezTo>
                  <a:pt x="1390551" y="128483"/>
                  <a:pt x="1385364" y="127516"/>
                  <a:pt x="1380840" y="125582"/>
                </a:cubicBezTo>
                <a:cubicBezTo>
                  <a:pt x="1376316" y="123648"/>
                  <a:pt x="1372530" y="120823"/>
                  <a:pt x="1369484" y="117105"/>
                </a:cubicBezTo>
                <a:cubicBezTo>
                  <a:pt x="1366438" y="113388"/>
                  <a:pt x="1364116" y="108824"/>
                  <a:pt x="1362517" y="103414"/>
                </a:cubicBezTo>
                <a:cubicBezTo>
                  <a:pt x="1360919" y="98004"/>
                  <a:pt x="1360119" y="91764"/>
                  <a:pt x="1360119" y="84693"/>
                </a:cubicBezTo>
                <a:cubicBezTo>
                  <a:pt x="1360119" y="76654"/>
                  <a:pt x="1361100" y="69748"/>
                  <a:pt x="1363060" y="63976"/>
                </a:cubicBezTo>
                <a:cubicBezTo>
                  <a:pt x="1365020" y="58204"/>
                  <a:pt x="1367705" y="53474"/>
                  <a:pt x="1371113" y="49787"/>
                </a:cubicBezTo>
                <a:cubicBezTo>
                  <a:pt x="1374521" y="46100"/>
                  <a:pt x="1378532" y="43365"/>
                  <a:pt x="1383147" y="41582"/>
                </a:cubicBezTo>
                <a:cubicBezTo>
                  <a:pt x="1387761" y="39799"/>
                  <a:pt x="1392753" y="38907"/>
                  <a:pt x="1398122" y="38907"/>
                </a:cubicBezTo>
                <a:cubicBezTo>
                  <a:pt x="1400715" y="38907"/>
                  <a:pt x="1403234" y="39148"/>
                  <a:pt x="1405677" y="39631"/>
                </a:cubicBezTo>
                <a:cubicBezTo>
                  <a:pt x="1408120" y="40113"/>
                  <a:pt x="1410367" y="40747"/>
                  <a:pt x="1412418" y="41531"/>
                </a:cubicBezTo>
                <a:cubicBezTo>
                  <a:pt x="1414468" y="42315"/>
                  <a:pt x="1416293" y="43220"/>
                  <a:pt x="1417892" y="44245"/>
                </a:cubicBezTo>
                <a:cubicBezTo>
                  <a:pt x="1419490" y="45271"/>
                  <a:pt x="1420651" y="46145"/>
                  <a:pt x="1421375" y="46869"/>
                </a:cubicBezTo>
                <a:cubicBezTo>
                  <a:pt x="1422099" y="47593"/>
                  <a:pt x="1422597" y="48166"/>
                  <a:pt x="1422868" y="48588"/>
                </a:cubicBezTo>
                <a:cubicBezTo>
                  <a:pt x="1423140" y="49011"/>
                  <a:pt x="1423366" y="49508"/>
                  <a:pt x="1423547" y="50081"/>
                </a:cubicBezTo>
                <a:cubicBezTo>
                  <a:pt x="1423728" y="50654"/>
                  <a:pt x="1423848" y="51303"/>
                  <a:pt x="1423909" y="52027"/>
                </a:cubicBezTo>
                <a:cubicBezTo>
                  <a:pt x="1423969" y="52751"/>
                  <a:pt x="1423999" y="53655"/>
                  <a:pt x="1423999" y="54741"/>
                </a:cubicBezTo>
                <a:cubicBezTo>
                  <a:pt x="1423999" y="57094"/>
                  <a:pt x="1423728" y="58737"/>
                  <a:pt x="1423185" y="59672"/>
                </a:cubicBezTo>
                <a:cubicBezTo>
                  <a:pt x="1422642" y="60607"/>
                  <a:pt x="1421978" y="61075"/>
                  <a:pt x="1421194" y="61075"/>
                </a:cubicBezTo>
                <a:cubicBezTo>
                  <a:pt x="1420289" y="61075"/>
                  <a:pt x="1419249" y="60577"/>
                  <a:pt x="1418073" y="59582"/>
                </a:cubicBezTo>
                <a:cubicBezTo>
                  <a:pt x="1416896" y="58587"/>
                  <a:pt x="1415403" y="57486"/>
                  <a:pt x="1413594" y="56279"/>
                </a:cubicBezTo>
                <a:cubicBezTo>
                  <a:pt x="1411784" y="55073"/>
                  <a:pt x="1409598" y="53972"/>
                  <a:pt x="1407034" y="52977"/>
                </a:cubicBezTo>
                <a:cubicBezTo>
                  <a:pt x="1404470" y="51981"/>
                  <a:pt x="1401439" y="51484"/>
                  <a:pt x="1397941" y="51484"/>
                </a:cubicBezTo>
                <a:cubicBezTo>
                  <a:pt x="1390762" y="51484"/>
                  <a:pt x="1385258" y="54252"/>
                  <a:pt x="1381428" y="59788"/>
                </a:cubicBezTo>
                <a:cubicBezTo>
                  <a:pt x="1377597" y="65323"/>
                  <a:pt x="1375682" y="73352"/>
                  <a:pt x="1375682" y="83876"/>
                </a:cubicBezTo>
                <a:cubicBezTo>
                  <a:pt x="1375682" y="89139"/>
                  <a:pt x="1376180" y="93752"/>
                  <a:pt x="1377175" y="97714"/>
                </a:cubicBezTo>
                <a:cubicBezTo>
                  <a:pt x="1378170" y="101676"/>
                  <a:pt x="1379633" y="104988"/>
                  <a:pt x="1381563" y="107650"/>
                </a:cubicBezTo>
                <a:cubicBezTo>
                  <a:pt x="1383494" y="110312"/>
                  <a:pt x="1385861" y="112293"/>
                  <a:pt x="1388666" y="113594"/>
                </a:cubicBezTo>
                <a:cubicBezTo>
                  <a:pt x="1391471" y="114894"/>
                  <a:pt x="1394683" y="115545"/>
                  <a:pt x="1398303" y="115545"/>
                </a:cubicBezTo>
                <a:cubicBezTo>
                  <a:pt x="1401741" y="115545"/>
                  <a:pt x="1404757" y="115002"/>
                  <a:pt x="1407351" y="113916"/>
                </a:cubicBezTo>
                <a:cubicBezTo>
                  <a:pt x="1409944" y="112830"/>
                  <a:pt x="1412191" y="111639"/>
                  <a:pt x="1414091" y="110342"/>
                </a:cubicBezTo>
                <a:cubicBezTo>
                  <a:pt x="1415992" y="109045"/>
                  <a:pt x="1417590" y="107869"/>
                  <a:pt x="1418887" y="106813"/>
                </a:cubicBezTo>
                <a:cubicBezTo>
                  <a:pt x="1420184" y="105757"/>
                  <a:pt x="1421194" y="105230"/>
                  <a:pt x="1421918" y="105230"/>
                </a:cubicBezTo>
                <a:cubicBezTo>
                  <a:pt x="1422340" y="105230"/>
                  <a:pt x="1422702" y="105350"/>
                  <a:pt x="1423004" y="105592"/>
                </a:cubicBezTo>
                <a:cubicBezTo>
                  <a:pt x="1423305" y="105833"/>
                  <a:pt x="1423562" y="106240"/>
                  <a:pt x="1423773" y="106813"/>
                </a:cubicBezTo>
                <a:cubicBezTo>
                  <a:pt x="1423984" y="107386"/>
                  <a:pt x="1424135" y="108110"/>
                  <a:pt x="1424225" y="108985"/>
                </a:cubicBezTo>
                <a:cubicBezTo>
                  <a:pt x="1424316" y="109859"/>
                  <a:pt x="1424361" y="110900"/>
                  <a:pt x="1424361" y="112106"/>
                </a:cubicBezTo>
                <a:close/>
                <a:moveTo>
                  <a:pt x="1519937" y="82836"/>
                </a:moveTo>
                <a:cubicBezTo>
                  <a:pt x="1519937" y="89477"/>
                  <a:pt x="1519062" y="95590"/>
                  <a:pt x="1517313" y="101175"/>
                </a:cubicBezTo>
                <a:cubicBezTo>
                  <a:pt x="1515564" y="106760"/>
                  <a:pt x="1512955" y="111577"/>
                  <a:pt x="1509486" y="115624"/>
                </a:cubicBezTo>
                <a:cubicBezTo>
                  <a:pt x="1506018" y="119669"/>
                  <a:pt x="1501675" y="122824"/>
                  <a:pt x="1496457" y="125087"/>
                </a:cubicBezTo>
                <a:cubicBezTo>
                  <a:pt x="1491239" y="127351"/>
                  <a:pt x="1485192" y="128483"/>
                  <a:pt x="1478316" y="128483"/>
                </a:cubicBezTo>
                <a:cubicBezTo>
                  <a:pt x="1471620" y="128483"/>
                  <a:pt x="1465784" y="127487"/>
                  <a:pt x="1460807" y="125495"/>
                </a:cubicBezTo>
                <a:cubicBezTo>
                  <a:pt x="1455831" y="123502"/>
                  <a:pt x="1451684" y="120604"/>
                  <a:pt x="1448366" y="116800"/>
                </a:cubicBezTo>
                <a:cubicBezTo>
                  <a:pt x="1445049" y="112996"/>
                  <a:pt x="1442575" y="108377"/>
                  <a:pt x="1440947" y="102942"/>
                </a:cubicBezTo>
                <a:cubicBezTo>
                  <a:pt x="1439318" y="97508"/>
                  <a:pt x="1438504" y="91348"/>
                  <a:pt x="1438504" y="84464"/>
                </a:cubicBezTo>
                <a:cubicBezTo>
                  <a:pt x="1438504" y="77823"/>
                  <a:pt x="1439363" y="71710"/>
                  <a:pt x="1441083" y="66125"/>
                </a:cubicBezTo>
                <a:cubicBezTo>
                  <a:pt x="1442802" y="60539"/>
                  <a:pt x="1445395" y="55724"/>
                  <a:pt x="1448864" y="51679"/>
                </a:cubicBezTo>
                <a:cubicBezTo>
                  <a:pt x="1452332" y="47632"/>
                  <a:pt x="1456660" y="44491"/>
                  <a:pt x="1461848" y="42258"/>
                </a:cubicBezTo>
                <a:cubicBezTo>
                  <a:pt x="1467036" y="40024"/>
                  <a:pt x="1473098" y="38907"/>
                  <a:pt x="1480035" y="38907"/>
                </a:cubicBezTo>
                <a:cubicBezTo>
                  <a:pt x="1486730" y="38907"/>
                  <a:pt x="1492566" y="39903"/>
                  <a:pt x="1497543" y="41896"/>
                </a:cubicBezTo>
                <a:cubicBezTo>
                  <a:pt x="1502519" y="43888"/>
                  <a:pt x="1506666" y="46786"/>
                  <a:pt x="1509984" y="50590"/>
                </a:cubicBezTo>
                <a:cubicBezTo>
                  <a:pt x="1513302" y="54394"/>
                  <a:pt x="1515790" y="59014"/>
                  <a:pt x="1517449" y="64448"/>
                </a:cubicBezTo>
                <a:cubicBezTo>
                  <a:pt x="1519107" y="69883"/>
                  <a:pt x="1519937" y="76012"/>
                  <a:pt x="1519937" y="82836"/>
                </a:cubicBezTo>
                <a:moveTo>
                  <a:pt x="1504193" y="83831"/>
                </a:moveTo>
                <a:cubicBezTo>
                  <a:pt x="1504193" y="79422"/>
                  <a:pt x="1503786" y="75254"/>
                  <a:pt x="1502972" y="71327"/>
                </a:cubicBezTo>
                <a:cubicBezTo>
                  <a:pt x="1502157" y="67401"/>
                  <a:pt x="1500815" y="63958"/>
                  <a:pt x="1498945" y="60998"/>
                </a:cubicBezTo>
                <a:cubicBezTo>
                  <a:pt x="1497075" y="58039"/>
                  <a:pt x="1494542" y="55699"/>
                  <a:pt x="1491345" y="53978"/>
                </a:cubicBezTo>
                <a:cubicBezTo>
                  <a:pt x="1488148" y="52255"/>
                  <a:pt x="1484167" y="51393"/>
                  <a:pt x="1479401" y="51393"/>
                </a:cubicBezTo>
                <a:cubicBezTo>
                  <a:pt x="1474998" y="51393"/>
                  <a:pt x="1471213" y="52178"/>
                  <a:pt x="1468046" y="53749"/>
                </a:cubicBezTo>
                <a:cubicBezTo>
                  <a:pt x="1464879" y="55319"/>
                  <a:pt x="1462270" y="57539"/>
                  <a:pt x="1460219" y="60410"/>
                </a:cubicBezTo>
                <a:cubicBezTo>
                  <a:pt x="1458168" y="63279"/>
                  <a:pt x="1456645" y="66677"/>
                  <a:pt x="1455650" y="70604"/>
                </a:cubicBezTo>
                <a:cubicBezTo>
                  <a:pt x="1454655" y="74528"/>
                  <a:pt x="1454157" y="78817"/>
                  <a:pt x="1454157" y="83469"/>
                </a:cubicBezTo>
                <a:cubicBezTo>
                  <a:pt x="1454157" y="87938"/>
                  <a:pt x="1454564" y="92136"/>
                  <a:pt x="1455379" y="96063"/>
                </a:cubicBezTo>
                <a:cubicBezTo>
                  <a:pt x="1456193" y="99989"/>
                  <a:pt x="1457550" y="103417"/>
                  <a:pt x="1459450" y="106347"/>
                </a:cubicBezTo>
                <a:cubicBezTo>
                  <a:pt x="1461350" y="109276"/>
                  <a:pt x="1463899" y="111602"/>
                  <a:pt x="1467096" y="113325"/>
                </a:cubicBezTo>
                <a:cubicBezTo>
                  <a:pt x="1470293" y="115046"/>
                  <a:pt x="1474274" y="115906"/>
                  <a:pt x="1479039" y="115906"/>
                </a:cubicBezTo>
                <a:cubicBezTo>
                  <a:pt x="1483382" y="115906"/>
                  <a:pt x="1487153" y="115121"/>
                  <a:pt x="1490350" y="113551"/>
                </a:cubicBezTo>
                <a:cubicBezTo>
                  <a:pt x="1493547" y="111981"/>
                  <a:pt x="1496170" y="109776"/>
                  <a:pt x="1498221" y="106938"/>
                </a:cubicBezTo>
                <a:cubicBezTo>
                  <a:pt x="1500272" y="104097"/>
                  <a:pt x="1501780" y="100714"/>
                  <a:pt x="1502745" y="96789"/>
                </a:cubicBezTo>
                <a:cubicBezTo>
                  <a:pt x="1503711" y="92863"/>
                  <a:pt x="1504193" y="88543"/>
                  <a:pt x="1504193" y="83831"/>
                </a:cubicBezTo>
                <a:close/>
                <a:moveTo>
                  <a:pt x="1611983" y="124412"/>
                </a:moveTo>
                <a:cubicBezTo>
                  <a:pt x="1611983" y="124894"/>
                  <a:pt x="1611863" y="125301"/>
                  <a:pt x="1611621" y="125633"/>
                </a:cubicBezTo>
                <a:cubicBezTo>
                  <a:pt x="1611380" y="125965"/>
                  <a:pt x="1610988" y="126251"/>
                  <a:pt x="1610445" y="126493"/>
                </a:cubicBezTo>
                <a:cubicBezTo>
                  <a:pt x="1609902" y="126734"/>
                  <a:pt x="1609148" y="126915"/>
                  <a:pt x="1608183" y="127036"/>
                </a:cubicBezTo>
                <a:cubicBezTo>
                  <a:pt x="1607218" y="127156"/>
                  <a:pt x="1606011" y="127217"/>
                  <a:pt x="1604564" y="127217"/>
                </a:cubicBezTo>
                <a:cubicBezTo>
                  <a:pt x="1603056" y="127217"/>
                  <a:pt x="1601819" y="127156"/>
                  <a:pt x="1600854" y="127036"/>
                </a:cubicBezTo>
                <a:cubicBezTo>
                  <a:pt x="1599889" y="126915"/>
                  <a:pt x="1599135" y="126734"/>
                  <a:pt x="1598592" y="126493"/>
                </a:cubicBezTo>
                <a:cubicBezTo>
                  <a:pt x="1598049" y="126251"/>
                  <a:pt x="1597657" y="125965"/>
                  <a:pt x="1597416" y="125633"/>
                </a:cubicBezTo>
                <a:cubicBezTo>
                  <a:pt x="1597174" y="125301"/>
                  <a:pt x="1597054" y="124894"/>
                  <a:pt x="1597054" y="124412"/>
                </a:cubicBezTo>
                <a:lnTo>
                  <a:pt x="1597054" y="76728"/>
                </a:lnTo>
                <a:cubicBezTo>
                  <a:pt x="1597054" y="72083"/>
                  <a:pt x="1596692" y="68343"/>
                  <a:pt x="1595968" y="65508"/>
                </a:cubicBezTo>
                <a:cubicBezTo>
                  <a:pt x="1595244" y="62673"/>
                  <a:pt x="1594189" y="60230"/>
                  <a:pt x="1592801" y="58179"/>
                </a:cubicBezTo>
                <a:cubicBezTo>
                  <a:pt x="1591414" y="56129"/>
                  <a:pt x="1589619" y="54560"/>
                  <a:pt x="1587418" y="53474"/>
                </a:cubicBezTo>
                <a:cubicBezTo>
                  <a:pt x="1585216" y="52389"/>
                  <a:pt x="1582667" y="51846"/>
                  <a:pt x="1579772" y="51846"/>
                </a:cubicBezTo>
                <a:cubicBezTo>
                  <a:pt x="1576032" y="51846"/>
                  <a:pt x="1572292" y="53173"/>
                  <a:pt x="1568552" y="55827"/>
                </a:cubicBezTo>
                <a:cubicBezTo>
                  <a:pt x="1564812" y="58481"/>
                  <a:pt x="1560891" y="62372"/>
                  <a:pt x="1556790" y="67499"/>
                </a:cubicBezTo>
                <a:lnTo>
                  <a:pt x="1556790" y="124412"/>
                </a:lnTo>
                <a:cubicBezTo>
                  <a:pt x="1556790" y="124894"/>
                  <a:pt x="1556669" y="125301"/>
                  <a:pt x="1556428" y="125633"/>
                </a:cubicBezTo>
                <a:cubicBezTo>
                  <a:pt x="1556186" y="125965"/>
                  <a:pt x="1555794" y="126251"/>
                  <a:pt x="1555251" y="126493"/>
                </a:cubicBezTo>
                <a:cubicBezTo>
                  <a:pt x="1554709" y="126734"/>
                  <a:pt x="1553955" y="126915"/>
                  <a:pt x="1552989" y="127036"/>
                </a:cubicBezTo>
                <a:cubicBezTo>
                  <a:pt x="1552024" y="127156"/>
                  <a:pt x="1550788" y="127217"/>
                  <a:pt x="1549280" y="127217"/>
                </a:cubicBezTo>
                <a:cubicBezTo>
                  <a:pt x="1547832" y="127217"/>
                  <a:pt x="1546626" y="127156"/>
                  <a:pt x="1545660" y="127036"/>
                </a:cubicBezTo>
                <a:cubicBezTo>
                  <a:pt x="1544695" y="126915"/>
                  <a:pt x="1543926" y="126734"/>
                  <a:pt x="1543353" y="126493"/>
                </a:cubicBezTo>
                <a:cubicBezTo>
                  <a:pt x="1542780" y="126251"/>
                  <a:pt x="1542388" y="125965"/>
                  <a:pt x="1542177" y="125633"/>
                </a:cubicBezTo>
                <a:cubicBezTo>
                  <a:pt x="1541966" y="125301"/>
                  <a:pt x="1541860" y="124894"/>
                  <a:pt x="1541860" y="124412"/>
                </a:cubicBezTo>
                <a:lnTo>
                  <a:pt x="1541860" y="42979"/>
                </a:lnTo>
                <a:cubicBezTo>
                  <a:pt x="1541860" y="42496"/>
                  <a:pt x="1541951" y="42089"/>
                  <a:pt x="1542132" y="41757"/>
                </a:cubicBezTo>
                <a:cubicBezTo>
                  <a:pt x="1542313" y="41425"/>
                  <a:pt x="1542675" y="41124"/>
                  <a:pt x="1543217" y="40852"/>
                </a:cubicBezTo>
                <a:cubicBezTo>
                  <a:pt x="1543760" y="40581"/>
                  <a:pt x="1544454" y="40400"/>
                  <a:pt x="1545298" y="40309"/>
                </a:cubicBezTo>
                <a:cubicBezTo>
                  <a:pt x="1546143" y="40219"/>
                  <a:pt x="1547259" y="40174"/>
                  <a:pt x="1548646" y="40174"/>
                </a:cubicBezTo>
                <a:cubicBezTo>
                  <a:pt x="1549973" y="40174"/>
                  <a:pt x="1551074" y="40219"/>
                  <a:pt x="1551949" y="40309"/>
                </a:cubicBezTo>
                <a:cubicBezTo>
                  <a:pt x="1552824" y="40400"/>
                  <a:pt x="1553502" y="40581"/>
                  <a:pt x="1553985" y="40852"/>
                </a:cubicBezTo>
                <a:cubicBezTo>
                  <a:pt x="1554467" y="41124"/>
                  <a:pt x="1554814" y="41425"/>
                  <a:pt x="1555025" y="41757"/>
                </a:cubicBezTo>
                <a:cubicBezTo>
                  <a:pt x="1555236" y="42089"/>
                  <a:pt x="1555342" y="42496"/>
                  <a:pt x="1555342" y="42979"/>
                </a:cubicBezTo>
                <a:lnTo>
                  <a:pt x="1555342" y="53746"/>
                </a:lnTo>
                <a:cubicBezTo>
                  <a:pt x="1559926" y="48619"/>
                  <a:pt x="1564496" y="44864"/>
                  <a:pt x="1569050" y="42481"/>
                </a:cubicBezTo>
                <a:cubicBezTo>
                  <a:pt x="1573604" y="40098"/>
                  <a:pt x="1578203" y="38907"/>
                  <a:pt x="1582848" y="38907"/>
                </a:cubicBezTo>
                <a:cubicBezTo>
                  <a:pt x="1588277" y="38907"/>
                  <a:pt x="1592846" y="39827"/>
                  <a:pt x="1596556" y="41667"/>
                </a:cubicBezTo>
                <a:cubicBezTo>
                  <a:pt x="1600266" y="43506"/>
                  <a:pt x="1603267" y="45964"/>
                  <a:pt x="1605559" y="49041"/>
                </a:cubicBezTo>
                <a:cubicBezTo>
                  <a:pt x="1607851" y="52117"/>
                  <a:pt x="1609495" y="55721"/>
                  <a:pt x="1610490" y="59853"/>
                </a:cubicBezTo>
                <a:cubicBezTo>
                  <a:pt x="1611486" y="63985"/>
                  <a:pt x="1611983" y="68947"/>
                  <a:pt x="1611983" y="74738"/>
                </a:cubicBezTo>
                <a:lnTo>
                  <a:pt x="1611983" y="124412"/>
                </a:lnTo>
                <a:close/>
                <a:moveTo>
                  <a:pt x="1683753" y="9501"/>
                </a:moveTo>
                <a:cubicBezTo>
                  <a:pt x="1683753" y="10647"/>
                  <a:pt x="1683692" y="11567"/>
                  <a:pt x="1683572" y="12260"/>
                </a:cubicBezTo>
                <a:cubicBezTo>
                  <a:pt x="1683451" y="12954"/>
                  <a:pt x="1683315" y="13512"/>
                  <a:pt x="1683164" y="13934"/>
                </a:cubicBezTo>
                <a:cubicBezTo>
                  <a:pt x="1683014" y="14356"/>
                  <a:pt x="1682818" y="14643"/>
                  <a:pt x="1682576" y="14794"/>
                </a:cubicBezTo>
                <a:cubicBezTo>
                  <a:pt x="1682335" y="14944"/>
                  <a:pt x="1682033" y="15020"/>
                  <a:pt x="1681672" y="15020"/>
                </a:cubicBezTo>
                <a:cubicBezTo>
                  <a:pt x="1681249" y="15020"/>
                  <a:pt x="1680721" y="14884"/>
                  <a:pt x="1680088" y="14613"/>
                </a:cubicBezTo>
                <a:cubicBezTo>
                  <a:pt x="1679455" y="14341"/>
                  <a:pt x="1678686" y="14040"/>
                  <a:pt x="1677781" y="13708"/>
                </a:cubicBezTo>
                <a:cubicBezTo>
                  <a:pt x="1676876" y="13376"/>
                  <a:pt x="1675805" y="13075"/>
                  <a:pt x="1674569" y="12803"/>
                </a:cubicBezTo>
                <a:cubicBezTo>
                  <a:pt x="1673332" y="12532"/>
                  <a:pt x="1671900" y="12396"/>
                  <a:pt x="1670271" y="12396"/>
                </a:cubicBezTo>
                <a:cubicBezTo>
                  <a:pt x="1668039" y="12396"/>
                  <a:pt x="1666139" y="12757"/>
                  <a:pt x="1664571" y="13479"/>
                </a:cubicBezTo>
                <a:cubicBezTo>
                  <a:pt x="1663002" y="14201"/>
                  <a:pt x="1661735" y="15328"/>
                  <a:pt x="1660770" y="16861"/>
                </a:cubicBezTo>
                <a:cubicBezTo>
                  <a:pt x="1659805" y="18393"/>
                  <a:pt x="1659112" y="20377"/>
                  <a:pt x="1658689" y="22813"/>
                </a:cubicBezTo>
                <a:cubicBezTo>
                  <a:pt x="1658267" y="25248"/>
                  <a:pt x="1658056" y="28209"/>
                  <a:pt x="1658056" y="31697"/>
                </a:cubicBezTo>
                <a:lnTo>
                  <a:pt x="1658056" y="40536"/>
                </a:lnTo>
                <a:lnTo>
                  <a:pt x="1676243" y="40536"/>
                </a:lnTo>
                <a:cubicBezTo>
                  <a:pt x="1676725" y="40536"/>
                  <a:pt x="1677132" y="40641"/>
                  <a:pt x="1677464" y="40852"/>
                </a:cubicBezTo>
                <a:cubicBezTo>
                  <a:pt x="1677796" y="41063"/>
                  <a:pt x="1678098" y="41425"/>
                  <a:pt x="1678369" y="41938"/>
                </a:cubicBezTo>
                <a:cubicBezTo>
                  <a:pt x="1678640" y="42451"/>
                  <a:pt x="1678852" y="43099"/>
                  <a:pt x="1679002" y="43883"/>
                </a:cubicBezTo>
                <a:cubicBezTo>
                  <a:pt x="1679153" y="44668"/>
                  <a:pt x="1679229" y="45633"/>
                  <a:pt x="1679229" y="46779"/>
                </a:cubicBezTo>
                <a:cubicBezTo>
                  <a:pt x="1679229" y="48950"/>
                  <a:pt x="1678957" y="50519"/>
                  <a:pt x="1678414" y="51484"/>
                </a:cubicBezTo>
                <a:cubicBezTo>
                  <a:pt x="1677871" y="52449"/>
                  <a:pt x="1677147" y="52932"/>
                  <a:pt x="1676243" y="52932"/>
                </a:cubicBezTo>
                <a:lnTo>
                  <a:pt x="1658056" y="52932"/>
                </a:lnTo>
                <a:lnTo>
                  <a:pt x="1658056" y="124409"/>
                </a:lnTo>
                <a:cubicBezTo>
                  <a:pt x="1658056" y="124891"/>
                  <a:pt x="1657935" y="125300"/>
                  <a:pt x="1657694" y="125633"/>
                </a:cubicBezTo>
                <a:cubicBezTo>
                  <a:pt x="1657453" y="125965"/>
                  <a:pt x="1657046" y="126251"/>
                  <a:pt x="1656472" y="126493"/>
                </a:cubicBezTo>
                <a:cubicBezTo>
                  <a:pt x="1655899" y="126734"/>
                  <a:pt x="1655130" y="126915"/>
                  <a:pt x="1654165" y="127036"/>
                </a:cubicBezTo>
                <a:cubicBezTo>
                  <a:pt x="1653200" y="127156"/>
                  <a:pt x="1651994" y="127217"/>
                  <a:pt x="1650546" y="127217"/>
                </a:cubicBezTo>
                <a:cubicBezTo>
                  <a:pt x="1649098" y="127217"/>
                  <a:pt x="1647892" y="127156"/>
                  <a:pt x="1646927" y="127036"/>
                </a:cubicBezTo>
                <a:cubicBezTo>
                  <a:pt x="1645962" y="126915"/>
                  <a:pt x="1645192" y="126734"/>
                  <a:pt x="1644619" y="126493"/>
                </a:cubicBezTo>
                <a:cubicBezTo>
                  <a:pt x="1644046" y="126251"/>
                  <a:pt x="1643639" y="125965"/>
                  <a:pt x="1643398" y="125633"/>
                </a:cubicBezTo>
                <a:cubicBezTo>
                  <a:pt x="1643157" y="125300"/>
                  <a:pt x="1643036" y="124891"/>
                  <a:pt x="1643036" y="124409"/>
                </a:cubicBezTo>
                <a:lnTo>
                  <a:pt x="1643036" y="52932"/>
                </a:lnTo>
                <a:lnTo>
                  <a:pt x="1631545" y="52932"/>
                </a:lnTo>
                <a:cubicBezTo>
                  <a:pt x="1630580" y="52932"/>
                  <a:pt x="1629856" y="52449"/>
                  <a:pt x="1629373" y="51484"/>
                </a:cubicBezTo>
                <a:cubicBezTo>
                  <a:pt x="1628891" y="50519"/>
                  <a:pt x="1628650" y="48950"/>
                  <a:pt x="1628650" y="46779"/>
                </a:cubicBezTo>
                <a:cubicBezTo>
                  <a:pt x="1628650" y="45633"/>
                  <a:pt x="1628710" y="44668"/>
                  <a:pt x="1628830" y="43883"/>
                </a:cubicBezTo>
                <a:cubicBezTo>
                  <a:pt x="1628951" y="43099"/>
                  <a:pt x="1629132" y="42451"/>
                  <a:pt x="1629373" y="41938"/>
                </a:cubicBezTo>
                <a:cubicBezTo>
                  <a:pt x="1629615" y="41425"/>
                  <a:pt x="1629916" y="41063"/>
                  <a:pt x="1630278" y="40852"/>
                </a:cubicBezTo>
                <a:cubicBezTo>
                  <a:pt x="1630640" y="40641"/>
                  <a:pt x="1631062" y="40536"/>
                  <a:pt x="1631545" y="40536"/>
                </a:cubicBezTo>
                <a:lnTo>
                  <a:pt x="1643036" y="40536"/>
                </a:lnTo>
                <a:lnTo>
                  <a:pt x="1643036" y="32141"/>
                </a:lnTo>
                <a:cubicBezTo>
                  <a:pt x="1643036" y="26482"/>
                  <a:pt x="1643564" y="21621"/>
                  <a:pt x="1644619" y="17559"/>
                </a:cubicBezTo>
                <a:cubicBezTo>
                  <a:pt x="1645675" y="13497"/>
                  <a:pt x="1647289" y="10172"/>
                  <a:pt x="1649460" y="7583"/>
                </a:cubicBezTo>
                <a:cubicBezTo>
                  <a:pt x="1651632" y="4995"/>
                  <a:pt x="1654361" y="3085"/>
                  <a:pt x="1657649" y="1852"/>
                </a:cubicBezTo>
                <a:cubicBezTo>
                  <a:pt x="1660936" y="617"/>
                  <a:pt x="1664812" y="0"/>
                  <a:pt x="1669276" y="0"/>
                </a:cubicBezTo>
                <a:cubicBezTo>
                  <a:pt x="1671387" y="0"/>
                  <a:pt x="1673438" y="196"/>
                  <a:pt x="1675428" y="588"/>
                </a:cubicBezTo>
                <a:cubicBezTo>
                  <a:pt x="1677419" y="980"/>
                  <a:pt x="1678957" y="1402"/>
                  <a:pt x="1680043" y="1855"/>
                </a:cubicBezTo>
                <a:cubicBezTo>
                  <a:pt x="1681129" y="2307"/>
                  <a:pt x="1681852" y="2714"/>
                  <a:pt x="1682214" y="3076"/>
                </a:cubicBezTo>
                <a:cubicBezTo>
                  <a:pt x="1682576" y="3438"/>
                  <a:pt x="1682878" y="3906"/>
                  <a:pt x="1683119" y="4479"/>
                </a:cubicBezTo>
                <a:cubicBezTo>
                  <a:pt x="1683360" y="5052"/>
                  <a:pt x="1683526" y="5746"/>
                  <a:pt x="1683617" y="6560"/>
                </a:cubicBezTo>
                <a:cubicBezTo>
                  <a:pt x="1683707" y="7374"/>
                  <a:pt x="1683753" y="8354"/>
                  <a:pt x="1683753" y="9501"/>
                </a:cubicBezTo>
                <a:close/>
                <a:moveTo>
                  <a:pt x="1743257" y="48317"/>
                </a:moveTo>
                <a:cubicBezTo>
                  <a:pt x="1743257" y="49644"/>
                  <a:pt x="1743227" y="50760"/>
                  <a:pt x="1743166" y="51665"/>
                </a:cubicBezTo>
                <a:cubicBezTo>
                  <a:pt x="1743106" y="52570"/>
                  <a:pt x="1742986" y="53278"/>
                  <a:pt x="1742805" y="53791"/>
                </a:cubicBezTo>
                <a:cubicBezTo>
                  <a:pt x="1742624" y="54304"/>
                  <a:pt x="1742397" y="54696"/>
                  <a:pt x="1742126" y="54967"/>
                </a:cubicBezTo>
                <a:cubicBezTo>
                  <a:pt x="1741854" y="55239"/>
                  <a:pt x="1741477" y="55375"/>
                  <a:pt x="1740995" y="55375"/>
                </a:cubicBezTo>
                <a:cubicBezTo>
                  <a:pt x="1740512" y="55375"/>
                  <a:pt x="1739924" y="55239"/>
                  <a:pt x="1739231" y="54967"/>
                </a:cubicBezTo>
                <a:cubicBezTo>
                  <a:pt x="1738537" y="54696"/>
                  <a:pt x="1737753" y="54424"/>
                  <a:pt x="1736878" y="54153"/>
                </a:cubicBezTo>
                <a:cubicBezTo>
                  <a:pt x="1736003" y="53882"/>
                  <a:pt x="1735023" y="53625"/>
                  <a:pt x="1733937" y="53384"/>
                </a:cubicBezTo>
                <a:cubicBezTo>
                  <a:pt x="1732852" y="53143"/>
                  <a:pt x="1731675" y="53022"/>
                  <a:pt x="1730409" y="53022"/>
                </a:cubicBezTo>
                <a:cubicBezTo>
                  <a:pt x="1728901" y="53022"/>
                  <a:pt x="1727423" y="53324"/>
                  <a:pt x="1725975" y="53927"/>
                </a:cubicBezTo>
                <a:cubicBezTo>
                  <a:pt x="1724527" y="54530"/>
                  <a:pt x="1723004" y="55525"/>
                  <a:pt x="1721406" y="56913"/>
                </a:cubicBezTo>
                <a:cubicBezTo>
                  <a:pt x="1719807" y="58300"/>
                  <a:pt x="1718133" y="60140"/>
                  <a:pt x="1716384" y="62432"/>
                </a:cubicBezTo>
                <a:cubicBezTo>
                  <a:pt x="1714635" y="64724"/>
                  <a:pt x="1712704" y="67529"/>
                  <a:pt x="1710593" y="70847"/>
                </a:cubicBezTo>
                <a:lnTo>
                  <a:pt x="1710593" y="124412"/>
                </a:lnTo>
                <a:cubicBezTo>
                  <a:pt x="1710593" y="124894"/>
                  <a:pt x="1710473" y="125301"/>
                  <a:pt x="1710231" y="125633"/>
                </a:cubicBezTo>
                <a:cubicBezTo>
                  <a:pt x="1709990" y="125965"/>
                  <a:pt x="1709598" y="126251"/>
                  <a:pt x="1709055" y="126493"/>
                </a:cubicBezTo>
                <a:cubicBezTo>
                  <a:pt x="1708512" y="126734"/>
                  <a:pt x="1707758" y="126915"/>
                  <a:pt x="1706793" y="127036"/>
                </a:cubicBezTo>
                <a:cubicBezTo>
                  <a:pt x="1705828" y="127156"/>
                  <a:pt x="1704591" y="127217"/>
                  <a:pt x="1703083" y="127217"/>
                </a:cubicBezTo>
                <a:cubicBezTo>
                  <a:pt x="1701636" y="127217"/>
                  <a:pt x="1700429" y="127156"/>
                  <a:pt x="1699464" y="127036"/>
                </a:cubicBezTo>
                <a:cubicBezTo>
                  <a:pt x="1698499" y="126915"/>
                  <a:pt x="1697730" y="126734"/>
                  <a:pt x="1697157" y="126493"/>
                </a:cubicBezTo>
                <a:cubicBezTo>
                  <a:pt x="1696584" y="126251"/>
                  <a:pt x="1696192" y="125965"/>
                  <a:pt x="1695981" y="125633"/>
                </a:cubicBezTo>
                <a:cubicBezTo>
                  <a:pt x="1695769" y="125301"/>
                  <a:pt x="1695664" y="124894"/>
                  <a:pt x="1695664" y="124412"/>
                </a:cubicBezTo>
                <a:lnTo>
                  <a:pt x="1695664" y="42979"/>
                </a:lnTo>
                <a:cubicBezTo>
                  <a:pt x="1695664" y="42496"/>
                  <a:pt x="1695754" y="42089"/>
                  <a:pt x="1695935" y="41757"/>
                </a:cubicBezTo>
                <a:cubicBezTo>
                  <a:pt x="1696116" y="41425"/>
                  <a:pt x="1696478" y="41124"/>
                  <a:pt x="1697021" y="40852"/>
                </a:cubicBezTo>
                <a:cubicBezTo>
                  <a:pt x="1697564" y="40581"/>
                  <a:pt x="1698258" y="40400"/>
                  <a:pt x="1699102" y="40309"/>
                </a:cubicBezTo>
                <a:cubicBezTo>
                  <a:pt x="1699947" y="40219"/>
                  <a:pt x="1701063" y="40174"/>
                  <a:pt x="1702450" y="40174"/>
                </a:cubicBezTo>
                <a:cubicBezTo>
                  <a:pt x="1703777" y="40174"/>
                  <a:pt x="1704878" y="40219"/>
                  <a:pt x="1705752" y="40309"/>
                </a:cubicBezTo>
                <a:cubicBezTo>
                  <a:pt x="1706627" y="40400"/>
                  <a:pt x="1707306" y="40581"/>
                  <a:pt x="1707788" y="40852"/>
                </a:cubicBezTo>
                <a:cubicBezTo>
                  <a:pt x="1708271" y="41124"/>
                  <a:pt x="1708618" y="41425"/>
                  <a:pt x="1708829" y="41757"/>
                </a:cubicBezTo>
                <a:cubicBezTo>
                  <a:pt x="1709040" y="42089"/>
                  <a:pt x="1709146" y="42496"/>
                  <a:pt x="1709146" y="42979"/>
                </a:cubicBezTo>
                <a:lnTo>
                  <a:pt x="1709146" y="54832"/>
                </a:lnTo>
                <a:cubicBezTo>
                  <a:pt x="1711377" y="51574"/>
                  <a:pt x="1713474" y="48920"/>
                  <a:pt x="1715434" y="46869"/>
                </a:cubicBezTo>
                <a:cubicBezTo>
                  <a:pt x="1717394" y="44818"/>
                  <a:pt x="1719249" y="43205"/>
                  <a:pt x="1720999" y="42029"/>
                </a:cubicBezTo>
                <a:cubicBezTo>
                  <a:pt x="1722748" y="40852"/>
                  <a:pt x="1724482" y="40038"/>
                  <a:pt x="1726201" y="39586"/>
                </a:cubicBezTo>
                <a:cubicBezTo>
                  <a:pt x="1727920" y="39133"/>
                  <a:pt x="1729655" y="38907"/>
                  <a:pt x="1731404" y="38907"/>
                </a:cubicBezTo>
                <a:cubicBezTo>
                  <a:pt x="1732188" y="38907"/>
                  <a:pt x="1733078" y="38952"/>
                  <a:pt x="1734073" y="39043"/>
                </a:cubicBezTo>
                <a:cubicBezTo>
                  <a:pt x="1735068" y="39133"/>
                  <a:pt x="1736109" y="39299"/>
                  <a:pt x="1737195" y="39540"/>
                </a:cubicBezTo>
                <a:cubicBezTo>
                  <a:pt x="1738280" y="39782"/>
                  <a:pt x="1739261" y="40053"/>
                  <a:pt x="1740135" y="40355"/>
                </a:cubicBezTo>
                <a:cubicBezTo>
                  <a:pt x="1741010" y="40656"/>
                  <a:pt x="1741628" y="40958"/>
                  <a:pt x="1741990" y="41259"/>
                </a:cubicBezTo>
                <a:cubicBezTo>
                  <a:pt x="1742352" y="41561"/>
                  <a:pt x="1742593" y="41848"/>
                  <a:pt x="1742714" y="42119"/>
                </a:cubicBezTo>
                <a:cubicBezTo>
                  <a:pt x="1742835" y="42390"/>
                  <a:pt x="1742940" y="42737"/>
                  <a:pt x="1743031" y="43160"/>
                </a:cubicBezTo>
                <a:cubicBezTo>
                  <a:pt x="1743121" y="43582"/>
                  <a:pt x="1743182" y="44200"/>
                  <a:pt x="1743212" y="45014"/>
                </a:cubicBezTo>
                <a:cubicBezTo>
                  <a:pt x="1743242" y="45829"/>
                  <a:pt x="1743257" y="46930"/>
                  <a:pt x="1743257" y="48317"/>
                </a:cubicBezTo>
                <a:close/>
                <a:moveTo>
                  <a:pt x="1836114" y="82836"/>
                </a:moveTo>
                <a:cubicBezTo>
                  <a:pt x="1836114" y="89477"/>
                  <a:pt x="1835240" y="95590"/>
                  <a:pt x="1833490" y="101175"/>
                </a:cubicBezTo>
                <a:cubicBezTo>
                  <a:pt x="1831741" y="106760"/>
                  <a:pt x="1829132" y="111577"/>
                  <a:pt x="1825664" y="115624"/>
                </a:cubicBezTo>
                <a:cubicBezTo>
                  <a:pt x="1822195" y="119669"/>
                  <a:pt x="1817852" y="122824"/>
                  <a:pt x="1812635" y="125087"/>
                </a:cubicBezTo>
                <a:cubicBezTo>
                  <a:pt x="1807417" y="127351"/>
                  <a:pt x="1801370" y="128483"/>
                  <a:pt x="1794493" y="128483"/>
                </a:cubicBezTo>
                <a:cubicBezTo>
                  <a:pt x="1787797" y="128483"/>
                  <a:pt x="1781961" y="127487"/>
                  <a:pt x="1776985" y="125495"/>
                </a:cubicBezTo>
                <a:cubicBezTo>
                  <a:pt x="1772008" y="123502"/>
                  <a:pt x="1767861" y="120604"/>
                  <a:pt x="1764544" y="116800"/>
                </a:cubicBezTo>
                <a:cubicBezTo>
                  <a:pt x="1761226" y="112996"/>
                  <a:pt x="1758753" y="108377"/>
                  <a:pt x="1757124" y="102942"/>
                </a:cubicBezTo>
                <a:cubicBezTo>
                  <a:pt x="1755496" y="97508"/>
                  <a:pt x="1754681" y="91348"/>
                  <a:pt x="1754681" y="84464"/>
                </a:cubicBezTo>
                <a:cubicBezTo>
                  <a:pt x="1754681" y="77823"/>
                  <a:pt x="1755541" y="71710"/>
                  <a:pt x="1757260" y="66125"/>
                </a:cubicBezTo>
                <a:cubicBezTo>
                  <a:pt x="1758979" y="60539"/>
                  <a:pt x="1761573" y="55724"/>
                  <a:pt x="1765041" y="51679"/>
                </a:cubicBezTo>
                <a:cubicBezTo>
                  <a:pt x="1768510" y="47632"/>
                  <a:pt x="1772838" y="44491"/>
                  <a:pt x="1778025" y="42258"/>
                </a:cubicBezTo>
                <a:cubicBezTo>
                  <a:pt x="1783213" y="40024"/>
                  <a:pt x="1789275" y="38907"/>
                  <a:pt x="1796212" y="38907"/>
                </a:cubicBezTo>
                <a:cubicBezTo>
                  <a:pt x="1802908" y="38907"/>
                  <a:pt x="1808744" y="39903"/>
                  <a:pt x="1813720" y="41896"/>
                </a:cubicBezTo>
                <a:cubicBezTo>
                  <a:pt x="1818697" y="43888"/>
                  <a:pt x="1822844" y="46786"/>
                  <a:pt x="1826161" y="50590"/>
                </a:cubicBezTo>
                <a:cubicBezTo>
                  <a:pt x="1829479" y="54394"/>
                  <a:pt x="1831967" y="59014"/>
                  <a:pt x="1833626" y="64448"/>
                </a:cubicBezTo>
                <a:cubicBezTo>
                  <a:pt x="1835285" y="69883"/>
                  <a:pt x="1836114" y="76012"/>
                  <a:pt x="1836114" y="82836"/>
                </a:cubicBezTo>
                <a:moveTo>
                  <a:pt x="1820371" y="83831"/>
                </a:moveTo>
                <a:cubicBezTo>
                  <a:pt x="1820371" y="79422"/>
                  <a:pt x="1819964" y="75254"/>
                  <a:pt x="1819149" y="71327"/>
                </a:cubicBezTo>
                <a:cubicBezTo>
                  <a:pt x="1818335" y="67401"/>
                  <a:pt x="1816993" y="63958"/>
                  <a:pt x="1815123" y="60998"/>
                </a:cubicBezTo>
                <a:cubicBezTo>
                  <a:pt x="1813253" y="58039"/>
                  <a:pt x="1810719" y="55699"/>
                  <a:pt x="1807522" y="53978"/>
                </a:cubicBezTo>
                <a:cubicBezTo>
                  <a:pt x="1804325" y="52255"/>
                  <a:pt x="1800344" y="51393"/>
                  <a:pt x="1795579" y="51393"/>
                </a:cubicBezTo>
                <a:cubicBezTo>
                  <a:pt x="1791175" y="51393"/>
                  <a:pt x="1787390" y="52178"/>
                  <a:pt x="1784223" y="53749"/>
                </a:cubicBezTo>
                <a:cubicBezTo>
                  <a:pt x="1781057" y="55319"/>
                  <a:pt x="1778448" y="57539"/>
                  <a:pt x="1776397" y="60410"/>
                </a:cubicBezTo>
                <a:cubicBezTo>
                  <a:pt x="1774346" y="63279"/>
                  <a:pt x="1772823" y="66677"/>
                  <a:pt x="1771828" y="70604"/>
                </a:cubicBezTo>
                <a:cubicBezTo>
                  <a:pt x="1770832" y="74528"/>
                  <a:pt x="1770335" y="78817"/>
                  <a:pt x="1770335" y="83469"/>
                </a:cubicBezTo>
                <a:cubicBezTo>
                  <a:pt x="1770335" y="87938"/>
                  <a:pt x="1770742" y="92136"/>
                  <a:pt x="1771556" y="96063"/>
                </a:cubicBezTo>
                <a:cubicBezTo>
                  <a:pt x="1772370" y="99989"/>
                  <a:pt x="1773728" y="103417"/>
                  <a:pt x="1775628" y="106347"/>
                </a:cubicBezTo>
                <a:cubicBezTo>
                  <a:pt x="1777528" y="109276"/>
                  <a:pt x="1780076" y="111602"/>
                  <a:pt x="1783273" y="113325"/>
                </a:cubicBezTo>
                <a:cubicBezTo>
                  <a:pt x="1786470" y="115046"/>
                  <a:pt x="1790452" y="115906"/>
                  <a:pt x="1795217" y="115906"/>
                </a:cubicBezTo>
                <a:cubicBezTo>
                  <a:pt x="1799560" y="115906"/>
                  <a:pt x="1803330" y="115121"/>
                  <a:pt x="1806527" y="113551"/>
                </a:cubicBezTo>
                <a:cubicBezTo>
                  <a:pt x="1809724" y="111981"/>
                  <a:pt x="1812348" y="109776"/>
                  <a:pt x="1814399" y="106938"/>
                </a:cubicBezTo>
                <a:cubicBezTo>
                  <a:pt x="1816450" y="104097"/>
                  <a:pt x="1817958" y="100714"/>
                  <a:pt x="1818923" y="96789"/>
                </a:cubicBezTo>
                <a:cubicBezTo>
                  <a:pt x="1819888" y="92863"/>
                  <a:pt x="1820371" y="88543"/>
                  <a:pt x="1820371" y="83831"/>
                </a:cubicBezTo>
                <a:close/>
                <a:moveTo>
                  <a:pt x="1928161" y="124412"/>
                </a:moveTo>
                <a:cubicBezTo>
                  <a:pt x="1928161" y="124894"/>
                  <a:pt x="1928040" y="125301"/>
                  <a:pt x="1927799" y="125633"/>
                </a:cubicBezTo>
                <a:cubicBezTo>
                  <a:pt x="1927557" y="125965"/>
                  <a:pt x="1927165" y="126251"/>
                  <a:pt x="1926622" y="126493"/>
                </a:cubicBezTo>
                <a:cubicBezTo>
                  <a:pt x="1926079" y="126734"/>
                  <a:pt x="1925325" y="126915"/>
                  <a:pt x="1924360" y="127036"/>
                </a:cubicBezTo>
                <a:cubicBezTo>
                  <a:pt x="1923395" y="127156"/>
                  <a:pt x="1922189" y="127217"/>
                  <a:pt x="1920741" y="127217"/>
                </a:cubicBezTo>
                <a:cubicBezTo>
                  <a:pt x="1919233" y="127217"/>
                  <a:pt x="1917996" y="127156"/>
                  <a:pt x="1917031" y="127036"/>
                </a:cubicBezTo>
                <a:cubicBezTo>
                  <a:pt x="1916066" y="126915"/>
                  <a:pt x="1915312" y="126734"/>
                  <a:pt x="1914769" y="126493"/>
                </a:cubicBezTo>
                <a:cubicBezTo>
                  <a:pt x="1914226" y="126251"/>
                  <a:pt x="1913834" y="125965"/>
                  <a:pt x="1913593" y="125633"/>
                </a:cubicBezTo>
                <a:cubicBezTo>
                  <a:pt x="1913352" y="125301"/>
                  <a:pt x="1913231" y="124894"/>
                  <a:pt x="1913231" y="124412"/>
                </a:cubicBezTo>
                <a:lnTo>
                  <a:pt x="1913231" y="76728"/>
                </a:lnTo>
                <a:cubicBezTo>
                  <a:pt x="1913231" y="72083"/>
                  <a:pt x="1912869" y="68343"/>
                  <a:pt x="1912145" y="65508"/>
                </a:cubicBezTo>
                <a:cubicBezTo>
                  <a:pt x="1911421" y="62673"/>
                  <a:pt x="1910366" y="60230"/>
                  <a:pt x="1908978" y="58179"/>
                </a:cubicBezTo>
                <a:cubicBezTo>
                  <a:pt x="1907591" y="56129"/>
                  <a:pt x="1905797" y="54560"/>
                  <a:pt x="1903595" y="53474"/>
                </a:cubicBezTo>
                <a:cubicBezTo>
                  <a:pt x="1901393" y="52389"/>
                  <a:pt x="1898845" y="51846"/>
                  <a:pt x="1895949" y="51846"/>
                </a:cubicBezTo>
                <a:cubicBezTo>
                  <a:pt x="1892209" y="51846"/>
                  <a:pt x="1888469" y="53173"/>
                  <a:pt x="1884730" y="55827"/>
                </a:cubicBezTo>
                <a:cubicBezTo>
                  <a:pt x="1880990" y="58481"/>
                  <a:pt x="1877069" y="62372"/>
                  <a:pt x="1872967" y="67499"/>
                </a:cubicBezTo>
                <a:lnTo>
                  <a:pt x="1872967" y="124412"/>
                </a:lnTo>
                <a:cubicBezTo>
                  <a:pt x="1872967" y="124894"/>
                  <a:pt x="1872846" y="125301"/>
                  <a:pt x="1872605" y="125633"/>
                </a:cubicBezTo>
                <a:cubicBezTo>
                  <a:pt x="1872364" y="125965"/>
                  <a:pt x="1871972" y="126251"/>
                  <a:pt x="1871429" y="126493"/>
                </a:cubicBezTo>
                <a:cubicBezTo>
                  <a:pt x="1870886" y="126734"/>
                  <a:pt x="1870132" y="126915"/>
                  <a:pt x="1869167" y="127036"/>
                </a:cubicBezTo>
                <a:cubicBezTo>
                  <a:pt x="1868202" y="127156"/>
                  <a:pt x="1866965" y="127217"/>
                  <a:pt x="1865457" y="127217"/>
                </a:cubicBezTo>
                <a:cubicBezTo>
                  <a:pt x="1864009" y="127217"/>
                  <a:pt x="1862803" y="127156"/>
                  <a:pt x="1861838" y="127036"/>
                </a:cubicBezTo>
                <a:cubicBezTo>
                  <a:pt x="1860873" y="126915"/>
                  <a:pt x="1860104" y="126734"/>
                  <a:pt x="1859530" y="126493"/>
                </a:cubicBezTo>
                <a:cubicBezTo>
                  <a:pt x="1858957" y="126251"/>
                  <a:pt x="1858565" y="125965"/>
                  <a:pt x="1858354" y="125633"/>
                </a:cubicBezTo>
                <a:cubicBezTo>
                  <a:pt x="1858143" y="125301"/>
                  <a:pt x="1858038" y="124894"/>
                  <a:pt x="1858038" y="124412"/>
                </a:cubicBezTo>
                <a:lnTo>
                  <a:pt x="1858038" y="42979"/>
                </a:lnTo>
                <a:cubicBezTo>
                  <a:pt x="1858038" y="42496"/>
                  <a:pt x="1858128" y="42089"/>
                  <a:pt x="1858309" y="41757"/>
                </a:cubicBezTo>
                <a:cubicBezTo>
                  <a:pt x="1858490" y="41425"/>
                  <a:pt x="1858852" y="41124"/>
                  <a:pt x="1859395" y="40852"/>
                </a:cubicBezTo>
                <a:cubicBezTo>
                  <a:pt x="1859938" y="40581"/>
                  <a:pt x="1860631" y="40400"/>
                  <a:pt x="1861476" y="40309"/>
                </a:cubicBezTo>
                <a:cubicBezTo>
                  <a:pt x="1862320" y="40219"/>
                  <a:pt x="1863436" y="40174"/>
                  <a:pt x="1864824" y="40174"/>
                </a:cubicBezTo>
                <a:cubicBezTo>
                  <a:pt x="1866151" y="40174"/>
                  <a:pt x="1867252" y="40219"/>
                  <a:pt x="1868126" y="40309"/>
                </a:cubicBezTo>
                <a:cubicBezTo>
                  <a:pt x="1869001" y="40400"/>
                  <a:pt x="1869679" y="40581"/>
                  <a:pt x="1870162" y="40852"/>
                </a:cubicBezTo>
                <a:cubicBezTo>
                  <a:pt x="1870645" y="41124"/>
                  <a:pt x="1870991" y="41425"/>
                  <a:pt x="1871203" y="41757"/>
                </a:cubicBezTo>
                <a:cubicBezTo>
                  <a:pt x="1871414" y="42089"/>
                  <a:pt x="1871519" y="42496"/>
                  <a:pt x="1871519" y="42979"/>
                </a:cubicBezTo>
                <a:lnTo>
                  <a:pt x="1871519" y="53746"/>
                </a:lnTo>
                <a:cubicBezTo>
                  <a:pt x="1876104" y="48619"/>
                  <a:pt x="1880673" y="44864"/>
                  <a:pt x="1885227" y="42481"/>
                </a:cubicBezTo>
                <a:cubicBezTo>
                  <a:pt x="1889781" y="40098"/>
                  <a:pt x="1894381" y="38907"/>
                  <a:pt x="1899026" y="38907"/>
                </a:cubicBezTo>
                <a:cubicBezTo>
                  <a:pt x="1904454" y="38907"/>
                  <a:pt x="1909024" y="39827"/>
                  <a:pt x="1912733" y="41667"/>
                </a:cubicBezTo>
                <a:cubicBezTo>
                  <a:pt x="1916443" y="43506"/>
                  <a:pt x="1919444" y="45964"/>
                  <a:pt x="1921736" y="49041"/>
                </a:cubicBezTo>
                <a:cubicBezTo>
                  <a:pt x="1924029" y="52117"/>
                  <a:pt x="1925672" y="55721"/>
                  <a:pt x="1926668" y="59853"/>
                </a:cubicBezTo>
                <a:cubicBezTo>
                  <a:pt x="1927663" y="63985"/>
                  <a:pt x="1928161" y="68947"/>
                  <a:pt x="1928161" y="74738"/>
                </a:cubicBezTo>
                <a:lnTo>
                  <a:pt x="1928161" y="124412"/>
                </a:lnTo>
                <a:close/>
                <a:moveTo>
                  <a:pt x="1997668" y="118530"/>
                </a:moveTo>
                <a:cubicBezTo>
                  <a:pt x="1997668" y="120280"/>
                  <a:pt x="1997548" y="121667"/>
                  <a:pt x="1997306" y="122693"/>
                </a:cubicBezTo>
                <a:cubicBezTo>
                  <a:pt x="1997065" y="123718"/>
                  <a:pt x="1996703" y="124472"/>
                  <a:pt x="1996221" y="124955"/>
                </a:cubicBezTo>
                <a:cubicBezTo>
                  <a:pt x="1995738" y="125437"/>
                  <a:pt x="1995014" y="125890"/>
                  <a:pt x="1994049" y="126312"/>
                </a:cubicBezTo>
                <a:cubicBezTo>
                  <a:pt x="1993084" y="126734"/>
                  <a:pt x="1991983" y="127081"/>
                  <a:pt x="1990747" y="127352"/>
                </a:cubicBezTo>
                <a:cubicBezTo>
                  <a:pt x="1989510" y="127624"/>
                  <a:pt x="1988198" y="127850"/>
                  <a:pt x="1986811" y="128031"/>
                </a:cubicBezTo>
                <a:cubicBezTo>
                  <a:pt x="1985423" y="128212"/>
                  <a:pt x="1984036" y="128302"/>
                  <a:pt x="1982648" y="128302"/>
                </a:cubicBezTo>
                <a:cubicBezTo>
                  <a:pt x="1978426" y="128302"/>
                  <a:pt x="1974807" y="127743"/>
                  <a:pt x="1971791" y="126626"/>
                </a:cubicBezTo>
                <a:cubicBezTo>
                  <a:pt x="1968775" y="125506"/>
                  <a:pt x="1966302" y="123812"/>
                  <a:pt x="1964371" y="121545"/>
                </a:cubicBezTo>
                <a:cubicBezTo>
                  <a:pt x="1962441" y="119277"/>
                  <a:pt x="1961039" y="116405"/>
                  <a:pt x="1960164" y="112929"/>
                </a:cubicBezTo>
                <a:cubicBezTo>
                  <a:pt x="1959289" y="109453"/>
                  <a:pt x="1958852" y="105357"/>
                  <a:pt x="1958852" y="100641"/>
                </a:cubicBezTo>
                <a:lnTo>
                  <a:pt x="1958852" y="52932"/>
                </a:lnTo>
                <a:lnTo>
                  <a:pt x="1947451" y="52932"/>
                </a:lnTo>
                <a:cubicBezTo>
                  <a:pt x="1946546" y="52932"/>
                  <a:pt x="1945823" y="52449"/>
                  <a:pt x="1945280" y="51484"/>
                </a:cubicBezTo>
                <a:cubicBezTo>
                  <a:pt x="1944737" y="50519"/>
                  <a:pt x="1944465" y="48950"/>
                  <a:pt x="1944465" y="46779"/>
                </a:cubicBezTo>
                <a:cubicBezTo>
                  <a:pt x="1944465" y="45633"/>
                  <a:pt x="1944541" y="44668"/>
                  <a:pt x="1944692" y="43883"/>
                </a:cubicBezTo>
                <a:cubicBezTo>
                  <a:pt x="1944842" y="43099"/>
                  <a:pt x="1945038" y="42451"/>
                  <a:pt x="1945280" y="41938"/>
                </a:cubicBezTo>
                <a:cubicBezTo>
                  <a:pt x="1945521" y="41425"/>
                  <a:pt x="1945838" y="41063"/>
                  <a:pt x="1946230" y="40852"/>
                </a:cubicBezTo>
                <a:cubicBezTo>
                  <a:pt x="1946622" y="40641"/>
                  <a:pt x="1947059" y="40536"/>
                  <a:pt x="1947542" y="40536"/>
                </a:cubicBezTo>
                <a:lnTo>
                  <a:pt x="1958852" y="40536"/>
                </a:lnTo>
                <a:lnTo>
                  <a:pt x="1958852" y="21173"/>
                </a:lnTo>
                <a:cubicBezTo>
                  <a:pt x="1958852" y="20750"/>
                  <a:pt x="1958957" y="20358"/>
                  <a:pt x="1959169" y="19996"/>
                </a:cubicBezTo>
                <a:cubicBezTo>
                  <a:pt x="1959380" y="19634"/>
                  <a:pt x="1959772" y="19318"/>
                  <a:pt x="1960345" y="19046"/>
                </a:cubicBezTo>
                <a:cubicBezTo>
                  <a:pt x="1960918" y="18775"/>
                  <a:pt x="1961687" y="18579"/>
                  <a:pt x="1962652" y="18458"/>
                </a:cubicBezTo>
                <a:cubicBezTo>
                  <a:pt x="1963617" y="18338"/>
                  <a:pt x="1964824" y="18277"/>
                  <a:pt x="1966271" y="18277"/>
                </a:cubicBezTo>
                <a:cubicBezTo>
                  <a:pt x="1967779" y="18277"/>
                  <a:pt x="1969016" y="18338"/>
                  <a:pt x="1969981" y="18458"/>
                </a:cubicBezTo>
                <a:cubicBezTo>
                  <a:pt x="1970946" y="18579"/>
                  <a:pt x="1971700" y="18775"/>
                  <a:pt x="1972243" y="19046"/>
                </a:cubicBezTo>
                <a:cubicBezTo>
                  <a:pt x="1972786" y="19318"/>
                  <a:pt x="1973178" y="19634"/>
                  <a:pt x="1973419" y="19996"/>
                </a:cubicBezTo>
                <a:cubicBezTo>
                  <a:pt x="1973661" y="20358"/>
                  <a:pt x="1973781" y="20750"/>
                  <a:pt x="1973781" y="21173"/>
                </a:cubicBezTo>
                <a:lnTo>
                  <a:pt x="1973781" y="40536"/>
                </a:lnTo>
                <a:lnTo>
                  <a:pt x="1994682" y="40536"/>
                </a:lnTo>
                <a:cubicBezTo>
                  <a:pt x="1995165" y="40536"/>
                  <a:pt x="1995587" y="40641"/>
                  <a:pt x="1995949" y="40852"/>
                </a:cubicBezTo>
                <a:cubicBezTo>
                  <a:pt x="1996311" y="41063"/>
                  <a:pt x="1996628" y="41425"/>
                  <a:pt x="1996899" y="41938"/>
                </a:cubicBezTo>
                <a:cubicBezTo>
                  <a:pt x="1997171" y="42451"/>
                  <a:pt x="1997367" y="43099"/>
                  <a:pt x="1997487" y="43883"/>
                </a:cubicBezTo>
                <a:cubicBezTo>
                  <a:pt x="1997608" y="44668"/>
                  <a:pt x="1997668" y="45633"/>
                  <a:pt x="1997668" y="46779"/>
                </a:cubicBezTo>
                <a:cubicBezTo>
                  <a:pt x="1997668" y="48950"/>
                  <a:pt x="1997397" y="50519"/>
                  <a:pt x="1996854" y="51484"/>
                </a:cubicBezTo>
                <a:cubicBezTo>
                  <a:pt x="1996311" y="52449"/>
                  <a:pt x="1995587" y="52932"/>
                  <a:pt x="1994682" y="52932"/>
                </a:cubicBezTo>
                <a:lnTo>
                  <a:pt x="1973781" y="52932"/>
                </a:lnTo>
                <a:lnTo>
                  <a:pt x="1973781" y="98486"/>
                </a:lnTo>
                <a:cubicBezTo>
                  <a:pt x="1973781" y="104111"/>
                  <a:pt x="1974611" y="108361"/>
                  <a:pt x="1976270" y="111235"/>
                </a:cubicBezTo>
                <a:cubicBezTo>
                  <a:pt x="1977928" y="114108"/>
                  <a:pt x="1980899" y="115545"/>
                  <a:pt x="1985182" y="115545"/>
                </a:cubicBezTo>
                <a:cubicBezTo>
                  <a:pt x="1986569" y="115545"/>
                  <a:pt x="1987806" y="115409"/>
                  <a:pt x="1988892" y="115137"/>
                </a:cubicBezTo>
                <a:cubicBezTo>
                  <a:pt x="1989977" y="114866"/>
                  <a:pt x="1990943" y="114579"/>
                  <a:pt x="1991787" y="114278"/>
                </a:cubicBezTo>
                <a:cubicBezTo>
                  <a:pt x="1992632" y="113976"/>
                  <a:pt x="1993355" y="113690"/>
                  <a:pt x="1993959" y="113418"/>
                </a:cubicBezTo>
                <a:cubicBezTo>
                  <a:pt x="1994562" y="113147"/>
                  <a:pt x="1995105" y="113011"/>
                  <a:pt x="1995587" y="113011"/>
                </a:cubicBezTo>
                <a:cubicBezTo>
                  <a:pt x="1995889" y="113011"/>
                  <a:pt x="1996175" y="113086"/>
                  <a:pt x="1996447" y="113237"/>
                </a:cubicBezTo>
                <a:cubicBezTo>
                  <a:pt x="1996718" y="113388"/>
                  <a:pt x="1996929" y="113675"/>
                  <a:pt x="1997080" y="114097"/>
                </a:cubicBezTo>
                <a:cubicBezTo>
                  <a:pt x="1997231" y="114519"/>
                  <a:pt x="1997367" y="115092"/>
                  <a:pt x="1997487" y="115816"/>
                </a:cubicBezTo>
                <a:cubicBezTo>
                  <a:pt x="1997608" y="116540"/>
                  <a:pt x="1997668" y="117445"/>
                  <a:pt x="1997668" y="118530"/>
                </a:cubicBezTo>
                <a:close/>
                <a:moveTo>
                  <a:pt x="2087353" y="80166"/>
                </a:moveTo>
                <a:cubicBezTo>
                  <a:pt x="2087353" y="82519"/>
                  <a:pt x="2086765" y="84193"/>
                  <a:pt x="2085588" y="85188"/>
                </a:cubicBezTo>
                <a:cubicBezTo>
                  <a:pt x="2084412" y="86183"/>
                  <a:pt x="2083070" y="86681"/>
                  <a:pt x="2081562" y="86681"/>
                </a:cubicBezTo>
                <a:lnTo>
                  <a:pt x="2028178" y="86681"/>
                </a:lnTo>
                <a:cubicBezTo>
                  <a:pt x="2028178" y="91218"/>
                  <a:pt x="2028630" y="95302"/>
                  <a:pt x="2029535" y="98933"/>
                </a:cubicBezTo>
                <a:cubicBezTo>
                  <a:pt x="2030440" y="102563"/>
                  <a:pt x="2031948" y="105679"/>
                  <a:pt x="2034059" y="108281"/>
                </a:cubicBezTo>
                <a:cubicBezTo>
                  <a:pt x="2036171" y="110882"/>
                  <a:pt x="2038915" y="112879"/>
                  <a:pt x="2042293" y="114272"/>
                </a:cubicBezTo>
                <a:cubicBezTo>
                  <a:pt x="2045671" y="115663"/>
                  <a:pt x="2049803" y="116359"/>
                  <a:pt x="2054689" y="116359"/>
                </a:cubicBezTo>
                <a:cubicBezTo>
                  <a:pt x="2058550" y="116359"/>
                  <a:pt x="2061988" y="116042"/>
                  <a:pt x="2065004" y="115409"/>
                </a:cubicBezTo>
                <a:cubicBezTo>
                  <a:pt x="2068020" y="114775"/>
                  <a:pt x="2070629" y="114067"/>
                  <a:pt x="2072831" y="113283"/>
                </a:cubicBezTo>
                <a:cubicBezTo>
                  <a:pt x="2075032" y="112498"/>
                  <a:pt x="2076842" y="111790"/>
                  <a:pt x="2078259" y="111156"/>
                </a:cubicBezTo>
                <a:cubicBezTo>
                  <a:pt x="2079677" y="110523"/>
                  <a:pt x="2080748" y="110206"/>
                  <a:pt x="2081471" y="110206"/>
                </a:cubicBezTo>
                <a:cubicBezTo>
                  <a:pt x="2081894" y="110206"/>
                  <a:pt x="2082271" y="110312"/>
                  <a:pt x="2082603" y="110523"/>
                </a:cubicBezTo>
                <a:cubicBezTo>
                  <a:pt x="2082934" y="110734"/>
                  <a:pt x="2083191" y="111051"/>
                  <a:pt x="2083372" y="111473"/>
                </a:cubicBezTo>
                <a:cubicBezTo>
                  <a:pt x="2083553" y="111895"/>
                  <a:pt x="2083688" y="112483"/>
                  <a:pt x="2083779" y="113237"/>
                </a:cubicBezTo>
                <a:cubicBezTo>
                  <a:pt x="2083869" y="113991"/>
                  <a:pt x="2083914" y="114911"/>
                  <a:pt x="2083914" y="115997"/>
                </a:cubicBezTo>
                <a:cubicBezTo>
                  <a:pt x="2083914" y="116781"/>
                  <a:pt x="2083884" y="117460"/>
                  <a:pt x="2083824" y="118033"/>
                </a:cubicBezTo>
                <a:cubicBezTo>
                  <a:pt x="2083764" y="118606"/>
                  <a:pt x="2083688" y="119119"/>
                  <a:pt x="2083598" y="119571"/>
                </a:cubicBezTo>
                <a:cubicBezTo>
                  <a:pt x="2083507" y="120023"/>
                  <a:pt x="2083357" y="120431"/>
                  <a:pt x="2083145" y="120792"/>
                </a:cubicBezTo>
                <a:cubicBezTo>
                  <a:pt x="2082934" y="121154"/>
                  <a:pt x="2082663" y="121501"/>
                  <a:pt x="2082331" y="121833"/>
                </a:cubicBezTo>
                <a:cubicBezTo>
                  <a:pt x="2081999" y="122165"/>
                  <a:pt x="2081019" y="122708"/>
                  <a:pt x="2079390" y="123462"/>
                </a:cubicBezTo>
                <a:cubicBezTo>
                  <a:pt x="2077762" y="124216"/>
                  <a:pt x="2075651" y="124955"/>
                  <a:pt x="2073057" y="125678"/>
                </a:cubicBezTo>
                <a:cubicBezTo>
                  <a:pt x="2070463" y="126402"/>
                  <a:pt x="2067462" y="127051"/>
                  <a:pt x="2064054" y="127624"/>
                </a:cubicBezTo>
                <a:cubicBezTo>
                  <a:pt x="2060646" y="128197"/>
                  <a:pt x="2057011" y="128483"/>
                  <a:pt x="2053151" y="128483"/>
                </a:cubicBezTo>
                <a:cubicBezTo>
                  <a:pt x="2046455" y="128483"/>
                  <a:pt x="2040589" y="127547"/>
                  <a:pt x="2035552" y="125676"/>
                </a:cubicBezTo>
                <a:cubicBezTo>
                  <a:pt x="2030515" y="123804"/>
                  <a:pt x="2026278" y="121026"/>
                  <a:pt x="2022840" y="117343"/>
                </a:cubicBezTo>
                <a:cubicBezTo>
                  <a:pt x="2019401" y="113660"/>
                  <a:pt x="2016808" y="109040"/>
                  <a:pt x="2015058" y="103485"/>
                </a:cubicBezTo>
                <a:cubicBezTo>
                  <a:pt x="2013309" y="97930"/>
                  <a:pt x="2012434" y="91469"/>
                  <a:pt x="2012434" y="84102"/>
                </a:cubicBezTo>
                <a:cubicBezTo>
                  <a:pt x="2012434" y="77098"/>
                  <a:pt x="2013339" y="70803"/>
                  <a:pt x="2015149" y="65217"/>
                </a:cubicBezTo>
                <a:cubicBezTo>
                  <a:pt x="2016958" y="59632"/>
                  <a:pt x="2019567" y="54892"/>
                  <a:pt x="2022975" y="50997"/>
                </a:cubicBezTo>
                <a:cubicBezTo>
                  <a:pt x="2026383" y="47103"/>
                  <a:pt x="2030500" y="44114"/>
                  <a:pt x="2035326" y="42031"/>
                </a:cubicBezTo>
                <a:cubicBezTo>
                  <a:pt x="2040152" y="39948"/>
                  <a:pt x="2045550" y="38907"/>
                  <a:pt x="2051522" y="38907"/>
                </a:cubicBezTo>
                <a:cubicBezTo>
                  <a:pt x="2057916" y="38907"/>
                  <a:pt x="2063360" y="39932"/>
                  <a:pt x="2067854" y="41983"/>
                </a:cubicBezTo>
                <a:cubicBezTo>
                  <a:pt x="2072348" y="44034"/>
                  <a:pt x="2076043" y="46794"/>
                  <a:pt x="2078938" y="50262"/>
                </a:cubicBezTo>
                <a:cubicBezTo>
                  <a:pt x="2081833" y="53731"/>
                  <a:pt x="2083960" y="57802"/>
                  <a:pt x="2085317" y="62477"/>
                </a:cubicBezTo>
                <a:cubicBezTo>
                  <a:pt x="2086674" y="67152"/>
                  <a:pt x="2087353" y="72144"/>
                  <a:pt x="2087353" y="77452"/>
                </a:cubicBezTo>
                <a:lnTo>
                  <a:pt x="2087353" y="80166"/>
                </a:lnTo>
                <a:moveTo>
                  <a:pt x="2072333" y="75733"/>
                </a:moveTo>
                <a:cubicBezTo>
                  <a:pt x="2072514" y="67891"/>
                  <a:pt x="2070780" y="61738"/>
                  <a:pt x="2067130" y="57275"/>
                </a:cubicBezTo>
                <a:cubicBezTo>
                  <a:pt x="2063481" y="52811"/>
                  <a:pt x="2058067" y="50579"/>
                  <a:pt x="2050889" y="50579"/>
                </a:cubicBezTo>
                <a:cubicBezTo>
                  <a:pt x="2047209" y="50579"/>
                  <a:pt x="2043982" y="51273"/>
                  <a:pt x="2041207" y="52660"/>
                </a:cubicBezTo>
                <a:cubicBezTo>
                  <a:pt x="2038433" y="54047"/>
                  <a:pt x="2036110" y="55887"/>
                  <a:pt x="2034240" y="58179"/>
                </a:cubicBezTo>
                <a:cubicBezTo>
                  <a:pt x="2032370" y="60472"/>
                  <a:pt x="2030923" y="63141"/>
                  <a:pt x="2029897" y="66187"/>
                </a:cubicBezTo>
                <a:cubicBezTo>
                  <a:pt x="2028872" y="69233"/>
                  <a:pt x="2028299" y="72415"/>
                  <a:pt x="2028178" y="75733"/>
                </a:cubicBezTo>
                <a:lnTo>
                  <a:pt x="2072333" y="75733"/>
                </a:lnTo>
                <a:close/>
                <a:moveTo>
                  <a:pt x="2179721" y="124409"/>
                </a:moveTo>
                <a:cubicBezTo>
                  <a:pt x="2179721" y="124891"/>
                  <a:pt x="2179616" y="125315"/>
                  <a:pt x="2179405" y="125678"/>
                </a:cubicBezTo>
                <a:cubicBezTo>
                  <a:pt x="2179193" y="126040"/>
                  <a:pt x="2178831" y="126327"/>
                  <a:pt x="2178319" y="126538"/>
                </a:cubicBezTo>
                <a:cubicBezTo>
                  <a:pt x="2177806" y="126749"/>
                  <a:pt x="2177127" y="126915"/>
                  <a:pt x="2176283" y="127036"/>
                </a:cubicBezTo>
                <a:cubicBezTo>
                  <a:pt x="2175438" y="127156"/>
                  <a:pt x="2174413" y="127217"/>
                  <a:pt x="2173207" y="127217"/>
                </a:cubicBezTo>
                <a:cubicBezTo>
                  <a:pt x="2171940" y="127217"/>
                  <a:pt x="2170884" y="127156"/>
                  <a:pt x="2170040" y="127036"/>
                </a:cubicBezTo>
                <a:cubicBezTo>
                  <a:pt x="2169195" y="126917"/>
                  <a:pt x="2168502" y="126753"/>
                  <a:pt x="2167959" y="126544"/>
                </a:cubicBezTo>
                <a:cubicBezTo>
                  <a:pt x="2167416" y="126333"/>
                  <a:pt x="2167024" y="126047"/>
                  <a:pt x="2166782" y="125687"/>
                </a:cubicBezTo>
                <a:cubicBezTo>
                  <a:pt x="2166541" y="125327"/>
                  <a:pt x="2166420" y="124907"/>
                  <a:pt x="2166420" y="124429"/>
                </a:cubicBezTo>
                <a:lnTo>
                  <a:pt x="2166420" y="113721"/>
                </a:lnTo>
                <a:cubicBezTo>
                  <a:pt x="2162138" y="118369"/>
                  <a:pt x="2157689" y="121992"/>
                  <a:pt x="2153074" y="124590"/>
                </a:cubicBezTo>
                <a:cubicBezTo>
                  <a:pt x="2148460" y="127186"/>
                  <a:pt x="2143408" y="128483"/>
                  <a:pt x="2137919" y="128483"/>
                </a:cubicBezTo>
                <a:cubicBezTo>
                  <a:pt x="2131947" y="128483"/>
                  <a:pt x="2126850" y="127321"/>
                  <a:pt x="2122628" y="124997"/>
                </a:cubicBezTo>
                <a:cubicBezTo>
                  <a:pt x="2118405" y="122673"/>
                  <a:pt x="2114982" y="119533"/>
                  <a:pt x="2112358" y="115578"/>
                </a:cubicBezTo>
                <a:cubicBezTo>
                  <a:pt x="2109734" y="111622"/>
                  <a:pt x="2107819" y="106972"/>
                  <a:pt x="2106612" y="101630"/>
                </a:cubicBezTo>
                <a:cubicBezTo>
                  <a:pt x="2105406" y="96286"/>
                  <a:pt x="2104803" y="90655"/>
                  <a:pt x="2104803" y="84736"/>
                </a:cubicBezTo>
                <a:cubicBezTo>
                  <a:pt x="2104803" y="77733"/>
                  <a:pt x="2105557" y="71409"/>
                  <a:pt x="2107065" y="65763"/>
                </a:cubicBezTo>
                <a:cubicBezTo>
                  <a:pt x="2108573" y="60117"/>
                  <a:pt x="2110805" y="55302"/>
                  <a:pt x="2113760" y="51317"/>
                </a:cubicBezTo>
                <a:cubicBezTo>
                  <a:pt x="2116716" y="47330"/>
                  <a:pt x="2120381" y="44265"/>
                  <a:pt x="2124754" y="42122"/>
                </a:cubicBezTo>
                <a:cubicBezTo>
                  <a:pt x="2129127" y="39979"/>
                  <a:pt x="2134179" y="38907"/>
                  <a:pt x="2139909" y="38907"/>
                </a:cubicBezTo>
                <a:cubicBezTo>
                  <a:pt x="2144675" y="38907"/>
                  <a:pt x="2149033" y="39948"/>
                  <a:pt x="2152984" y="42031"/>
                </a:cubicBezTo>
                <a:cubicBezTo>
                  <a:pt x="2156935" y="44114"/>
                  <a:pt x="2160841" y="47178"/>
                  <a:pt x="2164701" y="51224"/>
                </a:cubicBezTo>
                <a:lnTo>
                  <a:pt x="2164701" y="3806"/>
                </a:lnTo>
                <a:cubicBezTo>
                  <a:pt x="2164701" y="3384"/>
                  <a:pt x="2164807" y="2976"/>
                  <a:pt x="2165018" y="2584"/>
                </a:cubicBezTo>
                <a:cubicBezTo>
                  <a:pt x="2165229" y="2190"/>
                  <a:pt x="2165636" y="1888"/>
                  <a:pt x="2166240" y="1677"/>
                </a:cubicBezTo>
                <a:cubicBezTo>
                  <a:pt x="2166843" y="1464"/>
                  <a:pt x="2167612" y="1282"/>
                  <a:pt x="2168547" y="1131"/>
                </a:cubicBezTo>
                <a:cubicBezTo>
                  <a:pt x="2169482" y="980"/>
                  <a:pt x="2170673" y="905"/>
                  <a:pt x="2172121" y="905"/>
                </a:cubicBezTo>
                <a:cubicBezTo>
                  <a:pt x="2173629" y="905"/>
                  <a:pt x="2174865" y="980"/>
                  <a:pt x="2175831" y="1131"/>
                </a:cubicBezTo>
                <a:cubicBezTo>
                  <a:pt x="2176796" y="1282"/>
                  <a:pt x="2177550" y="1463"/>
                  <a:pt x="2178093" y="1674"/>
                </a:cubicBezTo>
                <a:cubicBezTo>
                  <a:pt x="2178635" y="1885"/>
                  <a:pt x="2179043" y="2188"/>
                  <a:pt x="2179314" y="2582"/>
                </a:cubicBezTo>
                <a:cubicBezTo>
                  <a:pt x="2179585" y="2974"/>
                  <a:pt x="2179721" y="3381"/>
                  <a:pt x="2179721" y="3803"/>
                </a:cubicBezTo>
                <a:lnTo>
                  <a:pt x="2179721" y="124409"/>
                </a:lnTo>
                <a:moveTo>
                  <a:pt x="2164701" y="67165"/>
                </a:moveTo>
                <a:cubicBezTo>
                  <a:pt x="2160660" y="62149"/>
                  <a:pt x="2156754" y="58327"/>
                  <a:pt x="2152984" y="55700"/>
                </a:cubicBezTo>
                <a:cubicBezTo>
                  <a:pt x="2149214" y="53070"/>
                  <a:pt x="2145278" y="51755"/>
                  <a:pt x="2141176" y="51755"/>
                </a:cubicBezTo>
                <a:cubicBezTo>
                  <a:pt x="2137376" y="51755"/>
                  <a:pt x="2134149" y="52662"/>
                  <a:pt x="2131495" y="54475"/>
                </a:cubicBezTo>
                <a:cubicBezTo>
                  <a:pt x="2128841" y="56287"/>
                  <a:pt x="2126684" y="58672"/>
                  <a:pt x="2125025" y="61632"/>
                </a:cubicBezTo>
                <a:cubicBezTo>
                  <a:pt x="2123366" y="64591"/>
                  <a:pt x="2122160" y="67944"/>
                  <a:pt x="2121406" y="71689"/>
                </a:cubicBezTo>
                <a:cubicBezTo>
                  <a:pt x="2120652" y="75435"/>
                  <a:pt x="2120275" y="79241"/>
                  <a:pt x="2120275" y="83107"/>
                </a:cubicBezTo>
                <a:cubicBezTo>
                  <a:pt x="2120275" y="87214"/>
                  <a:pt x="2120592" y="91231"/>
                  <a:pt x="2121225" y="95158"/>
                </a:cubicBezTo>
                <a:cubicBezTo>
                  <a:pt x="2121858" y="99084"/>
                  <a:pt x="2122959" y="102573"/>
                  <a:pt x="2124528" y="105623"/>
                </a:cubicBezTo>
                <a:cubicBezTo>
                  <a:pt x="2126096" y="108673"/>
                  <a:pt x="2128177" y="111119"/>
                  <a:pt x="2130771" y="112963"/>
                </a:cubicBezTo>
                <a:cubicBezTo>
                  <a:pt x="2133365" y="114805"/>
                  <a:pt x="2136622" y="115726"/>
                  <a:pt x="2140543" y="115726"/>
                </a:cubicBezTo>
                <a:cubicBezTo>
                  <a:pt x="2142533" y="115726"/>
                  <a:pt x="2144449" y="115454"/>
                  <a:pt x="2146288" y="114911"/>
                </a:cubicBezTo>
                <a:cubicBezTo>
                  <a:pt x="2148128" y="114366"/>
                  <a:pt x="2150013" y="113460"/>
                  <a:pt x="2151943" y="112191"/>
                </a:cubicBezTo>
                <a:cubicBezTo>
                  <a:pt x="2153874" y="110922"/>
                  <a:pt x="2155894" y="109276"/>
                  <a:pt x="2158006" y="107251"/>
                </a:cubicBezTo>
                <a:cubicBezTo>
                  <a:pt x="2160117" y="105227"/>
                  <a:pt x="2162349" y="102734"/>
                  <a:pt x="2164701" y="99773"/>
                </a:cubicBezTo>
                <a:lnTo>
                  <a:pt x="2164701" y="67165"/>
                </a:lnTo>
                <a:close/>
                <a:moveTo>
                  <a:pt x="2291655" y="118530"/>
                </a:moveTo>
                <a:cubicBezTo>
                  <a:pt x="2291655" y="120280"/>
                  <a:pt x="2291534" y="121667"/>
                  <a:pt x="2291293" y="122693"/>
                </a:cubicBezTo>
                <a:cubicBezTo>
                  <a:pt x="2291052" y="123718"/>
                  <a:pt x="2290690" y="124472"/>
                  <a:pt x="2290207" y="124955"/>
                </a:cubicBezTo>
                <a:cubicBezTo>
                  <a:pt x="2289725" y="125437"/>
                  <a:pt x="2289001" y="125890"/>
                  <a:pt x="2288036" y="126312"/>
                </a:cubicBezTo>
                <a:cubicBezTo>
                  <a:pt x="2287071" y="126734"/>
                  <a:pt x="2285970" y="127081"/>
                  <a:pt x="2284733" y="127352"/>
                </a:cubicBezTo>
                <a:cubicBezTo>
                  <a:pt x="2283497" y="127624"/>
                  <a:pt x="2282185" y="127850"/>
                  <a:pt x="2280797" y="128031"/>
                </a:cubicBezTo>
                <a:cubicBezTo>
                  <a:pt x="2279410" y="128212"/>
                  <a:pt x="2278023" y="128302"/>
                  <a:pt x="2276635" y="128302"/>
                </a:cubicBezTo>
                <a:cubicBezTo>
                  <a:pt x="2272413" y="128302"/>
                  <a:pt x="2268794" y="127743"/>
                  <a:pt x="2265777" y="126626"/>
                </a:cubicBezTo>
                <a:cubicBezTo>
                  <a:pt x="2262761" y="125506"/>
                  <a:pt x="2260288" y="123812"/>
                  <a:pt x="2258358" y="121545"/>
                </a:cubicBezTo>
                <a:cubicBezTo>
                  <a:pt x="2256428" y="119277"/>
                  <a:pt x="2255025" y="116405"/>
                  <a:pt x="2254151" y="112929"/>
                </a:cubicBezTo>
                <a:cubicBezTo>
                  <a:pt x="2253276" y="109453"/>
                  <a:pt x="2252839" y="105357"/>
                  <a:pt x="2252839" y="100641"/>
                </a:cubicBezTo>
                <a:lnTo>
                  <a:pt x="2252839" y="52932"/>
                </a:lnTo>
                <a:lnTo>
                  <a:pt x="2241438" y="52932"/>
                </a:lnTo>
                <a:cubicBezTo>
                  <a:pt x="2240533" y="52932"/>
                  <a:pt x="2239809" y="52449"/>
                  <a:pt x="2239266" y="51484"/>
                </a:cubicBezTo>
                <a:cubicBezTo>
                  <a:pt x="2238724" y="50519"/>
                  <a:pt x="2238452" y="48950"/>
                  <a:pt x="2238452" y="46779"/>
                </a:cubicBezTo>
                <a:cubicBezTo>
                  <a:pt x="2238452" y="45633"/>
                  <a:pt x="2238528" y="44668"/>
                  <a:pt x="2238678" y="43883"/>
                </a:cubicBezTo>
                <a:cubicBezTo>
                  <a:pt x="2238829" y="43099"/>
                  <a:pt x="2239025" y="42451"/>
                  <a:pt x="2239266" y="41938"/>
                </a:cubicBezTo>
                <a:cubicBezTo>
                  <a:pt x="2239508" y="41425"/>
                  <a:pt x="2239824" y="41063"/>
                  <a:pt x="2240217" y="40852"/>
                </a:cubicBezTo>
                <a:cubicBezTo>
                  <a:pt x="2240609" y="40641"/>
                  <a:pt x="2241046" y="40536"/>
                  <a:pt x="2241528" y="40536"/>
                </a:cubicBezTo>
                <a:lnTo>
                  <a:pt x="2252839" y="40536"/>
                </a:lnTo>
                <a:lnTo>
                  <a:pt x="2252839" y="21173"/>
                </a:lnTo>
                <a:cubicBezTo>
                  <a:pt x="2252839" y="20750"/>
                  <a:pt x="2252944" y="20358"/>
                  <a:pt x="2253155" y="19996"/>
                </a:cubicBezTo>
                <a:cubicBezTo>
                  <a:pt x="2253366" y="19634"/>
                  <a:pt x="2253759" y="19318"/>
                  <a:pt x="2254332" y="19046"/>
                </a:cubicBezTo>
                <a:cubicBezTo>
                  <a:pt x="2254905" y="18775"/>
                  <a:pt x="2255674" y="18579"/>
                  <a:pt x="2256639" y="18458"/>
                </a:cubicBezTo>
                <a:cubicBezTo>
                  <a:pt x="2257604" y="18338"/>
                  <a:pt x="2258810" y="18277"/>
                  <a:pt x="2260258" y="18277"/>
                </a:cubicBezTo>
                <a:cubicBezTo>
                  <a:pt x="2261766" y="18277"/>
                  <a:pt x="2263003" y="18338"/>
                  <a:pt x="2263968" y="18458"/>
                </a:cubicBezTo>
                <a:cubicBezTo>
                  <a:pt x="2264933" y="18579"/>
                  <a:pt x="2265687" y="18775"/>
                  <a:pt x="2266230" y="19046"/>
                </a:cubicBezTo>
                <a:cubicBezTo>
                  <a:pt x="2266773" y="19318"/>
                  <a:pt x="2267165" y="19634"/>
                  <a:pt x="2267406" y="19996"/>
                </a:cubicBezTo>
                <a:cubicBezTo>
                  <a:pt x="2267647" y="20358"/>
                  <a:pt x="2267768" y="20750"/>
                  <a:pt x="2267768" y="21173"/>
                </a:cubicBezTo>
                <a:lnTo>
                  <a:pt x="2267768" y="40536"/>
                </a:lnTo>
                <a:lnTo>
                  <a:pt x="2288669" y="40536"/>
                </a:lnTo>
                <a:cubicBezTo>
                  <a:pt x="2289152" y="40536"/>
                  <a:pt x="2289574" y="40641"/>
                  <a:pt x="2289936" y="40852"/>
                </a:cubicBezTo>
                <a:cubicBezTo>
                  <a:pt x="2290298" y="41063"/>
                  <a:pt x="2290615" y="41425"/>
                  <a:pt x="2290886" y="41938"/>
                </a:cubicBezTo>
                <a:cubicBezTo>
                  <a:pt x="2291157" y="42451"/>
                  <a:pt x="2291353" y="43099"/>
                  <a:pt x="2291474" y="43883"/>
                </a:cubicBezTo>
                <a:cubicBezTo>
                  <a:pt x="2291595" y="44668"/>
                  <a:pt x="2291655" y="45633"/>
                  <a:pt x="2291655" y="46779"/>
                </a:cubicBezTo>
                <a:cubicBezTo>
                  <a:pt x="2291655" y="48950"/>
                  <a:pt x="2291384" y="50519"/>
                  <a:pt x="2290841" y="51484"/>
                </a:cubicBezTo>
                <a:cubicBezTo>
                  <a:pt x="2290298" y="52449"/>
                  <a:pt x="2289574" y="52932"/>
                  <a:pt x="2288669" y="52932"/>
                </a:cubicBezTo>
                <a:lnTo>
                  <a:pt x="2267768" y="52932"/>
                </a:lnTo>
                <a:lnTo>
                  <a:pt x="2267768" y="98486"/>
                </a:lnTo>
                <a:cubicBezTo>
                  <a:pt x="2267768" y="104111"/>
                  <a:pt x="2268597" y="108361"/>
                  <a:pt x="2270256" y="111235"/>
                </a:cubicBezTo>
                <a:cubicBezTo>
                  <a:pt x="2271915" y="114108"/>
                  <a:pt x="2274886" y="115545"/>
                  <a:pt x="2279169" y="115545"/>
                </a:cubicBezTo>
                <a:cubicBezTo>
                  <a:pt x="2280556" y="115545"/>
                  <a:pt x="2281793" y="115409"/>
                  <a:pt x="2282878" y="115137"/>
                </a:cubicBezTo>
                <a:cubicBezTo>
                  <a:pt x="2283964" y="114866"/>
                  <a:pt x="2284929" y="114579"/>
                  <a:pt x="2285774" y="114278"/>
                </a:cubicBezTo>
                <a:cubicBezTo>
                  <a:pt x="2286618" y="113976"/>
                  <a:pt x="2287342" y="113690"/>
                  <a:pt x="2287945" y="113418"/>
                </a:cubicBezTo>
                <a:cubicBezTo>
                  <a:pt x="2288549" y="113147"/>
                  <a:pt x="2289091" y="113011"/>
                  <a:pt x="2289574" y="113011"/>
                </a:cubicBezTo>
                <a:cubicBezTo>
                  <a:pt x="2289876" y="113011"/>
                  <a:pt x="2290162" y="113086"/>
                  <a:pt x="2290434" y="113237"/>
                </a:cubicBezTo>
                <a:cubicBezTo>
                  <a:pt x="2290705" y="113388"/>
                  <a:pt x="2290916" y="113675"/>
                  <a:pt x="2291067" y="114097"/>
                </a:cubicBezTo>
                <a:cubicBezTo>
                  <a:pt x="2291218" y="114519"/>
                  <a:pt x="2291353" y="115092"/>
                  <a:pt x="2291474" y="115816"/>
                </a:cubicBezTo>
                <a:cubicBezTo>
                  <a:pt x="2291595" y="116540"/>
                  <a:pt x="2291655" y="117445"/>
                  <a:pt x="2291655" y="118530"/>
                </a:cubicBezTo>
                <a:close/>
                <a:moveTo>
                  <a:pt x="2381510" y="124412"/>
                </a:moveTo>
                <a:cubicBezTo>
                  <a:pt x="2381510" y="124894"/>
                  <a:pt x="2381389" y="125301"/>
                  <a:pt x="2381148" y="125633"/>
                </a:cubicBezTo>
                <a:cubicBezTo>
                  <a:pt x="2380907" y="125965"/>
                  <a:pt x="2380515" y="126251"/>
                  <a:pt x="2379972" y="126493"/>
                </a:cubicBezTo>
                <a:cubicBezTo>
                  <a:pt x="2379429" y="126734"/>
                  <a:pt x="2378675" y="126915"/>
                  <a:pt x="2377710" y="127036"/>
                </a:cubicBezTo>
                <a:cubicBezTo>
                  <a:pt x="2376745" y="127156"/>
                  <a:pt x="2375538" y="127217"/>
                  <a:pt x="2374091" y="127217"/>
                </a:cubicBezTo>
                <a:cubicBezTo>
                  <a:pt x="2372583" y="127217"/>
                  <a:pt x="2371346" y="127156"/>
                  <a:pt x="2370381" y="127036"/>
                </a:cubicBezTo>
                <a:cubicBezTo>
                  <a:pt x="2369416" y="126915"/>
                  <a:pt x="2368662" y="126734"/>
                  <a:pt x="2368119" y="126493"/>
                </a:cubicBezTo>
                <a:cubicBezTo>
                  <a:pt x="2367576" y="126251"/>
                  <a:pt x="2367184" y="125965"/>
                  <a:pt x="2366943" y="125633"/>
                </a:cubicBezTo>
                <a:cubicBezTo>
                  <a:pt x="2366701" y="125301"/>
                  <a:pt x="2366581" y="124894"/>
                  <a:pt x="2366581" y="124412"/>
                </a:cubicBezTo>
                <a:lnTo>
                  <a:pt x="2366581" y="76728"/>
                </a:lnTo>
                <a:cubicBezTo>
                  <a:pt x="2366581" y="72083"/>
                  <a:pt x="2366219" y="68343"/>
                  <a:pt x="2365495" y="65508"/>
                </a:cubicBezTo>
                <a:cubicBezTo>
                  <a:pt x="2364771" y="62673"/>
                  <a:pt x="2363715" y="60230"/>
                  <a:pt x="2362328" y="58179"/>
                </a:cubicBezTo>
                <a:cubicBezTo>
                  <a:pt x="2360941" y="56129"/>
                  <a:pt x="2359146" y="54560"/>
                  <a:pt x="2356944" y="53474"/>
                </a:cubicBezTo>
                <a:cubicBezTo>
                  <a:pt x="2354743" y="52389"/>
                  <a:pt x="2352194" y="51846"/>
                  <a:pt x="2349299" y="51846"/>
                </a:cubicBezTo>
                <a:cubicBezTo>
                  <a:pt x="2345559" y="51846"/>
                  <a:pt x="2341819" y="53173"/>
                  <a:pt x="2338079" y="55827"/>
                </a:cubicBezTo>
                <a:cubicBezTo>
                  <a:pt x="2334339" y="58481"/>
                  <a:pt x="2330418" y="62372"/>
                  <a:pt x="2326316" y="67499"/>
                </a:cubicBezTo>
                <a:lnTo>
                  <a:pt x="2326316" y="124412"/>
                </a:lnTo>
                <a:cubicBezTo>
                  <a:pt x="2326316" y="124894"/>
                  <a:pt x="2326196" y="125301"/>
                  <a:pt x="2325955" y="125633"/>
                </a:cubicBezTo>
                <a:cubicBezTo>
                  <a:pt x="2325713" y="125965"/>
                  <a:pt x="2325321" y="126251"/>
                  <a:pt x="2324778" y="126493"/>
                </a:cubicBezTo>
                <a:cubicBezTo>
                  <a:pt x="2324235" y="126734"/>
                  <a:pt x="2323481" y="126915"/>
                  <a:pt x="2322516" y="127036"/>
                </a:cubicBezTo>
                <a:cubicBezTo>
                  <a:pt x="2321551" y="127156"/>
                  <a:pt x="2320315" y="127217"/>
                  <a:pt x="2318807" y="127217"/>
                </a:cubicBezTo>
                <a:cubicBezTo>
                  <a:pt x="2317359" y="127217"/>
                  <a:pt x="2316152" y="127156"/>
                  <a:pt x="2315187" y="127036"/>
                </a:cubicBezTo>
                <a:cubicBezTo>
                  <a:pt x="2314222" y="126915"/>
                  <a:pt x="2313453" y="126734"/>
                  <a:pt x="2312880" y="126493"/>
                </a:cubicBezTo>
                <a:cubicBezTo>
                  <a:pt x="2312307" y="126251"/>
                  <a:pt x="2311915" y="125965"/>
                  <a:pt x="2311704" y="125633"/>
                </a:cubicBezTo>
                <a:cubicBezTo>
                  <a:pt x="2311493" y="125300"/>
                  <a:pt x="2311387" y="124891"/>
                  <a:pt x="2311387" y="124409"/>
                </a:cubicBezTo>
                <a:lnTo>
                  <a:pt x="2311387" y="3441"/>
                </a:lnTo>
                <a:cubicBezTo>
                  <a:pt x="2311387" y="2959"/>
                  <a:pt x="2311493" y="2536"/>
                  <a:pt x="2311704" y="2174"/>
                </a:cubicBezTo>
                <a:cubicBezTo>
                  <a:pt x="2311915" y="1811"/>
                  <a:pt x="2312307" y="1508"/>
                  <a:pt x="2312880" y="1267"/>
                </a:cubicBezTo>
                <a:cubicBezTo>
                  <a:pt x="2313453" y="1025"/>
                  <a:pt x="2314222" y="844"/>
                  <a:pt x="2315187" y="724"/>
                </a:cubicBezTo>
                <a:cubicBezTo>
                  <a:pt x="2316152" y="603"/>
                  <a:pt x="2317359" y="543"/>
                  <a:pt x="2318807" y="543"/>
                </a:cubicBezTo>
                <a:cubicBezTo>
                  <a:pt x="2320315" y="543"/>
                  <a:pt x="2321551" y="603"/>
                  <a:pt x="2322516" y="724"/>
                </a:cubicBezTo>
                <a:cubicBezTo>
                  <a:pt x="2323481" y="844"/>
                  <a:pt x="2324235" y="1026"/>
                  <a:pt x="2324778" y="1270"/>
                </a:cubicBezTo>
                <a:cubicBezTo>
                  <a:pt x="2325321" y="1511"/>
                  <a:pt x="2325713" y="1812"/>
                  <a:pt x="2325955" y="2174"/>
                </a:cubicBezTo>
                <a:cubicBezTo>
                  <a:pt x="2326196" y="2536"/>
                  <a:pt x="2326316" y="2959"/>
                  <a:pt x="2326316" y="3444"/>
                </a:cubicBezTo>
                <a:lnTo>
                  <a:pt x="2326316" y="52298"/>
                </a:lnTo>
                <a:cubicBezTo>
                  <a:pt x="2330599" y="47774"/>
                  <a:pt x="2334912" y="44411"/>
                  <a:pt x="2339255" y="42209"/>
                </a:cubicBezTo>
                <a:cubicBezTo>
                  <a:pt x="2343598" y="40008"/>
                  <a:pt x="2347972" y="38907"/>
                  <a:pt x="2352375" y="38907"/>
                </a:cubicBezTo>
                <a:cubicBezTo>
                  <a:pt x="2357804" y="38907"/>
                  <a:pt x="2362373" y="39827"/>
                  <a:pt x="2366083" y="41667"/>
                </a:cubicBezTo>
                <a:cubicBezTo>
                  <a:pt x="2369793" y="43506"/>
                  <a:pt x="2372794" y="45964"/>
                  <a:pt x="2375086" y="49041"/>
                </a:cubicBezTo>
                <a:cubicBezTo>
                  <a:pt x="2377378" y="52117"/>
                  <a:pt x="2379022" y="55721"/>
                  <a:pt x="2380017" y="59853"/>
                </a:cubicBezTo>
                <a:cubicBezTo>
                  <a:pt x="2381012" y="63985"/>
                  <a:pt x="2381510" y="68977"/>
                  <a:pt x="2381510" y="74828"/>
                </a:cubicBezTo>
                <a:lnTo>
                  <a:pt x="2381510" y="124412"/>
                </a:lnTo>
                <a:close/>
                <a:moveTo>
                  <a:pt x="2478162" y="80166"/>
                </a:moveTo>
                <a:cubicBezTo>
                  <a:pt x="2478162" y="82519"/>
                  <a:pt x="2477574" y="84193"/>
                  <a:pt x="2476398" y="85188"/>
                </a:cubicBezTo>
                <a:cubicBezTo>
                  <a:pt x="2475222" y="86183"/>
                  <a:pt x="2473879" y="86681"/>
                  <a:pt x="2472371" y="86681"/>
                </a:cubicBezTo>
                <a:lnTo>
                  <a:pt x="2418987" y="86681"/>
                </a:lnTo>
                <a:cubicBezTo>
                  <a:pt x="2418987" y="91218"/>
                  <a:pt x="2419440" y="95302"/>
                  <a:pt x="2420345" y="98933"/>
                </a:cubicBezTo>
                <a:cubicBezTo>
                  <a:pt x="2421249" y="102563"/>
                  <a:pt x="2422758" y="105679"/>
                  <a:pt x="2424869" y="108281"/>
                </a:cubicBezTo>
                <a:cubicBezTo>
                  <a:pt x="2426980" y="110882"/>
                  <a:pt x="2429725" y="112879"/>
                  <a:pt x="2433103" y="114272"/>
                </a:cubicBezTo>
                <a:cubicBezTo>
                  <a:pt x="2436480" y="115663"/>
                  <a:pt x="2440612" y="116359"/>
                  <a:pt x="2445498" y="116359"/>
                </a:cubicBezTo>
                <a:cubicBezTo>
                  <a:pt x="2449359" y="116359"/>
                  <a:pt x="2452797" y="116042"/>
                  <a:pt x="2455813" y="115409"/>
                </a:cubicBezTo>
                <a:cubicBezTo>
                  <a:pt x="2458829" y="114775"/>
                  <a:pt x="2461438" y="114067"/>
                  <a:pt x="2463640" y="113283"/>
                </a:cubicBezTo>
                <a:cubicBezTo>
                  <a:pt x="2465842" y="112498"/>
                  <a:pt x="2467651" y="111790"/>
                  <a:pt x="2469069" y="111156"/>
                </a:cubicBezTo>
                <a:cubicBezTo>
                  <a:pt x="2470486" y="110523"/>
                  <a:pt x="2471557" y="110206"/>
                  <a:pt x="2472281" y="110206"/>
                </a:cubicBezTo>
                <a:cubicBezTo>
                  <a:pt x="2472703" y="110206"/>
                  <a:pt x="2473080" y="110312"/>
                  <a:pt x="2473412" y="110523"/>
                </a:cubicBezTo>
                <a:cubicBezTo>
                  <a:pt x="2473744" y="110734"/>
                  <a:pt x="2474000" y="111051"/>
                  <a:pt x="2474181" y="111473"/>
                </a:cubicBezTo>
                <a:cubicBezTo>
                  <a:pt x="2474362" y="111895"/>
                  <a:pt x="2474498" y="112483"/>
                  <a:pt x="2474588" y="113237"/>
                </a:cubicBezTo>
                <a:cubicBezTo>
                  <a:pt x="2474679" y="113991"/>
                  <a:pt x="2474724" y="114911"/>
                  <a:pt x="2474724" y="115997"/>
                </a:cubicBezTo>
                <a:cubicBezTo>
                  <a:pt x="2474724" y="116781"/>
                  <a:pt x="2474694" y="117460"/>
                  <a:pt x="2474633" y="118033"/>
                </a:cubicBezTo>
                <a:cubicBezTo>
                  <a:pt x="2474573" y="118606"/>
                  <a:pt x="2474498" y="119119"/>
                  <a:pt x="2474407" y="119571"/>
                </a:cubicBezTo>
                <a:cubicBezTo>
                  <a:pt x="2474317" y="120023"/>
                  <a:pt x="2474166" y="120431"/>
                  <a:pt x="2473955" y="120792"/>
                </a:cubicBezTo>
                <a:cubicBezTo>
                  <a:pt x="2473744" y="121154"/>
                  <a:pt x="2473472" y="121501"/>
                  <a:pt x="2473140" y="121833"/>
                </a:cubicBezTo>
                <a:cubicBezTo>
                  <a:pt x="2472809" y="122165"/>
                  <a:pt x="2471828" y="122708"/>
                  <a:pt x="2470200" y="123462"/>
                </a:cubicBezTo>
                <a:cubicBezTo>
                  <a:pt x="2468571" y="124216"/>
                  <a:pt x="2466460" y="124955"/>
                  <a:pt x="2463866" y="125678"/>
                </a:cubicBezTo>
                <a:cubicBezTo>
                  <a:pt x="2461272" y="126402"/>
                  <a:pt x="2458271" y="127051"/>
                  <a:pt x="2454863" y="127624"/>
                </a:cubicBezTo>
                <a:cubicBezTo>
                  <a:pt x="2451455" y="128197"/>
                  <a:pt x="2447821" y="128483"/>
                  <a:pt x="2443960" y="128483"/>
                </a:cubicBezTo>
                <a:cubicBezTo>
                  <a:pt x="2437265" y="128483"/>
                  <a:pt x="2431398" y="127547"/>
                  <a:pt x="2426362" y="125676"/>
                </a:cubicBezTo>
                <a:cubicBezTo>
                  <a:pt x="2421325" y="123804"/>
                  <a:pt x="2417087" y="121026"/>
                  <a:pt x="2413649" y="117343"/>
                </a:cubicBezTo>
                <a:cubicBezTo>
                  <a:pt x="2410211" y="113660"/>
                  <a:pt x="2407617" y="109040"/>
                  <a:pt x="2405868" y="103485"/>
                </a:cubicBezTo>
                <a:cubicBezTo>
                  <a:pt x="2404118" y="97930"/>
                  <a:pt x="2403244" y="91469"/>
                  <a:pt x="2403244" y="84102"/>
                </a:cubicBezTo>
                <a:cubicBezTo>
                  <a:pt x="2403244" y="77098"/>
                  <a:pt x="2404149" y="70803"/>
                  <a:pt x="2405958" y="65217"/>
                </a:cubicBezTo>
                <a:cubicBezTo>
                  <a:pt x="2407768" y="59632"/>
                  <a:pt x="2410377" y="54892"/>
                  <a:pt x="2413785" y="50997"/>
                </a:cubicBezTo>
                <a:cubicBezTo>
                  <a:pt x="2417193" y="47103"/>
                  <a:pt x="2421310" y="44114"/>
                  <a:pt x="2426135" y="42031"/>
                </a:cubicBezTo>
                <a:cubicBezTo>
                  <a:pt x="2430961" y="39948"/>
                  <a:pt x="2436360" y="38907"/>
                  <a:pt x="2442332" y="38907"/>
                </a:cubicBezTo>
                <a:cubicBezTo>
                  <a:pt x="2448726" y="38907"/>
                  <a:pt x="2454170" y="39932"/>
                  <a:pt x="2458663" y="41983"/>
                </a:cubicBezTo>
                <a:cubicBezTo>
                  <a:pt x="2463157" y="44034"/>
                  <a:pt x="2466852" y="46794"/>
                  <a:pt x="2469747" y="50262"/>
                </a:cubicBezTo>
                <a:cubicBezTo>
                  <a:pt x="2472643" y="53731"/>
                  <a:pt x="2474769" y="57802"/>
                  <a:pt x="2476126" y="62477"/>
                </a:cubicBezTo>
                <a:cubicBezTo>
                  <a:pt x="2477484" y="67152"/>
                  <a:pt x="2478162" y="72144"/>
                  <a:pt x="2478162" y="77452"/>
                </a:cubicBezTo>
                <a:lnTo>
                  <a:pt x="2478162" y="80166"/>
                </a:lnTo>
                <a:moveTo>
                  <a:pt x="2463142" y="75733"/>
                </a:moveTo>
                <a:cubicBezTo>
                  <a:pt x="2463323" y="67891"/>
                  <a:pt x="2461589" y="61738"/>
                  <a:pt x="2457940" y="57275"/>
                </a:cubicBezTo>
                <a:cubicBezTo>
                  <a:pt x="2454290" y="52811"/>
                  <a:pt x="2448876" y="50579"/>
                  <a:pt x="2441698" y="50579"/>
                </a:cubicBezTo>
                <a:cubicBezTo>
                  <a:pt x="2438019" y="50579"/>
                  <a:pt x="2434792" y="51273"/>
                  <a:pt x="2432017" y="52660"/>
                </a:cubicBezTo>
                <a:cubicBezTo>
                  <a:pt x="2429242" y="54047"/>
                  <a:pt x="2426920" y="55887"/>
                  <a:pt x="2425050" y="58179"/>
                </a:cubicBezTo>
                <a:cubicBezTo>
                  <a:pt x="2423180" y="60472"/>
                  <a:pt x="2421732" y="63141"/>
                  <a:pt x="2420707" y="66187"/>
                </a:cubicBezTo>
                <a:cubicBezTo>
                  <a:pt x="2419681" y="69233"/>
                  <a:pt x="2419108" y="72415"/>
                  <a:pt x="2418987" y="75733"/>
                </a:cubicBezTo>
                <a:lnTo>
                  <a:pt x="2463142" y="75733"/>
                </a:lnTo>
                <a:close/>
                <a:moveTo>
                  <a:pt x="2612277" y="80166"/>
                </a:moveTo>
                <a:cubicBezTo>
                  <a:pt x="2612277" y="82519"/>
                  <a:pt x="2611689" y="84193"/>
                  <a:pt x="2610513" y="85188"/>
                </a:cubicBezTo>
                <a:cubicBezTo>
                  <a:pt x="2609337" y="86183"/>
                  <a:pt x="2607995" y="86681"/>
                  <a:pt x="2606486" y="86681"/>
                </a:cubicBezTo>
                <a:lnTo>
                  <a:pt x="2553103" y="86681"/>
                </a:lnTo>
                <a:cubicBezTo>
                  <a:pt x="2553103" y="91218"/>
                  <a:pt x="2553555" y="95302"/>
                  <a:pt x="2554460" y="98933"/>
                </a:cubicBezTo>
                <a:cubicBezTo>
                  <a:pt x="2555365" y="102563"/>
                  <a:pt x="2556873" y="105679"/>
                  <a:pt x="2558984" y="108281"/>
                </a:cubicBezTo>
                <a:cubicBezTo>
                  <a:pt x="2561095" y="110882"/>
                  <a:pt x="2563840" y="112879"/>
                  <a:pt x="2567218" y="114272"/>
                </a:cubicBezTo>
                <a:cubicBezTo>
                  <a:pt x="2570596" y="115663"/>
                  <a:pt x="2574728" y="116359"/>
                  <a:pt x="2579614" y="116359"/>
                </a:cubicBezTo>
                <a:cubicBezTo>
                  <a:pt x="2583474" y="116359"/>
                  <a:pt x="2586912" y="116042"/>
                  <a:pt x="2589928" y="115409"/>
                </a:cubicBezTo>
                <a:cubicBezTo>
                  <a:pt x="2592944" y="114775"/>
                  <a:pt x="2595553" y="114067"/>
                  <a:pt x="2597755" y="113283"/>
                </a:cubicBezTo>
                <a:cubicBezTo>
                  <a:pt x="2599957" y="112498"/>
                  <a:pt x="2601766" y="111790"/>
                  <a:pt x="2603184" y="111156"/>
                </a:cubicBezTo>
                <a:cubicBezTo>
                  <a:pt x="2604601" y="110523"/>
                  <a:pt x="2605672" y="110206"/>
                  <a:pt x="2606396" y="110206"/>
                </a:cubicBezTo>
                <a:cubicBezTo>
                  <a:pt x="2606818" y="110206"/>
                  <a:pt x="2607195" y="110312"/>
                  <a:pt x="2607527" y="110523"/>
                </a:cubicBezTo>
                <a:cubicBezTo>
                  <a:pt x="2607859" y="110734"/>
                  <a:pt x="2608115" y="111051"/>
                  <a:pt x="2608296" y="111473"/>
                </a:cubicBezTo>
                <a:cubicBezTo>
                  <a:pt x="2608477" y="111895"/>
                  <a:pt x="2608613" y="112483"/>
                  <a:pt x="2608703" y="113237"/>
                </a:cubicBezTo>
                <a:cubicBezTo>
                  <a:pt x="2608794" y="113991"/>
                  <a:pt x="2608839" y="114911"/>
                  <a:pt x="2608839" y="115997"/>
                </a:cubicBezTo>
                <a:cubicBezTo>
                  <a:pt x="2608839" y="116781"/>
                  <a:pt x="2608809" y="117460"/>
                  <a:pt x="2608749" y="118033"/>
                </a:cubicBezTo>
                <a:cubicBezTo>
                  <a:pt x="2608688" y="118606"/>
                  <a:pt x="2608613" y="119119"/>
                  <a:pt x="2608522" y="119571"/>
                </a:cubicBezTo>
                <a:cubicBezTo>
                  <a:pt x="2608432" y="120023"/>
                  <a:pt x="2608281" y="120431"/>
                  <a:pt x="2608070" y="120792"/>
                </a:cubicBezTo>
                <a:cubicBezTo>
                  <a:pt x="2607859" y="121154"/>
                  <a:pt x="2607587" y="121501"/>
                  <a:pt x="2607256" y="121833"/>
                </a:cubicBezTo>
                <a:cubicBezTo>
                  <a:pt x="2606924" y="122165"/>
                  <a:pt x="2605944" y="122708"/>
                  <a:pt x="2604315" y="123462"/>
                </a:cubicBezTo>
                <a:cubicBezTo>
                  <a:pt x="2602686" y="124216"/>
                  <a:pt x="2600575" y="124955"/>
                  <a:pt x="2597981" y="125678"/>
                </a:cubicBezTo>
                <a:cubicBezTo>
                  <a:pt x="2595387" y="126402"/>
                  <a:pt x="2592387" y="127051"/>
                  <a:pt x="2588978" y="127624"/>
                </a:cubicBezTo>
                <a:cubicBezTo>
                  <a:pt x="2585570" y="128197"/>
                  <a:pt x="2581936" y="128483"/>
                  <a:pt x="2578075" y="128483"/>
                </a:cubicBezTo>
                <a:cubicBezTo>
                  <a:pt x="2571380" y="128483"/>
                  <a:pt x="2565514" y="127547"/>
                  <a:pt x="2560477" y="125676"/>
                </a:cubicBezTo>
                <a:cubicBezTo>
                  <a:pt x="2555440" y="123804"/>
                  <a:pt x="2551202" y="121026"/>
                  <a:pt x="2547764" y="117343"/>
                </a:cubicBezTo>
                <a:cubicBezTo>
                  <a:pt x="2544326" y="113660"/>
                  <a:pt x="2541732" y="109040"/>
                  <a:pt x="2539983" y="103485"/>
                </a:cubicBezTo>
                <a:cubicBezTo>
                  <a:pt x="2538233" y="97930"/>
                  <a:pt x="2537359" y="91469"/>
                  <a:pt x="2537359" y="84102"/>
                </a:cubicBezTo>
                <a:cubicBezTo>
                  <a:pt x="2537359" y="77098"/>
                  <a:pt x="2538264" y="70803"/>
                  <a:pt x="2540073" y="65217"/>
                </a:cubicBezTo>
                <a:cubicBezTo>
                  <a:pt x="2541883" y="59632"/>
                  <a:pt x="2544492" y="54892"/>
                  <a:pt x="2547900" y="50997"/>
                </a:cubicBezTo>
                <a:cubicBezTo>
                  <a:pt x="2551308" y="47103"/>
                  <a:pt x="2555425" y="44114"/>
                  <a:pt x="2560251" y="42031"/>
                </a:cubicBezTo>
                <a:cubicBezTo>
                  <a:pt x="2565076" y="39948"/>
                  <a:pt x="2570475" y="38907"/>
                  <a:pt x="2576447" y="38907"/>
                </a:cubicBezTo>
                <a:cubicBezTo>
                  <a:pt x="2582841" y="38907"/>
                  <a:pt x="2588285" y="39932"/>
                  <a:pt x="2592779" y="41983"/>
                </a:cubicBezTo>
                <a:cubicBezTo>
                  <a:pt x="2597272" y="44034"/>
                  <a:pt x="2600967" y="46794"/>
                  <a:pt x="2603863" y="50262"/>
                </a:cubicBezTo>
                <a:cubicBezTo>
                  <a:pt x="2606758" y="53731"/>
                  <a:pt x="2608884" y="57802"/>
                  <a:pt x="2610241" y="62477"/>
                </a:cubicBezTo>
                <a:cubicBezTo>
                  <a:pt x="2611599" y="67152"/>
                  <a:pt x="2612277" y="72144"/>
                  <a:pt x="2612277" y="77452"/>
                </a:cubicBezTo>
                <a:lnTo>
                  <a:pt x="2612277" y="80166"/>
                </a:lnTo>
                <a:moveTo>
                  <a:pt x="2597257" y="75733"/>
                </a:moveTo>
                <a:cubicBezTo>
                  <a:pt x="2597438" y="67891"/>
                  <a:pt x="2595704" y="61738"/>
                  <a:pt x="2592055" y="57275"/>
                </a:cubicBezTo>
                <a:cubicBezTo>
                  <a:pt x="2588405" y="52811"/>
                  <a:pt x="2582992" y="50579"/>
                  <a:pt x="2575813" y="50579"/>
                </a:cubicBezTo>
                <a:cubicBezTo>
                  <a:pt x="2572134" y="50579"/>
                  <a:pt x="2568907" y="51273"/>
                  <a:pt x="2566132" y="52660"/>
                </a:cubicBezTo>
                <a:cubicBezTo>
                  <a:pt x="2563357" y="54047"/>
                  <a:pt x="2561035" y="55887"/>
                  <a:pt x="2559165" y="58179"/>
                </a:cubicBezTo>
                <a:cubicBezTo>
                  <a:pt x="2557295" y="60472"/>
                  <a:pt x="2555847" y="63141"/>
                  <a:pt x="2554822" y="66187"/>
                </a:cubicBezTo>
                <a:cubicBezTo>
                  <a:pt x="2553796" y="69233"/>
                  <a:pt x="2553223" y="72415"/>
                  <a:pt x="2553103" y="75733"/>
                </a:cubicBezTo>
                <a:lnTo>
                  <a:pt x="2597257" y="75733"/>
                </a:lnTo>
                <a:close/>
                <a:moveTo>
                  <a:pt x="2755677" y="124412"/>
                </a:moveTo>
                <a:cubicBezTo>
                  <a:pt x="2755677" y="124894"/>
                  <a:pt x="2755556" y="125301"/>
                  <a:pt x="2755315" y="125633"/>
                </a:cubicBezTo>
                <a:cubicBezTo>
                  <a:pt x="2755074" y="125965"/>
                  <a:pt x="2754682" y="126251"/>
                  <a:pt x="2754139" y="126493"/>
                </a:cubicBezTo>
                <a:cubicBezTo>
                  <a:pt x="2753596" y="126734"/>
                  <a:pt x="2752842" y="126915"/>
                  <a:pt x="2751877" y="127036"/>
                </a:cubicBezTo>
                <a:cubicBezTo>
                  <a:pt x="2750911" y="127156"/>
                  <a:pt x="2749705" y="127217"/>
                  <a:pt x="2748257" y="127217"/>
                </a:cubicBezTo>
                <a:cubicBezTo>
                  <a:pt x="2746749" y="127217"/>
                  <a:pt x="2745513" y="127156"/>
                  <a:pt x="2744548" y="127036"/>
                </a:cubicBezTo>
                <a:cubicBezTo>
                  <a:pt x="2743582" y="126915"/>
                  <a:pt x="2742813" y="126734"/>
                  <a:pt x="2742240" y="126493"/>
                </a:cubicBezTo>
                <a:cubicBezTo>
                  <a:pt x="2741667" y="126251"/>
                  <a:pt x="2741260" y="125965"/>
                  <a:pt x="2741019" y="125633"/>
                </a:cubicBezTo>
                <a:cubicBezTo>
                  <a:pt x="2740778" y="125301"/>
                  <a:pt x="2740657" y="124894"/>
                  <a:pt x="2740657" y="124412"/>
                </a:cubicBezTo>
                <a:lnTo>
                  <a:pt x="2740657" y="74918"/>
                </a:lnTo>
                <a:cubicBezTo>
                  <a:pt x="2740657" y="71480"/>
                  <a:pt x="2740355" y="68343"/>
                  <a:pt x="2739752" y="65508"/>
                </a:cubicBezTo>
                <a:cubicBezTo>
                  <a:pt x="2739149" y="62673"/>
                  <a:pt x="2738184" y="60230"/>
                  <a:pt x="2736857" y="58179"/>
                </a:cubicBezTo>
                <a:cubicBezTo>
                  <a:pt x="2735530" y="56129"/>
                  <a:pt x="2733841" y="54560"/>
                  <a:pt x="2731790" y="53474"/>
                </a:cubicBezTo>
                <a:cubicBezTo>
                  <a:pt x="2729739" y="52389"/>
                  <a:pt x="2727326" y="51846"/>
                  <a:pt x="2724551" y="51846"/>
                </a:cubicBezTo>
                <a:cubicBezTo>
                  <a:pt x="2721113" y="51846"/>
                  <a:pt x="2717660" y="53173"/>
                  <a:pt x="2714191" y="55827"/>
                </a:cubicBezTo>
                <a:cubicBezTo>
                  <a:pt x="2710723" y="58481"/>
                  <a:pt x="2706907" y="62372"/>
                  <a:pt x="2702745" y="67499"/>
                </a:cubicBezTo>
                <a:lnTo>
                  <a:pt x="2702745" y="124412"/>
                </a:lnTo>
                <a:cubicBezTo>
                  <a:pt x="2702745" y="124894"/>
                  <a:pt x="2702625" y="125301"/>
                  <a:pt x="2702383" y="125633"/>
                </a:cubicBezTo>
                <a:cubicBezTo>
                  <a:pt x="2702142" y="125965"/>
                  <a:pt x="2701735" y="126251"/>
                  <a:pt x="2701162" y="126493"/>
                </a:cubicBezTo>
                <a:cubicBezTo>
                  <a:pt x="2700589" y="126734"/>
                  <a:pt x="2699820" y="126915"/>
                  <a:pt x="2698855" y="127036"/>
                </a:cubicBezTo>
                <a:cubicBezTo>
                  <a:pt x="2697889" y="127156"/>
                  <a:pt x="2696683" y="127217"/>
                  <a:pt x="2695235" y="127217"/>
                </a:cubicBezTo>
                <a:cubicBezTo>
                  <a:pt x="2693848" y="127217"/>
                  <a:pt x="2692657" y="127156"/>
                  <a:pt x="2691661" y="127036"/>
                </a:cubicBezTo>
                <a:cubicBezTo>
                  <a:pt x="2690666" y="126915"/>
                  <a:pt x="2689882" y="126734"/>
                  <a:pt x="2689309" y="126493"/>
                </a:cubicBezTo>
                <a:cubicBezTo>
                  <a:pt x="2688736" y="126251"/>
                  <a:pt x="2688344" y="125965"/>
                  <a:pt x="2688133" y="125633"/>
                </a:cubicBezTo>
                <a:cubicBezTo>
                  <a:pt x="2687921" y="125301"/>
                  <a:pt x="2687816" y="124894"/>
                  <a:pt x="2687816" y="124412"/>
                </a:cubicBezTo>
                <a:lnTo>
                  <a:pt x="2687816" y="74918"/>
                </a:lnTo>
                <a:cubicBezTo>
                  <a:pt x="2687816" y="71480"/>
                  <a:pt x="2687484" y="68343"/>
                  <a:pt x="2686821" y="65508"/>
                </a:cubicBezTo>
                <a:cubicBezTo>
                  <a:pt x="2686157" y="62673"/>
                  <a:pt x="2685162" y="60230"/>
                  <a:pt x="2683835" y="58179"/>
                </a:cubicBezTo>
                <a:cubicBezTo>
                  <a:pt x="2682508" y="56129"/>
                  <a:pt x="2680834" y="54560"/>
                  <a:pt x="2678813" y="53474"/>
                </a:cubicBezTo>
                <a:cubicBezTo>
                  <a:pt x="2676792" y="52389"/>
                  <a:pt x="2674394" y="51846"/>
                  <a:pt x="2671620" y="51846"/>
                </a:cubicBezTo>
                <a:cubicBezTo>
                  <a:pt x="2668181" y="51846"/>
                  <a:pt x="2664713" y="53173"/>
                  <a:pt x="2661214" y="55827"/>
                </a:cubicBezTo>
                <a:cubicBezTo>
                  <a:pt x="2657716" y="58481"/>
                  <a:pt x="2653916" y="62372"/>
                  <a:pt x="2649814" y="67499"/>
                </a:cubicBezTo>
                <a:lnTo>
                  <a:pt x="2649814" y="124412"/>
                </a:lnTo>
                <a:cubicBezTo>
                  <a:pt x="2649814" y="124894"/>
                  <a:pt x="2649693" y="125301"/>
                  <a:pt x="2649452" y="125633"/>
                </a:cubicBezTo>
                <a:cubicBezTo>
                  <a:pt x="2649211" y="125965"/>
                  <a:pt x="2648818" y="126251"/>
                  <a:pt x="2648276" y="126493"/>
                </a:cubicBezTo>
                <a:cubicBezTo>
                  <a:pt x="2647733" y="126734"/>
                  <a:pt x="2646979" y="126915"/>
                  <a:pt x="2646014" y="127036"/>
                </a:cubicBezTo>
                <a:cubicBezTo>
                  <a:pt x="2645048" y="127156"/>
                  <a:pt x="2643812" y="127217"/>
                  <a:pt x="2642304" y="127217"/>
                </a:cubicBezTo>
                <a:cubicBezTo>
                  <a:pt x="2640856" y="127217"/>
                  <a:pt x="2639650" y="127156"/>
                  <a:pt x="2638685" y="127036"/>
                </a:cubicBezTo>
                <a:cubicBezTo>
                  <a:pt x="2637719" y="126915"/>
                  <a:pt x="2636950" y="126734"/>
                  <a:pt x="2636377" y="126493"/>
                </a:cubicBezTo>
                <a:cubicBezTo>
                  <a:pt x="2635804" y="126251"/>
                  <a:pt x="2635412" y="125965"/>
                  <a:pt x="2635201" y="125633"/>
                </a:cubicBezTo>
                <a:cubicBezTo>
                  <a:pt x="2634990" y="125301"/>
                  <a:pt x="2634884" y="124894"/>
                  <a:pt x="2634884" y="124412"/>
                </a:cubicBezTo>
                <a:lnTo>
                  <a:pt x="2634884" y="42979"/>
                </a:lnTo>
                <a:cubicBezTo>
                  <a:pt x="2634884" y="42496"/>
                  <a:pt x="2634975" y="42089"/>
                  <a:pt x="2635156" y="41757"/>
                </a:cubicBezTo>
                <a:cubicBezTo>
                  <a:pt x="2635337" y="41425"/>
                  <a:pt x="2635699" y="41124"/>
                  <a:pt x="2636242" y="40852"/>
                </a:cubicBezTo>
                <a:cubicBezTo>
                  <a:pt x="2636784" y="40581"/>
                  <a:pt x="2637478" y="40400"/>
                  <a:pt x="2638323" y="40309"/>
                </a:cubicBezTo>
                <a:cubicBezTo>
                  <a:pt x="2639167" y="40219"/>
                  <a:pt x="2640283" y="40174"/>
                  <a:pt x="2641670" y="40174"/>
                </a:cubicBezTo>
                <a:cubicBezTo>
                  <a:pt x="2642998" y="40174"/>
                  <a:pt x="2644098" y="40219"/>
                  <a:pt x="2644973" y="40309"/>
                </a:cubicBezTo>
                <a:cubicBezTo>
                  <a:pt x="2645848" y="40400"/>
                  <a:pt x="2646526" y="40581"/>
                  <a:pt x="2647009" y="40852"/>
                </a:cubicBezTo>
                <a:cubicBezTo>
                  <a:pt x="2647491" y="41124"/>
                  <a:pt x="2647838" y="41425"/>
                  <a:pt x="2648049" y="41757"/>
                </a:cubicBezTo>
                <a:cubicBezTo>
                  <a:pt x="2648260" y="42089"/>
                  <a:pt x="2648366" y="42496"/>
                  <a:pt x="2648366" y="42979"/>
                </a:cubicBezTo>
                <a:lnTo>
                  <a:pt x="2648366" y="53746"/>
                </a:lnTo>
                <a:cubicBezTo>
                  <a:pt x="2652950" y="48619"/>
                  <a:pt x="2657399" y="44864"/>
                  <a:pt x="2661712" y="42481"/>
                </a:cubicBezTo>
                <a:cubicBezTo>
                  <a:pt x="2666025" y="40098"/>
                  <a:pt x="2670383" y="38907"/>
                  <a:pt x="2674787" y="38907"/>
                </a:cubicBezTo>
                <a:cubicBezTo>
                  <a:pt x="2678165" y="38907"/>
                  <a:pt x="2681196" y="39299"/>
                  <a:pt x="2683880" y="40083"/>
                </a:cubicBezTo>
                <a:cubicBezTo>
                  <a:pt x="2686564" y="40867"/>
                  <a:pt x="2688932" y="41968"/>
                  <a:pt x="2690983" y="43386"/>
                </a:cubicBezTo>
                <a:cubicBezTo>
                  <a:pt x="2693034" y="44803"/>
                  <a:pt x="2694783" y="46492"/>
                  <a:pt x="2696231" y="48453"/>
                </a:cubicBezTo>
                <a:cubicBezTo>
                  <a:pt x="2697678" y="50413"/>
                  <a:pt x="2698885" y="52600"/>
                  <a:pt x="2699850" y="55013"/>
                </a:cubicBezTo>
                <a:cubicBezTo>
                  <a:pt x="2702564" y="52057"/>
                  <a:pt x="2705143" y="49554"/>
                  <a:pt x="2707586" y="47503"/>
                </a:cubicBezTo>
                <a:cubicBezTo>
                  <a:pt x="2710029" y="45452"/>
                  <a:pt x="2712382" y="43793"/>
                  <a:pt x="2714644" y="42526"/>
                </a:cubicBezTo>
                <a:cubicBezTo>
                  <a:pt x="2716906" y="41259"/>
                  <a:pt x="2719107" y="40340"/>
                  <a:pt x="2721249" y="39767"/>
                </a:cubicBezTo>
                <a:cubicBezTo>
                  <a:pt x="2723390" y="39193"/>
                  <a:pt x="2725547" y="38907"/>
                  <a:pt x="2727718" y="38907"/>
                </a:cubicBezTo>
                <a:cubicBezTo>
                  <a:pt x="2732966" y="38907"/>
                  <a:pt x="2737369" y="39827"/>
                  <a:pt x="2740928" y="41667"/>
                </a:cubicBezTo>
                <a:cubicBezTo>
                  <a:pt x="2744487" y="43506"/>
                  <a:pt x="2747368" y="45964"/>
                  <a:pt x="2749569" y="49041"/>
                </a:cubicBezTo>
                <a:cubicBezTo>
                  <a:pt x="2751771" y="52117"/>
                  <a:pt x="2753339" y="55721"/>
                  <a:pt x="2754274" y="59853"/>
                </a:cubicBezTo>
                <a:cubicBezTo>
                  <a:pt x="2755209" y="63985"/>
                  <a:pt x="2755677" y="68343"/>
                  <a:pt x="2755677" y="72928"/>
                </a:cubicBezTo>
                <a:lnTo>
                  <a:pt x="2755677" y="124412"/>
                </a:lnTo>
                <a:close/>
                <a:moveTo>
                  <a:pt x="2857909" y="82474"/>
                </a:moveTo>
                <a:cubicBezTo>
                  <a:pt x="2857909" y="89597"/>
                  <a:pt x="2857140" y="95997"/>
                  <a:pt x="2855601" y="101673"/>
                </a:cubicBezTo>
                <a:cubicBezTo>
                  <a:pt x="2854063" y="107348"/>
                  <a:pt x="2851801" y="112165"/>
                  <a:pt x="2848815" y="116121"/>
                </a:cubicBezTo>
                <a:cubicBezTo>
                  <a:pt x="2845829" y="120076"/>
                  <a:pt x="2842135" y="123125"/>
                  <a:pt x="2837731" y="125268"/>
                </a:cubicBezTo>
                <a:cubicBezTo>
                  <a:pt x="2833328" y="127412"/>
                  <a:pt x="2828291" y="128483"/>
                  <a:pt x="2822621" y="128483"/>
                </a:cubicBezTo>
                <a:cubicBezTo>
                  <a:pt x="2820208" y="128483"/>
                  <a:pt x="2817976" y="128242"/>
                  <a:pt x="2815925" y="127760"/>
                </a:cubicBezTo>
                <a:cubicBezTo>
                  <a:pt x="2813874" y="127277"/>
                  <a:pt x="2811869" y="126523"/>
                  <a:pt x="2809908" y="125497"/>
                </a:cubicBezTo>
                <a:cubicBezTo>
                  <a:pt x="2807948" y="124470"/>
                  <a:pt x="2806003" y="123171"/>
                  <a:pt x="2804072" y="121601"/>
                </a:cubicBezTo>
                <a:cubicBezTo>
                  <a:pt x="2802142" y="120031"/>
                  <a:pt x="2800091" y="118189"/>
                  <a:pt x="2797920" y="116076"/>
                </a:cubicBezTo>
                <a:lnTo>
                  <a:pt x="2797920" y="156719"/>
                </a:lnTo>
                <a:cubicBezTo>
                  <a:pt x="2797920" y="157200"/>
                  <a:pt x="2797799" y="157621"/>
                  <a:pt x="2797558" y="157983"/>
                </a:cubicBezTo>
                <a:cubicBezTo>
                  <a:pt x="2797316" y="158345"/>
                  <a:pt x="2796924" y="158646"/>
                  <a:pt x="2796381" y="158885"/>
                </a:cubicBezTo>
                <a:cubicBezTo>
                  <a:pt x="2795839" y="159126"/>
                  <a:pt x="2795085" y="159307"/>
                  <a:pt x="2794119" y="159428"/>
                </a:cubicBezTo>
                <a:cubicBezTo>
                  <a:pt x="2793154" y="159549"/>
                  <a:pt x="2791918" y="159609"/>
                  <a:pt x="2790410" y="159609"/>
                </a:cubicBezTo>
                <a:cubicBezTo>
                  <a:pt x="2788962" y="159609"/>
                  <a:pt x="2787756" y="159549"/>
                  <a:pt x="2786790" y="159428"/>
                </a:cubicBezTo>
                <a:cubicBezTo>
                  <a:pt x="2785825" y="159307"/>
                  <a:pt x="2785056" y="159126"/>
                  <a:pt x="2784483" y="158885"/>
                </a:cubicBezTo>
                <a:cubicBezTo>
                  <a:pt x="2783910" y="158644"/>
                  <a:pt x="2783518" y="158342"/>
                  <a:pt x="2783307" y="157980"/>
                </a:cubicBezTo>
                <a:cubicBezTo>
                  <a:pt x="2783096" y="157618"/>
                  <a:pt x="2782990" y="157196"/>
                  <a:pt x="2782990" y="156714"/>
                </a:cubicBezTo>
                <a:lnTo>
                  <a:pt x="2782990" y="42979"/>
                </a:lnTo>
                <a:cubicBezTo>
                  <a:pt x="2782990" y="42436"/>
                  <a:pt x="2783081" y="41998"/>
                  <a:pt x="2783262" y="41667"/>
                </a:cubicBezTo>
                <a:cubicBezTo>
                  <a:pt x="2783443" y="41335"/>
                  <a:pt x="2783805" y="41048"/>
                  <a:pt x="2784347" y="40807"/>
                </a:cubicBezTo>
                <a:cubicBezTo>
                  <a:pt x="2784890" y="40566"/>
                  <a:pt x="2785584" y="40400"/>
                  <a:pt x="2786429" y="40309"/>
                </a:cubicBezTo>
                <a:cubicBezTo>
                  <a:pt x="2787273" y="40219"/>
                  <a:pt x="2788298" y="40174"/>
                  <a:pt x="2789505" y="40174"/>
                </a:cubicBezTo>
                <a:cubicBezTo>
                  <a:pt x="2790772" y="40174"/>
                  <a:pt x="2791812" y="40219"/>
                  <a:pt x="2792626" y="40309"/>
                </a:cubicBezTo>
                <a:cubicBezTo>
                  <a:pt x="2793441" y="40400"/>
                  <a:pt x="2794119" y="40566"/>
                  <a:pt x="2794662" y="40807"/>
                </a:cubicBezTo>
                <a:cubicBezTo>
                  <a:pt x="2795205" y="41048"/>
                  <a:pt x="2795582" y="41336"/>
                  <a:pt x="2795793" y="41669"/>
                </a:cubicBezTo>
                <a:cubicBezTo>
                  <a:pt x="2796004" y="42001"/>
                  <a:pt x="2796110" y="42439"/>
                  <a:pt x="2796110" y="42981"/>
                </a:cubicBezTo>
                <a:lnTo>
                  <a:pt x="2796110" y="53941"/>
                </a:lnTo>
                <a:cubicBezTo>
                  <a:pt x="2798583" y="51406"/>
                  <a:pt x="2800966" y="49202"/>
                  <a:pt x="2803258" y="47330"/>
                </a:cubicBezTo>
                <a:cubicBezTo>
                  <a:pt x="2805550" y="45458"/>
                  <a:pt x="2807857" y="43904"/>
                  <a:pt x="2810180" y="42668"/>
                </a:cubicBezTo>
                <a:cubicBezTo>
                  <a:pt x="2812502" y="41429"/>
                  <a:pt x="2814885" y="40493"/>
                  <a:pt x="2817328" y="39860"/>
                </a:cubicBezTo>
                <a:cubicBezTo>
                  <a:pt x="2819771" y="39225"/>
                  <a:pt x="2822350" y="38907"/>
                  <a:pt x="2825064" y="38907"/>
                </a:cubicBezTo>
                <a:cubicBezTo>
                  <a:pt x="2830975" y="38907"/>
                  <a:pt x="2836012" y="40054"/>
                  <a:pt x="2840174" y="42348"/>
                </a:cubicBezTo>
                <a:cubicBezTo>
                  <a:pt x="2844337" y="44642"/>
                  <a:pt x="2847730" y="47783"/>
                  <a:pt x="2850354" y="51769"/>
                </a:cubicBezTo>
                <a:cubicBezTo>
                  <a:pt x="2852977" y="55754"/>
                  <a:pt x="2854893" y="60389"/>
                  <a:pt x="2856099" y="65672"/>
                </a:cubicBezTo>
                <a:cubicBezTo>
                  <a:pt x="2857305" y="70954"/>
                  <a:pt x="2857909" y="76555"/>
                  <a:pt x="2857909" y="82474"/>
                </a:cubicBezTo>
                <a:moveTo>
                  <a:pt x="2842165" y="84193"/>
                </a:moveTo>
                <a:cubicBezTo>
                  <a:pt x="2842165" y="80025"/>
                  <a:pt x="2841848" y="75993"/>
                  <a:pt x="2841215" y="72097"/>
                </a:cubicBezTo>
                <a:cubicBezTo>
                  <a:pt x="2840582" y="68200"/>
                  <a:pt x="2839496" y="64742"/>
                  <a:pt x="2837958" y="61722"/>
                </a:cubicBezTo>
                <a:cubicBezTo>
                  <a:pt x="2836419" y="58703"/>
                  <a:pt x="2834353" y="56287"/>
                  <a:pt x="2831760" y="54475"/>
                </a:cubicBezTo>
                <a:cubicBezTo>
                  <a:pt x="2829166" y="52662"/>
                  <a:pt x="2825939" y="51755"/>
                  <a:pt x="2822078" y="51755"/>
                </a:cubicBezTo>
                <a:cubicBezTo>
                  <a:pt x="2820148" y="51755"/>
                  <a:pt x="2818248" y="52043"/>
                  <a:pt x="2816378" y="52618"/>
                </a:cubicBezTo>
                <a:cubicBezTo>
                  <a:pt x="2814508" y="53191"/>
                  <a:pt x="2812608" y="54096"/>
                  <a:pt x="2810677" y="55335"/>
                </a:cubicBezTo>
                <a:cubicBezTo>
                  <a:pt x="2808747" y="56573"/>
                  <a:pt x="2806726" y="58205"/>
                  <a:pt x="2804615" y="60229"/>
                </a:cubicBezTo>
                <a:cubicBezTo>
                  <a:pt x="2802504" y="62254"/>
                  <a:pt x="2800272" y="64747"/>
                  <a:pt x="2797920" y="67708"/>
                </a:cubicBezTo>
                <a:lnTo>
                  <a:pt x="2797920" y="100134"/>
                </a:lnTo>
                <a:cubicBezTo>
                  <a:pt x="2802021" y="105151"/>
                  <a:pt x="2805912" y="108988"/>
                  <a:pt x="2809592" y="111648"/>
                </a:cubicBezTo>
                <a:cubicBezTo>
                  <a:pt x="2813271" y="114306"/>
                  <a:pt x="2817132" y="115635"/>
                  <a:pt x="2821173" y="115635"/>
                </a:cubicBezTo>
                <a:cubicBezTo>
                  <a:pt x="2824913" y="115635"/>
                  <a:pt x="2828125" y="114729"/>
                  <a:pt x="2830810" y="112918"/>
                </a:cubicBezTo>
                <a:cubicBezTo>
                  <a:pt x="2833494" y="111104"/>
                  <a:pt x="2835665" y="108688"/>
                  <a:pt x="2837324" y="105668"/>
                </a:cubicBezTo>
                <a:cubicBezTo>
                  <a:pt x="2838983" y="102648"/>
                  <a:pt x="2840205" y="99265"/>
                  <a:pt x="2840989" y="95520"/>
                </a:cubicBezTo>
                <a:cubicBezTo>
                  <a:pt x="2841773" y="91774"/>
                  <a:pt x="2842165" y="87999"/>
                  <a:pt x="2842165" y="84193"/>
                </a:cubicBezTo>
                <a:close/>
                <a:moveTo>
                  <a:pt x="2895436" y="124412"/>
                </a:moveTo>
                <a:cubicBezTo>
                  <a:pt x="2895436" y="124894"/>
                  <a:pt x="2895316" y="125301"/>
                  <a:pt x="2895075" y="125633"/>
                </a:cubicBezTo>
                <a:cubicBezTo>
                  <a:pt x="2894833" y="125965"/>
                  <a:pt x="2894441" y="126251"/>
                  <a:pt x="2893898" y="126493"/>
                </a:cubicBezTo>
                <a:cubicBezTo>
                  <a:pt x="2893355" y="126734"/>
                  <a:pt x="2892601" y="126915"/>
                  <a:pt x="2891636" y="127036"/>
                </a:cubicBezTo>
                <a:cubicBezTo>
                  <a:pt x="2890671" y="127156"/>
                  <a:pt x="2889435" y="127217"/>
                  <a:pt x="2887927" y="127217"/>
                </a:cubicBezTo>
                <a:cubicBezTo>
                  <a:pt x="2886479" y="127217"/>
                  <a:pt x="2885272" y="127156"/>
                  <a:pt x="2884307" y="127036"/>
                </a:cubicBezTo>
                <a:cubicBezTo>
                  <a:pt x="2883342" y="126915"/>
                  <a:pt x="2882573" y="126734"/>
                  <a:pt x="2882000" y="126493"/>
                </a:cubicBezTo>
                <a:cubicBezTo>
                  <a:pt x="2881427" y="126251"/>
                  <a:pt x="2881035" y="125965"/>
                  <a:pt x="2880824" y="125633"/>
                </a:cubicBezTo>
                <a:cubicBezTo>
                  <a:pt x="2880613" y="125301"/>
                  <a:pt x="2880507" y="124894"/>
                  <a:pt x="2880507" y="124412"/>
                </a:cubicBezTo>
                <a:lnTo>
                  <a:pt x="2880507" y="42979"/>
                </a:lnTo>
                <a:cubicBezTo>
                  <a:pt x="2880507" y="42556"/>
                  <a:pt x="2880613" y="42164"/>
                  <a:pt x="2880824" y="41802"/>
                </a:cubicBezTo>
                <a:cubicBezTo>
                  <a:pt x="2881035" y="41440"/>
                  <a:pt x="2881427" y="41139"/>
                  <a:pt x="2882000" y="40898"/>
                </a:cubicBezTo>
                <a:cubicBezTo>
                  <a:pt x="2882573" y="40656"/>
                  <a:pt x="2883342" y="40475"/>
                  <a:pt x="2884307" y="40355"/>
                </a:cubicBezTo>
                <a:cubicBezTo>
                  <a:pt x="2885272" y="40234"/>
                  <a:pt x="2886479" y="40174"/>
                  <a:pt x="2887927" y="40174"/>
                </a:cubicBezTo>
                <a:cubicBezTo>
                  <a:pt x="2889435" y="40174"/>
                  <a:pt x="2890671" y="40234"/>
                  <a:pt x="2891636" y="40355"/>
                </a:cubicBezTo>
                <a:cubicBezTo>
                  <a:pt x="2892601" y="40475"/>
                  <a:pt x="2893355" y="40656"/>
                  <a:pt x="2893898" y="40898"/>
                </a:cubicBezTo>
                <a:cubicBezTo>
                  <a:pt x="2894441" y="41139"/>
                  <a:pt x="2894833" y="41440"/>
                  <a:pt x="2895075" y="41802"/>
                </a:cubicBezTo>
                <a:cubicBezTo>
                  <a:pt x="2895316" y="42164"/>
                  <a:pt x="2895436" y="42556"/>
                  <a:pt x="2895436" y="42979"/>
                </a:cubicBezTo>
                <a:lnTo>
                  <a:pt x="2895436" y="124412"/>
                </a:lnTo>
                <a:moveTo>
                  <a:pt x="2897156" y="15382"/>
                </a:moveTo>
                <a:cubicBezTo>
                  <a:pt x="2897156" y="18880"/>
                  <a:pt x="2896492" y="21263"/>
                  <a:pt x="2895165" y="22530"/>
                </a:cubicBezTo>
                <a:cubicBezTo>
                  <a:pt x="2893838" y="23797"/>
                  <a:pt x="2891395" y="24430"/>
                  <a:pt x="2887836" y="24430"/>
                </a:cubicBezTo>
                <a:cubicBezTo>
                  <a:pt x="2884337" y="24430"/>
                  <a:pt x="2881940" y="23812"/>
                  <a:pt x="2880643" y="22575"/>
                </a:cubicBezTo>
                <a:cubicBezTo>
                  <a:pt x="2879346" y="21338"/>
                  <a:pt x="2878697" y="19001"/>
                  <a:pt x="2878697" y="15563"/>
                </a:cubicBezTo>
                <a:cubicBezTo>
                  <a:pt x="2878697" y="12064"/>
                  <a:pt x="2879361" y="9681"/>
                  <a:pt x="2880688" y="8415"/>
                </a:cubicBezTo>
                <a:cubicBezTo>
                  <a:pt x="2882015" y="7148"/>
                  <a:pt x="2884458" y="6515"/>
                  <a:pt x="2888017" y="6515"/>
                </a:cubicBezTo>
                <a:cubicBezTo>
                  <a:pt x="2891516" y="6515"/>
                  <a:pt x="2893913" y="7133"/>
                  <a:pt x="2895210" y="8370"/>
                </a:cubicBezTo>
                <a:cubicBezTo>
                  <a:pt x="2896507" y="9606"/>
                  <a:pt x="2897156" y="11944"/>
                  <a:pt x="2897156" y="15382"/>
                </a:cubicBezTo>
                <a:close/>
                <a:moveTo>
                  <a:pt x="2970535" y="48317"/>
                </a:moveTo>
                <a:cubicBezTo>
                  <a:pt x="2970535" y="49644"/>
                  <a:pt x="2970505" y="50760"/>
                  <a:pt x="2970445" y="51665"/>
                </a:cubicBezTo>
                <a:cubicBezTo>
                  <a:pt x="2970384" y="52570"/>
                  <a:pt x="2970264" y="53278"/>
                  <a:pt x="2970083" y="53791"/>
                </a:cubicBezTo>
                <a:cubicBezTo>
                  <a:pt x="2969902" y="54304"/>
                  <a:pt x="2969676" y="54696"/>
                  <a:pt x="2969404" y="54967"/>
                </a:cubicBezTo>
                <a:cubicBezTo>
                  <a:pt x="2969133" y="55239"/>
                  <a:pt x="2968756" y="55375"/>
                  <a:pt x="2968273" y="55375"/>
                </a:cubicBezTo>
                <a:cubicBezTo>
                  <a:pt x="2967791" y="55375"/>
                  <a:pt x="2967202" y="55239"/>
                  <a:pt x="2966509" y="54967"/>
                </a:cubicBezTo>
                <a:cubicBezTo>
                  <a:pt x="2965815" y="54696"/>
                  <a:pt x="2965031" y="54424"/>
                  <a:pt x="2964156" y="54153"/>
                </a:cubicBezTo>
                <a:cubicBezTo>
                  <a:pt x="2963282" y="53882"/>
                  <a:pt x="2962301" y="53625"/>
                  <a:pt x="2961216" y="53384"/>
                </a:cubicBezTo>
                <a:cubicBezTo>
                  <a:pt x="2960130" y="53143"/>
                  <a:pt x="2958954" y="53022"/>
                  <a:pt x="2957687" y="53022"/>
                </a:cubicBezTo>
                <a:cubicBezTo>
                  <a:pt x="2956179" y="53022"/>
                  <a:pt x="2954701" y="53324"/>
                  <a:pt x="2953253" y="53927"/>
                </a:cubicBezTo>
                <a:cubicBezTo>
                  <a:pt x="2951806" y="54530"/>
                  <a:pt x="2950282" y="55525"/>
                  <a:pt x="2948684" y="56913"/>
                </a:cubicBezTo>
                <a:cubicBezTo>
                  <a:pt x="2947085" y="58300"/>
                  <a:pt x="2945412" y="60140"/>
                  <a:pt x="2943662" y="62432"/>
                </a:cubicBezTo>
                <a:cubicBezTo>
                  <a:pt x="2941913" y="64724"/>
                  <a:pt x="2939983" y="67529"/>
                  <a:pt x="2937871" y="70847"/>
                </a:cubicBezTo>
                <a:lnTo>
                  <a:pt x="2937871" y="124412"/>
                </a:lnTo>
                <a:cubicBezTo>
                  <a:pt x="2937871" y="124894"/>
                  <a:pt x="2937751" y="125301"/>
                  <a:pt x="2937510" y="125633"/>
                </a:cubicBezTo>
                <a:cubicBezTo>
                  <a:pt x="2937268" y="125965"/>
                  <a:pt x="2936876" y="126251"/>
                  <a:pt x="2936333" y="126493"/>
                </a:cubicBezTo>
                <a:cubicBezTo>
                  <a:pt x="2935790" y="126734"/>
                  <a:pt x="2935036" y="126915"/>
                  <a:pt x="2934071" y="127036"/>
                </a:cubicBezTo>
                <a:cubicBezTo>
                  <a:pt x="2933106" y="127156"/>
                  <a:pt x="2931870" y="127217"/>
                  <a:pt x="2930362" y="127217"/>
                </a:cubicBezTo>
                <a:cubicBezTo>
                  <a:pt x="2928914" y="127217"/>
                  <a:pt x="2927707" y="127156"/>
                  <a:pt x="2926742" y="127036"/>
                </a:cubicBezTo>
                <a:cubicBezTo>
                  <a:pt x="2925777" y="126915"/>
                  <a:pt x="2925008" y="126734"/>
                  <a:pt x="2924435" y="126493"/>
                </a:cubicBezTo>
                <a:cubicBezTo>
                  <a:pt x="2923862" y="126251"/>
                  <a:pt x="2923470" y="125965"/>
                  <a:pt x="2923259" y="125633"/>
                </a:cubicBezTo>
                <a:cubicBezTo>
                  <a:pt x="2923048" y="125301"/>
                  <a:pt x="2922942" y="124894"/>
                  <a:pt x="2922942" y="124412"/>
                </a:cubicBezTo>
                <a:lnTo>
                  <a:pt x="2922942" y="42979"/>
                </a:lnTo>
                <a:cubicBezTo>
                  <a:pt x="2922942" y="42496"/>
                  <a:pt x="2923033" y="42089"/>
                  <a:pt x="2923214" y="41757"/>
                </a:cubicBezTo>
                <a:cubicBezTo>
                  <a:pt x="2923394" y="41425"/>
                  <a:pt x="2923756" y="41124"/>
                  <a:pt x="2924299" y="40852"/>
                </a:cubicBezTo>
                <a:cubicBezTo>
                  <a:pt x="2924842" y="40581"/>
                  <a:pt x="2925536" y="40400"/>
                  <a:pt x="2926380" y="40309"/>
                </a:cubicBezTo>
                <a:cubicBezTo>
                  <a:pt x="2927225" y="40219"/>
                  <a:pt x="2928341" y="40174"/>
                  <a:pt x="2929728" y="40174"/>
                </a:cubicBezTo>
                <a:cubicBezTo>
                  <a:pt x="2931055" y="40174"/>
                  <a:pt x="2932156" y="40219"/>
                  <a:pt x="2933031" y="40309"/>
                </a:cubicBezTo>
                <a:cubicBezTo>
                  <a:pt x="2933905" y="40400"/>
                  <a:pt x="2934584" y="40581"/>
                  <a:pt x="2935067" y="40852"/>
                </a:cubicBezTo>
                <a:cubicBezTo>
                  <a:pt x="2935549" y="41124"/>
                  <a:pt x="2935896" y="41425"/>
                  <a:pt x="2936107" y="41757"/>
                </a:cubicBezTo>
                <a:cubicBezTo>
                  <a:pt x="2936318" y="42089"/>
                  <a:pt x="2936424" y="42496"/>
                  <a:pt x="2936424" y="42979"/>
                </a:cubicBezTo>
                <a:lnTo>
                  <a:pt x="2936424" y="54832"/>
                </a:lnTo>
                <a:cubicBezTo>
                  <a:pt x="2938656" y="51574"/>
                  <a:pt x="2940752" y="48920"/>
                  <a:pt x="2942712" y="46869"/>
                </a:cubicBezTo>
                <a:cubicBezTo>
                  <a:pt x="2944673" y="44818"/>
                  <a:pt x="2946528" y="43205"/>
                  <a:pt x="2948277" y="42029"/>
                </a:cubicBezTo>
                <a:cubicBezTo>
                  <a:pt x="2950026" y="40852"/>
                  <a:pt x="2951760" y="40038"/>
                  <a:pt x="2953479" y="39586"/>
                </a:cubicBezTo>
                <a:cubicBezTo>
                  <a:pt x="2955199" y="39133"/>
                  <a:pt x="2956933" y="38907"/>
                  <a:pt x="2958682" y="38907"/>
                </a:cubicBezTo>
                <a:cubicBezTo>
                  <a:pt x="2959466" y="38907"/>
                  <a:pt x="2960356" y="38952"/>
                  <a:pt x="2961351" y="39043"/>
                </a:cubicBezTo>
                <a:cubicBezTo>
                  <a:pt x="2962347" y="39133"/>
                  <a:pt x="2963387" y="39299"/>
                  <a:pt x="2964473" y="39540"/>
                </a:cubicBezTo>
                <a:cubicBezTo>
                  <a:pt x="2965559" y="39782"/>
                  <a:pt x="2966539" y="40053"/>
                  <a:pt x="2967414" y="40355"/>
                </a:cubicBezTo>
                <a:cubicBezTo>
                  <a:pt x="2968288" y="40656"/>
                  <a:pt x="2968907" y="40958"/>
                  <a:pt x="2969268" y="41259"/>
                </a:cubicBezTo>
                <a:cubicBezTo>
                  <a:pt x="2969630" y="41561"/>
                  <a:pt x="2969872" y="41848"/>
                  <a:pt x="2969992" y="42119"/>
                </a:cubicBezTo>
                <a:cubicBezTo>
                  <a:pt x="2970113" y="42390"/>
                  <a:pt x="2970219" y="42737"/>
                  <a:pt x="2970309" y="43160"/>
                </a:cubicBezTo>
                <a:cubicBezTo>
                  <a:pt x="2970399" y="43582"/>
                  <a:pt x="2970460" y="44200"/>
                  <a:pt x="2970490" y="45014"/>
                </a:cubicBezTo>
                <a:cubicBezTo>
                  <a:pt x="2970520" y="45829"/>
                  <a:pt x="2970535" y="46930"/>
                  <a:pt x="2970535" y="48317"/>
                </a:cubicBezTo>
                <a:close/>
                <a:moveTo>
                  <a:pt x="3056918" y="80166"/>
                </a:moveTo>
                <a:cubicBezTo>
                  <a:pt x="3056918" y="82519"/>
                  <a:pt x="3056330" y="84193"/>
                  <a:pt x="3055154" y="85188"/>
                </a:cubicBezTo>
                <a:cubicBezTo>
                  <a:pt x="3053977" y="86183"/>
                  <a:pt x="3052635" y="86681"/>
                  <a:pt x="3051127" y="86681"/>
                </a:cubicBezTo>
                <a:lnTo>
                  <a:pt x="2997743" y="86681"/>
                </a:lnTo>
                <a:cubicBezTo>
                  <a:pt x="2997743" y="91218"/>
                  <a:pt x="2998196" y="95302"/>
                  <a:pt x="2999100" y="98933"/>
                </a:cubicBezTo>
                <a:cubicBezTo>
                  <a:pt x="3000005" y="102563"/>
                  <a:pt x="3001513" y="105679"/>
                  <a:pt x="3003625" y="108281"/>
                </a:cubicBezTo>
                <a:cubicBezTo>
                  <a:pt x="3005736" y="110882"/>
                  <a:pt x="3008480" y="112879"/>
                  <a:pt x="3011858" y="114272"/>
                </a:cubicBezTo>
                <a:cubicBezTo>
                  <a:pt x="3015236" y="115663"/>
                  <a:pt x="3019368" y="116359"/>
                  <a:pt x="3024254" y="116359"/>
                </a:cubicBezTo>
                <a:cubicBezTo>
                  <a:pt x="3028115" y="116359"/>
                  <a:pt x="3031553" y="116042"/>
                  <a:pt x="3034569" y="115409"/>
                </a:cubicBezTo>
                <a:cubicBezTo>
                  <a:pt x="3037585" y="114775"/>
                  <a:pt x="3040194" y="114067"/>
                  <a:pt x="3042396" y="113283"/>
                </a:cubicBezTo>
                <a:cubicBezTo>
                  <a:pt x="3044597" y="112498"/>
                  <a:pt x="3046407" y="111790"/>
                  <a:pt x="3047825" y="111156"/>
                </a:cubicBezTo>
                <a:cubicBezTo>
                  <a:pt x="3049242" y="110523"/>
                  <a:pt x="3050313" y="110206"/>
                  <a:pt x="3051037" y="110206"/>
                </a:cubicBezTo>
                <a:cubicBezTo>
                  <a:pt x="3051459" y="110206"/>
                  <a:pt x="3051836" y="110312"/>
                  <a:pt x="3052168" y="110523"/>
                </a:cubicBezTo>
                <a:cubicBezTo>
                  <a:pt x="3052500" y="110734"/>
                  <a:pt x="3052756" y="111051"/>
                  <a:pt x="3052937" y="111473"/>
                </a:cubicBezTo>
                <a:cubicBezTo>
                  <a:pt x="3053118" y="111895"/>
                  <a:pt x="3053254" y="112483"/>
                  <a:pt x="3053344" y="113237"/>
                </a:cubicBezTo>
                <a:cubicBezTo>
                  <a:pt x="3053434" y="113991"/>
                  <a:pt x="3053480" y="114911"/>
                  <a:pt x="3053480" y="115997"/>
                </a:cubicBezTo>
                <a:cubicBezTo>
                  <a:pt x="3053480" y="116781"/>
                  <a:pt x="3053450" y="117460"/>
                  <a:pt x="3053389" y="118033"/>
                </a:cubicBezTo>
                <a:cubicBezTo>
                  <a:pt x="3053329" y="118606"/>
                  <a:pt x="3053254" y="119119"/>
                  <a:pt x="3053163" y="119571"/>
                </a:cubicBezTo>
                <a:cubicBezTo>
                  <a:pt x="3053073" y="120023"/>
                  <a:pt x="3052922" y="120431"/>
                  <a:pt x="3052711" y="120792"/>
                </a:cubicBezTo>
                <a:cubicBezTo>
                  <a:pt x="3052500" y="121154"/>
                  <a:pt x="3052228" y="121501"/>
                  <a:pt x="3051896" y="121833"/>
                </a:cubicBezTo>
                <a:cubicBezTo>
                  <a:pt x="3051565" y="122165"/>
                  <a:pt x="3050584" y="122708"/>
                  <a:pt x="3048956" y="123462"/>
                </a:cubicBezTo>
                <a:cubicBezTo>
                  <a:pt x="3047327" y="124216"/>
                  <a:pt x="3045216" y="124955"/>
                  <a:pt x="3042622" y="125678"/>
                </a:cubicBezTo>
                <a:cubicBezTo>
                  <a:pt x="3040028" y="126402"/>
                  <a:pt x="3037027" y="127051"/>
                  <a:pt x="3033619" y="127624"/>
                </a:cubicBezTo>
                <a:cubicBezTo>
                  <a:pt x="3030211" y="128197"/>
                  <a:pt x="3026577" y="128483"/>
                  <a:pt x="3022716" y="128483"/>
                </a:cubicBezTo>
                <a:cubicBezTo>
                  <a:pt x="3016020" y="128483"/>
                  <a:pt x="3010154" y="127547"/>
                  <a:pt x="3005117" y="125676"/>
                </a:cubicBezTo>
                <a:cubicBezTo>
                  <a:pt x="3000081" y="123804"/>
                  <a:pt x="2995843" y="121026"/>
                  <a:pt x="2992405" y="117343"/>
                </a:cubicBezTo>
                <a:cubicBezTo>
                  <a:pt x="2988967" y="113660"/>
                  <a:pt x="2986373" y="109040"/>
                  <a:pt x="2984623" y="103485"/>
                </a:cubicBezTo>
                <a:cubicBezTo>
                  <a:pt x="2982874" y="97930"/>
                  <a:pt x="2982000" y="91469"/>
                  <a:pt x="2982000" y="84102"/>
                </a:cubicBezTo>
                <a:cubicBezTo>
                  <a:pt x="2982000" y="77098"/>
                  <a:pt x="2982904" y="70803"/>
                  <a:pt x="2984714" y="65217"/>
                </a:cubicBezTo>
                <a:cubicBezTo>
                  <a:pt x="2986524" y="59632"/>
                  <a:pt x="2989132" y="54892"/>
                  <a:pt x="2992541" y="50997"/>
                </a:cubicBezTo>
                <a:cubicBezTo>
                  <a:pt x="2995949" y="47103"/>
                  <a:pt x="3000066" y="44114"/>
                  <a:pt x="3004891" y="42031"/>
                </a:cubicBezTo>
                <a:cubicBezTo>
                  <a:pt x="3009717" y="39948"/>
                  <a:pt x="3015116" y="38907"/>
                  <a:pt x="3021087" y="38907"/>
                </a:cubicBezTo>
                <a:cubicBezTo>
                  <a:pt x="3027481" y="38907"/>
                  <a:pt x="3032925" y="39932"/>
                  <a:pt x="3037419" y="41983"/>
                </a:cubicBezTo>
                <a:cubicBezTo>
                  <a:pt x="3041913" y="44034"/>
                  <a:pt x="3045608" y="46794"/>
                  <a:pt x="3048503" y="50262"/>
                </a:cubicBezTo>
                <a:cubicBezTo>
                  <a:pt x="3051399" y="53731"/>
                  <a:pt x="3053525" y="57802"/>
                  <a:pt x="3054882" y="62477"/>
                </a:cubicBezTo>
                <a:cubicBezTo>
                  <a:pt x="3056239" y="67152"/>
                  <a:pt x="3056918" y="72144"/>
                  <a:pt x="3056918" y="77452"/>
                </a:cubicBezTo>
                <a:lnTo>
                  <a:pt x="3056918" y="80166"/>
                </a:lnTo>
                <a:moveTo>
                  <a:pt x="3041898" y="75733"/>
                </a:moveTo>
                <a:cubicBezTo>
                  <a:pt x="3042079" y="67891"/>
                  <a:pt x="3040345" y="61738"/>
                  <a:pt x="3036695" y="57275"/>
                </a:cubicBezTo>
                <a:cubicBezTo>
                  <a:pt x="3033046" y="52811"/>
                  <a:pt x="3027632" y="50579"/>
                  <a:pt x="3020454" y="50579"/>
                </a:cubicBezTo>
                <a:cubicBezTo>
                  <a:pt x="3016774" y="50579"/>
                  <a:pt x="3013547" y="51273"/>
                  <a:pt x="3010773" y="52660"/>
                </a:cubicBezTo>
                <a:cubicBezTo>
                  <a:pt x="3007998" y="54047"/>
                  <a:pt x="3005675" y="55887"/>
                  <a:pt x="3003806" y="58179"/>
                </a:cubicBezTo>
                <a:cubicBezTo>
                  <a:pt x="3001936" y="60472"/>
                  <a:pt x="3000488" y="63141"/>
                  <a:pt x="2999462" y="66187"/>
                </a:cubicBezTo>
                <a:cubicBezTo>
                  <a:pt x="2998437" y="69233"/>
                  <a:pt x="2997864" y="72415"/>
                  <a:pt x="2997743" y="75733"/>
                </a:cubicBezTo>
                <a:lnTo>
                  <a:pt x="3041898" y="75733"/>
                </a:lnTo>
                <a:close/>
                <a:moveTo>
                  <a:pt x="3098983" y="116857"/>
                </a:moveTo>
                <a:cubicBezTo>
                  <a:pt x="3098983" y="121158"/>
                  <a:pt x="3098274" y="124021"/>
                  <a:pt x="3096857" y="125444"/>
                </a:cubicBezTo>
                <a:cubicBezTo>
                  <a:pt x="3095439" y="126867"/>
                  <a:pt x="3092860" y="127579"/>
                  <a:pt x="3089121" y="127579"/>
                </a:cubicBezTo>
                <a:cubicBezTo>
                  <a:pt x="3085501" y="127579"/>
                  <a:pt x="3082998" y="126882"/>
                  <a:pt x="3081611" y="125489"/>
                </a:cubicBezTo>
                <a:cubicBezTo>
                  <a:pt x="3080223" y="124096"/>
                  <a:pt x="3079530" y="121309"/>
                  <a:pt x="3079530" y="117128"/>
                </a:cubicBezTo>
                <a:cubicBezTo>
                  <a:pt x="3079530" y="112826"/>
                  <a:pt x="3080238" y="109964"/>
                  <a:pt x="3081656" y="108541"/>
                </a:cubicBezTo>
                <a:cubicBezTo>
                  <a:pt x="3083073" y="107118"/>
                  <a:pt x="3085652" y="106406"/>
                  <a:pt x="3089392" y="106406"/>
                </a:cubicBezTo>
                <a:cubicBezTo>
                  <a:pt x="3093011" y="106406"/>
                  <a:pt x="3095515" y="107102"/>
                  <a:pt x="3096902" y="108495"/>
                </a:cubicBezTo>
                <a:cubicBezTo>
                  <a:pt x="3098289" y="109889"/>
                  <a:pt x="3098983" y="112676"/>
                  <a:pt x="3098983" y="1168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14970079734aae"/>
          <a:stretch xmlns:a="http://schemas.openxmlformats.org/drawingml/2006/main"/>
        </p:blipFill>
        <p:spPr>
          <a:xfrm xmlns:a="http://schemas.openxmlformats.org/drawingml/2006/main">
            <a:off x="207441" y="1168105"/>
            <a:ext cx="970306" cy="368919"/>
          </a:xfrm>
          <a:prstGeom xmlns:a="http://schemas.openxmlformats.org/drawingml/2006/main" prst="rect">
            <a:avLst/>
          </a:prstGeom>
        </p:spPr>
      </p:pic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B2F137-5E4E-4310-BA3A-F883BB8A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26" y="1213932"/>
            <a:ext cx="875337" cy="275642"/>
          </a:xfrm>
          <a:custGeom xmlns:a="http://schemas.openxmlformats.org/drawingml/2006/main">
            <a:pathLst>
              <a:path w="875337" h="275642">
                <a:moveTo>
                  <a:pt x="0" y="0"/>
                </a:moveTo>
                <a:lnTo>
                  <a:pt x="875337" y="0"/>
                </a:lnTo>
                <a:lnTo>
                  <a:pt x="875337" y="275642"/>
                </a:lnTo>
                <a:lnTo>
                  <a:pt x="0" y="2756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CC3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459940-DFD6-4AEB-BA51-8BE1CCB2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26" y="1213939"/>
            <a:ext cx="875337" cy="275642"/>
          </a:xfrm>
          <a:custGeom xmlns:a="http://schemas.openxmlformats.org/drawingml/2006/main">
            <a:pathLst>
              <a:path w="875337" h="275642" fill="none">
                <a:moveTo>
                  <a:pt x="0" y="275642"/>
                </a:moveTo>
                <a:lnTo>
                  <a:pt x="875337" y="275642"/>
                </a:lnTo>
                <a:lnTo>
                  <a:pt x="875337" y="0"/>
                </a:lnTo>
                <a:lnTo>
                  <a:pt x="0" y="0"/>
                </a:lnTo>
                <a:lnTo>
                  <a:pt x="0" y="27564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82" cap="sq">
            <a:solidFill>
              <a:srgbClr val="262626"/>
            </a:solidFill>
            <a:miter/>
          </a:ln>
        </p:spPr>
      </p:sp>
      <p:sp>
        <p:nvSpPr>
          <p:cNvPr id="84" name="Text CAUSE">
            <a:extLst xmlns:a="http://schemas.openxmlformats.org/drawingml/2006/main">
              <a:ext uri="{FF2B5EF4-FFF2-40B4-BE49-F238E27FC236}">
                <a16:creationId xmlns:a16="http://schemas.microsoft.com/office/drawing/2014/main" id="{74FA9EAA-BFF3-487F-9C69-189B14D3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970" y="1288052"/>
            <a:ext cx="494031" cy="121426"/>
          </a:xfrm>
          <a:custGeom xmlns:a="http://schemas.openxmlformats.org/drawingml/2006/main">
            <a:pathLst>
              <a:path w="494031" h="121426">
                <a:moveTo>
                  <a:pt x="86591" y="101429"/>
                </a:moveTo>
                <a:cubicBezTo>
                  <a:pt x="86591" y="102937"/>
                  <a:pt x="86545" y="104219"/>
                  <a:pt x="86455" y="105275"/>
                </a:cubicBezTo>
                <a:cubicBezTo>
                  <a:pt x="86364" y="106331"/>
                  <a:pt x="86229" y="107235"/>
                  <a:pt x="86048" y="107989"/>
                </a:cubicBezTo>
                <a:cubicBezTo>
                  <a:pt x="85867" y="108743"/>
                  <a:pt x="85625" y="109392"/>
                  <a:pt x="85324" y="109935"/>
                </a:cubicBezTo>
                <a:cubicBezTo>
                  <a:pt x="85022" y="110478"/>
                  <a:pt x="84540" y="111102"/>
                  <a:pt x="83876" y="111809"/>
                </a:cubicBezTo>
                <a:cubicBezTo>
                  <a:pt x="83213" y="112514"/>
                  <a:pt x="81931" y="113419"/>
                  <a:pt x="80031" y="114524"/>
                </a:cubicBezTo>
                <a:cubicBezTo>
                  <a:pt x="78131" y="115628"/>
                  <a:pt x="75808" y="116688"/>
                  <a:pt x="73064" y="117702"/>
                </a:cubicBezTo>
                <a:cubicBezTo>
                  <a:pt x="70319" y="118714"/>
                  <a:pt x="67182" y="119558"/>
                  <a:pt x="63654" y="120233"/>
                </a:cubicBezTo>
                <a:cubicBezTo>
                  <a:pt x="60125" y="120907"/>
                  <a:pt x="56309" y="121245"/>
                  <a:pt x="52208" y="121245"/>
                </a:cubicBezTo>
                <a:cubicBezTo>
                  <a:pt x="44185" y="121245"/>
                  <a:pt x="36947" y="120006"/>
                  <a:pt x="30492" y="117529"/>
                </a:cubicBezTo>
                <a:cubicBezTo>
                  <a:pt x="24038" y="115053"/>
                  <a:pt x="18549" y="111352"/>
                  <a:pt x="14025" y="106429"/>
                </a:cubicBezTo>
                <a:cubicBezTo>
                  <a:pt x="9501" y="101505"/>
                  <a:pt x="6032" y="95359"/>
                  <a:pt x="3619" y="87990"/>
                </a:cubicBezTo>
                <a:cubicBezTo>
                  <a:pt x="1206" y="80620"/>
                  <a:pt x="0" y="72041"/>
                  <a:pt x="0" y="62254"/>
                </a:cubicBezTo>
                <a:cubicBezTo>
                  <a:pt x="0" y="52286"/>
                  <a:pt x="1327" y="43436"/>
                  <a:pt x="3981" y="35703"/>
                </a:cubicBezTo>
                <a:cubicBezTo>
                  <a:pt x="6635" y="27971"/>
                  <a:pt x="10345" y="21477"/>
                  <a:pt x="15110" y="16222"/>
                </a:cubicBezTo>
                <a:cubicBezTo>
                  <a:pt x="19876" y="10964"/>
                  <a:pt x="25591" y="6976"/>
                  <a:pt x="32257" y="4258"/>
                </a:cubicBezTo>
                <a:cubicBezTo>
                  <a:pt x="38922" y="1540"/>
                  <a:pt x="46266" y="181"/>
                  <a:pt x="54289" y="181"/>
                </a:cubicBezTo>
                <a:cubicBezTo>
                  <a:pt x="57546" y="181"/>
                  <a:pt x="60683" y="457"/>
                  <a:pt x="63699" y="1009"/>
                </a:cubicBezTo>
                <a:cubicBezTo>
                  <a:pt x="66715" y="1562"/>
                  <a:pt x="69505" y="2284"/>
                  <a:pt x="72068" y="3175"/>
                </a:cubicBezTo>
                <a:cubicBezTo>
                  <a:pt x="74632" y="4065"/>
                  <a:pt x="76939" y="5093"/>
                  <a:pt x="78990" y="6260"/>
                </a:cubicBezTo>
                <a:cubicBezTo>
                  <a:pt x="81041" y="7427"/>
                  <a:pt x="82474" y="8425"/>
                  <a:pt x="83288" y="9255"/>
                </a:cubicBezTo>
                <a:cubicBezTo>
                  <a:pt x="84102" y="10082"/>
                  <a:pt x="84660" y="10767"/>
                  <a:pt x="84962" y="11310"/>
                </a:cubicBezTo>
                <a:cubicBezTo>
                  <a:pt x="85263" y="11853"/>
                  <a:pt x="85505" y="12547"/>
                  <a:pt x="85686" y="13391"/>
                </a:cubicBezTo>
                <a:cubicBezTo>
                  <a:pt x="85867" y="14236"/>
                  <a:pt x="86002" y="15231"/>
                  <a:pt x="86093" y="16377"/>
                </a:cubicBezTo>
                <a:cubicBezTo>
                  <a:pt x="86183" y="17523"/>
                  <a:pt x="86229" y="18941"/>
                  <a:pt x="86229" y="20630"/>
                </a:cubicBezTo>
                <a:cubicBezTo>
                  <a:pt x="86229" y="22439"/>
                  <a:pt x="86168" y="23978"/>
                  <a:pt x="86048" y="25244"/>
                </a:cubicBezTo>
                <a:cubicBezTo>
                  <a:pt x="85927" y="26511"/>
                  <a:pt x="85716" y="27536"/>
                  <a:pt x="85414" y="28321"/>
                </a:cubicBezTo>
                <a:cubicBezTo>
                  <a:pt x="85113" y="29105"/>
                  <a:pt x="84751" y="29678"/>
                  <a:pt x="84329" y="30040"/>
                </a:cubicBezTo>
                <a:cubicBezTo>
                  <a:pt x="83906" y="30402"/>
                  <a:pt x="83424" y="30583"/>
                  <a:pt x="82881" y="30583"/>
                </a:cubicBezTo>
                <a:cubicBezTo>
                  <a:pt x="81976" y="30583"/>
                  <a:pt x="80830" y="30050"/>
                  <a:pt x="79443" y="28985"/>
                </a:cubicBezTo>
                <a:cubicBezTo>
                  <a:pt x="78055" y="27920"/>
                  <a:pt x="76261" y="26733"/>
                  <a:pt x="74059" y="25425"/>
                </a:cubicBezTo>
                <a:cubicBezTo>
                  <a:pt x="71857" y="24117"/>
                  <a:pt x="69233" y="22930"/>
                  <a:pt x="66187" y="21865"/>
                </a:cubicBezTo>
                <a:cubicBezTo>
                  <a:pt x="63141" y="20800"/>
                  <a:pt x="59506" y="20268"/>
                  <a:pt x="55284" y="20268"/>
                </a:cubicBezTo>
                <a:cubicBezTo>
                  <a:pt x="50639" y="20268"/>
                  <a:pt x="46492" y="21218"/>
                  <a:pt x="42843" y="23118"/>
                </a:cubicBezTo>
                <a:cubicBezTo>
                  <a:pt x="39193" y="25018"/>
                  <a:pt x="36087" y="27733"/>
                  <a:pt x="33523" y="31261"/>
                </a:cubicBezTo>
                <a:cubicBezTo>
                  <a:pt x="30960" y="34790"/>
                  <a:pt x="29014" y="39058"/>
                  <a:pt x="27687" y="44064"/>
                </a:cubicBezTo>
                <a:cubicBezTo>
                  <a:pt x="26360" y="49071"/>
                  <a:pt x="25697" y="54711"/>
                  <a:pt x="25697" y="60984"/>
                </a:cubicBezTo>
                <a:cubicBezTo>
                  <a:pt x="25697" y="67861"/>
                  <a:pt x="26405" y="73818"/>
                  <a:pt x="27823" y="78854"/>
                </a:cubicBezTo>
                <a:cubicBezTo>
                  <a:pt x="29241" y="83891"/>
                  <a:pt x="31261" y="88038"/>
                  <a:pt x="33885" y="91296"/>
                </a:cubicBezTo>
                <a:cubicBezTo>
                  <a:pt x="36509" y="94553"/>
                  <a:pt x="39676" y="96981"/>
                  <a:pt x="43386" y="98579"/>
                </a:cubicBezTo>
                <a:cubicBezTo>
                  <a:pt x="47095" y="100178"/>
                  <a:pt x="51273" y="100977"/>
                  <a:pt x="55917" y="100977"/>
                </a:cubicBezTo>
                <a:cubicBezTo>
                  <a:pt x="60140" y="100977"/>
                  <a:pt x="63789" y="100475"/>
                  <a:pt x="66866" y="99470"/>
                </a:cubicBezTo>
                <a:cubicBezTo>
                  <a:pt x="69942" y="98465"/>
                  <a:pt x="72581" y="97354"/>
                  <a:pt x="74783" y="96136"/>
                </a:cubicBezTo>
                <a:cubicBezTo>
                  <a:pt x="76984" y="94919"/>
                  <a:pt x="78794" y="93822"/>
                  <a:pt x="80212" y="92848"/>
                </a:cubicBezTo>
                <a:cubicBezTo>
                  <a:pt x="81629" y="91873"/>
                  <a:pt x="82730" y="91386"/>
                  <a:pt x="83514" y="91386"/>
                </a:cubicBezTo>
                <a:cubicBezTo>
                  <a:pt x="84117" y="91386"/>
                  <a:pt x="84600" y="91507"/>
                  <a:pt x="84962" y="91748"/>
                </a:cubicBezTo>
                <a:cubicBezTo>
                  <a:pt x="85324" y="91989"/>
                  <a:pt x="85625" y="92472"/>
                  <a:pt x="85867" y="93196"/>
                </a:cubicBezTo>
                <a:cubicBezTo>
                  <a:pt x="86108" y="93920"/>
                  <a:pt x="86289" y="94930"/>
                  <a:pt x="86410" y="96227"/>
                </a:cubicBezTo>
                <a:cubicBezTo>
                  <a:pt x="86530" y="97524"/>
                  <a:pt x="86591" y="99258"/>
                  <a:pt x="86591" y="101429"/>
                </a:cubicBezTo>
                <a:close/>
                <a:moveTo>
                  <a:pt x="199547" y="110387"/>
                </a:moveTo>
                <a:cubicBezTo>
                  <a:pt x="200270" y="112559"/>
                  <a:pt x="200723" y="114278"/>
                  <a:pt x="200904" y="115545"/>
                </a:cubicBezTo>
                <a:cubicBezTo>
                  <a:pt x="201085" y="116811"/>
                  <a:pt x="200844" y="117761"/>
                  <a:pt x="200180" y="118395"/>
                </a:cubicBezTo>
                <a:cubicBezTo>
                  <a:pt x="199516" y="119028"/>
                  <a:pt x="198340" y="119420"/>
                  <a:pt x="196651" y="119571"/>
                </a:cubicBezTo>
                <a:cubicBezTo>
                  <a:pt x="194962" y="119722"/>
                  <a:pt x="192640" y="119797"/>
                  <a:pt x="189684" y="119797"/>
                </a:cubicBezTo>
                <a:cubicBezTo>
                  <a:pt x="186608" y="119797"/>
                  <a:pt x="184210" y="119752"/>
                  <a:pt x="182491" y="119661"/>
                </a:cubicBezTo>
                <a:cubicBezTo>
                  <a:pt x="180772" y="119571"/>
                  <a:pt x="179460" y="119390"/>
                  <a:pt x="178555" y="119119"/>
                </a:cubicBezTo>
                <a:cubicBezTo>
                  <a:pt x="177650" y="118847"/>
                  <a:pt x="177017" y="118470"/>
                  <a:pt x="176655" y="117988"/>
                </a:cubicBezTo>
                <a:cubicBezTo>
                  <a:pt x="176293" y="117505"/>
                  <a:pt x="175991" y="116872"/>
                  <a:pt x="175750" y="116087"/>
                </a:cubicBezTo>
                <a:lnTo>
                  <a:pt x="167878" y="92472"/>
                </a:lnTo>
                <a:lnTo>
                  <a:pt x="123904" y="92472"/>
                </a:lnTo>
                <a:lnTo>
                  <a:pt x="116485" y="115454"/>
                </a:lnTo>
                <a:cubicBezTo>
                  <a:pt x="116244" y="116299"/>
                  <a:pt x="115927" y="117007"/>
                  <a:pt x="115535" y="117580"/>
                </a:cubicBezTo>
                <a:cubicBezTo>
                  <a:pt x="115143" y="118153"/>
                  <a:pt x="114509" y="118606"/>
                  <a:pt x="113635" y="118938"/>
                </a:cubicBezTo>
                <a:cubicBezTo>
                  <a:pt x="112760" y="119269"/>
                  <a:pt x="111523" y="119496"/>
                  <a:pt x="109925" y="119616"/>
                </a:cubicBezTo>
                <a:cubicBezTo>
                  <a:pt x="108326" y="119737"/>
                  <a:pt x="106230" y="119797"/>
                  <a:pt x="103637" y="119797"/>
                </a:cubicBezTo>
                <a:cubicBezTo>
                  <a:pt x="100862" y="119797"/>
                  <a:pt x="98690" y="119707"/>
                  <a:pt x="97122" y="119526"/>
                </a:cubicBezTo>
                <a:cubicBezTo>
                  <a:pt x="95554" y="119345"/>
                  <a:pt x="94468" y="118907"/>
                  <a:pt x="93865" y="118214"/>
                </a:cubicBezTo>
                <a:cubicBezTo>
                  <a:pt x="93261" y="117520"/>
                  <a:pt x="93050" y="116540"/>
                  <a:pt x="93231" y="115273"/>
                </a:cubicBezTo>
                <a:cubicBezTo>
                  <a:pt x="93412" y="114006"/>
                  <a:pt x="93865" y="112317"/>
                  <a:pt x="94588" y="110206"/>
                </a:cubicBezTo>
                <a:lnTo>
                  <a:pt x="130690" y="6334"/>
                </a:lnTo>
                <a:cubicBezTo>
                  <a:pt x="131052" y="5308"/>
                  <a:pt x="131475" y="4479"/>
                  <a:pt x="131957" y="3845"/>
                </a:cubicBezTo>
                <a:cubicBezTo>
                  <a:pt x="132440" y="3212"/>
                  <a:pt x="133209" y="2730"/>
                  <a:pt x="134264" y="2398"/>
                </a:cubicBezTo>
                <a:cubicBezTo>
                  <a:pt x="135320" y="2066"/>
                  <a:pt x="136783" y="1855"/>
                  <a:pt x="138653" y="1764"/>
                </a:cubicBezTo>
                <a:cubicBezTo>
                  <a:pt x="140523" y="1674"/>
                  <a:pt x="142996" y="1629"/>
                  <a:pt x="146072" y="1629"/>
                </a:cubicBezTo>
                <a:cubicBezTo>
                  <a:pt x="149631" y="1629"/>
                  <a:pt x="152466" y="1674"/>
                  <a:pt x="154577" y="1764"/>
                </a:cubicBezTo>
                <a:cubicBezTo>
                  <a:pt x="156689" y="1855"/>
                  <a:pt x="158332" y="2066"/>
                  <a:pt x="159509" y="2398"/>
                </a:cubicBezTo>
                <a:cubicBezTo>
                  <a:pt x="160685" y="2730"/>
                  <a:pt x="161529" y="3227"/>
                  <a:pt x="162042" y="3891"/>
                </a:cubicBezTo>
                <a:cubicBezTo>
                  <a:pt x="162555" y="4554"/>
                  <a:pt x="162992" y="5459"/>
                  <a:pt x="163354" y="6605"/>
                </a:cubicBezTo>
                <a:lnTo>
                  <a:pt x="199547" y="110387"/>
                </a:lnTo>
                <a:moveTo>
                  <a:pt x="145801" y="24436"/>
                </a:moveTo>
                <a:lnTo>
                  <a:pt x="145710" y="24436"/>
                </a:lnTo>
                <a:lnTo>
                  <a:pt x="129152" y="74195"/>
                </a:lnTo>
                <a:lnTo>
                  <a:pt x="162359" y="74195"/>
                </a:lnTo>
                <a:lnTo>
                  <a:pt x="145801" y="24436"/>
                </a:lnTo>
                <a:close/>
                <a:moveTo>
                  <a:pt x="311480" y="75699"/>
                </a:moveTo>
                <a:cubicBezTo>
                  <a:pt x="311480" y="82883"/>
                  <a:pt x="310424" y="89312"/>
                  <a:pt x="308313" y="94986"/>
                </a:cubicBezTo>
                <a:cubicBezTo>
                  <a:pt x="306202" y="100659"/>
                  <a:pt x="303095" y="105459"/>
                  <a:pt x="298993" y="109383"/>
                </a:cubicBezTo>
                <a:cubicBezTo>
                  <a:pt x="294892" y="113306"/>
                  <a:pt x="289825" y="116294"/>
                  <a:pt x="283793" y="118347"/>
                </a:cubicBezTo>
                <a:cubicBezTo>
                  <a:pt x="277761" y="120399"/>
                  <a:pt x="270824" y="121426"/>
                  <a:pt x="262982" y="121426"/>
                </a:cubicBezTo>
                <a:cubicBezTo>
                  <a:pt x="255623" y="121426"/>
                  <a:pt x="249018" y="120506"/>
                  <a:pt x="243167" y="118666"/>
                </a:cubicBezTo>
                <a:cubicBezTo>
                  <a:pt x="237315" y="116824"/>
                  <a:pt x="232369" y="114033"/>
                  <a:pt x="228328" y="110291"/>
                </a:cubicBezTo>
                <a:cubicBezTo>
                  <a:pt x="224286" y="106547"/>
                  <a:pt x="221195" y="101884"/>
                  <a:pt x="219053" y="96300"/>
                </a:cubicBezTo>
                <a:cubicBezTo>
                  <a:pt x="216912" y="90715"/>
                  <a:pt x="215841" y="84180"/>
                  <a:pt x="215841" y="76694"/>
                </a:cubicBezTo>
                <a:lnTo>
                  <a:pt x="215841" y="5432"/>
                </a:lnTo>
                <a:cubicBezTo>
                  <a:pt x="215841" y="4828"/>
                  <a:pt x="216022" y="4286"/>
                  <a:pt x="216384" y="3803"/>
                </a:cubicBezTo>
                <a:cubicBezTo>
                  <a:pt x="216746" y="3319"/>
                  <a:pt x="217394" y="2926"/>
                  <a:pt x="218329" y="2624"/>
                </a:cubicBezTo>
                <a:cubicBezTo>
                  <a:pt x="219264" y="2322"/>
                  <a:pt x="220486" y="2081"/>
                  <a:pt x="221994" y="1900"/>
                </a:cubicBezTo>
                <a:cubicBezTo>
                  <a:pt x="223502" y="1719"/>
                  <a:pt x="225432" y="1629"/>
                  <a:pt x="227785" y="1629"/>
                </a:cubicBezTo>
                <a:cubicBezTo>
                  <a:pt x="230077" y="1629"/>
                  <a:pt x="231977" y="1719"/>
                  <a:pt x="233485" y="1900"/>
                </a:cubicBezTo>
                <a:cubicBezTo>
                  <a:pt x="234993" y="2081"/>
                  <a:pt x="236199" y="2322"/>
                  <a:pt x="237104" y="2624"/>
                </a:cubicBezTo>
                <a:cubicBezTo>
                  <a:pt x="238009" y="2926"/>
                  <a:pt x="238658" y="3319"/>
                  <a:pt x="239050" y="3803"/>
                </a:cubicBezTo>
                <a:cubicBezTo>
                  <a:pt x="239442" y="4286"/>
                  <a:pt x="239638" y="4828"/>
                  <a:pt x="239638" y="5432"/>
                </a:cubicBezTo>
                <a:lnTo>
                  <a:pt x="239638" y="74622"/>
                </a:lnTo>
                <a:cubicBezTo>
                  <a:pt x="239638" y="79272"/>
                  <a:pt x="240211" y="83303"/>
                  <a:pt x="241357" y="86715"/>
                </a:cubicBezTo>
                <a:cubicBezTo>
                  <a:pt x="242503" y="90125"/>
                  <a:pt x="244147" y="92947"/>
                  <a:pt x="246288" y="95181"/>
                </a:cubicBezTo>
                <a:cubicBezTo>
                  <a:pt x="248430" y="97414"/>
                  <a:pt x="250993" y="99090"/>
                  <a:pt x="253979" y="100208"/>
                </a:cubicBezTo>
                <a:cubicBezTo>
                  <a:pt x="256965" y="101324"/>
                  <a:pt x="260298" y="101882"/>
                  <a:pt x="263977" y="101882"/>
                </a:cubicBezTo>
                <a:cubicBezTo>
                  <a:pt x="267717" y="101882"/>
                  <a:pt x="271065" y="101309"/>
                  <a:pt x="274021" y="100163"/>
                </a:cubicBezTo>
                <a:cubicBezTo>
                  <a:pt x="276976" y="99015"/>
                  <a:pt x="279480" y="97339"/>
                  <a:pt x="281531" y="95135"/>
                </a:cubicBezTo>
                <a:cubicBezTo>
                  <a:pt x="283582" y="92932"/>
                  <a:pt x="285165" y="90215"/>
                  <a:pt x="286281" y="86986"/>
                </a:cubicBezTo>
                <a:cubicBezTo>
                  <a:pt x="287397" y="83755"/>
                  <a:pt x="287955" y="80087"/>
                  <a:pt x="287955" y="75982"/>
                </a:cubicBezTo>
                <a:lnTo>
                  <a:pt x="287955" y="5432"/>
                </a:lnTo>
                <a:cubicBezTo>
                  <a:pt x="287955" y="4828"/>
                  <a:pt x="288136" y="4286"/>
                  <a:pt x="288498" y="3803"/>
                </a:cubicBezTo>
                <a:cubicBezTo>
                  <a:pt x="288860" y="3319"/>
                  <a:pt x="289493" y="2926"/>
                  <a:pt x="290398" y="2624"/>
                </a:cubicBezTo>
                <a:cubicBezTo>
                  <a:pt x="291303" y="2322"/>
                  <a:pt x="292524" y="2081"/>
                  <a:pt x="294062" y="1900"/>
                </a:cubicBezTo>
                <a:cubicBezTo>
                  <a:pt x="295600" y="1719"/>
                  <a:pt x="297516" y="1629"/>
                  <a:pt x="299808" y="1629"/>
                </a:cubicBezTo>
                <a:cubicBezTo>
                  <a:pt x="302100" y="1629"/>
                  <a:pt x="303985" y="1719"/>
                  <a:pt x="305463" y="1900"/>
                </a:cubicBezTo>
                <a:cubicBezTo>
                  <a:pt x="306941" y="2081"/>
                  <a:pt x="308132" y="2322"/>
                  <a:pt x="309037" y="2624"/>
                </a:cubicBezTo>
                <a:cubicBezTo>
                  <a:pt x="309942" y="2926"/>
                  <a:pt x="310575" y="3319"/>
                  <a:pt x="310937" y="3803"/>
                </a:cubicBezTo>
                <a:cubicBezTo>
                  <a:pt x="311299" y="4286"/>
                  <a:pt x="311480" y="4828"/>
                  <a:pt x="311480" y="5432"/>
                </a:cubicBezTo>
                <a:lnTo>
                  <a:pt x="311480" y="75699"/>
                </a:lnTo>
                <a:close/>
                <a:moveTo>
                  <a:pt x="406150" y="84181"/>
                </a:moveTo>
                <a:cubicBezTo>
                  <a:pt x="406150" y="90344"/>
                  <a:pt x="405004" y="95751"/>
                  <a:pt x="402712" y="100403"/>
                </a:cubicBezTo>
                <a:cubicBezTo>
                  <a:pt x="400420" y="105055"/>
                  <a:pt x="397313" y="108937"/>
                  <a:pt x="393392" y="112047"/>
                </a:cubicBezTo>
                <a:cubicBezTo>
                  <a:pt x="389471" y="115157"/>
                  <a:pt x="384887" y="117498"/>
                  <a:pt x="379639" y="119070"/>
                </a:cubicBezTo>
                <a:cubicBezTo>
                  <a:pt x="374391" y="120641"/>
                  <a:pt x="368781" y="121426"/>
                  <a:pt x="362810" y="121426"/>
                </a:cubicBezTo>
                <a:cubicBezTo>
                  <a:pt x="358768" y="121426"/>
                  <a:pt x="355013" y="121097"/>
                  <a:pt x="351545" y="120439"/>
                </a:cubicBezTo>
                <a:cubicBezTo>
                  <a:pt x="348076" y="119781"/>
                  <a:pt x="345015" y="118989"/>
                  <a:pt x="342361" y="118064"/>
                </a:cubicBezTo>
                <a:cubicBezTo>
                  <a:pt x="339707" y="117136"/>
                  <a:pt x="337490" y="116165"/>
                  <a:pt x="335710" y="115149"/>
                </a:cubicBezTo>
                <a:cubicBezTo>
                  <a:pt x="333931" y="114133"/>
                  <a:pt x="332649" y="113236"/>
                  <a:pt x="331865" y="112460"/>
                </a:cubicBezTo>
                <a:cubicBezTo>
                  <a:pt x="331081" y="111681"/>
                  <a:pt x="330523" y="110549"/>
                  <a:pt x="330191" y="109064"/>
                </a:cubicBezTo>
                <a:cubicBezTo>
                  <a:pt x="329859" y="107578"/>
                  <a:pt x="329693" y="105442"/>
                  <a:pt x="329693" y="102654"/>
                </a:cubicBezTo>
                <a:cubicBezTo>
                  <a:pt x="329693" y="100774"/>
                  <a:pt x="329754" y="99199"/>
                  <a:pt x="329874" y="97926"/>
                </a:cubicBezTo>
                <a:cubicBezTo>
                  <a:pt x="329995" y="96654"/>
                  <a:pt x="330191" y="95624"/>
                  <a:pt x="330462" y="94836"/>
                </a:cubicBezTo>
                <a:cubicBezTo>
                  <a:pt x="330734" y="94048"/>
                  <a:pt x="331096" y="93487"/>
                  <a:pt x="331548" y="93153"/>
                </a:cubicBezTo>
                <a:cubicBezTo>
                  <a:pt x="332001" y="92820"/>
                  <a:pt x="332528" y="92653"/>
                  <a:pt x="333132" y="92653"/>
                </a:cubicBezTo>
                <a:cubicBezTo>
                  <a:pt x="333976" y="92653"/>
                  <a:pt x="335168" y="93150"/>
                  <a:pt x="336706" y="94146"/>
                </a:cubicBezTo>
                <a:cubicBezTo>
                  <a:pt x="338244" y="95141"/>
                  <a:pt x="340219" y="96242"/>
                  <a:pt x="342632" y="97448"/>
                </a:cubicBezTo>
                <a:cubicBezTo>
                  <a:pt x="345045" y="98655"/>
                  <a:pt x="347925" y="99756"/>
                  <a:pt x="351273" y="100751"/>
                </a:cubicBezTo>
                <a:cubicBezTo>
                  <a:pt x="354621" y="101746"/>
                  <a:pt x="358497" y="102244"/>
                  <a:pt x="362900" y="102244"/>
                </a:cubicBezTo>
                <a:cubicBezTo>
                  <a:pt x="365795" y="102244"/>
                  <a:pt x="368389" y="101896"/>
                  <a:pt x="370681" y="101200"/>
                </a:cubicBezTo>
                <a:cubicBezTo>
                  <a:pt x="372974" y="100503"/>
                  <a:pt x="374919" y="99519"/>
                  <a:pt x="376517" y="98248"/>
                </a:cubicBezTo>
                <a:cubicBezTo>
                  <a:pt x="378116" y="96978"/>
                  <a:pt x="379337" y="95405"/>
                  <a:pt x="380182" y="93529"/>
                </a:cubicBezTo>
                <a:cubicBezTo>
                  <a:pt x="381026" y="91652"/>
                  <a:pt x="381449" y="89563"/>
                  <a:pt x="381449" y="87264"/>
                </a:cubicBezTo>
                <a:cubicBezTo>
                  <a:pt x="381449" y="84606"/>
                  <a:pt x="380725" y="82326"/>
                  <a:pt x="379277" y="80424"/>
                </a:cubicBezTo>
                <a:cubicBezTo>
                  <a:pt x="377829" y="78520"/>
                  <a:pt x="375944" y="76828"/>
                  <a:pt x="373622" y="75348"/>
                </a:cubicBezTo>
                <a:cubicBezTo>
                  <a:pt x="371300" y="73869"/>
                  <a:pt x="368661" y="72479"/>
                  <a:pt x="365705" y="71180"/>
                </a:cubicBezTo>
                <a:cubicBezTo>
                  <a:pt x="362749" y="69880"/>
                  <a:pt x="359703" y="68505"/>
                  <a:pt x="356566" y="67055"/>
                </a:cubicBezTo>
                <a:cubicBezTo>
                  <a:pt x="353430" y="65605"/>
                  <a:pt x="350383" y="63960"/>
                  <a:pt x="347428" y="62118"/>
                </a:cubicBezTo>
                <a:cubicBezTo>
                  <a:pt x="344472" y="60275"/>
                  <a:pt x="341833" y="58069"/>
                  <a:pt x="339511" y="55502"/>
                </a:cubicBezTo>
                <a:cubicBezTo>
                  <a:pt x="337188" y="52934"/>
                  <a:pt x="335303" y="49899"/>
                  <a:pt x="333856" y="46397"/>
                </a:cubicBezTo>
                <a:cubicBezTo>
                  <a:pt x="332408" y="42893"/>
                  <a:pt x="331684" y="38694"/>
                  <a:pt x="331684" y="33800"/>
                </a:cubicBezTo>
                <a:cubicBezTo>
                  <a:pt x="331684" y="28181"/>
                  <a:pt x="332725" y="23242"/>
                  <a:pt x="334806" y="18984"/>
                </a:cubicBezTo>
                <a:cubicBezTo>
                  <a:pt x="336887" y="14726"/>
                  <a:pt x="339692" y="11192"/>
                  <a:pt x="343220" y="8384"/>
                </a:cubicBezTo>
                <a:cubicBezTo>
                  <a:pt x="346749" y="5573"/>
                  <a:pt x="350911" y="3473"/>
                  <a:pt x="355707" y="2084"/>
                </a:cubicBezTo>
                <a:cubicBezTo>
                  <a:pt x="360502" y="695"/>
                  <a:pt x="365584" y="0"/>
                  <a:pt x="370953" y="0"/>
                </a:cubicBezTo>
                <a:cubicBezTo>
                  <a:pt x="373728" y="0"/>
                  <a:pt x="376502" y="211"/>
                  <a:pt x="379277" y="633"/>
                </a:cubicBezTo>
                <a:cubicBezTo>
                  <a:pt x="382052" y="1056"/>
                  <a:pt x="384646" y="1629"/>
                  <a:pt x="387059" y="2353"/>
                </a:cubicBezTo>
                <a:cubicBezTo>
                  <a:pt x="389471" y="3076"/>
                  <a:pt x="391613" y="3891"/>
                  <a:pt x="393483" y="4796"/>
                </a:cubicBezTo>
                <a:cubicBezTo>
                  <a:pt x="395353" y="5700"/>
                  <a:pt x="396589" y="6454"/>
                  <a:pt x="397192" y="7058"/>
                </a:cubicBezTo>
                <a:cubicBezTo>
                  <a:pt x="397796" y="7661"/>
                  <a:pt x="398203" y="8174"/>
                  <a:pt x="398414" y="8599"/>
                </a:cubicBezTo>
                <a:cubicBezTo>
                  <a:pt x="398625" y="9023"/>
                  <a:pt x="398806" y="9583"/>
                  <a:pt x="398957" y="10281"/>
                </a:cubicBezTo>
                <a:cubicBezTo>
                  <a:pt x="399108" y="10978"/>
                  <a:pt x="399213" y="11858"/>
                  <a:pt x="399273" y="12919"/>
                </a:cubicBezTo>
                <a:cubicBezTo>
                  <a:pt x="399334" y="13978"/>
                  <a:pt x="399364" y="15296"/>
                  <a:pt x="399364" y="16872"/>
                </a:cubicBezTo>
                <a:cubicBezTo>
                  <a:pt x="399364" y="18631"/>
                  <a:pt x="399319" y="20116"/>
                  <a:pt x="399228" y="21328"/>
                </a:cubicBezTo>
                <a:cubicBezTo>
                  <a:pt x="399138" y="22540"/>
                  <a:pt x="398987" y="23540"/>
                  <a:pt x="398776" y="24328"/>
                </a:cubicBezTo>
                <a:cubicBezTo>
                  <a:pt x="398565" y="25116"/>
                  <a:pt x="398263" y="25692"/>
                  <a:pt x="397871" y="26056"/>
                </a:cubicBezTo>
                <a:cubicBezTo>
                  <a:pt x="397479" y="26420"/>
                  <a:pt x="396951" y="26601"/>
                  <a:pt x="396288" y="26601"/>
                </a:cubicBezTo>
                <a:cubicBezTo>
                  <a:pt x="395624" y="26601"/>
                  <a:pt x="394568" y="26179"/>
                  <a:pt x="393121" y="25335"/>
                </a:cubicBezTo>
                <a:cubicBezTo>
                  <a:pt x="391673" y="24490"/>
                  <a:pt x="389894" y="23570"/>
                  <a:pt x="387782" y="22575"/>
                </a:cubicBezTo>
                <a:cubicBezTo>
                  <a:pt x="385671" y="21580"/>
                  <a:pt x="383228" y="20675"/>
                  <a:pt x="380453" y="19861"/>
                </a:cubicBezTo>
                <a:cubicBezTo>
                  <a:pt x="377679" y="19046"/>
                  <a:pt x="374632" y="18639"/>
                  <a:pt x="371315" y="18639"/>
                </a:cubicBezTo>
                <a:cubicBezTo>
                  <a:pt x="368721" y="18639"/>
                  <a:pt x="366459" y="18955"/>
                  <a:pt x="364529" y="19586"/>
                </a:cubicBezTo>
                <a:cubicBezTo>
                  <a:pt x="362598" y="20218"/>
                  <a:pt x="360985" y="21090"/>
                  <a:pt x="359688" y="22202"/>
                </a:cubicBezTo>
                <a:cubicBezTo>
                  <a:pt x="358391" y="23312"/>
                  <a:pt x="357426" y="24649"/>
                  <a:pt x="356793" y="26211"/>
                </a:cubicBezTo>
                <a:cubicBezTo>
                  <a:pt x="356159" y="27774"/>
                  <a:pt x="355842" y="29427"/>
                  <a:pt x="355842" y="31171"/>
                </a:cubicBezTo>
                <a:cubicBezTo>
                  <a:pt x="355842" y="33768"/>
                  <a:pt x="356551" y="36019"/>
                  <a:pt x="357969" y="37923"/>
                </a:cubicBezTo>
                <a:cubicBezTo>
                  <a:pt x="359386" y="39825"/>
                  <a:pt x="361286" y="41516"/>
                  <a:pt x="363669" y="42996"/>
                </a:cubicBezTo>
                <a:cubicBezTo>
                  <a:pt x="366052" y="44475"/>
                  <a:pt x="368751" y="45866"/>
                  <a:pt x="371767" y="47166"/>
                </a:cubicBezTo>
                <a:cubicBezTo>
                  <a:pt x="374783" y="48465"/>
                  <a:pt x="377860" y="49839"/>
                  <a:pt x="380996" y="51289"/>
                </a:cubicBezTo>
                <a:cubicBezTo>
                  <a:pt x="384133" y="52738"/>
                  <a:pt x="387209" y="54385"/>
                  <a:pt x="390225" y="56228"/>
                </a:cubicBezTo>
                <a:cubicBezTo>
                  <a:pt x="393241" y="58070"/>
                  <a:pt x="395926" y="60275"/>
                  <a:pt x="398278" y="62842"/>
                </a:cubicBezTo>
                <a:cubicBezTo>
                  <a:pt x="400631" y="65409"/>
                  <a:pt x="402531" y="68430"/>
                  <a:pt x="403978" y="71904"/>
                </a:cubicBezTo>
                <a:cubicBezTo>
                  <a:pt x="405426" y="75377"/>
                  <a:pt x="406150" y="79469"/>
                  <a:pt x="406150" y="84181"/>
                </a:cubicBezTo>
                <a:close/>
                <a:moveTo>
                  <a:pt x="494031" y="109935"/>
                </a:moveTo>
                <a:cubicBezTo>
                  <a:pt x="494031" y="111684"/>
                  <a:pt x="493956" y="113147"/>
                  <a:pt x="493805" y="114323"/>
                </a:cubicBezTo>
                <a:cubicBezTo>
                  <a:pt x="493654" y="115499"/>
                  <a:pt x="493428" y="116449"/>
                  <a:pt x="493126" y="117173"/>
                </a:cubicBezTo>
                <a:cubicBezTo>
                  <a:pt x="492825" y="117897"/>
                  <a:pt x="492448" y="118425"/>
                  <a:pt x="491995" y="118757"/>
                </a:cubicBezTo>
                <a:cubicBezTo>
                  <a:pt x="491543" y="119088"/>
                  <a:pt x="491045" y="119254"/>
                  <a:pt x="490502" y="119254"/>
                </a:cubicBezTo>
                <a:lnTo>
                  <a:pt x="431690" y="119254"/>
                </a:lnTo>
                <a:cubicBezTo>
                  <a:pt x="429699" y="119254"/>
                  <a:pt x="428025" y="118666"/>
                  <a:pt x="426668" y="117490"/>
                </a:cubicBezTo>
                <a:cubicBezTo>
                  <a:pt x="425311" y="116314"/>
                  <a:pt x="424632" y="114398"/>
                  <a:pt x="424632" y="111744"/>
                </a:cubicBezTo>
                <a:lnTo>
                  <a:pt x="424632" y="9681"/>
                </a:lnTo>
                <a:cubicBezTo>
                  <a:pt x="424632" y="7027"/>
                  <a:pt x="425311" y="5112"/>
                  <a:pt x="426668" y="3936"/>
                </a:cubicBezTo>
                <a:cubicBezTo>
                  <a:pt x="428025" y="2760"/>
                  <a:pt x="429699" y="2172"/>
                  <a:pt x="431690" y="2172"/>
                </a:cubicBezTo>
                <a:lnTo>
                  <a:pt x="490140" y="2172"/>
                </a:lnTo>
                <a:cubicBezTo>
                  <a:pt x="490683" y="2172"/>
                  <a:pt x="491166" y="2322"/>
                  <a:pt x="491588" y="2624"/>
                </a:cubicBezTo>
                <a:cubicBezTo>
                  <a:pt x="492010" y="2926"/>
                  <a:pt x="492372" y="3453"/>
                  <a:pt x="492674" y="4207"/>
                </a:cubicBezTo>
                <a:cubicBezTo>
                  <a:pt x="492976" y="4961"/>
                  <a:pt x="493202" y="5927"/>
                  <a:pt x="493353" y="7103"/>
                </a:cubicBezTo>
                <a:cubicBezTo>
                  <a:pt x="493503" y="8279"/>
                  <a:pt x="493579" y="9772"/>
                  <a:pt x="493579" y="11582"/>
                </a:cubicBezTo>
                <a:cubicBezTo>
                  <a:pt x="493579" y="13271"/>
                  <a:pt x="493503" y="14703"/>
                  <a:pt x="493353" y="15879"/>
                </a:cubicBezTo>
                <a:cubicBezTo>
                  <a:pt x="493202" y="17056"/>
                  <a:pt x="492976" y="18006"/>
                  <a:pt x="492674" y="18730"/>
                </a:cubicBezTo>
                <a:cubicBezTo>
                  <a:pt x="492372" y="19453"/>
                  <a:pt x="492010" y="19981"/>
                  <a:pt x="491588" y="20313"/>
                </a:cubicBezTo>
                <a:cubicBezTo>
                  <a:pt x="491166" y="20645"/>
                  <a:pt x="490683" y="20811"/>
                  <a:pt x="490140" y="20811"/>
                </a:cubicBezTo>
                <a:lnTo>
                  <a:pt x="448338" y="20811"/>
                </a:lnTo>
                <a:lnTo>
                  <a:pt x="448338" y="49222"/>
                </a:lnTo>
                <a:lnTo>
                  <a:pt x="483716" y="49222"/>
                </a:lnTo>
                <a:cubicBezTo>
                  <a:pt x="484259" y="49222"/>
                  <a:pt x="484757" y="49389"/>
                  <a:pt x="485209" y="49722"/>
                </a:cubicBezTo>
                <a:cubicBezTo>
                  <a:pt x="485662" y="50056"/>
                  <a:pt x="486039" y="50571"/>
                  <a:pt x="486340" y="51269"/>
                </a:cubicBezTo>
                <a:cubicBezTo>
                  <a:pt x="486642" y="51965"/>
                  <a:pt x="486868" y="52904"/>
                  <a:pt x="487019" y="54088"/>
                </a:cubicBezTo>
                <a:cubicBezTo>
                  <a:pt x="487170" y="55270"/>
                  <a:pt x="487245" y="56709"/>
                  <a:pt x="487245" y="58406"/>
                </a:cubicBezTo>
                <a:cubicBezTo>
                  <a:pt x="487245" y="60164"/>
                  <a:pt x="487170" y="61620"/>
                  <a:pt x="487019" y="62771"/>
                </a:cubicBezTo>
                <a:cubicBezTo>
                  <a:pt x="486868" y="63923"/>
                  <a:pt x="486642" y="64848"/>
                  <a:pt x="486340" y="65545"/>
                </a:cubicBezTo>
                <a:cubicBezTo>
                  <a:pt x="486039" y="66241"/>
                  <a:pt x="485662" y="66740"/>
                  <a:pt x="485209" y="67044"/>
                </a:cubicBezTo>
                <a:cubicBezTo>
                  <a:pt x="484757" y="67347"/>
                  <a:pt x="484259" y="67499"/>
                  <a:pt x="483716" y="67499"/>
                </a:cubicBezTo>
                <a:lnTo>
                  <a:pt x="448338" y="67499"/>
                </a:lnTo>
                <a:lnTo>
                  <a:pt x="448338" y="100615"/>
                </a:lnTo>
                <a:lnTo>
                  <a:pt x="490502" y="100615"/>
                </a:lnTo>
                <a:cubicBezTo>
                  <a:pt x="491045" y="100615"/>
                  <a:pt x="491543" y="100781"/>
                  <a:pt x="491995" y="101113"/>
                </a:cubicBezTo>
                <a:cubicBezTo>
                  <a:pt x="492448" y="101445"/>
                  <a:pt x="492825" y="101972"/>
                  <a:pt x="493126" y="102696"/>
                </a:cubicBezTo>
                <a:cubicBezTo>
                  <a:pt x="493428" y="103420"/>
                  <a:pt x="493654" y="104370"/>
                  <a:pt x="493805" y="105546"/>
                </a:cubicBezTo>
                <a:cubicBezTo>
                  <a:pt x="493956" y="106723"/>
                  <a:pt x="494031" y="108185"/>
                  <a:pt x="494031" y="1099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d88080c0f44374"/>
          <a:stretch xmlns:a="http://schemas.openxmlformats.org/drawingml/2006/main"/>
        </p:blipFill>
        <p:spPr>
          <a:xfrm xmlns:a="http://schemas.openxmlformats.org/drawingml/2006/main">
            <a:off x="75874" y="2706839"/>
            <a:ext cx="3378583" cy="735354"/>
          </a:xfrm>
          <a:prstGeom xmlns:a="http://schemas.openxmlformats.org/drawingml/2006/main" prst="rect">
            <a:avLst/>
          </a:prstGeom>
        </p:spPr>
      </p:pic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E6ECD2-D732-40BC-908C-17E0749A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90" y="2754053"/>
            <a:ext cx="3282920" cy="641389"/>
          </a:xfrm>
          <a:custGeom xmlns:a="http://schemas.openxmlformats.org/drawingml/2006/main">
            <a:pathLst>
              <a:path w="3282920" h="641389">
                <a:moveTo>
                  <a:pt x="80145" y="641389"/>
                </a:moveTo>
                <a:cubicBezTo>
                  <a:pt x="35903" y="641389"/>
                  <a:pt x="0" y="605718"/>
                  <a:pt x="0" y="561476"/>
                </a:cubicBezTo>
                <a:lnTo>
                  <a:pt x="0" y="80145"/>
                </a:lnTo>
                <a:cubicBezTo>
                  <a:pt x="0" y="35903"/>
                  <a:pt x="35903" y="0"/>
                  <a:pt x="80145" y="0"/>
                </a:cubicBezTo>
                <a:lnTo>
                  <a:pt x="3202775" y="0"/>
                </a:lnTo>
                <a:cubicBezTo>
                  <a:pt x="3247017" y="0"/>
                  <a:pt x="3282920" y="35903"/>
                  <a:pt x="3282920" y="80145"/>
                </a:cubicBezTo>
                <a:lnTo>
                  <a:pt x="3282920" y="561476"/>
                </a:lnTo>
                <a:cubicBezTo>
                  <a:pt x="3282920" y="605718"/>
                  <a:pt x="3247017" y="641389"/>
                  <a:pt x="3202775" y="641389"/>
                </a:cubicBezTo>
                <a:lnTo>
                  <a:pt x="80145" y="641389"/>
                </a:lnTo>
                <a:close/>
              </a:path>
            </a:pathLst>
          </a:custGeom>
          <a:solidFill xmlns:a="http://schemas.openxmlformats.org/drawingml/2006/main">
            <a:srgbClr val="DEEBF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0EF5DF-F11C-46AE-B8F8-ADA45E3E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90" y="2754060"/>
            <a:ext cx="3282920" cy="641389"/>
          </a:xfrm>
          <a:custGeom xmlns:a="http://schemas.openxmlformats.org/drawingml/2006/main">
            <a:pathLst>
              <a:path w="3282920" h="641389" fill="none">
                <a:moveTo>
                  <a:pt x="80145" y="641389"/>
                </a:moveTo>
                <a:lnTo>
                  <a:pt x="3202775" y="641389"/>
                </a:lnTo>
                <a:cubicBezTo>
                  <a:pt x="3247017" y="641389"/>
                  <a:pt x="3282920" y="605718"/>
                  <a:pt x="3282920" y="561476"/>
                </a:cubicBezTo>
                <a:lnTo>
                  <a:pt x="3282920" y="80145"/>
                </a:lnTo>
                <a:cubicBezTo>
                  <a:pt x="3282920" y="35903"/>
                  <a:pt x="3247017" y="0"/>
                  <a:pt x="3202775" y="0"/>
                </a:cubicBezTo>
                <a:lnTo>
                  <a:pt x="80145" y="0"/>
                </a:lnTo>
                <a:cubicBezTo>
                  <a:pt x="35903" y="0"/>
                  <a:pt x="0" y="35903"/>
                  <a:pt x="0" y="80145"/>
                </a:cubicBezTo>
                <a:lnTo>
                  <a:pt x="0" y="561476"/>
                </a:lnTo>
                <a:cubicBezTo>
                  <a:pt x="0" y="605718"/>
                  <a:pt x="35903" y="641389"/>
                  <a:pt x="80145" y="64138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582" cap="sq">
            <a:solidFill>
              <a:srgbClr val="262626"/>
            </a:solidFill>
            <a:miter/>
          </a:ln>
        </p:spPr>
      </p:sp>
      <p:sp>
        <p:nvSpPr>
          <p:cNvPr id="88" name="Text MarcusAureliusreducedthepurityofthe">
            <a:extLst xmlns:a="http://schemas.openxmlformats.org/drawingml/2006/main">
              <a:ext uri="{FF2B5EF4-FFF2-40B4-BE49-F238E27FC236}">
                <a16:creationId xmlns:a16="http://schemas.microsoft.com/office/drawing/2014/main" id="{BDDE684D-694E-437D-96A3-E962CFC1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70" y="2960452"/>
            <a:ext cx="2867116" cy="146242"/>
          </a:xfrm>
          <a:custGeom xmlns:a="http://schemas.openxmlformats.org/drawingml/2006/main">
            <a:pathLst>
              <a:path w="2867116" h="146242">
                <a:moveTo>
                  <a:pt x="116645" y="113909"/>
                </a:moveTo>
                <a:cubicBezTo>
                  <a:pt x="116645" y="114351"/>
                  <a:pt x="116535" y="114738"/>
                  <a:pt x="116314" y="115070"/>
                </a:cubicBezTo>
                <a:cubicBezTo>
                  <a:pt x="116092" y="115402"/>
                  <a:pt x="115706" y="115664"/>
                  <a:pt x="115153" y="115858"/>
                </a:cubicBezTo>
                <a:cubicBezTo>
                  <a:pt x="114600" y="116051"/>
                  <a:pt x="113896" y="116217"/>
                  <a:pt x="113039" y="116355"/>
                </a:cubicBezTo>
                <a:cubicBezTo>
                  <a:pt x="112182" y="116493"/>
                  <a:pt x="111063" y="116562"/>
                  <a:pt x="109681" y="116562"/>
                </a:cubicBezTo>
                <a:cubicBezTo>
                  <a:pt x="108410" y="116562"/>
                  <a:pt x="107318" y="116493"/>
                  <a:pt x="106407" y="116355"/>
                </a:cubicBezTo>
                <a:cubicBezTo>
                  <a:pt x="105495" y="116217"/>
                  <a:pt x="104776" y="116051"/>
                  <a:pt x="104251" y="115858"/>
                </a:cubicBezTo>
                <a:cubicBezTo>
                  <a:pt x="103726" y="115664"/>
                  <a:pt x="103353" y="115402"/>
                  <a:pt x="103132" y="115070"/>
                </a:cubicBezTo>
                <a:cubicBezTo>
                  <a:pt x="102911" y="114738"/>
                  <a:pt x="102800" y="114351"/>
                  <a:pt x="102800" y="113909"/>
                </a:cubicBezTo>
                <a:lnTo>
                  <a:pt x="102800" y="20477"/>
                </a:lnTo>
                <a:lnTo>
                  <a:pt x="102634" y="20477"/>
                </a:lnTo>
                <a:lnTo>
                  <a:pt x="64416" y="114324"/>
                </a:lnTo>
                <a:cubicBezTo>
                  <a:pt x="64250" y="114711"/>
                  <a:pt x="64015" y="115042"/>
                  <a:pt x="63711" y="115319"/>
                </a:cubicBezTo>
                <a:cubicBezTo>
                  <a:pt x="63407" y="115595"/>
                  <a:pt x="62965" y="115830"/>
                  <a:pt x="62385" y="116023"/>
                </a:cubicBezTo>
                <a:cubicBezTo>
                  <a:pt x="61805" y="116217"/>
                  <a:pt x="61114" y="116355"/>
                  <a:pt x="60312" y="116438"/>
                </a:cubicBezTo>
                <a:cubicBezTo>
                  <a:pt x="59511" y="116521"/>
                  <a:pt x="58557" y="116562"/>
                  <a:pt x="57452" y="116562"/>
                </a:cubicBezTo>
                <a:cubicBezTo>
                  <a:pt x="56291" y="116562"/>
                  <a:pt x="55297" y="116507"/>
                  <a:pt x="54468" y="116396"/>
                </a:cubicBezTo>
                <a:cubicBezTo>
                  <a:pt x="53639" y="116286"/>
                  <a:pt x="52948" y="116134"/>
                  <a:pt x="52395" y="115940"/>
                </a:cubicBezTo>
                <a:cubicBezTo>
                  <a:pt x="51842" y="115747"/>
                  <a:pt x="51414" y="115512"/>
                  <a:pt x="51110" y="115236"/>
                </a:cubicBezTo>
                <a:cubicBezTo>
                  <a:pt x="50806" y="114959"/>
                  <a:pt x="50599" y="114655"/>
                  <a:pt x="50488" y="114324"/>
                </a:cubicBezTo>
                <a:lnTo>
                  <a:pt x="13928" y="20477"/>
                </a:lnTo>
                <a:lnTo>
                  <a:pt x="13845" y="20477"/>
                </a:lnTo>
                <a:lnTo>
                  <a:pt x="13845" y="113909"/>
                </a:lnTo>
                <a:cubicBezTo>
                  <a:pt x="13845" y="114351"/>
                  <a:pt x="13734" y="114738"/>
                  <a:pt x="13513" y="115070"/>
                </a:cubicBezTo>
                <a:cubicBezTo>
                  <a:pt x="13292" y="115402"/>
                  <a:pt x="12905" y="115664"/>
                  <a:pt x="12353" y="115858"/>
                </a:cubicBezTo>
                <a:cubicBezTo>
                  <a:pt x="11800" y="116051"/>
                  <a:pt x="11081" y="116217"/>
                  <a:pt x="10197" y="116355"/>
                </a:cubicBezTo>
                <a:cubicBezTo>
                  <a:pt x="9313" y="116493"/>
                  <a:pt x="8180" y="116562"/>
                  <a:pt x="6798" y="116562"/>
                </a:cubicBezTo>
                <a:cubicBezTo>
                  <a:pt x="5472" y="116562"/>
                  <a:pt x="4366" y="116493"/>
                  <a:pt x="3482" y="116355"/>
                </a:cubicBezTo>
                <a:cubicBezTo>
                  <a:pt x="2598" y="116217"/>
                  <a:pt x="1893" y="116051"/>
                  <a:pt x="1368" y="115858"/>
                </a:cubicBezTo>
                <a:cubicBezTo>
                  <a:pt x="843" y="115664"/>
                  <a:pt x="484" y="115402"/>
                  <a:pt x="290" y="115070"/>
                </a:cubicBezTo>
                <a:cubicBezTo>
                  <a:pt x="97" y="114738"/>
                  <a:pt x="0" y="114351"/>
                  <a:pt x="0" y="113909"/>
                </a:cubicBezTo>
                <a:lnTo>
                  <a:pt x="0" y="15254"/>
                </a:lnTo>
                <a:cubicBezTo>
                  <a:pt x="0" y="12933"/>
                  <a:pt x="608" y="11275"/>
                  <a:pt x="1824" y="10280"/>
                </a:cubicBezTo>
                <a:cubicBezTo>
                  <a:pt x="3040" y="9285"/>
                  <a:pt x="4394" y="8788"/>
                  <a:pt x="5886" y="8788"/>
                </a:cubicBezTo>
                <a:lnTo>
                  <a:pt x="14508" y="8788"/>
                </a:lnTo>
                <a:cubicBezTo>
                  <a:pt x="16277" y="8788"/>
                  <a:pt x="17824" y="8954"/>
                  <a:pt x="19151" y="9285"/>
                </a:cubicBezTo>
                <a:cubicBezTo>
                  <a:pt x="20477" y="9617"/>
                  <a:pt x="21638" y="10142"/>
                  <a:pt x="22633" y="10860"/>
                </a:cubicBezTo>
                <a:cubicBezTo>
                  <a:pt x="23627" y="11579"/>
                  <a:pt x="24457" y="12491"/>
                  <a:pt x="25120" y="13596"/>
                </a:cubicBezTo>
                <a:cubicBezTo>
                  <a:pt x="25783" y="14702"/>
                  <a:pt x="26363" y="16000"/>
                  <a:pt x="26861" y="17493"/>
                </a:cubicBezTo>
                <a:lnTo>
                  <a:pt x="57949" y="95173"/>
                </a:lnTo>
                <a:lnTo>
                  <a:pt x="58364" y="95173"/>
                </a:lnTo>
                <a:lnTo>
                  <a:pt x="90696" y="17741"/>
                </a:lnTo>
                <a:cubicBezTo>
                  <a:pt x="91304" y="16083"/>
                  <a:pt x="91968" y="14674"/>
                  <a:pt x="92686" y="13513"/>
                </a:cubicBezTo>
                <a:cubicBezTo>
                  <a:pt x="93405" y="12353"/>
                  <a:pt x="94192" y="11427"/>
                  <a:pt x="95049" y="10736"/>
                </a:cubicBezTo>
                <a:cubicBezTo>
                  <a:pt x="95905" y="10045"/>
                  <a:pt x="96859" y="9548"/>
                  <a:pt x="97909" y="9244"/>
                </a:cubicBezTo>
                <a:cubicBezTo>
                  <a:pt x="98959" y="8940"/>
                  <a:pt x="100175" y="8788"/>
                  <a:pt x="101557" y="8788"/>
                </a:cubicBezTo>
                <a:lnTo>
                  <a:pt x="110593" y="8788"/>
                </a:lnTo>
                <a:cubicBezTo>
                  <a:pt x="111422" y="8788"/>
                  <a:pt x="112210" y="8912"/>
                  <a:pt x="112956" y="9161"/>
                </a:cubicBezTo>
                <a:cubicBezTo>
                  <a:pt x="113702" y="9410"/>
                  <a:pt x="114338" y="9796"/>
                  <a:pt x="114863" y="10321"/>
                </a:cubicBezTo>
                <a:cubicBezTo>
                  <a:pt x="115388" y="10847"/>
                  <a:pt x="115816" y="11510"/>
                  <a:pt x="116148" y="12311"/>
                </a:cubicBezTo>
                <a:cubicBezTo>
                  <a:pt x="116479" y="13113"/>
                  <a:pt x="116645" y="14094"/>
                  <a:pt x="116645" y="15254"/>
                </a:cubicBezTo>
                <a:lnTo>
                  <a:pt x="116645" y="113909"/>
                </a:lnTo>
                <a:close/>
                <a:moveTo>
                  <a:pt x="199867" y="114075"/>
                </a:moveTo>
                <a:cubicBezTo>
                  <a:pt x="199867" y="114738"/>
                  <a:pt x="199646" y="115236"/>
                  <a:pt x="199203" y="115567"/>
                </a:cubicBezTo>
                <a:cubicBezTo>
                  <a:pt x="198761" y="115899"/>
                  <a:pt x="198153" y="116148"/>
                  <a:pt x="197380" y="116314"/>
                </a:cubicBezTo>
                <a:cubicBezTo>
                  <a:pt x="196606" y="116479"/>
                  <a:pt x="195473" y="116562"/>
                  <a:pt x="193980" y="116562"/>
                </a:cubicBezTo>
                <a:cubicBezTo>
                  <a:pt x="192543" y="116562"/>
                  <a:pt x="191397" y="116479"/>
                  <a:pt x="190540" y="116314"/>
                </a:cubicBezTo>
                <a:cubicBezTo>
                  <a:pt x="189683" y="116148"/>
                  <a:pt x="189062" y="115899"/>
                  <a:pt x="188675" y="115567"/>
                </a:cubicBezTo>
                <a:cubicBezTo>
                  <a:pt x="188288" y="115236"/>
                  <a:pt x="188094" y="114738"/>
                  <a:pt x="188094" y="114075"/>
                </a:cubicBezTo>
                <a:lnTo>
                  <a:pt x="188094" y="106614"/>
                </a:lnTo>
                <a:cubicBezTo>
                  <a:pt x="184833" y="110096"/>
                  <a:pt x="181200" y="112818"/>
                  <a:pt x="177193" y="114780"/>
                </a:cubicBezTo>
                <a:cubicBezTo>
                  <a:pt x="173186" y="116742"/>
                  <a:pt x="168944" y="117723"/>
                  <a:pt x="164467" y="117723"/>
                </a:cubicBezTo>
                <a:cubicBezTo>
                  <a:pt x="160543" y="117723"/>
                  <a:pt x="156992" y="117210"/>
                  <a:pt x="153814" y="116184"/>
                </a:cubicBezTo>
                <a:cubicBezTo>
                  <a:pt x="150636" y="115158"/>
                  <a:pt x="147928" y="113674"/>
                  <a:pt x="145689" y="111733"/>
                </a:cubicBezTo>
                <a:cubicBezTo>
                  <a:pt x="143451" y="109792"/>
                  <a:pt x="141710" y="107407"/>
                  <a:pt x="140466" y="104580"/>
                </a:cubicBezTo>
                <a:cubicBezTo>
                  <a:pt x="139223" y="101751"/>
                  <a:pt x="138601" y="98533"/>
                  <a:pt x="138601" y="94927"/>
                </a:cubicBezTo>
                <a:cubicBezTo>
                  <a:pt x="138601" y="90713"/>
                  <a:pt x="139458" y="87053"/>
                  <a:pt x="141171" y="83947"/>
                </a:cubicBezTo>
                <a:cubicBezTo>
                  <a:pt x="142884" y="80840"/>
                  <a:pt x="145344" y="78261"/>
                  <a:pt x="148549" y="76209"/>
                </a:cubicBezTo>
                <a:cubicBezTo>
                  <a:pt x="151755" y="74157"/>
                  <a:pt x="155679" y="72618"/>
                  <a:pt x="160322" y="71592"/>
                </a:cubicBezTo>
                <a:cubicBezTo>
                  <a:pt x="164964" y="70566"/>
                  <a:pt x="170187" y="70053"/>
                  <a:pt x="175990" y="70053"/>
                </a:cubicBezTo>
                <a:lnTo>
                  <a:pt x="186270" y="70053"/>
                </a:lnTo>
                <a:lnTo>
                  <a:pt x="186270" y="64271"/>
                </a:lnTo>
                <a:cubicBezTo>
                  <a:pt x="186270" y="61407"/>
                  <a:pt x="185966" y="58874"/>
                  <a:pt x="185359" y="56672"/>
                </a:cubicBezTo>
                <a:cubicBezTo>
                  <a:pt x="184751" y="54468"/>
                  <a:pt x="183770" y="52637"/>
                  <a:pt x="182415" y="51177"/>
                </a:cubicBezTo>
                <a:cubicBezTo>
                  <a:pt x="181061" y="49718"/>
                  <a:pt x="179307" y="48617"/>
                  <a:pt x="177151" y="47874"/>
                </a:cubicBezTo>
                <a:cubicBezTo>
                  <a:pt x="174996" y="47130"/>
                  <a:pt x="172343" y="46758"/>
                  <a:pt x="169192" y="46758"/>
                </a:cubicBezTo>
                <a:cubicBezTo>
                  <a:pt x="165821" y="46758"/>
                  <a:pt x="162795" y="47154"/>
                  <a:pt x="160114" y="47947"/>
                </a:cubicBezTo>
                <a:cubicBezTo>
                  <a:pt x="157434" y="48739"/>
                  <a:pt x="155085" y="49614"/>
                  <a:pt x="153068" y="50571"/>
                </a:cubicBezTo>
                <a:cubicBezTo>
                  <a:pt x="151050" y="51528"/>
                  <a:pt x="149365" y="52403"/>
                  <a:pt x="148011" y="53196"/>
                </a:cubicBezTo>
                <a:cubicBezTo>
                  <a:pt x="146656" y="53988"/>
                  <a:pt x="145648" y="54385"/>
                  <a:pt x="144985" y="54385"/>
                </a:cubicBezTo>
                <a:cubicBezTo>
                  <a:pt x="144542" y="54385"/>
                  <a:pt x="144156" y="54274"/>
                  <a:pt x="143824" y="54053"/>
                </a:cubicBezTo>
                <a:cubicBezTo>
                  <a:pt x="143492" y="53832"/>
                  <a:pt x="143202" y="53500"/>
                  <a:pt x="142953" y="53058"/>
                </a:cubicBezTo>
                <a:cubicBezTo>
                  <a:pt x="142705" y="52616"/>
                  <a:pt x="142525" y="52050"/>
                  <a:pt x="142415" y="51359"/>
                </a:cubicBezTo>
                <a:cubicBezTo>
                  <a:pt x="142304" y="50668"/>
                  <a:pt x="142249" y="49908"/>
                  <a:pt x="142249" y="49079"/>
                </a:cubicBezTo>
                <a:cubicBezTo>
                  <a:pt x="142249" y="47697"/>
                  <a:pt x="142345" y="46606"/>
                  <a:pt x="142539" y="45804"/>
                </a:cubicBezTo>
                <a:cubicBezTo>
                  <a:pt x="142732" y="45003"/>
                  <a:pt x="143202" y="44243"/>
                  <a:pt x="143948" y="43524"/>
                </a:cubicBezTo>
                <a:cubicBezTo>
                  <a:pt x="144694" y="42806"/>
                  <a:pt x="145979" y="41969"/>
                  <a:pt x="147803" y="41014"/>
                </a:cubicBezTo>
                <a:cubicBezTo>
                  <a:pt x="149627" y="40057"/>
                  <a:pt x="151727" y="39183"/>
                  <a:pt x="154104" y="38392"/>
                </a:cubicBezTo>
                <a:cubicBezTo>
                  <a:pt x="156480" y="37601"/>
                  <a:pt x="159078" y="36946"/>
                  <a:pt x="161897" y="36428"/>
                </a:cubicBezTo>
                <a:cubicBezTo>
                  <a:pt x="164716" y="35908"/>
                  <a:pt x="167562" y="35648"/>
                  <a:pt x="170436" y="35648"/>
                </a:cubicBezTo>
                <a:cubicBezTo>
                  <a:pt x="175797" y="35648"/>
                  <a:pt x="180357" y="36256"/>
                  <a:pt x="184115" y="37472"/>
                </a:cubicBezTo>
                <a:cubicBezTo>
                  <a:pt x="187873" y="38688"/>
                  <a:pt x="190913" y="40471"/>
                  <a:pt x="193234" y="42820"/>
                </a:cubicBezTo>
                <a:cubicBezTo>
                  <a:pt x="195556" y="45169"/>
                  <a:pt x="197241" y="48084"/>
                  <a:pt x="198291" y="51566"/>
                </a:cubicBezTo>
                <a:cubicBezTo>
                  <a:pt x="199342" y="55048"/>
                  <a:pt x="199867" y="59110"/>
                  <a:pt x="199867" y="63753"/>
                </a:cubicBezTo>
                <a:lnTo>
                  <a:pt x="199867" y="114075"/>
                </a:lnTo>
                <a:moveTo>
                  <a:pt x="186270" y="79919"/>
                </a:moveTo>
                <a:lnTo>
                  <a:pt x="174581" y="79919"/>
                </a:lnTo>
                <a:cubicBezTo>
                  <a:pt x="170823" y="79919"/>
                  <a:pt x="167562" y="80239"/>
                  <a:pt x="164798" y="80880"/>
                </a:cubicBezTo>
                <a:cubicBezTo>
                  <a:pt x="162035" y="81519"/>
                  <a:pt x="159741" y="82464"/>
                  <a:pt x="157917" y="83714"/>
                </a:cubicBezTo>
                <a:cubicBezTo>
                  <a:pt x="156094" y="84965"/>
                  <a:pt x="154753" y="86467"/>
                  <a:pt x="153897" y="88220"/>
                </a:cubicBezTo>
                <a:cubicBezTo>
                  <a:pt x="153040" y="89971"/>
                  <a:pt x="152612" y="91987"/>
                  <a:pt x="152612" y="94266"/>
                </a:cubicBezTo>
                <a:cubicBezTo>
                  <a:pt x="152612" y="98159"/>
                  <a:pt x="153841" y="101260"/>
                  <a:pt x="156301" y="103567"/>
                </a:cubicBezTo>
                <a:cubicBezTo>
                  <a:pt x="158760" y="105875"/>
                  <a:pt x="162201" y="107028"/>
                  <a:pt x="166622" y="107028"/>
                </a:cubicBezTo>
                <a:cubicBezTo>
                  <a:pt x="170215" y="107028"/>
                  <a:pt x="173545" y="106111"/>
                  <a:pt x="176612" y="104277"/>
                </a:cubicBezTo>
                <a:cubicBezTo>
                  <a:pt x="179680" y="102441"/>
                  <a:pt x="182899" y="99633"/>
                  <a:pt x="186270" y="95852"/>
                </a:cubicBezTo>
                <a:lnTo>
                  <a:pt x="186270" y="79919"/>
                </a:lnTo>
                <a:close/>
                <a:moveTo>
                  <a:pt x="268593" y="44270"/>
                </a:moveTo>
                <a:cubicBezTo>
                  <a:pt x="268593" y="45486"/>
                  <a:pt x="268565" y="46509"/>
                  <a:pt x="268510" y="47338"/>
                </a:cubicBezTo>
                <a:cubicBezTo>
                  <a:pt x="268455" y="48167"/>
                  <a:pt x="268344" y="48816"/>
                  <a:pt x="268178" y="49286"/>
                </a:cubicBezTo>
                <a:cubicBezTo>
                  <a:pt x="268013" y="49756"/>
                  <a:pt x="267805" y="50115"/>
                  <a:pt x="267557" y="50364"/>
                </a:cubicBezTo>
                <a:cubicBezTo>
                  <a:pt x="267308" y="50613"/>
                  <a:pt x="266962" y="50737"/>
                  <a:pt x="266520" y="50737"/>
                </a:cubicBezTo>
                <a:cubicBezTo>
                  <a:pt x="266078" y="50737"/>
                  <a:pt x="265539" y="50613"/>
                  <a:pt x="264904" y="50364"/>
                </a:cubicBezTo>
                <a:cubicBezTo>
                  <a:pt x="264268" y="50115"/>
                  <a:pt x="263550" y="49866"/>
                  <a:pt x="262748" y="49618"/>
                </a:cubicBezTo>
                <a:cubicBezTo>
                  <a:pt x="261947" y="49369"/>
                  <a:pt x="261049" y="49134"/>
                  <a:pt x="260054" y="48913"/>
                </a:cubicBezTo>
                <a:cubicBezTo>
                  <a:pt x="259059" y="48692"/>
                  <a:pt x="257981" y="48581"/>
                  <a:pt x="256821" y="48581"/>
                </a:cubicBezTo>
                <a:cubicBezTo>
                  <a:pt x="255439" y="48581"/>
                  <a:pt x="254085" y="48858"/>
                  <a:pt x="252758" y="49410"/>
                </a:cubicBezTo>
                <a:cubicBezTo>
                  <a:pt x="251432" y="49963"/>
                  <a:pt x="250036" y="50875"/>
                  <a:pt x="248572" y="52146"/>
                </a:cubicBezTo>
                <a:cubicBezTo>
                  <a:pt x="247107" y="53417"/>
                  <a:pt x="245573" y="55103"/>
                  <a:pt x="243971" y="57203"/>
                </a:cubicBezTo>
                <a:cubicBezTo>
                  <a:pt x="242368" y="59304"/>
                  <a:pt x="240599" y="61874"/>
                  <a:pt x="238665" y="64913"/>
                </a:cubicBezTo>
                <a:lnTo>
                  <a:pt x="238665" y="113992"/>
                </a:lnTo>
                <a:cubicBezTo>
                  <a:pt x="238665" y="114434"/>
                  <a:pt x="238554" y="114807"/>
                  <a:pt x="238333" y="115111"/>
                </a:cubicBezTo>
                <a:cubicBezTo>
                  <a:pt x="238112" y="115415"/>
                  <a:pt x="237753" y="115678"/>
                  <a:pt x="237255" y="115899"/>
                </a:cubicBezTo>
                <a:cubicBezTo>
                  <a:pt x="236758" y="116120"/>
                  <a:pt x="236067" y="116286"/>
                  <a:pt x="235183" y="116396"/>
                </a:cubicBezTo>
                <a:cubicBezTo>
                  <a:pt x="234299" y="116507"/>
                  <a:pt x="233166" y="116562"/>
                  <a:pt x="231784" y="116562"/>
                </a:cubicBezTo>
                <a:cubicBezTo>
                  <a:pt x="230457" y="116562"/>
                  <a:pt x="229352" y="116507"/>
                  <a:pt x="228468" y="116396"/>
                </a:cubicBezTo>
                <a:cubicBezTo>
                  <a:pt x="227583" y="116286"/>
                  <a:pt x="226879" y="116120"/>
                  <a:pt x="226354" y="115899"/>
                </a:cubicBezTo>
                <a:cubicBezTo>
                  <a:pt x="225829" y="115678"/>
                  <a:pt x="225469" y="115415"/>
                  <a:pt x="225276" y="115111"/>
                </a:cubicBezTo>
                <a:cubicBezTo>
                  <a:pt x="225082" y="114807"/>
                  <a:pt x="224986" y="114434"/>
                  <a:pt x="224986" y="113992"/>
                </a:cubicBezTo>
                <a:lnTo>
                  <a:pt x="224986" y="39379"/>
                </a:lnTo>
                <a:cubicBezTo>
                  <a:pt x="224986" y="38937"/>
                  <a:pt x="225069" y="38564"/>
                  <a:pt x="225234" y="38260"/>
                </a:cubicBezTo>
                <a:cubicBezTo>
                  <a:pt x="225400" y="37956"/>
                  <a:pt x="225732" y="37680"/>
                  <a:pt x="226229" y="37431"/>
                </a:cubicBezTo>
                <a:cubicBezTo>
                  <a:pt x="226727" y="37182"/>
                  <a:pt x="227362" y="37016"/>
                  <a:pt x="228136" y="36933"/>
                </a:cubicBezTo>
                <a:cubicBezTo>
                  <a:pt x="228910" y="36851"/>
                  <a:pt x="229932" y="36809"/>
                  <a:pt x="231203" y="36809"/>
                </a:cubicBezTo>
                <a:cubicBezTo>
                  <a:pt x="232419" y="36809"/>
                  <a:pt x="233428" y="36851"/>
                  <a:pt x="234229" y="36933"/>
                </a:cubicBezTo>
                <a:cubicBezTo>
                  <a:pt x="235031" y="37016"/>
                  <a:pt x="235653" y="37182"/>
                  <a:pt x="236095" y="37431"/>
                </a:cubicBezTo>
                <a:cubicBezTo>
                  <a:pt x="236537" y="37680"/>
                  <a:pt x="236855" y="37956"/>
                  <a:pt x="237048" y="38260"/>
                </a:cubicBezTo>
                <a:cubicBezTo>
                  <a:pt x="237242" y="38564"/>
                  <a:pt x="237338" y="38937"/>
                  <a:pt x="237338" y="39379"/>
                </a:cubicBezTo>
                <a:lnTo>
                  <a:pt x="237338" y="50239"/>
                </a:lnTo>
                <a:cubicBezTo>
                  <a:pt x="239383" y="47255"/>
                  <a:pt x="241304" y="44823"/>
                  <a:pt x="243100" y="42944"/>
                </a:cubicBezTo>
                <a:cubicBezTo>
                  <a:pt x="244896" y="41065"/>
                  <a:pt x="246596" y="39586"/>
                  <a:pt x="248199" y="38509"/>
                </a:cubicBezTo>
                <a:cubicBezTo>
                  <a:pt x="249801" y="37431"/>
                  <a:pt x="251390" y="36685"/>
                  <a:pt x="252966" y="36270"/>
                </a:cubicBezTo>
                <a:cubicBezTo>
                  <a:pt x="254541" y="35856"/>
                  <a:pt x="256130" y="35648"/>
                  <a:pt x="257733" y="35648"/>
                </a:cubicBezTo>
                <a:cubicBezTo>
                  <a:pt x="258451" y="35648"/>
                  <a:pt x="259266" y="35690"/>
                  <a:pt x="260178" y="35773"/>
                </a:cubicBezTo>
                <a:cubicBezTo>
                  <a:pt x="261090" y="35856"/>
                  <a:pt x="262044" y="36008"/>
                  <a:pt x="263038" y="36229"/>
                </a:cubicBezTo>
                <a:cubicBezTo>
                  <a:pt x="264033" y="36450"/>
                  <a:pt x="264931" y="36699"/>
                  <a:pt x="265733" y="36975"/>
                </a:cubicBezTo>
                <a:cubicBezTo>
                  <a:pt x="266534" y="37251"/>
                  <a:pt x="267101" y="37528"/>
                  <a:pt x="267432" y="37804"/>
                </a:cubicBezTo>
                <a:cubicBezTo>
                  <a:pt x="267764" y="38080"/>
                  <a:pt x="267985" y="38343"/>
                  <a:pt x="268096" y="38592"/>
                </a:cubicBezTo>
                <a:cubicBezTo>
                  <a:pt x="268206" y="38840"/>
                  <a:pt x="268303" y="39158"/>
                  <a:pt x="268386" y="39545"/>
                </a:cubicBezTo>
                <a:cubicBezTo>
                  <a:pt x="268469" y="39932"/>
                  <a:pt x="268524" y="40498"/>
                  <a:pt x="268551" y="41244"/>
                </a:cubicBezTo>
                <a:cubicBezTo>
                  <a:pt x="268579" y="41991"/>
                  <a:pt x="268593" y="42999"/>
                  <a:pt x="268593" y="44270"/>
                </a:cubicBezTo>
                <a:close/>
                <a:moveTo>
                  <a:pt x="337897" y="102717"/>
                </a:moveTo>
                <a:cubicBezTo>
                  <a:pt x="337897" y="103657"/>
                  <a:pt x="337870" y="104472"/>
                  <a:pt x="337814" y="105163"/>
                </a:cubicBezTo>
                <a:cubicBezTo>
                  <a:pt x="337759" y="105854"/>
                  <a:pt x="337662" y="106434"/>
                  <a:pt x="337524" y="106904"/>
                </a:cubicBezTo>
                <a:cubicBezTo>
                  <a:pt x="337386" y="107374"/>
                  <a:pt x="337220" y="107788"/>
                  <a:pt x="337027" y="108148"/>
                </a:cubicBezTo>
                <a:cubicBezTo>
                  <a:pt x="336833" y="108507"/>
                  <a:pt x="336391" y="109032"/>
                  <a:pt x="335700" y="109723"/>
                </a:cubicBezTo>
                <a:cubicBezTo>
                  <a:pt x="335009" y="110414"/>
                  <a:pt x="333835" y="111270"/>
                  <a:pt x="332177" y="112293"/>
                </a:cubicBezTo>
                <a:cubicBezTo>
                  <a:pt x="330519" y="113315"/>
                  <a:pt x="328654" y="114227"/>
                  <a:pt x="326581" y="115029"/>
                </a:cubicBezTo>
                <a:cubicBezTo>
                  <a:pt x="324508" y="115830"/>
                  <a:pt x="322256" y="116479"/>
                  <a:pt x="319824" y="116977"/>
                </a:cubicBezTo>
                <a:cubicBezTo>
                  <a:pt x="317392" y="117474"/>
                  <a:pt x="314878" y="117723"/>
                  <a:pt x="312280" y="117723"/>
                </a:cubicBezTo>
                <a:cubicBezTo>
                  <a:pt x="306919" y="117723"/>
                  <a:pt x="302166" y="116837"/>
                  <a:pt x="298021" y="115065"/>
                </a:cubicBezTo>
                <a:cubicBezTo>
                  <a:pt x="293876" y="113293"/>
                  <a:pt x="290407" y="110704"/>
                  <a:pt x="287616" y="107298"/>
                </a:cubicBezTo>
                <a:cubicBezTo>
                  <a:pt x="284825" y="103892"/>
                  <a:pt x="282697" y="99710"/>
                  <a:pt x="281233" y="94753"/>
                </a:cubicBezTo>
                <a:cubicBezTo>
                  <a:pt x="279768" y="89797"/>
                  <a:pt x="279036" y="84079"/>
                  <a:pt x="279036" y="77600"/>
                </a:cubicBezTo>
                <a:cubicBezTo>
                  <a:pt x="279036" y="70234"/>
                  <a:pt x="279934" y="63906"/>
                  <a:pt x="281730" y="58618"/>
                </a:cubicBezTo>
                <a:cubicBezTo>
                  <a:pt x="283526" y="53329"/>
                  <a:pt x="285986" y="48996"/>
                  <a:pt x="289109" y="45618"/>
                </a:cubicBezTo>
                <a:cubicBezTo>
                  <a:pt x="292231" y="42239"/>
                  <a:pt x="295907" y="39733"/>
                  <a:pt x="300135" y="38099"/>
                </a:cubicBezTo>
                <a:cubicBezTo>
                  <a:pt x="304363" y="36465"/>
                  <a:pt x="308936" y="35648"/>
                  <a:pt x="313855" y="35648"/>
                </a:cubicBezTo>
                <a:cubicBezTo>
                  <a:pt x="316232" y="35648"/>
                  <a:pt x="318539" y="35870"/>
                  <a:pt x="320778" y="36312"/>
                </a:cubicBezTo>
                <a:cubicBezTo>
                  <a:pt x="323016" y="36754"/>
                  <a:pt x="325075" y="37334"/>
                  <a:pt x="326954" y="38053"/>
                </a:cubicBezTo>
                <a:cubicBezTo>
                  <a:pt x="328833" y="38771"/>
                  <a:pt x="330505" y="39600"/>
                  <a:pt x="331970" y="40540"/>
                </a:cubicBezTo>
                <a:cubicBezTo>
                  <a:pt x="333434" y="41479"/>
                  <a:pt x="334498" y="42281"/>
                  <a:pt x="335161" y="42944"/>
                </a:cubicBezTo>
                <a:cubicBezTo>
                  <a:pt x="335825" y="43607"/>
                  <a:pt x="336281" y="44132"/>
                  <a:pt x="336529" y="44519"/>
                </a:cubicBezTo>
                <a:cubicBezTo>
                  <a:pt x="336778" y="44906"/>
                  <a:pt x="336985" y="45362"/>
                  <a:pt x="337151" y="45887"/>
                </a:cubicBezTo>
                <a:cubicBezTo>
                  <a:pt x="337317" y="46412"/>
                  <a:pt x="337427" y="47006"/>
                  <a:pt x="337483" y="47669"/>
                </a:cubicBezTo>
                <a:cubicBezTo>
                  <a:pt x="337538" y="48333"/>
                  <a:pt x="337566" y="49162"/>
                  <a:pt x="337566" y="50157"/>
                </a:cubicBezTo>
                <a:cubicBezTo>
                  <a:pt x="337566" y="52312"/>
                  <a:pt x="337317" y="53818"/>
                  <a:pt x="336820" y="54675"/>
                </a:cubicBezTo>
                <a:cubicBezTo>
                  <a:pt x="336322" y="55531"/>
                  <a:pt x="335714" y="55960"/>
                  <a:pt x="334996" y="55960"/>
                </a:cubicBezTo>
                <a:cubicBezTo>
                  <a:pt x="334167" y="55960"/>
                  <a:pt x="333213" y="55504"/>
                  <a:pt x="332135" y="54592"/>
                </a:cubicBezTo>
                <a:cubicBezTo>
                  <a:pt x="331058" y="53680"/>
                  <a:pt x="329690" y="52671"/>
                  <a:pt x="328032" y="51566"/>
                </a:cubicBezTo>
                <a:cubicBezTo>
                  <a:pt x="326374" y="50461"/>
                  <a:pt x="324370" y="49452"/>
                  <a:pt x="322021" y="48540"/>
                </a:cubicBezTo>
                <a:cubicBezTo>
                  <a:pt x="319672" y="47628"/>
                  <a:pt x="316895" y="47172"/>
                  <a:pt x="313689" y="47172"/>
                </a:cubicBezTo>
                <a:cubicBezTo>
                  <a:pt x="307112" y="47172"/>
                  <a:pt x="302069" y="49708"/>
                  <a:pt x="298560" y="54781"/>
                </a:cubicBezTo>
                <a:cubicBezTo>
                  <a:pt x="295050" y="59852"/>
                  <a:pt x="293295" y="67209"/>
                  <a:pt x="293295" y="76851"/>
                </a:cubicBezTo>
                <a:cubicBezTo>
                  <a:pt x="293295" y="81674"/>
                  <a:pt x="293751" y="85900"/>
                  <a:pt x="294663" y="89531"/>
                </a:cubicBezTo>
                <a:cubicBezTo>
                  <a:pt x="295575" y="93161"/>
                  <a:pt x="296915" y="96196"/>
                  <a:pt x="298684" y="98634"/>
                </a:cubicBezTo>
                <a:cubicBezTo>
                  <a:pt x="300453" y="101073"/>
                  <a:pt x="302622" y="102888"/>
                  <a:pt x="305192" y="104080"/>
                </a:cubicBezTo>
                <a:cubicBezTo>
                  <a:pt x="307762" y="105272"/>
                  <a:pt x="310705" y="105868"/>
                  <a:pt x="314021" y="105868"/>
                </a:cubicBezTo>
                <a:cubicBezTo>
                  <a:pt x="317171" y="105868"/>
                  <a:pt x="319935" y="105370"/>
                  <a:pt x="322311" y="104375"/>
                </a:cubicBezTo>
                <a:cubicBezTo>
                  <a:pt x="324688" y="103381"/>
                  <a:pt x="326747" y="102289"/>
                  <a:pt x="328488" y="101101"/>
                </a:cubicBezTo>
                <a:cubicBezTo>
                  <a:pt x="330229" y="99912"/>
                  <a:pt x="331693" y="98835"/>
                  <a:pt x="332882" y="97867"/>
                </a:cubicBezTo>
                <a:cubicBezTo>
                  <a:pt x="334070" y="96900"/>
                  <a:pt x="334996" y="96417"/>
                  <a:pt x="335659" y="96417"/>
                </a:cubicBezTo>
                <a:cubicBezTo>
                  <a:pt x="336046" y="96417"/>
                  <a:pt x="336377" y="96527"/>
                  <a:pt x="336654" y="96748"/>
                </a:cubicBezTo>
                <a:cubicBezTo>
                  <a:pt x="336930" y="96969"/>
                  <a:pt x="337165" y="97342"/>
                  <a:pt x="337358" y="97867"/>
                </a:cubicBezTo>
                <a:cubicBezTo>
                  <a:pt x="337552" y="98393"/>
                  <a:pt x="337690" y="99056"/>
                  <a:pt x="337773" y="99857"/>
                </a:cubicBezTo>
                <a:cubicBezTo>
                  <a:pt x="337856" y="100659"/>
                  <a:pt x="337897" y="101612"/>
                  <a:pt x="337897" y="102717"/>
                </a:cubicBezTo>
                <a:close/>
                <a:moveTo>
                  <a:pt x="419983" y="113992"/>
                </a:moveTo>
                <a:cubicBezTo>
                  <a:pt x="419983" y="114434"/>
                  <a:pt x="419887" y="114807"/>
                  <a:pt x="419693" y="115111"/>
                </a:cubicBezTo>
                <a:cubicBezTo>
                  <a:pt x="419500" y="115415"/>
                  <a:pt x="419154" y="115678"/>
                  <a:pt x="418657" y="115899"/>
                </a:cubicBezTo>
                <a:cubicBezTo>
                  <a:pt x="418159" y="116120"/>
                  <a:pt x="417510" y="116286"/>
                  <a:pt x="416709" y="116396"/>
                </a:cubicBezTo>
                <a:cubicBezTo>
                  <a:pt x="415907" y="116507"/>
                  <a:pt x="414926" y="116562"/>
                  <a:pt x="413766" y="116562"/>
                </a:cubicBezTo>
                <a:cubicBezTo>
                  <a:pt x="412494" y="116562"/>
                  <a:pt x="411458" y="116507"/>
                  <a:pt x="410657" y="116396"/>
                </a:cubicBezTo>
                <a:cubicBezTo>
                  <a:pt x="409855" y="116286"/>
                  <a:pt x="409220" y="116120"/>
                  <a:pt x="408750" y="115899"/>
                </a:cubicBezTo>
                <a:cubicBezTo>
                  <a:pt x="408280" y="115678"/>
                  <a:pt x="407962" y="115415"/>
                  <a:pt x="407797" y="115111"/>
                </a:cubicBezTo>
                <a:cubicBezTo>
                  <a:pt x="407631" y="114807"/>
                  <a:pt x="407548" y="114434"/>
                  <a:pt x="407548" y="113992"/>
                </a:cubicBezTo>
                <a:lnTo>
                  <a:pt x="407548" y="104127"/>
                </a:lnTo>
                <a:cubicBezTo>
                  <a:pt x="403292" y="108854"/>
                  <a:pt x="399092" y="112302"/>
                  <a:pt x="394946" y="114472"/>
                </a:cubicBezTo>
                <a:cubicBezTo>
                  <a:pt x="390801" y="116639"/>
                  <a:pt x="386601" y="117723"/>
                  <a:pt x="382345" y="117723"/>
                </a:cubicBezTo>
                <a:cubicBezTo>
                  <a:pt x="377371" y="117723"/>
                  <a:pt x="373184" y="116893"/>
                  <a:pt x="369785" y="115233"/>
                </a:cubicBezTo>
                <a:cubicBezTo>
                  <a:pt x="366386" y="113573"/>
                  <a:pt x="363637" y="111319"/>
                  <a:pt x="361536" y="108471"/>
                </a:cubicBezTo>
                <a:cubicBezTo>
                  <a:pt x="359436" y="105622"/>
                  <a:pt x="357930" y="102302"/>
                  <a:pt x="357018" y="98513"/>
                </a:cubicBezTo>
                <a:cubicBezTo>
                  <a:pt x="356106" y="94721"/>
                  <a:pt x="355650" y="90115"/>
                  <a:pt x="355650" y="84694"/>
                </a:cubicBezTo>
                <a:lnTo>
                  <a:pt x="355650" y="39382"/>
                </a:lnTo>
                <a:cubicBezTo>
                  <a:pt x="355650" y="38940"/>
                  <a:pt x="355747" y="38567"/>
                  <a:pt x="355940" y="38263"/>
                </a:cubicBezTo>
                <a:cubicBezTo>
                  <a:pt x="356134" y="37957"/>
                  <a:pt x="356507" y="37680"/>
                  <a:pt x="357060" y="37431"/>
                </a:cubicBezTo>
                <a:cubicBezTo>
                  <a:pt x="357612" y="37182"/>
                  <a:pt x="358331" y="37016"/>
                  <a:pt x="359215" y="36933"/>
                </a:cubicBezTo>
                <a:cubicBezTo>
                  <a:pt x="360099" y="36851"/>
                  <a:pt x="361205" y="36809"/>
                  <a:pt x="362531" y="36809"/>
                </a:cubicBezTo>
                <a:cubicBezTo>
                  <a:pt x="363858" y="36809"/>
                  <a:pt x="364963" y="36851"/>
                  <a:pt x="365847" y="36933"/>
                </a:cubicBezTo>
                <a:cubicBezTo>
                  <a:pt x="366732" y="37016"/>
                  <a:pt x="367436" y="37182"/>
                  <a:pt x="367961" y="37431"/>
                </a:cubicBezTo>
                <a:cubicBezTo>
                  <a:pt x="368486" y="37680"/>
                  <a:pt x="368860" y="37957"/>
                  <a:pt x="369081" y="38263"/>
                </a:cubicBezTo>
                <a:cubicBezTo>
                  <a:pt x="369302" y="38567"/>
                  <a:pt x="369412" y="38940"/>
                  <a:pt x="369412" y="39382"/>
                </a:cubicBezTo>
                <a:lnTo>
                  <a:pt x="369412" y="82875"/>
                </a:lnTo>
                <a:cubicBezTo>
                  <a:pt x="369412" y="87246"/>
                  <a:pt x="369730" y="90746"/>
                  <a:pt x="370366" y="93375"/>
                </a:cubicBezTo>
                <a:cubicBezTo>
                  <a:pt x="371001" y="96004"/>
                  <a:pt x="371968" y="98246"/>
                  <a:pt x="373267" y="100101"/>
                </a:cubicBezTo>
                <a:cubicBezTo>
                  <a:pt x="374566" y="101954"/>
                  <a:pt x="376210" y="103393"/>
                  <a:pt x="378200" y="104417"/>
                </a:cubicBezTo>
                <a:cubicBezTo>
                  <a:pt x="380190" y="105439"/>
                  <a:pt x="382511" y="105951"/>
                  <a:pt x="385164" y="105951"/>
                </a:cubicBezTo>
                <a:cubicBezTo>
                  <a:pt x="388591" y="105951"/>
                  <a:pt x="392003" y="104728"/>
                  <a:pt x="395402" y="102282"/>
                </a:cubicBezTo>
                <a:cubicBezTo>
                  <a:pt x="398801" y="99836"/>
                  <a:pt x="402408" y="96251"/>
                  <a:pt x="406221" y="91525"/>
                </a:cubicBezTo>
                <a:lnTo>
                  <a:pt x="406221" y="39379"/>
                </a:lnTo>
                <a:cubicBezTo>
                  <a:pt x="406221" y="38937"/>
                  <a:pt x="406318" y="38564"/>
                  <a:pt x="406511" y="38260"/>
                </a:cubicBezTo>
                <a:cubicBezTo>
                  <a:pt x="406705" y="37956"/>
                  <a:pt x="407078" y="37680"/>
                  <a:pt x="407631" y="37431"/>
                </a:cubicBezTo>
                <a:cubicBezTo>
                  <a:pt x="408183" y="37182"/>
                  <a:pt x="408888" y="37016"/>
                  <a:pt x="409745" y="36933"/>
                </a:cubicBezTo>
                <a:cubicBezTo>
                  <a:pt x="410601" y="36851"/>
                  <a:pt x="411721" y="36809"/>
                  <a:pt x="413102" y="36809"/>
                </a:cubicBezTo>
                <a:cubicBezTo>
                  <a:pt x="414429" y="36809"/>
                  <a:pt x="415534" y="36851"/>
                  <a:pt x="416418" y="36933"/>
                </a:cubicBezTo>
                <a:cubicBezTo>
                  <a:pt x="417303" y="37016"/>
                  <a:pt x="417994" y="37182"/>
                  <a:pt x="418491" y="37431"/>
                </a:cubicBezTo>
                <a:cubicBezTo>
                  <a:pt x="418988" y="37680"/>
                  <a:pt x="419362" y="37956"/>
                  <a:pt x="419610" y="38260"/>
                </a:cubicBezTo>
                <a:cubicBezTo>
                  <a:pt x="419859" y="38564"/>
                  <a:pt x="419983" y="38937"/>
                  <a:pt x="419983" y="39379"/>
                </a:cubicBezTo>
                <a:lnTo>
                  <a:pt x="419983" y="113992"/>
                </a:lnTo>
                <a:close/>
                <a:moveTo>
                  <a:pt x="492043" y="93740"/>
                </a:moveTo>
                <a:cubicBezTo>
                  <a:pt x="492043" y="97557"/>
                  <a:pt x="491338" y="100960"/>
                  <a:pt x="489929" y="103948"/>
                </a:cubicBezTo>
                <a:cubicBezTo>
                  <a:pt x="488520" y="106934"/>
                  <a:pt x="486516" y="109452"/>
                  <a:pt x="483918" y="111500"/>
                </a:cubicBezTo>
                <a:cubicBezTo>
                  <a:pt x="481321" y="113547"/>
                  <a:pt x="478226" y="115095"/>
                  <a:pt x="474633" y="116145"/>
                </a:cubicBezTo>
                <a:cubicBezTo>
                  <a:pt x="471041" y="117197"/>
                  <a:pt x="467089" y="117723"/>
                  <a:pt x="462778" y="117723"/>
                </a:cubicBezTo>
                <a:cubicBezTo>
                  <a:pt x="460125" y="117723"/>
                  <a:pt x="457597" y="117516"/>
                  <a:pt x="455192" y="117101"/>
                </a:cubicBezTo>
                <a:cubicBezTo>
                  <a:pt x="452788" y="116687"/>
                  <a:pt x="450633" y="116162"/>
                  <a:pt x="448726" y="115526"/>
                </a:cubicBezTo>
                <a:cubicBezTo>
                  <a:pt x="446819" y="114890"/>
                  <a:pt x="445203" y="114227"/>
                  <a:pt x="443876" y="113536"/>
                </a:cubicBezTo>
                <a:cubicBezTo>
                  <a:pt x="442550" y="112845"/>
                  <a:pt x="441582" y="112224"/>
                  <a:pt x="440974" y="111671"/>
                </a:cubicBezTo>
                <a:cubicBezTo>
                  <a:pt x="440366" y="111118"/>
                  <a:pt x="439924" y="110344"/>
                  <a:pt x="439648" y="109350"/>
                </a:cubicBezTo>
                <a:cubicBezTo>
                  <a:pt x="439372" y="108355"/>
                  <a:pt x="439233" y="107001"/>
                  <a:pt x="439233" y="105287"/>
                </a:cubicBezTo>
                <a:cubicBezTo>
                  <a:pt x="439233" y="104237"/>
                  <a:pt x="439289" y="103353"/>
                  <a:pt x="439399" y="102634"/>
                </a:cubicBezTo>
                <a:cubicBezTo>
                  <a:pt x="439510" y="101916"/>
                  <a:pt x="439648" y="101336"/>
                  <a:pt x="439814" y="100893"/>
                </a:cubicBezTo>
                <a:cubicBezTo>
                  <a:pt x="439980" y="100451"/>
                  <a:pt x="440215" y="100134"/>
                  <a:pt x="440518" y="99940"/>
                </a:cubicBezTo>
                <a:cubicBezTo>
                  <a:pt x="440822" y="99747"/>
                  <a:pt x="441168" y="99650"/>
                  <a:pt x="441555" y="99650"/>
                </a:cubicBezTo>
                <a:cubicBezTo>
                  <a:pt x="442163" y="99650"/>
                  <a:pt x="443061" y="100023"/>
                  <a:pt x="444249" y="100769"/>
                </a:cubicBezTo>
                <a:cubicBezTo>
                  <a:pt x="445437" y="101515"/>
                  <a:pt x="446902" y="102330"/>
                  <a:pt x="448643" y="103215"/>
                </a:cubicBezTo>
                <a:cubicBezTo>
                  <a:pt x="450384" y="104099"/>
                  <a:pt x="452443" y="104914"/>
                  <a:pt x="454819" y="105660"/>
                </a:cubicBezTo>
                <a:cubicBezTo>
                  <a:pt x="457196" y="106407"/>
                  <a:pt x="459932" y="106780"/>
                  <a:pt x="463027" y="106780"/>
                </a:cubicBezTo>
                <a:cubicBezTo>
                  <a:pt x="465348" y="106780"/>
                  <a:pt x="467448" y="106531"/>
                  <a:pt x="469327" y="106033"/>
                </a:cubicBezTo>
                <a:cubicBezTo>
                  <a:pt x="471207" y="105534"/>
                  <a:pt x="472837" y="104800"/>
                  <a:pt x="474219" y="103831"/>
                </a:cubicBezTo>
                <a:cubicBezTo>
                  <a:pt x="475600" y="102862"/>
                  <a:pt x="476664" y="101630"/>
                  <a:pt x="477411" y="100134"/>
                </a:cubicBezTo>
                <a:cubicBezTo>
                  <a:pt x="478157" y="98639"/>
                  <a:pt x="478530" y="96867"/>
                  <a:pt x="478530" y="94818"/>
                </a:cubicBezTo>
                <a:cubicBezTo>
                  <a:pt x="478530" y="92716"/>
                  <a:pt x="477991" y="90946"/>
                  <a:pt x="476913" y="89507"/>
                </a:cubicBezTo>
                <a:cubicBezTo>
                  <a:pt x="475835" y="88068"/>
                  <a:pt x="474412" y="86796"/>
                  <a:pt x="472644" y="85691"/>
                </a:cubicBezTo>
                <a:cubicBezTo>
                  <a:pt x="470875" y="84584"/>
                  <a:pt x="468885" y="83602"/>
                  <a:pt x="466675" y="82745"/>
                </a:cubicBezTo>
                <a:cubicBezTo>
                  <a:pt x="464464" y="81887"/>
                  <a:pt x="462184" y="80988"/>
                  <a:pt x="459835" y="80048"/>
                </a:cubicBezTo>
                <a:cubicBezTo>
                  <a:pt x="457486" y="79107"/>
                  <a:pt x="455192" y="78041"/>
                  <a:pt x="452954" y="76851"/>
                </a:cubicBezTo>
                <a:cubicBezTo>
                  <a:pt x="450716" y="75661"/>
                  <a:pt x="448712" y="74209"/>
                  <a:pt x="446944" y="72494"/>
                </a:cubicBezTo>
                <a:cubicBezTo>
                  <a:pt x="445175" y="70779"/>
                  <a:pt x="443752" y="68732"/>
                  <a:pt x="442674" y="66354"/>
                </a:cubicBezTo>
                <a:cubicBezTo>
                  <a:pt x="441596" y="63976"/>
                  <a:pt x="441057" y="61127"/>
                  <a:pt x="441057" y="57807"/>
                </a:cubicBezTo>
                <a:cubicBezTo>
                  <a:pt x="441057" y="54874"/>
                  <a:pt x="441624" y="52067"/>
                  <a:pt x="442757" y="49385"/>
                </a:cubicBezTo>
                <a:cubicBezTo>
                  <a:pt x="443890" y="46701"/>
                  <a:pt x="445589" y="44349"/>
                  <a:pt x="447855" y="42330"/>
                </a:cubicBezTo>
                <a:cubicBezTo>
                  <a:pt x="450121" y="40309"/>
                  <a:pt x="452954" y="38691"/>
                  <a:pt x="456353" y="37475"/>
                </a:cubicBezTo>
                <a:cubicBezTo>
                  <a:pt x="459752" y="36257"/>
                  <a:pt x="463718" y="35648"/>
                  <a:pt x="468250" y="35648"/>
                </a:cubicBezTo>
                <a:cubicBezTo>
                  <a:pt x="470239" y="35648"/>
                  <a:pt x="472229" y="35817"/>
                  <a:pt x="474219" y="36154"/>
                </a:cubicBezTo>
                <a:cubicBezTo>
                  <a:pt x="476208" y="36490"/>
                  <a:pt x="478005" y="36911"/>
                  <a:pt x="479607" y="37415"/>
                </a:cubicBezTo>
                <a:cubicBezTo>
                  <a:pt x="481210" y="37920"/>
                  <a:pt x="482578" y="38466"/>
                  <a:pt x="483711" y="39055"/>
                </a:cubicBezTo>
                <a:cubicBezTo>
                  <a:pt x="484844" y="39644"/>
                  <a:pt x="485701" y="40163"/>
                  <a:pt x="486281" y="40612"/>
                </a:cubicBezTo>
                <a:cubicBezTo>
                  <a:pt x="486862" y="41061"/>
                  <a:pt x="487248" y="41452"/>
                  <a:pt x="487442" y="41783"/>
                </a:cubicBezTo>
                <a:cubicBezTo>
                  <a:pt x="487635" y="42115"/>
                  <a:pt x="487773" y="42488"/>
                  <a:pt x="487856" y="42903"/>
                </a:cubicBezTo>
                <a:cubicBezTo>
                  <a:pt x="487939" y="43317"/>
                  <a:pt x="488022" y="43828"/>
                  <a:pt x="488105" y="44436"/>
                </a:cubicBezTo>
                <a:cubicBezTo>
                  <a:pt x="488188" y="45044"/>
                  <a:pt x="488229" y="45790"/>
                  <a:pt x="488229" y="46675"/>
                </a:cubicBezTo>
                <a:cubicBezTo>
                  <a:pt x="488229" y="47614"/>
                  <a:pt x="488188" y="48429"/>
                  <a:pt x="488105" y="49120"/>
                </a:cubicBezTo>
                <a:cubicBezTo>
                  <a:pt x="488022" y="49811"/>
                  <a:pt x="487884" y="50378"/>
                  <a:pt x="487691" y="50820"/>
                </a:cubicBezTo>
                <a:cubicBezTo>
                  <a:pt x="487497" y="51262"/>
                  <a:pt x="487262" y="51580"/>
                  <a:pt x="486986" y="51773"/>
                </a:cubicBezTo>
                <a:cubicBezTo>
                  <a:pt x="486710" y="51967"/>
                  <a:pt x="486406" y="52063"/>
                  <a:pt x="486074" y="52063"/>
                </a:cubicBezTo>
                <a:cubicBezTo>
                  <a:pt x="485577" y="52063"/>
                  <a:pt x="484858" y="51755"/>
                  <a:pt x="483918" y="51138"/>
                </a:cubicBezTo>
                <a:cubicBezTo>
                  <a:pt x="482979" y="50522"/>
                  <a:pt x="481763" y="49863"/>
                  <a:pt x="480271" y="49162"/>
                </a:cubicBezTo>
                <a:cubicBezTo>
                  <a:pt x="478778" y="48461"/>
                  <a:pt x="477024" y="47802"/>
                  <a:pt x="475006" y="47185"/>
                </a:cubicBezTo>
                <a:cubicBezTo>
                  <a:pt x="472989" y="46568"/>
                  <a:pt x="470682" y="46260"/>
                  <a:pt x="468084" y="46260"/>
                </a:cubicBezTo>
                <a:cubicBezTo>
                  <a:pt x="465763" y="46260"/>
                  <a:pt x="463718" y="46524"/>
                  <a:pt x="461949" y="47050"/>
                </a:cubicBezTo>
                <a:cubicBezTo>
                  <a:pt x="460180" y="47575"/>
                  <a:pt x="458730" y="48322"/>
                  <a:pt x="457597" y="49291"/>
                </a:cubicBezTo>
                <a:cubicBezTo>
                  <a:pt x="456464" y="50260"/>
                  <a:pt x="455607" y="51410"/>
                  <a:pt x="455027" y="52740"/>
                </a:cubicBezTo>
                <a:cubicBezTo>
                  <a:pt x="454446" y="54068"/>
                  <a:pt x="454156" y="55507"/>
                  <a:pt x="454156" y="57058"/>
                </a:cubicBezTo>
                <a:cubicBezTo>
                  <a:pt x="454156" y="59216"/>
                  <a:pt x="454709" y="61027"/>
                  <a:pt x="455814" y="62494"/>
                </a:cubicBezTo>
                <a:cubicBezTo>
                  <a:pt x="456920" y="63960"/>
                  <a:pt x="458357" y="65247"/>
                  <a:pt x="460125" y="66354"/>
                </a:cubicBezTo>
                <a:cubicBezTo>
                  <a:pt x="461894" y="67459"/>
                  <a:pt x="463911" y="68455"/>
                  <a:pt x="466177" y="69341"/>
                </a:cubicBezTo>
                <a:cubicBezTo>
                  <a:pt x="468443" y="70225"/>
                  <a:pt x="470751" y="71138"/>
                  <a:pt x="473100" y="72079"/>
                </a:cubicBezTo>
                <a:cubicBezTo>
                  <a:pt x="475448" y="73019"/>
                  <a:pt x="477770" y="74070"/>
                  <a:pt x="480063" y="75232"/>
                </a:cubicBezTo>
                <a:cubicBezTo>
                  <a:pt x="482357" y="76395"/>
                  <a:pt x="484388" y="77806"/>
                  <a:pt x="486157" y="79466"/>
                </a:cubicBezTo>
                <a:cubicBezTo>
                  <a:pt x="487925" y="81125"/>
                  <a:pt x="489349" y="83118"/>
                  <a:pt x="490426" y="85442"/>
                </a:cubicBezTo>
                <a:cubicBezTo>
                  <a:pt x="491504" y="87765"/>
                  <a:pt x="492043" y="90531"/>
                  <a:pt x="492043" y="93740"/>
                </a:cubicBezTo>
                <a:close/>
                <a:moveTo>
                  <a:pt x="632002" y="111008"/>
                </a:moveTo>
                <a:cubicBezTo>
                  <a:pt x="632444" y="112224"/>
                  <a:pt x="632679" y="113205"/>
                  <a:pt x="632706" y="113951"/>
                </a:cubicBezTo>
                <a:cubicBezTo>
                  <a:pt x="632734" y="114697"/>
                  <a:pt x="632527" y="115263"/>
                  <a:pt x="632085" y="115650"/>
                </a:cubicBezTo>
                <a:cubicBezTo>
                  <a:pt x="631642" y="116037"/>
                  <a:pt x="630910" y="116286"/>
                  <a:pt x="629888" y="116396"/>
                </a:cubicBezTo>
                <a:cubicBezTo>
                  <a:pt x="628865" y="116507"/>
                  <a:pt x="627497" y="116562"/>
                  <a:pt x="625784" y="116562"/>
                </a:cubicBezTo>
                <a:cubicBezTo>
                  <a:pt x="624071" y="116562"/>
                  <a:pt x="622703" y="116521"/>
                  <a:pt x="621680" y="116438"/>
                </a:cubicBezTo>
                <a:cubicBezTo>
                  <a:pt x="620658" y="116355"/>
                  <a:pt x="619884" y="116217"/>
                  <a:pt x="619359" y="116023"/>
                </a:cubicBezTo>
                <a:cubicBezTo>
                  <a:pt x="618834" y="115830"/>
                  <a:pt x="618447" y="115567"/>
                  <a:pt x="618198" y="115236"/>
                </a:cubicBezTo>
                <a:cubicBezTo>
                  <a:pt x="617950" y="114904"/>
                  <a:pt x="617715" y="114490"/>
                  <a:pt x="617494" y="113992"/>
                </a:cubicBezTo>
                <a:lnTo>
                  <a:pt x="608291" y="87878"/>
                </a:lnTo>
                <a:lnTo>
                  <a:pt x="563689" y="87878"/>
                </a:lnTo>
                <a:lnTo>
                  <a:pt x="554901" y="113661"/>
                </a:lnTo>
                <a:cubicBezTo>
                  <a:pt x="554736" y="114158"/>
                  <a:pt x="554515" y="114586"/>
                  <a:pt x="554238" y="114946"/>
                </a:cubicBezTo>
                <a:cubicBezTo>
                  <a:pt x="553962" y="115305"/>
                  <a:pt x="553561" y="115609"/>
                  <a:pt x="553036" y="115858"/>
                </a:cubicBezTo>
                <a:cubicBezTo>
                  <a:pt x="552511" y="116106"/>
                  <a:pt x="551765" y="116286"/>
                  <a:pt x="550798" y="116396"/>
                </a:cubicBezTo>
                <a:cubicBezTo>
                  <a:pt x="549831" y="116507"/>
                  <a:pt x="548573" y="116562"/>
                  <a:pt x="547026" y="116562"/>
                </a:cubicBezTo>
                <a:cubicBezTo>
                  <a:pt x="545423" y="116562"/>
                  <a:pt x="544110" y="116493"/>
                  <a:pt x="543088" y="116355"/>
                </a:cubicBezTo>
                <a:cubicBezTo>
                  <a:pt x="542065" y="116217"/>
                  <a:pt x="541347" y="115954"/>
                  <a:pt x="540932" y="115567"/>
                </a:cubicBezTo>
                <a:cubicBezTo>
                  <a:pt x="540518" y="115180"/>
                  <a:pt x="540324" y="114614"/>
                  <a:pt x="540352" y="113868"/>
                </a:cubicBezTo>
                <a:cubicBezTo>
                  <a:pt x="540380" y="113122"/>
                  <a:pt x="540614" y="112141"/>
                  <a:pt x="541057" y="110925"/>
                </a:cubicBezTo>
                <a:lnTo>
                  <a:pt x="577037" y="11275"/>
                </a:lnTo>
                <a:cubicBezTo>
                  <a:pt x="577258" y="10667"/>
                  <a:pt x="577548" y="10169"/>
                  <a:pt x="577907" y="9783"/>
                </a:cubicBezTo>
                <a:cubicBezTo>
                  <a:pt x="578266" y="9396"/>
                  <a:pt x="578791" y="9092"/>
                  <a:pt x="579482" y="8871"/>
                </a:cubicBezTo>
                <a:cubicBezTo>
                  <a:pt x="580173" y="8650"/>
                  <a:pt x="581058" y="8498"/>
                  <a:pt x="582135" y="8415"/>
                </a:cubicBezTo>
                <a:cubicBezTo>
                  <a:pt x="583213" y="8332"/>
                  <a:pt x="584581" y="8290"/>
                  <a:pt x="586239" y="8290"/>
                </a:cubicBezTo>
                <a:cubicBezTo>
                  <a:pt x="588008" y="8290"/>
                  <a:pt x="589472" y="8332"/>
                  <a:pt x="590633" y="8415"/>
                </a:cubicBezTo>
                <a:cubicBezTo>
                  <a:pt x="591793" y="8498"/>
                  <a:pt x="592733" y="8650"/>
                  <a:pt x="593452" y="8871"/>
                </a:cubicBezTo>
                <a:cubicBezTo>
                  <a:pt x="594170" y="9092"/>
                  <a:pt x="594723" y="9410"/>
                  <a:pt x="595110" y="9824"/>
                </a:cubicBezTo>
                <a:cubicBezTo>
                  <a:pt x="595497" y="10239"/>
                  <a:pt x="595800" y="10750"/>
                  <a:pt x="596022" y="11358"/>
                </a:cubicBezTo>
                <a:lnTo>
                  <a:pt x="632002" y="111008"/>
                </a:lnTo>
                <a:moveTo>
                  <a:pt x="585824" y="23047"/>
                </a:moveTo>
                <a:lnTo>
                  <a:pt x="585742" y="23047"/>
                </a:lnTo>
                <a:lnTo>
                  <a:pt x="567254" y="76520"/>
                </a:lnTo>
                <a:lnTo>
                  <a:pt x="604561" y="76520"/>
                </a:lnTo>
                <a:lnTo>
                  <a:pt x="585824" y="23047"/>
                </a:lnTo>
                <a:close/>
                <a:moveTo>
                  <a:pt x="712303" y="113992"/>
                </a:moveTo>
                <a:cubicBezTo>
                  <a:pt x="712303" y="114434"/>
                  <a:pt x="712206" y="114807"/>
                  <a:pt x="712013" y="115111"/>
                </a:cubicBezTo>
                <a:cubicBezTo>
                  <a:pt x="711819" y="115415"/>
                  <a:pt x="711474" y="115678"/>
                  <a:pt x="710976" y="115899"/>
                </a:cubicBezTo>
                <a:cubicBezTo>
                  <a:pt x="710479" y="116120"/>
                  <a:pt x="709830" y="116286"/>
                  <a:pt x="709028" y="116396"/>
                </a:cubicBezTo>
                <a:cubicBezTo>
                  <a:pt x="708227" y="116507"/>
                  <a:pt x="707246" y="116562"/>
                  <a:pt x="706085" y="116562"/>
                </a:cubicBezTo>
                <a:cubicBezTo>
                  <a:pt x="704814" y="116562"/>
                  <a:pt x="703778" y="116507"/>
                  <a:pt x="702976" y="116396"/>
                </a:cubicBezTo>
                <a:cubicBezTo>
                  <a:pt x="702175" y="116286"/>
                  <a:pt x="701539" y="116120"/>
                  <a:pt x="701069" y="115899"/>
                </a:cubicBezTo>
                <a:cubicBezTo>
                  <a:pt x="700600" y="115678"/>
                  <a:pt x="700282" y="115415"/>
                  <a:pt x="700116" y="115111"/>
                </a:cubicBezTo>
                <a:cubicBezTo>
                  <a:pt x="699950" y="114807"/>
                  <a:pt x="699867" y="114434"/>
                  <a:pt x="699867" y="113992"/>
                </a:cubicBezTo>
                <a:lnTo>
                  <a:pt x="699867" y="104127"/>
                </a:lnTo>
                <a:cubicBezTo>
                  <a:pt x="695612" y="108854"/>
                  <a:pt x="691411" y="112302"/>
                  <a:pt x="687266" y="114472"/>
                </a:cubicBezTo>
                <a:cubicBezTo>
                  <a:pt x="683121" y="116639"/>
                  <a:pt x="678920" y="117723"/>
                  <a:pt x="674665" y="117723"/>
                </a:cubicBezTo>
                <a:cubicBezTo>
                  <a:pt x="669690" y="117723"/>
                  <a:pt x="665504" y="116893"/>
                  <a:pt x="662105" y="115233"/>
                </a:cubicBezTo>
                <a:cubicBezTo>
                  <a:pt x="658706" y="113573"/>
                  <a:pt x="655956" y="111319"/>
                  <a:pt x="653856" y="108471"/>
                </a:cubicBezTo>
                <a:cubicBezTo>
                  <a:pt x="651756" y="105622"/>
                  <a:pt x="650250" y="102302"/>
                  <a:pt x="649338" y="98513"/>
                </a:cubicBezTo>
                <a:cubicBezTo>
                  <a:pt x="648426" y="94721"/>
                  <a:pt x="647970" y="90115"/>
                  <a:pt x="647970" y="84694"/>
                </a:cubicBezTo>
                <a:lnTo>
                  <a:pt x="647970" y="39382"/>
                </a:lnTo>
                <a:cubicBezTo>
                  <a:pt x="647970" y="38940"/>
                  <a:pt x="648066" y="38567"/>
                  <a:pt x="648260" y="38263"/>
                </a:cubicBezTo>
                <a:cubicBezTo>
                  <a:pt x="648453" y="37957"/>
                  <a:pt x="648826" y="37680"/>
                  <a:pt x="649379" y="37431"/>
                </a:cubicBezTo>
                <a:cubicBezTo>
                  <a:pt x="649932" y="37182"/>
                  <a:pt x="650650" y="37016"/>
                  <a:pt x="651535" y="36933"/>
                </a:cubicBezTo>
                <a:cubicBezTo>
                  <a:pt x="652419" y="36851"/>
                  <a:pt x="653524" y="36809"/>
                  <a:pt x="654851" y="36809"/>
                </a:cubicBezTo>
                <a:cubicBezTo>
                  <a:pt x="656177" y="36809"/>
                  <a:pt x="657283" y="36851"/>
                  <a:pt x="658167" y="36933"/>
                </a:cubicBezTo>
                <a:cubicBezTo>
                  <a:pt x="659051" y="37016"/>
                  <a:pt x="659756" y="37182"/>
                  <a:pt x="660281" y="37431"/>
                </a:cubicBezTo>
                <a:cubicBezTo>
                  <a:pt x="660806" y="37680"/>
                  <a:pt x="661179" y="37957"/>
                  <a:pt x="661400" y="38263"/>
                </a:cubicBezTo>
                <a:cubicBezTo>
                  <a:pt x="661621" y="38567"/>
                  <a:pt x="661732" y="38940"/>
                  <a:pt x="661732" y="39382"/>
                </a:cubicBezTo>
                <a:lnTo>
                  <a:pt x="661732" y="82875"/>
                </a:lnTo>
                <a:cubicBezTo>
                  <a:pt x="661732" y="87246"/>
                  <a:pt x="662050" y="90746"/>
                  <a:pt x="662685" y="93375"/>
                </a:cubicBezTo>
                <a:cubicBezTo>
                  <a:pt x="663321" y="96004"/>
                  <a:pt x="664288" y="98246"/>
                  <a:pt x="665587" y="100101"/>
                </a:cubicBezTo>
                <a:cubicBezTo>
                  <a:pt x="666886" y="101954"/>
                  <a:pt x="668530" y="103393"/>
                  <a:pt x="670519" y="104417"/>
                </a:cubicBezTo>
                <a:cubicBezTo>
                  <a:pt x="672509" y="105439"/>
                  <a:pt x="674830" y="105951"/>
                  <a:pt x="677483" y="105951"/>
                </a:cubicBezTo>
                <a:cubicBezTo>
                  <a:pt x="680910" y="105951"/>
                  <a:pt x="684323" y="104728"/>
                  <a:pt x="687722" y="102282"/>
                </a:cubicBezTo>
                <a:cubicBezTo>
                  <a:pt x="691121" y="99836"/>
                  <a:pt x="694727" y="96251"/>
                  <a:pt x="698541" y="91525"/>
                </a:cubicBezTo>
                <a:lnTo>
                  <a:pt x="698541" y="39379"/>
                </a:lnTo>
                <a:cubicBezTo>
                  <a:pt x="698541" y="38937"/>
                  <a:pt x="698638" y="38564"/>
                  <a:pt x="698831" y="38260"/>
                </a:cubicBezTo>
                <a:cubicBezTo>
                  <a:pt x="699024" y="37956"/>
                  <a:pt x="699398" y="37680"/>
                  <a:pt x="699950" y="37431"/>
                </a:cubicBezTo>
                <a:cubicBezTo>
                  <a:pt x="700503" y="37182"/>
                  <a:pt x="701208" y="37016"/>
                  <a:pt x="702064" y="36933"/>
                </a:cubicBezTo>
                <a:cubicBezTo>
                  <a:pt x="702921" y="36851"/>
                  <a:pt x="704040" y="36809"/>
                  <a:pt x="705422" y="36809"/>
                </a:cubicBezTo>
                <a:cubicBezTo>
                  <a:pt x="706748" y="36809"/>
                  <a:pt x="707854" y="36851"/>
                  <a:pt x="708738" y="36933"/>
                </a:cubicBezTo>
                <a:cubicBezTo>
                  <a:pt x="709622" y="37016"/>
                  <a:pt x="710313" y="37182"/>
                  <a:pt x="710811" y="37431"/>
                </a:cubicBezTo>
                <a:cubicBezTo>
                  <a:pt x="711308" y="37680"/>
                  <a:pt x="711681" y="37956"/>
                  <a:pt x="711930" y="38260"/>
                </a:cubicBezTo>
                <a:cubicBezTo>
                  <a:pt x="712178" y="38564"/>
                  <a:pt x="712303" y="38937"/>
                  <a:pt x="712303" y="39379"/>
                </a:cubicBezTo>
                <a:lnTo>
                  <a:pt x="712303" y="113992"/>
                </a:lnTo>
                <a:close/>
                <a:moveTo>
                  <a:pt x="781129" y="44270"/>
                </a:moveTo>
                <a:cubicBezTo>
                  <a:pt x="781129" y="45486"/>
                  <a:pt x="781102" y="46509"/>
                  <a:pt x="781046" y="47338"/>
                </a:cubicBezTo>
                <a:cubicBezTo>
                  <a:pt x="780991" y="48167"/>
                  <a:pt x="780881" y="48816"/>
                  <a:pt x="780715" y="49286"/>
                </a:cubicBezTo>
                <a:cubicBezTo>
                  <a:pt x="780549" y="49756"/>
                  <a:pt x="780342" y="50115"/>
                  <a:pt x="780093" y="50364"/>
                </a:cubicBezTo>
                <a:cubicBezTo>
                  <a:pt x="779844" y="50613"/>
                  <a:pt x="779499" y="50737"/>
                  <a:pt x="779057" y="50737"/>
                </a:cubicBezTo>
                <a:cubicBezTo>
                  <a:pt x="778615" y="50737"/>
                  <a:pt x="778076" y="50613"/>
                  <a:pt x="777440" y="50364"/>
                </a:cubicBezTo>
                <a:cubicBezTo>
                  <a:pt x="776805" y="50115"/>
                  <a:pt x="776086" y="49866"/>
                  <a:pt x="775285" y="49618"/>
                </a:cubicBezTo>
                <a:cubicBezTo>
                  <a:pt x="774483" y="49369"/>
                  <a:pt x="773585" y="49134"/>
                  <a:pt x="772590" y="48913"/>
                </a:cubicBezTo>
                <a:cubicBezTo>
                  <a:pt x="771595" y="48692"/>
                  <a:pt x="770518" y="48581"/>
                  <a:pt x="769357" y="48581"/>
                </a:cubicBezTo>
                <a:cubicBezTo>
                  <a:pt x="767975" y="48581"/>
                  <a:pt x="766621" y="48858"/>
                  <a:pt x="765295" y="49410"/>
                </a:cubicBezTo>
                <a:cubicBezTo>
                  <a:pt x="763968" y="49963"/>
                  <a:pt x="762573" y="50875"/>
                  <a:pt x="761108" y="52146"/>
                </a:cubicBezTo>
                <a:cubicBezTo>
                  <a:pt x="759644" y="53417"/>
                  <a:pt x="758110" y="55103"/>
                  <a:pt x="756507" y="57203"/>
                </a:cubicBezTo>
                <a:cubicBezTo>
                  <a:pt x="754904" y="59304"/>
                  <a:pt x="753136" y="61874"/>
                  <a:pt x="751201" y="64913"/>
                </a:cubicBezTo>
                <a:lnTo>
                  <a:pt x="751201" y="113992"/>
                </a:lnTo>
                <a:cubicBezTo>
                  <a:pt x="751201" y="114434"/>
                  <a:pt x="751091" y="114807"/>
                  <a:pt x="750870" y="115111"/>
                </a:cubicBezTo>
                <a:cubicBezTo>
                  <a:pt x="750649" y="115415"/>
                  <a:pt x="750289" y="115678"/>
                  <a:pt x="749792" y="115899"/>
                </a:cubicBezTo>
                <a:cubicBezTo>
                  <a:pt x="749294" y="116120"/>
                  <a:pt x="748604" y="116286"/>
                  <a:pt x="747719" y="116396"/>
                </a:cubicBezTo>
                <a:cubicBezTo>
                  <a:pt x="746835" y="116507"/>
                  <a:pt x="745702" y="116562"/>
                  <a:pt x="744320" y="116562"/>
                </a:cubicBezTo>
                <a:cubicBezTo>
                  <a:pt x="742994" y="116562"/>
                  <a:pt x="741888" y="116507"/>
                  <a:pt x="741004" y="116396"/>
                </a:cubicBezTo>
                <a:cubicBezTo>
                  <a:pt x="740120" y="116286"/>
                  <a:pt x="739415" y="116120"/>
                  <a:pt x="738890" y="115899"/>
                </a:cubicBezTo>
                <a:cubicBezTo>
                  <a:pt x="738365" y="115678"/>
                  <a:pt x="738006" y="115415"/>
                  <a:pt x="737812" y="115111"/>
                </a:cubicBezTo>
                <a:cubicBezTo>
                  <a:pt x="737619" y="114807"/>
                  <a:pt x="737522" y="114434"/>
                  <a:pt x="737522" y="113992"/>
                </a:cubicBezTo>
                <a:lnTo>
                  <a:pt x="737522" y="39379"/>
                </a:lnTo>
                <a:cubicBezTo>
                  <a:pt x="737522" y="38937"/>
                  <a:pt x="737605" y="38564"/>
                  <a:pt x="737771" y="38260"/>
                </a:cubicBezTo>
                <a:cubicBezTo>
                  <a:pt x="737937" y="37956"/>
                  <a:pt x="738268" y="37680"/>
                  <a:pt x="738766" y="37431"/>
                </a:cubicBezTo>
                <a:cubicBezTo>
                  <a:pt x="739263" y="37182"/>
                  <a:pt x="739899" y="37016"/>
                  <a:pt x="740673" y="36933"/>
                </a:cubicBezTo>
                <a:cubicBezTo>
                  <a:pt x="741446" y="36851"/>
                  <a:pt x="742469" y="36809"/>
                  <a:pt x="743740" y="36809"/>
                </a:cubicBezTo>
                <a:cubicBezTo>
                  <a:pt x="744956" y="36809"/>
                  <a:pt x="745965" y="36851"/>
                  <a:pt x="746766" y="36933"/>
                </a:cubicBezTo>
                <a:cubicBezTo>
                  <a:pt x="747567" y="37016"/>
                  <a:pt x="748189" y="37182"/>
                  <a:pt x="748631" y="37431"/>
                </a:cubicBezTo>
                <a:cubicBezTo>
                  <a:pt x="749073" y="37680"/>
                  <a:pt x="749391" y="37956"/>
                  <a:pt x="749585" y="38260"/>
                </a:cubicBezTo>
                <a:cubicBezTo>
                  <a:pt x="749778" y="38564"/>
                  <a:pt x="749875" y="38937"/>
                  <a:pt x="749875" y="39379"/>
                </a:cubicBezTo>
                <a:lnTo>
                  <a:pt x="749875" y="50239"/>
                </a:lnTo>
                <a:cubicBezTo>
                  <a:pt x="751920" y="47255"/>
                  <a:pt x="753840" y="44823"/>
                  <a:pt x="755637" y="42944"/>
                </a:cubicBezTo>
                <a:cubicBezTo>
                  <a:pt x="757433" y="41065"/>
                  <a:pt x="759132" y="39586"/>
                  <a:pt x="760735" y="38509"/>
                </a:cubicBezTo>
                <a:cubicBezTo>
                  <a:pt x="762338" y="37431"/>
                  <a:pt x="763927" y="36685"/>
                  <a:pt x="765502" y="36270"/>
                </a:cubicBezTo>
                <a:cubicBezTo>
                  <a:pt x="767077" y="35856"/>
                  <a:pt x="768666" y="35648"/>
                  <a:pt x="770269" y="35648"/>
                </a:cubicBezTo>
                <a:cubicBezTo>
                  <a:pt x="770988" y="35648"/>
                  <a:pt x="771803" y="35690"/>
                  <a:pt x="772715" y="35773"/>
                </a:cubicBezTo>
                <a:cubicBezTo>
                  <a:pt x="773627" y="35856"/>
                  <a:pt x="774580" y="36008"/>
                  <a:pt x="775575" y="36229"/>
                </a:cubicBezTo>
                <a:cubicBezTo>
                  <a:pt x="776570" y="36450"/>
                  <a:pt x="777468" y="36699"/>
                  <a:pt x="778269" y="36975"/>
                </a:cubicBezTo>
                <a:cubicBezTo>
                  <a:pt x="779071" y="37251"/>
                  <a:pt x="779637" y="37528"/>
                  <a:pt x="779969" y="37804"/>
                </a:cubicBezTo>
                <a:cubicBezTo>
                  <a:pt x="780300" y="38080"/>
                  <a:pt x="780521" y="38343"/>
                  <a:pt x="780632" y="38592"/>
                </a:cubicBezTo>
                <a:cubicBezTo>
                  <a:pt x="780742" y="38840"/>
                  <a:pt x="780839" y="39158"/>
                  <a:pt x="780922" y="39545"/>
                </a:cubicBezTo>
                <a:cubicBezTo>
                  <a:pt x="781005" y="39932"/>
                  <a:pt x="781060" y="40498"/>
                  <a:pt x="781088" y="41244"/>
                </a:cubicBezTo>
                <a:cubicBezTo>
                  <a:pt x="781116" y="41991"/>
                  <a:pt x="781129" y="42999"/>
                  <a:pt x="781129" y="44270"/>
                </a:cubicBezTo>
                <a:close/>
                <a:moveTo>
                  <a:pt x="860530" y="73452"/>
                </a:moveTo>
                <a:cubicBezTo>
                  <a:pt x="860530" y="75608"/>
                  <a:pt x="859991" y="77142"/>
                  <a:pt x="858914" y="78054"/>
                </a:cubicBezTo>
                <a:cubicBezTo>
                  <a:pt x="857836" y="78966"/>
                  <a:pt x="856606" y="79421"/>
                  <a:pt x="855224" y="79421"/>
                </a:cubicBezTo>
                <a:lnTo>
                  <a:pt x="806311" y="79421"/>
                </a:lnTo>
                <a:cubicBezTo>
                  <a:pt x="806311" y="83579"/>
                  <a:pt x="806726" y="87321"/>
                  <a:pt x="807555" y="90647"/>
                </a:cubicBezTo>
                <a:cubicBezTo>
                  <a:pt x="808384" y="93974"/>
                  <a:pt x="809766" y="96829"/>
                  <a:pt x="811700" y="99212"/>
                </a:cubicBezTo>
                <a:cubicBezTo>
                  <a:pt x="813634" y="101596"/>
                  <a:pt x="816149" y="103425"/>
                  <a:pt x="819244" y="104702"/>
                </a:cubicBezTo>
                <a:cubicBezTo>
                  <a:pt x="822339" y="105976"/>
                  <a:pt x="826125" y="106614"/>
                  <a:pt x="830602" y="106614"/>
                </a:cubicBezTo>
                <a:cubicBezTo>
                  <a:pt x="834139" y="106614"/>
                  <a:pt x="837290" y="106324"/>
                  <a:pt x="840053" y="105743"/>
                </a:cubicBezTo>
                <a:cubicBezTo>
                  <a:pt x="842817" y="105163"/>
                  <a:pt x="845207" y="104514"/>
                  <a:pt x="847224" y="103795"/>
                </a:cubicBezTo>
                <a:cubicBezTo>
                  <a:pt x="849242" y="103077"/>
                  <a:pt x="850900" y="102427"/>
                  <a:pt x="852198" y="101847"/>
                </a:cubicBezTo>
                <a:cubicBezTo>
                  <a:pt x="853497" y="101267"/>
                  <a:pt x="854478" y="100976"/>
                  <a:pt x="855141" y="100976"/>
                </a:cubicBezTo>
                <a:cubicBezTo>
                  <a:pt x="855528" y="100976"/>
                  <a:pt x="855874" y="101073"/>
                  <a:pt x="856178" y="101267"/>
                </a:cubicBezTo>
                <a:cubicBezTo>
                  <a:pt x="856482" y="101460"/>
                  <a:pt x="856717" y="101750"/>
                  <a:pt x="856882" y="102137"/>
                </a:cubicBezTo>
                <a:cubicBezTo>
                  <a:pt x="857048" y="102524"/>
                  <a:pt x="857173" y="103063"/>
                  <a:pt x="857256" y="103754"/>
                </a:cubicBezTo>
                <a:cubicBezTo>
                  <a:pt x="857338" y="104445"/>
                  <a:pt x="857380" y="105287"/>
                  <a:pt x="857380" y="106282"/>
                </a:cubicBezTo>
                <a:cubicBezTo>
                  <a:pt x="857380" y="107001"/>
                  <a:pt x="857352" y="107622"/>
                  <a:pt x="857297" y="108148"/>
                </a:cubicBezTo>
                <a:cubicBezTo>
                  <a:pt x="857242" y="108673"/>
                  <a:pt x="857173" y="109142"/>
                  <a:pt x="857090" y="109557"/>
                </a:cubicBezTo>
                <a:cubicBezTo>
                  <a:pt x="857007" y="109971"/>
                  <a:pt x="856869" y="110344"/>
                  <a:pt x="856675" y="110676"/>
                </a:cubicBezTo>
                <a:cubicBezTo>
                  <a:pt x="856482" y="111008"/>
                  <a:pt x="856233" y="111325"/>
                  <a:pt x="855929" y="111629"/>
                </a:cubicBezTo>
                <a:cubicBezTo>
                  <a:pt x="855625" y="111933"/>
                  <a:pt x="854727" y="112431"/>
                  <a:pt x="853235" y="113122"/>
                </a:cubicBezTo>
                <a:cubicBezTo>
                  <a:pt x="851742" y="113813"/>
                  <a:pt x="849808" y="114490"/>
                  <a:pt x="847431" y="115153"/>
                </a:cubicBezTo>
                <a:cubicBezTo>
                  <a:pt x="845055" y="115816"/>
                  <a:pt x="842305" y="116410"/>
                  <a:pt x="839183" y="116935"/>
                </a:cubicBezTo>
                <a:cubicBezTo>
                  <a:pt x="836060" y="117460"/>
                  <a:pt x="832730" y="117723"/>
                  <a:pt x="829193" y="117723"/>
                </a:cubicBezTo>
                <a:cubicBezTo>
                  <a:pt x="823058" y="117723"/>
                  <a:pt x="817683" y="116865"/>
                  <a:pt x="813068" y="115150"/>
                </a:cubicBezTo>
                <a:cubicBezTo>
                  <a:pt x="808453" y="113435"/>
                  <a:pt x="804570" y="110890"/>
                  <a:pt x="801420" y="107515"/>
                </a:cubicBezTo>
                <a:cubicBezTo>
                  <a:pt x="798270" y="104141"/>
                  <a:pt x="795893" y="99908"/>
                  <a:pt x="794290" y="94818"/>
                </a:cubicBezTo>
                <a:cubicBezTo>
                  <a:pt x="792688" y="89728"/>
                  <a:pt x="791886" y="83808"/>
                  <a:pt x="791886" y="77059"/>
                </a:cubicBezTo>
                <a:cubicBezTo>
                  <a:pt x="791886" y="70641"/>
                  <a:pt x="792715" y="64873"/>
                  <a:pt x="794373" y="59755"/>
                </a:cubicBezTo>
                <a:cubicBezTo>
                  <a:pt x="796031" y="54638"/>
                  <a:pt x="798422" y="50295"/>
                  <a:pt x="801544" y="46726"/>
                </a:cubicBezTo>
                <a:cubicBezTo>
                  <a:pt x="804667" y="43158"/>
                  <a:pt x="808439" y="40420"/>
                  <a:pt x="812861" y="38511"/>
                </a:cubicBezTo>
                <a:cubicBezTo>
                  <a:pt x="817282" y="36603"/>
                  <a:pt x="822229" y="35648"/>
                  <a:pt x="827700" y="35648"/>
                </a:cubicBezTo>
                <a:cubicBezTo>
                  <a:pt x="833559" y="35648"/>
                  <a:pt x="838547" y="36588"/>
                  <a:pt x="842665" y="38467"/>
                </a:cubicBezTo>
                <a:cubicBezTo>
                  <a:pt x="846782" y="40346"/>
                  <a:pt x="850167" y="42875"/>
                  <a:pt x="852820" y="46053"/>
                </a:cubicBezTo>
                <a:cubicBezTo>
                  <a:pt x="855473" y="49231"/>
                  <a:pt x="857421" y="52961"/>
                  <a:pt x="858665" y="57245"/>
                </a:cubicBezTo>
                <a:cubicBezTo>
                  <a:pt x="859908" y="61528"/>
                  <a:pt x="860530" y="66102"/>
                  <a:pt x="860530" y="70965"/>
                </a:cubicBezTo>
                <a:lnTo>
                  <a:pt x="860530" y="73452"/>
                </a:lnTo>
                <a:moveTo>
                  <a:pt x="846768" y="69390"/>
                </a:moveTo>
                <a:cubicBezTo>
                  <a:pt x="846934" y="62205"/>
                  <a:pt x="845345" y="56568"/>
                  <a:pt x="842001" y="52478"/>
                </a:cubicBezTo>
                <a:cubicBezTo>
                  <a:pt x="838658" y="48388"/>
                  <a:pt x="833697" y="46343"/>
                  <a:pt x="827120" y="46343"/>
                </a:cubicBezTo>
                <a:cubicBezTo>
                  <a:pt x="823749" y="46343"/>
                  <a:pt x="820792" y="46979"/>
                  <a:pt x="818249" y="48250"/>
                </a:cubicBezTo>
                <a:cubicBezTo>
                  <a:pt x="815707" y="49521"/>
                  <a:pt x="813579" y="51207"/>
                  <a:pt x="811866" y="53307"/>
                </a:cubicBezTo>
                <a:cubicBezTo>
                  <a:pt x="810153" y="55407"/>
                  <a:pt x="808826" y="57853"/>
                  <a:pt x="807887" y="60644"/>
                </a:cubicBezTo>
                <a:cubicBezTo>
                  <a:pt x="806947" y="63435"/>
                  <a:pt x="806422" y="66350"/>
                  <a:pt x="806311" y="69390"/>
                </a:cubicBezTo>
                <a:lnTo>
                  <a:pt x="846768" y="69390"/>
                </a:lnTo>
                <a:close/>
                <a:moveTo>
                  <a:pt x="895085" y="113990"/>
                </a:moveTo>
                <a:cubicBezTo>
                  <a:pt x="895085" y="114432"/>
                  <a:pt x="894975" y="114806"/>
                  <a:pt x="894754" y="115111"/>
                </a:cubicBezTo>
                <a:cubicBezTo>
                  <a:pt x="894533" y="115415"/>
                  <a:pt x="894173" y="115678"/>
                  <a:pt x="893676" y="115899"/>
                </a:cubicBezTo>
                <a:cubicBezTo>
                  <a:pt x="893178" y="116120"/>
                  <a:pt x="892488" y="116286"/>
                  <a:pt x="891603" y="116396"/>
                </a:cubicBezTo>
                <a:cubicBezTo>
                  <a:pt x="890719" y="116507"/>
                  <a:pt x="889586" y="116562"/>
                  <a:pt x="888204" y="116562"/>
                </a:cubicBezTo>
                <a:cubicBezTo>
                  <a:pt x="886878" y="116562"/>
                  <a:pt x="885772" y="116507"/>
                  <a:pt x="884888" y="116396"/>
                </a:cubicBezTo>
                <a:cubicBezTo>
                  <a:pt x="884004" y="116286"/>
                  <a:pt x="883299" y="116120"/>
                  <a:pt x="882774" y="115899"/>
                </a:cubicBezTo>
                <a:cubicBezTo>
                  <a:pt x="882249" y="115678"/>
                  <a:pt x="881890" y="115415"/>
                  <a:pt x="881696" y="115111"/>
                </a:cubicBezTo>
                <a:cubicBezTo>
                  <a:pt x="881503" y="114806"/>
                  <a:pt x="881406" y="114432"/>
                  <a:pt x="881406" y="113990"/>
                </a:cubicBezTo>
                <a:lnTo>
                  <a:pt x="881406" y="3153"/>
                </a:lnTo>
                <a:cubicBezTo>
                  <a:pt x="881406" y="2711"/>
                  <a:pt x="881503" y="2324"/>
                  <a:pt x="881696" y="1992"/>
                </a:cubicBezTo>
                <a:cubicBezTo>
                  <a:pt x="881890" y="1659"/>
                  <a:pt x="882249" y="1382"/>
                  <a:pt x="882774" y="1161"/>
                </a:cubicBezTo>
                <a:cubicBezTo>
                  <a:pt x="883299" y="940"/>
                  <a:pt x="884004" y="774"/>
                  <a:pt x="884888" y="663"/>
                </a:cubicBezTo>
                <a:cubicBezTo>
                  <a:pt x="885772" y="553"/>
                  <a:pt x="886878" y="497"/>
                  <a:pt x="888204" y="497"/>
                </a:cubicBezTo>
                <a:cubicBezTo>
                  <a:pt x="889586" y="497"/>
                  <a:pt x="890719" y="553"/>
                  <a:pt x="891603" y="663"/>
                </a:cubicBezTo>
                <a:cubicBezTo>
                  <a:pt x="892488" y="774"/>
                  <a:pt x="893178" y="940"/>
                  <a:pt x="893676" y="1161"/>
                </a:cubicBezTo>
                <a:cubicBezTo>
                  <a:pt x="894173" y="1382"/>
                  <a:pt x="894533" y="1659"/>
                  <a:pt x="894754" y="1992"/>
                </a:cubicBezTo>
                <a:cubicBezTo>
                  <a:pt x="894975" y="2324"/>
                  <a:pt x="895085" y="2711"/>
                  <a:pt x="895085" y="3153"/>
                </a:cubicBezTo>
                <a:lnTo>
                  <a:pt x="895085" y="113990"/>
                </a:lnTo>
                <a:close/>
                <a:moveTo>
                  <a:pt x="933966" y="113992"/>
                </a:moveTo>
                <a:cubicBezTo>
                  <a:pt x="933966" y="114434"/>
                  <a:pt x="933856" y="114807"/>
                  <a:pt x="933635" y="115111"/>
                </a:cubicBezTo>
                <a:cubicBezTo>
                  <a:pt x="933413" y="115415"/>
                  <a:pt x="933054" y="115678"/>
                  <a:pt x="932557" y="115899"/>
                </a:cubicBezTo>
                <a:cubicBezTo>
                  <a:pt x="932059" y="116120"/>
                  <a:pt x="931369" y="116286"/>
                  <a:pt x="930484" y="116396"/>
                </a:cubicBezTo>
                <a:cubicBezTo>
                  <a:pt x="929600" y="116507"/>
                  <a:pt x="928467" y="116562"/>
                  <a:pt x="927085" y="116562"/>
                </a:cubicBezTo>
                <a:cubicBezTo>
                  <a:pt x="925759" y="116562"/>
                  <a:pt x="924653" y="116507"/>
                  <a:pt x="923769" y="116396"/>
                </a:cubicBezTo>
                <a:cubicBezTo>
                  <a:pt x="922885" y="116286"/>
                  <a:pt x="922180" y="116120"/>
                  <a:pt x="921655" y="115899"/>
                </a:cubicBezTo>
                <a:cubicBezTo>
                  <a:pt x="921130" y="115678"/>
                  <a:pt x="920771" y="115415"/>
                  <a:pt x="920577" y="115111"/>
                </a:cubicBezTo>
                <a:cubicBezTo>
                  <a:pt x="920384" y="114807"/>
                  <a:pt x="920287" y="114434"/>
                  <a:pt x="920287" y="113992"/>
                </a:cubicBezTo>
                <a:lnTo>
                  <a:pt x="920287" y="39379"/>
                </a:lnTo>
                <a:cubicBezTo>
                  <a:pt x="920287" y="38992"/>
                  <a:pt x="920384" y="38633"/>
                  <a:pt x="920577" y="38301"/>
                </a:cubicBezTo>
                <a:cubicBezTo>
                  <a:pt x="920771" y="37970"/>
                  <a:pt x="921130" y="37693"/>
                  <a:pt x="921655" y="37472"/>
                </a:cubicBezTo>
                <a:cubicBezTo>
                  <a:pt x="922180" y="37251"/>
                  <a:pt x="922885" y="37085"/>
                  <a:pt x="923769" y="36975"/>
                </a:cubicBezTo>
                <a:cubicBezTo>
                  <a:pt x="924653" y="36864"/>
                  <a:pt x="925759" y="36809"/>
                  <a:pt x="927085" y="36809"/>
                </a:cubicBezTo>
                <a:cubicBezTo>
                  <a:pt x="928467" y="36809"/>
                  <a:pt x="929600" y="36864"/>
                  <a:pt x="930484" y="36975"/>
                </a:cubicBezTo>
                <a:cubicBezTo>
                  <a:pt x="931369" y="37085"/>
                  <a:pt x="932059" y="37251"/>
                  <a:pt x="932557" y="37472"/>
                </a:cubicBezTo>
                <a:cubicBezTo>
                  <a:pt x="933054" y="37693"/>
                  <a:pt x="933413" y="37970"/>
                  <a:pt x="933635" y="38301"/>
                </a:cubicBezTo>
                <a:cubicBezTo>
                  <a:pt x="933856" y="38633"/>
                  <a:pt x="933966" y="38992"/>
                  <a:pt x="933966" y="39379"/>
                </a:cubicBezTo>
                <a:lnTo>
                  <a:pt x="933966" y="113992"/>
                </a:lnTo>
                <a:moveTo>
                  <a:pt x="935541" y="14094"/>
                </a:moveTo>
                <a:cubicBezTo>
                  <a:pt x="935541" y="17299"/>
                  <a:pt x="934933" y="19482"/>
                  <a:pt x="933717" y="20643"/>
                </a:cubicBezTo>
                <a:cubicBezTo>
                  <a:pt x="932502" y="21804"/>
                  <a:pt x="930263" y="22384"/>
                  <a:pt x="927002" y="22384"/>
                </a:cubicBezTo>
                <a:cubicBezTo>
                  <a:pt x="923797" y="22384"/>
                  <a:pt x="921600" y="21817"/>
                  <a:pt x="920411" y="20684"/>
                </a:cubicBezTo>
                <a:cubicBezTo>
                  <a:pt x="919223" y="19551"/>
                  <a:pt x="918629" y="17410"/>
                  <a:pt x="918629" y="14259"/>
                </a:cubicBezTo>
                <a:cubicBezTo>
                  <a:pt x="918629" y="11054"/>
                  <a:pt x="919237" y="8871"/>
                  <a:pt x="920453" y="7710"/>
                </a:cubicBezTo>
                <a:cubicBezTo>
                  <a:pt x="921669" y="6549"/>
                  <a:pt x="923907" y="5969"/>
                  <a:pt x="927168" y="5969"/>
                </a:cubicBezTo>
                <a:cubicBezTo>
                  <a:pt x="930374" y="5969"/>
                  <a:pt x="932571" y="6536"/>
                  <a:pt x="933759" y="7669"/>
                </a:cubicBezTo>
                <a:cubicBezTo>
                  <a:pt x="934947" y="8802"/>
                  <a:pt x="935541" y="10943"/>
                  <a:pt x="935541" y="14094"/>
                </a:cubicBezTo>
                <a:close/>
                <a:moveTo>
                  <a:pt x="1023384" y="113992"/>
                </a:moveTo>
                <a:cubicBezTo>
                  <a:pt x="1023384" y="114434"/>
                  <a:pt x="1023288" y="114807"/>
                  <a:pt x="1023094" y="115111"/>
                </a:cubicBezTo>
                <a:cubicBezTo>
                  <a:pt x="1022901" y="115415"/>
                  <a:pt x="1022555" y="115678"/>
                  <a:pt x="1022058" y="115899"/>
                </a:cubicBezTo>
                <a:cubicBezTo>
                  <a:pt x="1021561" y="116120"/>
                  <a:pt x="1020911" y="116286"/>
                  <a:pt x="1020110" y="116396"/>
                </a:cubicBezTo>
                <a:cubicBezTo>
                  <a:pt x="1019308" y="116507"/>
                  <a:pt x="1018327" y="116562"/>
                  <a:pt x="1017167" y="116562"/>
                </a:cubicBezTo>
                <a:cubicBezTo>
                  <a:pt x="1015896" y="116562"/>
                  <a:pt x="1014859" y="116507"/>
                  <a:pt x="1014058" y="116396"/>
                </a:cubicBezTo>
                <a:cubicBezTo>
                  <a:pt x="1013256" y="116286"/>
                  <a:pt x="1012621" y="116120"/>
                  <a:pt x="1012151" y="115899"/>
                </a:cubicBezTo>
                <a:cubicBezTo>
                  <a:pt x="1011681" y="115678"/>
                  <a:pt x="1011363" y="115415"/>
                  <a:pt x="1011198" y="115111"/>
                </a:cubicBezTo>
                <a:cubicBezTo>
                  <a:pt x="1011032" y="114807"/>
                  <a:pt x="1010949" y="114434"/>
                  <a:pt x="1010949" y="113992"/>
                </a:cubicBezTo>
                <a:lnTo>
                  <a:pt x="1010949" y="104127"/>
                </a:lnTo>
                <a:cubicBezTo>
                  <a:pt x="1006693" y="108854"/>
                  <a:pt x="1002493" y="112302"/>
                  <a:pt x="998348" y="114472"/>
                </a:cubicBezTo>
                <a:cubicBezTo>
                  <a:pt x="994202" y="116639"/>
                  <a:pt x="990002" y="117723"/>
                  <a:pt x="985746" y="117723"/>
                </a:cubicBezTo>
                <a:cubicBezTo>
                  <a:pt x="980772" y="117723"/>
                  <a:pt x="976585" y="116893"/>
                  <a:pt x="973186" y="115233"/>
                </a:cubicBezTo>
                <a:cubicBezTo>
                  <a:pt x="969787" y="113573"/>
                  <a:pt x="967038" y="111319"/>
                  <a:pt x="964938" y="108471"/>
                </a:cubicBezTo>
                <a:cubicBezTo>
                  <a:pt x="962837" y="105622"/>
                  <a:pt x="961331" y="102302"/>
                  <a:pt x="960419" y="98513"/>
                </a:cubicBezTo>
                <a:cubicBezTo>
                  <a:pt x="959507" y="94721"/>
                  <a:pt x="959051" y="90115"/>
                  <a:pt x="959051" y="84694"/>
                </a:cubicBezTo>
                <a:lnTo>
                  <a:pt x="959051" y="39382"/>
                </a:lnTo>
                <a:cubicBezTo>
                  <a:pt x="959051" y="38940"/>
                  <a:pt x="959148" y="38567"/>
                  <a:pt x="959342" y="38263"/>
                </a:cubicBezTo>
                <a:cubicBezTo>
                  <a:pt x="959535" y="37957"/>
                  <a:pt x="959908" y="37680"/>
                  <a:pt x="960461" y="37431"/>
                </a:cubicBezTo>
                <a:cubicBezTo>
                  <a:pt x="961013" y="37182"/>
                  <a:pt x="961732" y="37016"/>
                  <a:pt x="962616" y="36933"/>
                </a:cubicBezTo>
                <a:cubicBezTo>
                  <a:pt x="963501" y="36851"/>
                  <a:pt x="964606" y="36809"/>
                  <a:pt x="965932" y="36809"/>
                </a:cubicBezTo>
                <a:cubicBezTo>
                  <a:pt x="967259" y="36809"/>
                  <a:pt x="968364" y="36851"/>
                  <a:pt x="969249" y="36933"/>
                </a:cubicBezTo>
                <a:cubicBezTo>
                  <a:pt x="970133" y="37016"/>
                  <a:pt x="970838" y="37182"/>
                  <a:pt x="971363" y="37431"/>
                </a:cubicBezTo>
                <a:cubicBezTo>
                  <a:pt x="971888" y="37680"/>
                  <a:pt x="972261" y="37957"/>
                  <a:pt x="972482" y="38263"/>
                </a:cubicBezTo>
                <a:cubicBezTo>
                  <a:pt x="972703" y="38567"/>
                  <a:pt x="972813" y="38940"/>
                  <a:pt x="972813" y="39382"/>
                </a:cubicBezTo>
                <a:lnTo>
                  <a:pt x="972813" y="82875"/>
                </a:lnTo>
                <a:cubicBezTo>
                  <a:pt x="972813" y="87246"/>
                  <a:pt x="973131" y="90746"/>
                  <a:pt x="973767" y="93375"/>
                </a:cubicBezTo>
                <a:cubicBezTo>
                  <a:pt x="974402" y="96004"/>
                  <a:pt x="975370" y="98246"/>
                  <a:pt x="976668" y="100101"/>
                </a:cubicBezTo>
                <a:cubicBezTo>
                  <a:pt x="977967" y="101954"/>
                  <a:pt x="979611" y="103393"/>
                  <a:pt x="981601" y="104417"/>
                </a:cubicBezTo>
                <a:cubicBezTo>
                  <a:pt x="983591" y="105439"/>
                  <a:pt x="985912" y="105951"/>
                  <a:pt x="988565" y="105951"/>
                </a:cubicBezTo>
                <a:cubicBezTo>
                  <a:pt x="991992" y="105951"/>
                  <a:pt x="995405" y="104728"/>
                  <a:pt x="998804" y="102282"/>
                </a:cubicBezTo>
                <a:cubicBezTo>
                  <a:pt x="1002203" y="99836"/>
                  <a:pt x="1005809" y="96251"/>
                  <a:pt x="1009622" y="91525"/>
                </a:cubicBezTo>
                <a:lnTo>
                  <a:pt x="1009622" y="39379"/>
                </a:lnTo>
                <a:cubicBezTo>
                  <a:pt x="1009622" y="38937"/>
                  <a:pt x="1009719" y="38564"/>
                  <a:pt x="1009913" y="38260"/>
                </a:cubicBezTo>
                <a:cubicBezTo>
                  <a:pt x="1010106" y="37956"/>
                  <a:pt x="1010479" y="37680"/>
                  <a:pt x="1011032" y="37431"/>
                </a:cubicBezTo>
                <a:cubicBezTo>
                  <a:pt x="1011585" y="37182"/>
                  <a:pt x="1012289" y="37016"/>
                  <a:pt x="1013146" y="36933"/>
                </a:cubicBezTo>
                <a:cubicBezTo>
                  <a:pt x="1014003" y="36851"/>
                  <a:pt x="1015122" y="36809"/>
                  <a:pt x="1016503" y="36809"/>
                </a:cubicBezTo>
                <a:cubicBezTo>
                  <a:pt x="1017830" y="36809"/>
                  <a:pt x="1018935" y="36851"/>
                  <a:pt x="1019820" y="36933"/>
                </a:cubicBezTo>
                <a:cubicBezTo>
                  <a:pt x="1020704" y="37016"/>
                  <a:pt x="1021395" y="37182"/>
                  <a:pt x="1021892" y="37431"/>
                </a:cubicBezTo>
                <a:cubicBezTo>
                  <a:pt x="1022390" y="37680"/>
                  <a:pt x="1022763" y="37956"/>
                  <a:pt x="1023011" y="38260"/>
                </a:cubicBezTo>
                <a:cubicBezTo>
                  <a:pt x="1023260" y="38564"/>
                  <a:pt x="1023384" y="38937"/>
                  <a:pt x="1023384" y="39379"/>
                </a:cubicBezTo>
                <a:lnTo>
                  <a:pt x="1023384" y="113992"/>
                </a:lnTo>
                <a:close/>
                <a:moveTo>
                  <a:pt x="1095444" y="93740"/>
                </a:moveTo>
                <a:cubicBezTo>
                  <a:pt x="1095444" y="97557"/>
                  <a:pt x="1094739" y="100960"/>
                  <a:pt x="1093330" y="103948"/>
                </a:cubicBezTo>
                <a:cubicBezTo>
                  <a:pt x="1091921" y="106934"/>
                  <a:pt x="1089917" y="109452"/>
                  <a:pt x="1087320" y="111500"/>
                </a:cubicBezTo>
                <a:cubicBezTo>
                  <a:pt x="1084722" y="113547"/>
                  <a:pt x="1081627" y="115095"/>
                  <a:pt x="1078034" y="116145"/>
                </a:cubicBezTo>
                <a:cubicBezTo>
                  <a:pt x="1074442" y="117197"/>
                  <a:pt x="1070490" y="117723"/>
                  <a:pt x="1066179" y="117723"/>
                </a:cubicBezTo>
                <a:cubicBezTo>
                  <a:pt x="1063526" y="117723"/>
                  <a:pt x="1060998" y="117516"/>
                  <a:pt x="1058593" y="117101"/>
                </a:cubicBezTo>
                <a:cubicBezTo>
                  <a:pt x="1056189" y="116687"/>
                  <a:pt x="1054034" y="116162"/>
                  <a:pt x="1052127" y="115526"/>
                </a:cubicBezTo>
                <a:cubicBezTo>
                  <a:pt x="1050220" y="114890"/>
                  <a:pt x="1048604" y="114227"/>
                  <a:pt x="1047277" y="113536"/>
                </a:cubicBezTo>
                <a:cubicBezTo>
                  <a:pt x="1045951" y="112845"/>
                  <a:pt x="1044984" y="112224"/>
                  <a:pt x="1044376" y="111671"/>
                </a:cubicBezTo>
                <a:cubicBezTo>
                  <a:pt x="1043768" y="111118"/>
                  <a:pt x="1043325" y="110344"/>
                  <a:pt x="1043049" y="109350"/>
                </a:cubicBezTo>
                <a:cubicBezTo>
                  <a:pt x="1042773" y="108355"/>
                  <a:pt x="1042635" y="107001"/>
                  <a:pt x="1042635" y="105287"/>
                </a:cubicBezTo>
                <a:cubicBezTo>
                  <a:pt x="1042635" y="104237"/>
                  <a:pt x="1042690" y="103353"/>
                  <a:pt x="1042800" y="102634"/>
                </a:cubicBezTo>
                <a:cubicBezTo>
                  <a:pt x="1042911" y="101916"/>
                  <a:pt x="1043049" y="101336"/>
                  <a:pt x="1043215" y="100893"/>
                </a:cubicBezTo>
                <a:cubicBezTo>
                  <a:pt x="1043381" y="100451"/>
                  <a:pt x="1043616" y="100134"/>
                  <a:pt x="1043920" y="99940"/>
                </a:cubicBezTo>
                <a:cubicBezTo>
                  <a:pt x="1044224" y="99747"/>
                  <a:pt x="1044569" y="99650"/>
                  <a:pt x="1044956" y="99650"/>
                </a:cubicBezTo>
                <a:cubicBezTo>
                  <a:pt x="1045564" y="99650"/>
                  <a:pt x="1046462" y="100023"/>
                  <a:pt x="1047650" y="100769"/>
                </a:cubicBezTo>
                <a:cubicBezTo>
                  <a:pt x="1048839" y="101515"/>
                  <a:pt x="1050303" y="102330"/>
                  <a:pt x="1052044" y="103215"/>
                </a:cubicBezTo>
                <a:cubicBezTo>
                  <a:pt x="1053785" y="104099"/>
                  <a:pt x="1055844" y="104914"/>
                  <a:pt x="1058220" y="105660"/>
                </a:cubicBezTo>
                <a:cubicBezTo>
                  <a:pt x="1060597" y="106407"/>
                  <a:pt x="1063333" y="106780"/>
                  <a:pt x="1066428" y="106780"/>
                </a:cubicBezTo>
                <a:cubicBezTo>
                  <a:pt x="1068749" y="106780"/>
                  <a:pt x="1070849" y="106531"/>
                  <a:pt x="1072729" y="106033"/>
                </a:cubicBezTo>
                <a:cubicBezTo>
                  <a:pt x="1074608" y="105534"/>
                  <a:pt x="1076238" y="104800"/>
                  <a:pt x="1077620" y="103831"/>
                </a:cubicBezTo>
                <a:cubicBezTo>
                  <a:pt x="1079002" y="102862"/>
                  <a:pt x="1080065" y="101630"/>
                  <a:pt x="1080812" y="100134"/>
                </a:cubicBezTo>
                <a:cubicBezTo>
                  <a:pt x="1081558" y="98639"/>
                  <a:pt x="1081931" y="96867"/>
                  <a:pt x="1081931" y="94818"/>
                </a:cubicBezTo>
                <a:cubicBezTo>
                  <a:pt x="1081931" y="92716"/>
                  <a:pt x="1081392" y="90946"/>
                  <a:pt x="1080314" y="89507"/>
                </a:cubicBezTo>
                <a:cubicBezTo>
                  <a:pt x="1079236" y="88068"/>
                  <a:pt x="1077813" y="86796"/>
                  <a:pt x="1076045" y="85691"/>
                </a:cubicBezTo>
                <a:cubicBezTo>
                  <a:pt x="1074276" y="84584"/>
                  <a:pt x="1072286" y="83602"/>
                  <a:pt x="1070076" y="82745"/>
                </a:cubicBezTo>
                <a:cubicBezTo>
                  <a:pt x="1067865" y="81887"/>
                  <a:pt x="1065585" y="80988"/>
                  <a:pt x="1063236" y="80048"/>
                </a:cubicBezTo>
                <a:cubicBezTo>
                  <a:pt x="1060887" y="79107"/>
                  <a:pt x="1058593" y="78041"/>
                  <a:pt x="1056355" y="76851"/>
                </a:cubicBezTo>
                <a:cubicBezTo>
                  <a:pt x="1054117" y="75661"/>
                  <a:pt x="1052113" y="74209"/>
                  <a:pt x="1050345" y="72494"/>
                </a:cubicBezTo>
                <a:cubicBezTo>
                  <a:pt x="1048576" y="70779"/>
                  <a:pt x="1047153" y="68732"/>
                  <a:pt x="1046075" y="66354"/>
                </a:cubicBezTo>
                <a:cubicBezTo>
                  <a:pt x="1044997" y="63976"/>
                  <a:pt x="1044458" y="61127"/>
                  <a:pt x="1044458" y="57807"/>
                </a:cubicBezTo>
                <a:cubicBezTo>
                  <a:pt x="1044458" y="54874"/>
                  <a:pt x="1045025" y="52067"/>
                  <a:pt x="1046158" y="49385"/>
                </a:cubicBezTo>
                <a:cubicBezTo>
                  <a:pt x="1047291" y="46701"/>
                  <a:pt x="1048991" y="44349"/>
                  <a:pt x="1051257" y="42330"/>
                </a:cubicBezTo>
                <a:cubicBezTo>
                  <a:pt x="1053523" y="40309"/>
                  <a:pt x="1056355" y="38691"/>
                  <a:pt x="1059754" y="37475"/>
                </a:cubicBezTo>
                <a:cubicBezTo>
                  <a:pt x="1063153" y="36257"/>
                  <a:pt x="1067119" y="35648"/>
                  <a:pt x="1071651" y="35648"/>
                </a:cubicBezTo>
                <a:cubicBezTo>
                  <a:pt x="1073640" y="35648"/>
                  <a:pt x="1075630" y="35817"/>
                  <a:pt x="1077620" y="36154"/>
                </a:cubicBezTo>
                <a:cubicBezTo>
                  <a:pt x="1079610" y="36490"/>
                  <a:pt x="1081406" y="36911"/>
                  <a:pt x="1083009" y="37415"/>
                </a:cubicBezTo>
                <a:cubicBezTo>
                  <a:pt x="1084611" y="37920"/>
                  <a:pt x="1085979" y="38466"/>
                  <a:pt x="1087112" y="39055"/>
                </a:cubicBezTo>
                <a:cubicBezTo>
                  <a:pt x="1088245" y="39644"/>
                  <a:pt x="1089102" y="40163"/>
                  <a:pt x="1089682" y="40612"/>
                </a:cubicBezTo>
                <a:cubicBezTo>
                  <a:pt x="1090263" y="41061"/>
                  <a:pt x="1090649" y="41452"/>
                  <a:pt x="1090843" y="41783"/>
                </a:cubicBezTo>
                <a:cubicBezTo>
                  <a:pt x="1091036" y="42115"/>
                  <a:pt x="1091175" y="42488"/>
                  <a:pt x="1091257" y="42903"/>
                </a:cubicBezTo>
                <a:cubicBezTo>
                  <a:pt x="1091340" y="43317"/>
                  <a:pt x="1091423" y="43828"/>
                  <a:pt x="1091506" y="44436"/>
                </a:cubicBezTo>
                <a:cubicBezTo>
                  <a:pt x="1091589" y="45044"/>
                  <a:pt x="1091631" y="45790"/>
                  <a:pt x="1091631" y="46675"/>
                </a:cubicBezTo>
                <a:cubicBezTo>
                  <a:pt x="1091631" y="47614"/>
                  <a:pt x="1091589" y="48429"/>
                  <a:pt x="1091506" y="49120"/>
                </a:cubicBezTo>
                <a:cubicBezTo>
                  <a:pt x="1091423" y="49811"/>
                  <a:pt x="1091285" y="50378"/>
                  <a:pt x="1091092" y="50820"/>
                </a:cubicBezTo>
                <a:cubicBezTo>
                  <a:pt x="1090898" y="51262"/>
                  <a:pt x="1090663" y="51580"/>
                  <a:pt x="1090387" y="51773"/>
                </a:cubicBezTo>
                <a:cubicBezTo>
                  <a:pt x="1090111" y="51967"/>
                  <a:pt x="1089807" y="52063"/>
                  <a:pt x="1089475" y="52063"/>
                </a:cubicBezTo>
                <a:cubicBezTo>
                  <a:pt x="1088978" y="52063"/>
                  <a:pt x="1088259" y="51755"/>
                  <a:pt x="1087320" y="51138"/>
                </a:cubicBezTo>
                <a:cubicBezTo>
                  <a:pt x="1086380" y="50522"/>
                  <a:pt x="1085164" y="49863"/>
                  <a:pt x="1083672" y="49162"/>
                </a:cubicBezTo>
                <a:cubicBezTo>
                  <a:pt x="1082180" y="48461"/>
                  <a:pt x="1080425" y="47802"/>
                  <a:pt x="1078407" y="47185"/>
                </a:cubicBezTo>
                <a:cubicBezTo>
                  <a:pt x="1076390" y="46568"/>
                  <a:pt x="1074083" y="46260"/>
                  <a:pt x="1071485" y="46260"/>
                </a:cubicBezTo>
                <a:cubicBezTo>
                  <a:pt x="1069164" y="46260"/>
                  <a:pt x="1067119" y="46524"/>
                  <a:pt x="1065350" y="47050"/>
                </a:cubicBezTo>
                <a:cubicBezTo>
                  <a:pt x="1063582" y="47575"/>
                  <a:pt x="1062131" y="48322"/>
                  <a:pt x="1060998" y="49291"/>
                </a:cubicBezTo>
                <a:cubicBezTo>
                  <a:pt x="1059865" y="50260"/>
                  <a:pt x="1059008" y="51410"/>
                  <a:pt x="1058428" y="52740"/>
                </a:cubicBezTo>
                <a:cubicBezTo>
                  <a:pt x="1057847" y="54068"/>
                  <a:pt x="1057557" y="55507"/>
                  <a:pt x="1057557" y="57058"/>
                </a:cubicBezTo>
                <a:cubicBezTo>
                  <a:pt x="1057557" y="59216"/>
                  <a:pt x="1058110" y="61027"/>
                  <a:pt x="1059215" y="62494"/>
                </a:cubicBezTo>
                <a:cubicBezTo>
                  <a:pt x="1060321" y="63960"/>
                  <a:pt x="1061758" y="65247"/>
                  <a:pt x="1063526" y="66354"/>
                </a:cubicBezTo>
                <a:cubicBezTo>
                  <a:pt x="1065295" y="67459"/>
                  <a:pt x="1067312" y="68455"/>
                  <a:pt x="1069578" y="69341"/>
                </a:cubicBezTo>
                <a:cubicBezTo>
                  <a:pt x="1071844" y="70225"/>
                  <a:pt x="1074152" y="71138"/>
                  <a:pt x="1076501" y="72079"/>
                </a:cubicBezTo>
                <a:cubicBezTo>
                  <a:pt x="1078850" y="73019"/>
                  <a:pt x="1081171" y="74070"/>
                  <a:pt x="1083465" y="75232"/>
                </a:cubicBezTo>
                <a:cubicBezTo>
                  <a:pt x="1085758" y="76395"/>
                  <a:pt x="1087789" y="77806"/>
                  <a:pt x="1089558" y="79466"/>
                </a:cubicBezTo>
                <a:cubicBezTo>
                  <a:pt x="1091327" y="81125"/>
                  <a:pt x="1092750" y="83118"/>
                  <a:pt x="1093827" y="85442"/>
                </a:cubicBezTo>
                <a:cubicBezTo>
                  <a:pt x="1094905" y="87765"/>
                  <a:pt x="1095444" y="90531"/>
                  <a:pt x="1095444" y="93740"/>
                </a:cubicBezTo>
                <a:close/>
                <a:moveTo>
                  <a:pt x="1196949" y="44270"/>
                </a:moveTo>
                <a:cubicBezTo>
                  <a:pt x="1196949" y="45486"/>
                  <a:pt x="1196921" y="46509"/>
                  <a:pt x="1196866" y="47338"/>
                </a:cubicBezTo>
                <a:cubicBezTo>
                  <a:pt x="1196811" y="48167"/>
                  <a:pt x="1196700" y="48816"/>
                  <a:pt x="1196534" y="49286"/>
                </a:cubicBezTo>
                <a:cubicBezTo>
                  <a:pt x="1196369" y="49756"/>
                  <a:pt x="1196161" y="50115"/>
                  <a:pt x="1195913" y="50364"/>
                </a:cubicBezTo>
                <a:cubicBezTo>
                  <a:pt x="1195664" y="50613"/>
                  <a:pt x="1195318" y="50737"/>
                  <a:pt x="1194876" y="50737"/>
                </a:cubicBezTo>
                <a:cubicBezTo>
                  <a:pt x="1194434" y="50737"/>
                  <a:pt x="1193895" y="50613"/>
                  <a:pt x="1193260" y="50364"/>
                </a:cubicBezTo>
                <a:cubicBezTo>
                  <a:pt x="1192624" y="50115"/>
                  <a:pt x="1191906" y="49866"/>
                  <a:pt x="1191104" y="49618"/>
                </a:cubicBezTo>
                <a:cubicBezTo>
                  <a:pt x="1190303" y="49369"/>
                  <a:pt x="1189405" y="49134"/>
                  <a:pt x="1188410" y="48913"/>
                </a:cubicBezTo>
                <a:cubicBezTo>
                  <a:pt x="1187415" y="48692"/>
                  <a:pt x="1186337" y="48581"/>
                  <a:pt x="1185177" y="48581"/>
                </a:cubicBezTo>
                <a:cubicBezTo>
                  <a:pt x="1183795" y="48581"/>
                  <a:pt x="1182441" y="48858"/>
                  <a:pt x="1181114" y="49410"/>
                </a:cubicBezTo>
                <a:cubicBezTo>
                  <a:pt x="1179788" y="49963"/>
                  <a:pt x="1178392" y="50875"/>
                  <a:pt x="1176928" y="52146"/>
                </a:cubicBezTo>
                <a:cubicBezTo>
                  <a:pt x="1175463" y="53417"/>
                  <a:pt x="1173929" y="55103"/>
                  <a:pt x="1172327" y="57203"/>
                </a:cubicBezTo>
                <a:cubicBezTo>
                  <a:pt x="1170724" y="59304"/>
                  <a:pt x="1168955" y="61874"/>
                  <a:pt x="1167021" y="64913"/>
                </a:cubicBezTo>
                <a:lnTo>
                  <a:pt x="1167021" y="113992"/>
                </a:lnTo>
                <a:cubicBezTo>
                  <a:pt x="1167021" y="114434"/>
                  <a:pt x="1166910" y="114807"/>
                  <a:pt x="1166689" y="115111"/>
                </a:cubicBezTo>
                <a:cubicBezTo>
                  <a:pt x="1166468" y="115415"/>
                  <a:pt x="1166109" y="115678"/>
                  <a:pt x="1165611" y="115899"/>
                </a:cubicBezTo>
                <a:cubicBezTo>
                  <a:pt x="1165114" y="116120"/>
                  <a:pt x="1164423" y="116286"/>
                  <a:pt x="1163539" y="116396"/>
                </a:cubicBezTo>
                <a:cubicBezTo>
                  <a:pt x="1162654" y="116507"/>
                  <a:pt x="1161521" y="116562"/>
                  <a:pt x="1160140" y="116562"/>
                </a:cubicBezTo>
                <a:cubicBezTo>
                  <a:pt x="1158813" y="116562"/>
                  <a:pt x="1157708" y="116507"/>
                  <a:pt x="1156824" y="116396"/>
                </a:cubicBezTo>
                <a:cubicBezTo>
                  <a:pt x="1155939" y="116286"/>
                  <a:pt x="1155235" y="116120"/>
                  <a:pt x="1154710" y="115899"/>
                </a:cubicBezTo>
                <a:cubicBezTo>
                  <a:pt x="1154185" y="115678"/>
                  <a:pt x="1153825" y="115415"/>
                  <a:pt x="1153632" y="115111"/>
                </a:cubicBezTo>
                <a:cubicBezTo>
                  <a:pt x="1153438" y="114807"/>
                  <a:pt x="1153342" y="114434"/>
                  <a:pt x="1153342" y="113992"/>
                </a:cubicBezTo>
                <a:lnTo>
                  <a:pt x="1153342" y="39379"/>
                </a:lnTo>
                <a:cubicBezTo>
                  <a:pt x="1153342" y="38937"/>
                  <a:pt x="1153425" y="38564"/>
                  <a:pt x="1153590" y="38260"/>
                </a:cubicBezTo>
                <a:cubicBezTo>
                  <a:pt x="1153756" y="37956"/>
                  <a:pt x="1154088" y="37680"/>
                  <a:pt x="1154585" y="37431"/>
                </a:cubicBezTo>
                <a:cubicBezTo>
                  <a:pt x="1155083" y="37182"/>
                  <a:pt x="1155718" y="37016"/>
                  <a:pt x="1156492" y="36933"/>
                </a:cubicBezTo>
                <a:cubicBezTo>
                  <a:pt x="1157266" y="36851"/>
                  <a:pt x="1158288" y="36809"/>
                  <a:pt x="1159559" y="36809"/>
                </a:cubicBezTo>
                <a:cubicBezTo>
                  <a:pt x="1160775" y="36809"/>
                  <a:pt x="1161784" y="36851"/>
                  <a:pt x="1162585" y="36933"/>
                </a:cubicBezTo>
                <a:cubicBezTo>
                  <a:pt x="1163387" y="37016"/>
                  <a:pt x="1164009" y="37182"/>
                  <a:pt x="1164451" y="37431"/>
                </a:cubicBezTo>
                <a:cubicBezTo>
                  <a:pt x="1164893" y="37680"/>
                  <a:pt x="1165211" y="37956"/>
                  <a:pt x="1165404" y="38260"/>
                </a:cubicBezTo>
                <a:cubicBezTo>
                  <a:pt x="1165598" y="38564"/>
                  <a:pt x="1165694" y="38937"/>
                  <a:pt x="1165694" y="39379"/>
                </a:cubicBezTo>
                <a:lnTo>
                  <a:pt x="1165694" y="50239"/>
                </a:lnTo>
                <a:cubicBezTo>
                  <a:pt x="1167739" y="47255"/>
                  <a:pt x="1169660" y="44823"/>
                  <a:pt x="1171456" y="42944"/>
                </a:cubicBezTo>
                <a:cubicBezTo>
                  <a:pt x="1173252" y="41065"/>
                  <a:pt x="1174952" y="39586"/>
                  <a:pt x="1176555" y="38509"/>
                </a:cubicBezTo>
                <a:cubicBezTo>
                  <a:pt x="1178157" y="37431"/>
                  <a:pt x="1179746" y="36685"/>
                  <a:pt x="1181322" y="36270"/>
                </a:cubicBezTo>
                <a:cubicBezTo>
                  <a:pt x="1182897" y="35856"/>
                  <a:pt x="1184486" y="35648"/>
                  <a:pt x="1186089" y="35648"/>
                </a:cubicBezTo>
                <a:cubicBezTo>
                  <a:pt x="1186807" y="35648"/>
                  <a:pt x="1187622" y="35690"/>
                  <a:pt x="1188534" y="35773"/>
                </a:cubicBezTo>
                <a:cubicBezTo>
                  <a:pt x="1189446" y="35856"/>
                  <a:pt x="1190400" y="36008"/>
                  <a:pt x="1191394" y="36229"/>
                </a:cubicBezTo>
                <a:cubicBezTo>
                  <a:pt x="1192389" y="36450"/>
                  <a:pt x="1193287" y="36699"/>
                  <a:pt x="1194089" y="36975"/>
                </a:cubicBezTo>
                <a:cubicBezTo>
                  <a:pt x="1194890" y="37251"/>
                  <a:pt x="1195457" y="37528"/>
                  <a:pt x="1195788" y="37804"/>
                </a:cubicBezTo>
                <a:cubicBezTo>
                  <a:pt x="1196120" y="38080"/>
                  <a:pt x="1196341" y="38343"/>
                  <a:pt x="1196451" y="38592"/>
                </a:cubicBezTo>
                <a:cubicBezTo>
                  <a:pt x="1196562" y="38840"/>
                  <a:pt x="1196659" y="39158"/>
                  <a:pt x="1196742" y="39545"/>
                </a:cubicBezTo>
                <a:cubicBezTo>
                  <a:pt x="1196825" y="39932"/>
                  <a:pt x="1196880" y="40498"/>
                  <a:pt x="1196907" y="41244"/>
                </a:cubicBezTo>
                <a:cubicBezTo>
                  <a:pt x="1196935" y="41991"/>
                  <a:pt x="1196949" y="42999"/>
                  <a:pt x="1196949" y="44270"/>
                </a:cubicBezTo>
                <a:close/>
                <a:moveTo>
                  <a:pt x="1276309" y="73452"/>
                </a:moveTo>
                <a:cubicBezTo>
                  <a:pt x="1276309" y="75608"/>
                  <a:pt x="1275771" y="77142"/>
                  <a:pt x="1274693" y="78054"/>
                </a:cubicBezTo>
                <a:cubicBezTo>
                  <a:pt x="1273615" y="78966"/>
                  <a:pt x="1272385" y="79421"/>
                  <a:pt x="1271004" y="79421"/>
                </a:cubicBezTo>
                <a:lnTo>
                  <a:pt x="1222091" y="79421"/>
                </a:lnTo>
                <a:cubicBezTo>
                  <a:pt x="1222091" y="83579"/>
                  <a:pt x="1222505" y="87321"/>
                  <a:pt x="1223334" y="90647"/>
                </a:cubicBezTo>
                <a:cubicBezTo>
                  <a:pt x="1224163" y="93974"/>
                  <a:pt x="1225545" y="96829"/>
                  <a:pt x="1227479" y="99212"/>
                </a:cubicBezTo>
                <a:cubicBezTo>
                  <a:pt x="1229414" y="101596"/>
                  <a:pt x="1231928" y="103425"/>
                  <a:pt x="1235023" y="104702"/>
                </a:cubicBezTo>
                <a:cubicBezTo>
                  <a:pt x="1238119" y="105976"/>
                  <a:pt x="1241904" y="106614"/>
                  <a:pt x="1246381" y="106614"/>
                </a:cubicBezTo>
                <a:cubicBezTo>
                  <a:pt x="1249918" y="106614"/>
                  <a:pt x="1253069" y="106324"/>
                  <a:pt x="1255832" y="105743"/>
                </a:cubicBezTo>
                <a:cubicBezTo>
                  <a:pt x="1258596" y="105163"/>
                  <a:pt x="1260986" y="104514"/>
                  <a:pt x="1263003" y="103795"/>
                </a:cubicBezTo>
                <a:cubicBezTo>
                  <a:pt x="1265021" y="103077"/>
                  <a:pt x="1266679" y="102427"/>
                  <a:pt x="1267978" y="101847"/>
                </a:cubicBezTo>
                <a:cubicBezTo>
                  <a:pt x="1269276" y="101267"/>
                  <a:pt x="1270257" y="100976"/>
                  <a:pt x="1270921" y="100976"/>
                </a:cubicBezTo>
                <a:cubicBezTo>
                  <a:pt x="1271308" y="100976"/>
                  <a:pt x="1271653" y="101073"/>
                  <a:pt x="1271957" y="101267"/>
                </a:cubicBezTo>
                <a:cubicBezTo>
                  <a:pt x="1272261" y="101460"/>
                  <a:pt x="1272496" y="101750"/>
                  <a:pt x="1272662" y="102137"/>
                </a:cubicBezTo>
                <a:cubicBezTo>
                  <a:pt x="1272827" y="102524"/>
                  <a:pt x="1272952" y="103063"/>
                  <a:pt x="1273035" y="103754"/>
                </a:cubicBezTo>
                <a:cubicBezTo>
                  <a:pt x="1273118" y="104445"/>
                  <a:pt x="1273159" y="105287"/>
                  <a:pt x="1273159" y="106282"/>
                </a:cubicBezTo>
                <a:cubicBezTo>
                  <a:pt x="1273159" y="107001"/>
                  <a:pt x="1273131" y="107622"/>
                  <a:pt x="1273076" y="108148"/>
                </a:cubicBezTo>
                <a:cubicBezTo>
                  <a:pt x="1273021" y="108673"/>
                  <a:pt x="1272952" y="109142"/>
                  <a:pt x="1272869" y="109557"/>
                </a:cubicBezTo>
                <a:cubicBezTo>
                  <a:pt x="1272786" y="109971"/>
                  <a:pt x="1272648" y="110344"/>
                  <a:pt x="1272454" y="110676"/>
                </a:cubicBezTo>
                <a:cubicBezTo>
                  <a:pt x="1272261" y="111008"/>
                  <a:pt x="1272012" y="111325"/>
                  <a:pt x="1271708" y="111629"/>
                </a:cubicBezTo>
                <a:cubicBezTo>
                  <a:pt x="1271404" y="111933"/>
                  <a:pt x="1270506" y="112431"/>
                  <a:pt x="1269014" y="113122"/>
                </a:cubicBezTo>
                <a:cubicBezTo>
                  <a:pt x="1267522" y="113813"/>
                  <a:pt x="1265587" y="114490"/>
                  <a:pt x="1263211" y="115153"/>
                </a:cubicBezTo>
                <a:cubicBezTo>
                  <a:pt x="1260834" y="115816"/>
                  <a:pt x="1258084" y="116410"/>
                  <a:pt x="1254962" y="116935"/>
                </a:cubicBezTo>
                <a:cubicBezTo>
                  <a:pt x="1251839" y="117460"/>
                  <a:pt x="1248509" y="117723"/>
                  <a:pt x="1244972" y="117723"/>
                </a:cubicBezTo>
                <a:cubicBezTo>
                  <a:pt x="1238837" y="117723"/>
                  <a:pt x="1233462" y="116865"/>
                  <a:pt x="1228847" y="115150"/>
                </a:cubicBezTo>
                <a:cubicBezTo>
                  <a:pt x="1224232" y="113435"/>
                  <a:pt x="1220350" y="110890"/>
                  <a:pt x="1217199" y="107515"/>
                </a:cubicBezTo>
                <a:cubicBezTo>
                  <a:pt x="1214049" y="104141"/>
                  <a:pt x="1211672" y="99908"/>
                  <a:pt x="1210070" y="94818"/>
                </a:cubicBezTo>
                <a:cubicBezTo>
                  <a:pt x="1208467" y="89728"/>
                  <a:pt x="1207665" y="83808"/>
                  <a:pt x="1207665" y="77059"/>
                </a:cubicBezTo>
                <a:cubicBezTo>
                  <a:pt x="1207665" y="70641"/>
                  <a:pt x="1208494" y="64873"/>
                  <a:pt x="1210152" y="59755"/>
                </a:cubicBezTo>
                <a:cubicBezTo>
                  <a:pt x="1211811" y="54638"/>
                  <a:pt x="1214201" y="50295"/>
                  <a:pt x="1217324" y="46726"/>
                </a:cubicBezTo>
                <a:cubicBezTo>
                  <a:pt x="1220446" y="43158"/>
                  <a:pt x="1224218" y="40420"/>
                  <a:pt x="1228640" y="38511"/>
                </a:cubicBezTo>
                <a:cubicBezTo>
                  <a:pt x="1233061" y="36603"/>
                  <a:pt x="1238008" y="35648"/>
                  <a:pt x="1243480" y="35648"/>
                </a:cubicBezTo>
                <a:cubicBezTo>
                  <a:pt x="1249338" y="35648"/>
                  <a:pt x="1254326" y="36588"/>
                  <a:pt x="1258444" y="38467"/>
                </a:cubicBezTo>
                <a:cubicBezTo>
                  <a:pt x="1262561" y="40346"/>
                  <a:pt x="1265946" y="42875"/>
                  <a:pt x="1268599" y="46053"/>
                </a:cubicBezTo>
                <a:cubicBezTo>
                  <a:pt x="1271252" y="49231"/>
                  <a:pt x="1273201" y="52961"/>
                  <a:pt x="1274444" y="57245"/>
                </a:cubicBezTo>
                <a:cubicBezTo>
                  <a:pt x="1275688" y="61528"/>
                  <a:pt x="1276309" y="66102"/>
                  <a:pt x="1276309" y="70965"/>
                </a:cubicBezTo>
                <a:lnTo>
                  <a:pt x="1276309" y="73452"/>
                </a:lnTo>
                <a:moveTo>
                  <a:pt x="1262547" y="69390"/>
                </a:moveTo>
                <a:cubicBezTo>
                  <a:pt x="1262713" y="62205"/>
                  <a:pt x="1261124" y="56568"/>
                  <a:pt x="1257780" y="52478"/>
                </a:cubicBezTo>
                <a:cubicBezTo>
                  <a:pt x="1254437" y="48388"/>
                  <a:pt x="1249476" y="46343"/>
                  <a:pt x="1242899" y="46343"/>
                </a:cubicBezTo>
                <a:cubicBezTo>
                  <a:pt x="1239528" y="46343"/>
                  <a:pt x="1236571" y="46979"/>
                  <a:pt x="1234029" y="48250"/>
                </a:cubicBezTo>
                <a:cubicBezTo>
                  <a:pt x="1231486" y="49521"/>
                  <a:pt x="1229358" y="51207"/>
                  <a:pt x="1227645" y="53307"/>
                </a:cubicBezTo>
                <a:cubicBezTo>
                  <a:pt x="1225932" y="55407"/>
                  <a:pt x="1224605" y="57853"/>
                  <a:pt x="1223666" y="60644"/>
                </a:cubicBezTo>
                <a:cubicBezTo>
                  <a:pt x="1222726" y="63435"/>
                  <a:pt x="1222201" y="66350"/>
                  <a:pt x="1222091" y="69390"/>
                </a:cubicBezTo>
                <a:lnTo>
                  <a:pt x="1262547" y="69390"/>
                </a:lnTo>
                <a:close/>
                <a:moveTo>
                  <a:pt x="1361104" y="113990"/>
                </a:moveTo>
                <a:cubicBezTo>
                  <a:pt x="1361104" y="114432"/>
                  <a:pt x="1361007" y="114820"/>
                  <a:pt x="1360814" y="115153"/>
                </a:cubicBezTo>
                <a:cubicBezTo>
                  <a:pt x="1360620" y="115484"/>
                  <a:pt x="1360289" y="115747"/>
                  <a:pt x="1359819" y="115940"/>
                </a:cubicBezTo>
                <a:cubicBezTo>
                  <a:pt x="1359349" y="116134"/>
                  <a:pt x="1358727" y="116286"/>
                  <a:pt x="1357954" y="116396"/>
                </a:cubicBezTo>
                <a:cubicBezTo>
                  <a:pt x="1357180" y="116507"/>
                  <a:pt x="1356240" y="116562"/>
                  <a:pt x="1355135" y="116562"/>
                </a:cubicBezTo>
                <a:cubicBezTo>
                  <a:pt x="1353974" y="116562"/>
                  <a:pt x="1353007" y="116507"/>
                  <a:pt x="1352233" y="116396"/>
                </a:cubicBezTo>
                <a:cubicBezTo>
                  <a:pt x="1351459" y="116288"/>
                  <a:pt x="1350824" y="116137"/>
                  <a:pt x="1350326" y="115946"/>
                </a:cubicBezTo>
                <a:cubicBezTo>
                  <a:pt x="1349829" y="115752"/>
                  <a:pt x="1349470" y="115491"/>
                  <a:pt x="1349249" y="115161"/>
                </a:cubicBezTo>
                <a:cubicBezTo>
                  <a:pt x="1349028" y="114831"/>
                  <a:pt x="1348917" y="114446"/>
                  <a:pt x="1348917" y="114008"/>
                </a:cubicBezTo>
                <a:lnTo>
                  <a:pt x="1348917" y="104197"/>
                </a:lnTo>
                <a:cubicBezTo>
                  <a:pt x="1344993" y="108456"/>
                  <a:pt x="1340917" y="111775"/>
                  <a:pt x="1336689" y="114155"/>
                </a:cubicBezTo>
                <a:cubicBezTo>
                  <a:pt x="1332461" y="116534"/>
                  <a:pt x="1327832" y="117723"/>
                  <a:pt x="1322802" y="117723"/>
                </a:cubicBezTo>
                <a:cubicBezTo>
                  <a:pt x="1317331" y="117723"/>
                  <a:pt x="1312661" y="116658"/>
                  <a:pt x="1308792" y="114528"/>
                </a:cubicBezTo>
                <a:cubicBezTo>
                  <a:pt x="1304923" y="112399"/>
                  <a:pt x="1301786" y="109522"/>
                  <a:pt x="1299382" y="105899"/>
                </a:cubicBezTo>
                <a:cubicBezTo>
                  <a:pt x="1296978" y="102273"/>
                  <a:pt x="1295223" y="98013"/>
                  <a:pt x="1294118" y="93119"/>
                </a:cubicBezTo>
                <a:cubicBezTo>
                  <a:pt x="1293013" y="88222"/>
                  <a:pt x="1292460" y="83062"/>
                  <a:pt x="1292460" y="77639"/>
                </a:cubicBezTo>
                <a:cubicBezTo>
                  <a:pt x="1292460" y="71223"/>
                  <a:pt x="1293151" y="65428"/>
                  <a:pt x="1294532" y="60255"/>
                </a:cubicBezTo>
                <a:cubicBezTo>
                  <a:pt x="1295914" y="55082"/>
                  <a:pt x="1297959" y="50670"/>
                  <a:pt x="1300667" y="47019"/>
                </a:cubicBezTo>
                <a:cubicBezTo>
                  <a:pt x="1303375" y="43366"/>
                  <a:pt x="1306733" y="40558"/>
                  <a:pt x="1310740" y="38594"/>
                </a:cubicBezTo>
                <a:cubicBezTo>
                  <a:pt x="1314747" y="36630"/>
                  <a:pt x="1319376" y="35648"/>
                  <a:pt x="1324626" y="35648"/>
                </a:cubicBezTo>
                <a:cubicBezTo>
                  <a:pt x="1328993" y="35648"/>
                  <a:pt x="1332986" y="36603"/>
                  <a:pt x="1336606" y="38511"/>
                </a:cubicBezTo>
                <a:cubicBezTo>
                  <a:pt x="1340226" y="40420"/>
                  <a:pt x="1343805" y="43227"/>
                  <a:pt x="1347342" y="46934"/>
                </a:cubicBezTo>
                <a:lnTo>
                  <a:pt x="1347342" y="3487"/>
                </a:lnTo>
                <a:cubicBezTo>
                  <a:pt x="1347342" y="3100"/>
                  <a:pt x="1347439" y="2727"/>
                  <a:pt x="1347632" y="2368"/>
                </a:cubicBezTo>
                <a:cubicBezTo>
                  <a:pt x="1347826" y="2007"/>
                  <a:pt x="1348199" y="1730"/>
                  <a:pt x="1348751" y="1536"/>
                </a:cubicBezTo>
                <a:cubicBezTo>
                  <a:pt x="1349304" y="1341"/>
                  <a:pt x="1350009" y="1174"/>
                  <a:pt x="1350865" y="1036"/>
                </a:cubicBezTo>
                <a:cubicBezTo>
                  <a:pt x="1351722" y="898"/>
                  <a:pt x="1352814" y="829"/>
                  <a:pt x="1354140" y="829"/>
                </a:cubicBezTo>
                <a:cubicBezTo>
                  <a:pt x="1355522" y="829"/>
                  <a:pt x="1356655" y="898"/>
                  <a:pt x="1357539" y="1036"/>
                </a:cubicBezTo>
                <a:cubicBezTo>
                  <a:pt x="1358423" y="1174"/>
                  <a:pt x="1359114" y="1340"/>
                  <a:pt x="1359612" y="1534"/>
                </a:cubicBezTo>
                <a:cubicBezTo>
                  <a:pt x="1360109" y="1727"/>
                  <a:pt x="1360482" y="2004"/>
                  <a:pt x="1360731" y="2365"/>
                </a:cubicBezTo>
                <a:cubicBezTo>
                  <a:pt x="1360980" y="2725"/>
                  <a:pt x="1361104" y="3098"/>
                  <a:pt x="1361104" y="3485"/>
                </a:cubicBezTo>
                <a:lnTo>
                  <a:pt x="1361104" y="113990"/>
                </a:lnTo>
                <a:moveTo>
                  <a:pt x="1347342" y="61540"/>
                </a:moveTo>
                <a:cubicBezTo>
                  <a:pt x="1343639" y="56944"/>
                  <a:pt x="1340060" y="53442"/>
                  <a:pt x="1336606" y="51035"/>
                </a:cubicBezTo>
                <a:cubicBezTo>
                  <a:pt x="1333152" y="48625"/>
                  <a:pt x="1329545" y="47421"/>
                  <a:pt x="1325787" y="47421"/>
                </a:cubicBezTo>
                <a:cubicBezTo>
                  <a:pt x="1322305" y="47421"/>
                  <a:pt x="1319348" y="48252"/>
                  <a:pt x="1316916" y="49913"/>
                </a:cubicBezTo>
                <a:cubicBezTo>
                  <a:pt x="1314485" y="51573"/>
                  <a:pt x="1312509" y="53759"/>
                  <a:pt x="1310989" y="56470"/>
                </a:cubicBezTo>
                <a:cubicBezTo>
                  <a:pt x="1309469" y="59182"/>
                  <a:pt x="1308363" y="62254"/>
                  <a:pt x="1307673" y="65685"/>
                </a:cubicBezTo>
                <a:cubicBezTo>
                  <a:pt x="1306982" y="69117"/>
                  <a:pt x="1306636" y="72604"/>
                  <a:pt x="1306636" y="76147"/>
                </a:cubicBezTo>
                <a:cubicBezTo>
                  <a:pt x="1306636" y="79910"/>
                  <a:pt x="1306926" y="83591"/>
                  <a:pt x="1307507" y="87189"/>
                </a:cubicBezTo>
                <a:cubicBezTo>
                  <a:pt x="1308087" y="90786"/>
                  <a:pt x="1309096" y="93982"/>
                  <a:pt x="1310533" y="96777"/>
                </a:cubicBezTo>
                <a:cubicBezTo>
                  <a:pt x="1311970" y="99571"/>
                  <a:pt x="1313877" y="101813"/>
                  <a:pt x="1316253" y="103502"/>
                </a:cubicBezTo>
                <a:cubicBezTo>
                  <a:pt x="1318630" y="105190"/>
                  <a:pt x="1321614" y="106033"/>
                  <a:pt x="1325207" y="106033"/>
                </a:cubicBezTo>
                <a:cubicBezTo>
                  <a:pt x="1327031" y="106033"/>
                  <a:pt x="1328785" y="105785"/>
                  <a:pt x="1330471" y="105287"/>
                </a:cubicBezTo>
                <a:cubicBezTo>
                  <a:pt x="1332157" y="104788"/>
                  <a:pt x="1333884" y="103957"/>
                  <a:pt x="1335653" y="102795"/>
                </a:cubicBezTo>
                <a:cubicBezTo>
                  <a:pt x="1337421" y="101633"/>
                  <a:pt x="1339273" y="100124"/>
                  <a:pt x="1341207" y="98269"/>
                </a:cubicBezTo>
                <a:cubicBezTo>
                  <a:pt x="1343141" y="96414"/>
                  <a:pt x="1345186" y="94130"/>
                  <a:pt x="1347342" y="91417"/>
                </a:cubicBezTo>
                <a:lnTo>
                  <a:pt x="1347342" y="61540"/>
                </a:lnTo>
                <a:close/>
                <a:moveTo>
                  <a:pt x="1450242" y="113992"/>
                </a:moveTo>
                <a:cubicBezTo>
                  <a:pt x="1450242" y="114434"/>
                  <a:pt x="1450145" y="114807"/>
                  <a:pt x="1449951" y="115111"/>
                </a:cubicBezTo>
                <a:cubicBezTo>
                  <a:pt x="1449758" y="115415"/>
                  <a:pt x="1449413" y="115678"/>
                  <a:pt x="1448915" y="115899"/>
                </a:cubicBezTo>
                <a:cubicBezTo>
                  <a:pt x="1448418" y="116120"/>
                  <a:pt x="1447768" y="116286"/>
                  <a:pt x="1446967" y="116396"/>
                </a:cubicBezTo>
                <a:cubicBezTo>
                  <a:pt x="1446166" y="116507"/>
                  <a:pt x="1445185" y="116562"/>
                  <a:pt x="1444024" y="116562"/>
                </a:cubicBezTo>
                <a:cubicBezTo>
                  <a:pt x="1442753" y="116562"/>
                  <a:pt x="1441716" y="116507"/>
                  <a:pt x="1440915" y="116396"/>
                </a:cubicBezTo>
                <a:cubicBezTo>
                  <a:pt x="1440114" y="116286"/>
                  <a:pt x="1439478" y="116120"/>
                  <a:pt x="1439008" y="115899"/>
                </a:cubicBezTo>
                <a:cubicBezTo>
                  <a:pt x="1438538" y="115678"/>
                  <a:pt x="1438221" y="115415"/>
                  <a:pt x="1438055" y="115111"/>
                </a:cubicBezTo>
                <a:cubicBezTo>
                  <a:pt x="1437889" y="114807"/>
                  <a:pt x="1437806" y="114434"/>
                  <a:pt x="1437806" y="113992"/>
                </a:cubicBezTo>
                <a:lnTo>
                  <a:pt x="1437806" y="104127"/>
                </a:lnTo>
                <a:cubicBezTo>
                  <a:pt x="1433550" y="108854"/>
                  <a:pt x="1429350" y="112302"/>
                  <a:pt x="1425205" y="114472"/>
                </a:cubicBezTo>
                <a:cubicBezTo>
                  <a:pt x="1421060" y="116639"/>
                  <a:pt x="1416859" y="117723"/>
                  <a:pt x="1412603" y="117723"/>
                </a:cubicBezTo>
                <a:cubicBezTo>
                  <a:pt x="1407629" y="117723"/>
                  <a:pt x="1403443" y="116893"/>
                  <a:pt x="1400044" y="115233"/>
                </a:cubicBezTo>
                <a:cubicBezTo>
                  <a:pt x="1396645" y="113573"/>
                  <a:pt x="1393895" y="111319"/>
                  <a:pt x="1391795" y="108471"/>
                </a:cubicBezTo>
                <a:cubicBezTo>
                  <a:pt x="1389694" y="105622"/>
                  <a:pt x="1388188" y="102302"/>
                  <a:pt x="1387276" y="98513"/>
                </a:cubicBezTo>
                <a:cubicBezTo>
                  <a:pt x="1386365" y="94721"/>
                  <a:pt x="1385909" y="90115"/>
                  <a:pt x="1385909" y="84694"/>
                </a:cubicBezTo>
                <a:lnTo>
                  <a:pt x="1385909" y="39382"/>
                </a:lnTo>
                <a:cubicBezTo>
                  <a:pt x="1385909" y="38940"/>
                  <a:pt x="1386005" y="38567"/>
                  <a:pt x="1386199" y="38263"/>
                </a:cubicBezTo>
                <a:cubicBezTo>
                  <a:pt x="1386392" y="37957"/>
                  <a:pt x="1386765" y="37680"/>
                  <a:pt x="1387318" y="37431"/>
                </a:cubicBezTo>
                <a:cubicBezTo>
                  <a:pt x="1387871" y="37182"/>
                  <a:pt x="1388589" y="37016"/>
                  <a:pt x="1389473" y="36933"/>
                </a:cubicBezTo>
                <a:cubicBezTo>
                  <a:pt x="1390358" y="36851"/>
                  <a:pt x="1391463" y="36809"/>
                  <a:pt x="1392790" y="36809"/>
                </a:cubicBezTo>
                <a:cubicBezTo>
                  <a:pt x="1394116" y="36809"/>
                  <a:pt x="1395221" y="36851"/>
                  <a:pt x="1396106" y="36933"/>
                </a:cubicBezTo>
                <a:cubicBezTo>
                  <a:pt x="1396990" y="37016"/>
                  <a:pt x="1397695" y="37182"/>
                  <a:pt x="1398220" y="37431"/>
                </a:cubicBezTo>
                <a:cubicBezTo>
                  <a:pt x="1398745" y="37680"/>
                  <a:pt x="1399118" y="37957"/>
                  <a:pt x="1399339" y="38263"/>
                </a:cubicBezTo>
                <a:cubicBezTo>
                  <a:pt x="1399560" y="38567"/>
                  <a:pt x="1399671" y="38940"/>
                  <a:pt x="1399671" y="39382"/>
                </a:cubicBezTo>
                <a:lnTo>
                  <a:pt x="1399671" y="82875"/>
                </a:lnTo>
                <a:cubicBezTo>
                  <a:pt x="1399671" y="87246"/>
                  <a:pt x="1399988" y="90746"/>
                  <a:pt x="1400624" y="93375"/>
                </a:cubicBezTo>
                <a:cubicBezTo>
                  <a:pt x="1401260" y="96004"/>
                  <a:pt x="1402227" y="98246"/>
                  <a:pt x="1403526" y="100101"/>
                </a:cubicBezTo>
                <a:cubicBezTo>
                  <a:pt x="1404824" y="101954"/>
                  <a:pt x="1406469" y="103393"/>
                  <a:pt x="1408458" y="104417"/>
                </a:cubicBezTo>
                <a:cubicBezTo>
                  <a:pt x="1410448" y="105439"/>
                  <a:pt x="1412769" y="105951"/>
                  <a:pt x="1415422" y="105951"/>
                </a:cubicBezTo>
                <a:cubicBezTo>
                  <a:pt x="1418849" y="105951"/>
                  <a:pt x="1422262" y="104728"/>
                  <a:pt x="1425661" y="102282"/>
                </a:cubicBezTo>
                <a:cubicBezTo>
                  <a:pt x="1429060" y="99836"/>
                  <a:pt x="1432666" y="96251"/>
                  <a:pt x="1436480" y="91525"/>
                </a:cubicBezTo>
                <a:lnTo>
                  <a:pt x="1436480" y="39379"/>
                </a:lnTo>
                <a:cubicBezTo>
                  <a:pt x="1436480" y="38937"/>
                  <a:pt x="1436576" y="38564"/>
                  <a:pt x="1436770" y="38260"/>
                </a:cubicBezTo>
                <a:cubicBezTo>
                  <a:pt x="1436963" y="37956"/>
                  <a:pt x="1437336" y="37680"/>
                  <a:pt x="1437889" y="37431"/>
                </a:cubicBezTo>
                <a:cubicBezTo>
                  <a:pt x="1438442" y="37182"/>
                  <a:pt x="1439146" y="37016"/>
                  <a:pt x="1440003" y="36933"/>
                </a:cubicBezTo>
                <a:cubicBezTo>
                  <a:pt x="1440860" y="36851"/>
                  <a:pt x="1441979" y="36809"/>
                  <a:pt x="1443361" y="36809"/>
                </a:cubicBezTo>
                <a:cubicBezTo>
                  <a:pt x="1444687" y="36809"/>
                  <a:pt x="1445792" y="36851"/>
                  <a:pt x="1446677" y="36933"/>
                </a:cubicBezTo>
                <a:cubicBezTo>
                  <a:pt x="1447561" y="37016"/>
                  <a:pt x="1448252" y="37182"/>
                  <a:pt x="1448749" y="37431"/>
                </a:cubicBezTo>
                <a:cubicBezTo>
                  <a:pt x="1449247" y="37680"/>
                  <a:pt x="1449620" y="37956"/>
                  <a:pt x="1449869" y="38260"/>
                </a:cubicBezTo>
                <a:cubicBezTo>
                  <a:pt x="1450117" y="38564"/>
                  <a:pt x="1450242" y="38937"/>
                  <a:pt x="1450242" y="39379"/>
                </a:cubicBezTo>
                <a:lnTo>
                  <a:pt x="1450242" y="113992"/>
                </a:lnTo>
                <a:close/>
                <a:moveTo>
                  <a:pt x="1529412" y="102717"/>
                </a:moveTo>
                <a:cubicBezTo>
                  <a:pt x="1529412" y="103657"/>
                  <a:pt x="1529385" y="104472"/>
                  <a:pt x="1529329" y="105163"/>
                </a:cubicBezTo>
                <a:cubicBezTo>
                  <a:pt x="1529274" y="105854"/>
                  <a:pt x="1529177" y="106434"/>
                  <a:pt x="1529039" y="106904"/>
                </a:cubicBezTo>
                <a:cubicBezTo>
                  <a:pt x="1528901" y="107374"/>
                  <a:pt x="1528735" y="107788"/>
                  <a:pt x="1528542" y="108148"/>
                </a:cubicBezTo>
                <a:cubicBezTo>
                  <a:pt x="1528348" y="108507"/>
                  <a:pt x="1527906" y="109032"/>
                  <a:pt x="1527215" y="109723"/>
                </a:cubicBezTo>
                <a:cubicBezTo>
                  <a:pt x="1526525" y="110414"/>
                  <a:pt x="1525350" y="111270"/>
                  <a:pt x="1523692" y="112293"/>
                </a:cubicBezTo>
                <a:cubicBezTo>
                  <a:pt x="1522034" y="113315"/>
                  <a:pt x="1520169" y="114227"/>
                  <a:pt x="1518096" y="115029"/>
                </a:cubicBezTo>
                <a:cubicBezTo>
                  <a:pt x="1516023" y="115830"/>
                  <a:pt x="1513771" y="116479"/>
                  <a:pt x="1511339" y="116977"/>
                </a:cubicBezTo>
                <a:cubicBezTo>
                  <a:pt x="1508908" y="117474"/>
                  <a:pt x="1506393" y="117723"/>
                  <a:pt x="1503795" y="117723"/>
                </a:cubicBezTo>
                <a:cubicBezTo>
                  <a:pt x="1498434" y="117723"/>
                  <a:pt x="1493681" y="116837"/>
                  <a:pt x="1489536" y="115065"/>
                </a:cubicBezTo>
                <a:cubicBezTo>
                  <a:pt x="1485391" y="113293"/>
                  <a:pt x="1481923" y="110704"/>
                  <a:pt x="1479131" y="107298"/>
                </a:cubicBezTo>
                <a:cubicBezTo>
                  <a:pt x="1476340" y="103892"/>
                  <a:pt x="1474213" y="99710"/>
                  <a:pt x="1472748" y="94753"/>
                </a:cubicBezTo>
                <a:cubicBezTo>
                  <a:pt x="1471283" y="89797"/>
                  <a:pt x="1470551" y="84079"/>
                  <a:pt x="1470551" y="77600"/>
                </a:cubicBezTo>
                <a:cubicBezTo>
                  <a:pt x="1470551" y="70234"/>
                  <a:pt x="1471449" y="63906"/>
                  <a:pt x="1473245" y="58618"/>
                </a:cubicBezTo>
                <a:cubicBezTo>
                  <a:pt x="1475042" y="53329"/>
                  <a:pt x="1477501" y="48996"/>
                  <a:pt x="1480624" y="45618"/>
                </a:cubicBezTo>
                <a:cubicBezTo>
                  <a:pt x="1483746" y="42239"/>
                  <a:pt x="1487422" y="39733"/>
                  <a:pt x="1491650" y="38099"/>
                </a:cubicBezTo>
                <a:cubicBezTo>
                  <a:pt x="1495878" y="36465"/>
                  <a:pt x="1500451" y="35648"/>
                  <a:pt x="1505370" y="35648"/>
                </a:cubicBezTo>
                <a:cubicBezTo>
                  <a:pt x="1507747" y="35648"/>
                  <a:pt x="1510054" y="35870"/>
                  <a:pt x="1512293" y="36312"/>
                </a:cubicBezTo>
                <a:cubicBezTo>
                  <a:pt x="1514531" y="36754"/>
                  <a:pt x="1516590" y="37334"/>
                  <a:pt x="1518469" y="38053"/>
                </a:cubicBezTo>
                <a:cubicBezTo>
                  <a:pt x="1520348" y="38771"/>
                  <a:pt x="1522020" y="39600"/>
                  <a:pt x="1523485" y="40540"/>
                </a:cubicBezTo>
                <a:cubicBezTo>
                  <a:pt x="1524949" y="41479"/>
                  <a:pt x="1526013" y="42281"/>
                  <a:pt x="1526677" y="42944"/>
                </a:cubicBezTo>
                <a:cubicBezTo>
                  <a:pt x="1527340" y="43607"/>
                  <a:pt x="1527796" y="44132"/>
                  <a:pt x="1528044" y="44519"/>
                </a:cubicBezTo>
                <a:cubicBezTo>
                  <a:pt x="1528293" y="44906"/>
                  <a:pt x="1528500" y="45362"/>
                  <a:pt x="1528666" y="45887"/>
                </a:cubicBezTo>
                <a:cubicBezTo>
                  <a:pt x="1528832" y="46412"/>
                  <a:pt x="1528943" y="47006"/>
                  <a:pt x="1528998" y="47669"/>
                </a:cubicBezTo>
                <a:cubicBezTo>
                  <a:pt x="1529053" y="48333"/>
                  <a:pt x="1529081" y="49162"/>
                  <a:pt x="1529081" y="50157"/>
                </a:cubicBezTo>
                <a:cubicBezTo>
                  <a:pt x="1529081" y="52312"/>
                  <a:pt x="1528832" y="53818"/>
                  <a:pt x="1528335" y="54675"/>
                </a:cubicBezTo>
                <a:cubicBezTo>
                  <a:pt x="1527837" y="55531"/>
                  <a:pt x="1527229" y="55960"/>
                  <a:pt x="1526511" y="55960"/>
                </a:cubicBezTo>
                <a:cubicBezTo>
                  <a:pt x="1525682" y="55960"/>
                  <a:pt x="1524728" y="55504"/>
                  <a:pt x="1523651" y="54592"/>
                </a:cubicBezTo>
                <a:cubicBezTo>
                  <a:pt x="1522573" y="53680"/>
                  <a:pt x="1521205" y="52671"/>
                  <a:pt x="1519547" y="51566"/>
                </a:cubicBezTo>
                <a:cubicBezTo>
                  <a:pt x="1517889" y="50461"/>
                  <a:pt x="1515885" y="49452"/>
                  <a:pt x="1513536" y="48540"/>
                </a:cubicBezTo>
                <a:cubicBezTo>
                  <a:pt x="1511187" y="47628"/>
                  <a:pt x="1508410" y="47172"/>
                  <a:pt x="1505205" y="47172"/>
                </a:cubicBezTo>
                <a:cubicBezTo>
                  <a:pt x="1498628" y="47172"/>
                  <a:pt x="1493584" y="49708"/>
                  <a:pt x="1490075" y="54781"/>
                </a:cubicBezTo>
                <a:cubicBezTo>
                  <a:pt x="1486565" y="59852"/>
                  <a:pt x="1484810" y="67209"/>
                  <a:pt x="1484810" y="76851"/>
                </a:cubicBezTo>
                <a:cubicBezTo>
                  <a:pt x="1484810" y="81674"/>
                  <a:pt x="1485266" y="85900"/>
                  <a:pt x="1486178" y="89531"/>
                </a:cubicBezTo>
                <a:cubicBezTo>
                  <a:pt x="1487090" y="93161"/>
                  <a:pt x="1488430" y="96196"/>
                  <a:pt x="1490199" y="98634"/>
                </a:cubicBezTo>
                <a:cubicBezTo>
                  <a:pt x="1491968" y="101073"/>
                  <a:pt x="1494137" y="102888"/>
                  <a:pt x="1496707" y="104080"/>
                </a:cubicBezTo>
                <a:cubicBezTo>
                  <a:pt x="1499277" y="105272"/>
                  <a:pt x="1502220" y="105868"/>
                  <a:pt x="1505536" y="105868"/>
                </a:cubicBezTo>
                <a:cubicBezTo>
                  <a:pt x="1508687" y="105868"/>
                  <a:pt x="1511450" y="105370"/>
                  <a:pt x="1513827" y="104375"/>
                </a:cubicBezTo>
                <a:cubicBezTo>
                  <a:pt x="1516203" y="103381"/>
                  <a:pt x="1518262" y="102289"/>
                  <a:pt x="1520003" y="101101"/>
                </a:cubicBezTo>
                <a:cubicBezTo>
                  <a:pt x="1521744" y="99912"/>
                  <a:pt x="1523208" y="98835"/>
                  <a:pt x="1524397" y="97867"/>
                </a:cubicBezTo>
                <a:cubicBezTo>
                  <a:pt x="1525585" y="96900"/>
                  <a:pt x="1526511" y="96417"/>
                  <a:pt x="1527174" y="96417"/>
                </a:cubicBezTo>
                <a:cubicBezTo>
                  <a:pt x="1527561" y="96417"/>
                  <a:pt x="1527892" y="96527"/>
                  <a:pt x="1528169" y="96748"/>
                </a:cubicBezTo>
                <a:cubicBezTo>
                  <a:pt x="1528445" y="96969"/>
                  <a:pt x="1528680" y="97342"/>
                  <a:pt x="1528873" y="97867"/>
                </a:cubicBezTo>
                <a:cubicBezTo>
                  <a:pt x="1529067" y="98393"/>
                  <a:pt x="1529205" y="99056"/>
                  <a:pt x="1529288" y="99857"/>
                </a:cubicBezTo>
                <a:cubicBezTo>
                  <a:pt x="1529371" y="100659"/>
                  <a:pt x="1529412" y="101612"/>
                  <a:pt x="1529412" y="102717"/>
                </a:cubicBezTo>
                <a:close/>
                <a:moveTo>
                  <a:pt x="1611250" y="73452"/>
                </a:moveTo>
                <a:cubicBezTo>
                  <a:pt x="1611250" y="75608"/>
                  <a:pt x="1610711" y="77142"/>
                  <a:pt x="1609633" y="78054"/>
                </a:cubicBezTo>
                <a:cubicBezTo>
                  <a:pt x="1608555" y="78966"/>
                  <a:pt x="1607326" y="79421"/>
                  <a:pt x="1605944" y="79421"/>
                </a:cubicBezTo>
                <a:lnTo>
                  <a:pt x="1557031" y="79421"/>
                </a:lnTo>
                <a:cubicBezTo>
                  <a:pt x="1557031" y="83579"/>
                  <a:pt x="1557445" y="87321"/>
                  <a:pt x="1558274" y="90647"/>
                </a:cubicBezTo>
                <a:cubicBezTo>
                  <a:pt x="1559103" y="93974"/>
                  <a:pt x="1560485" y="96829"/>
                  <a:pt x="1562420" y="99212"/>
                </a:cubicBezTo>
                <a:cubicBezTo>
                  <a:pt x="1564354" y="101596"/>
                  <a:pt x="1566869" y="103425"/>
                  <a:pt x="1569964" y="104702"/>
                </a:cubicBezTo>
                <a:cubicBezTo>
                  <a:pt x="1573059" y="105976"/>
                  <a:pt x="1576845" y="106614"/>
                  <a:pt x="1581321" y="106614"/>
                </a:cubicBezTo>
                <a:cubicBezTo>
                  <a:pt x="1584859" y="106614"/>
                  <a:pt x="1588009" y="106324"/>
                  <a:pt x="1590772" y="105743"/>
                </a:cubicBezTo>
                <a:cubicBezTo>
                  <a:pt x="1593536" y="105163"/>
                  <a:pt x="1595926" y="104514"/>
                  <a:pt x="1597944" y="103795"/>
                </a:cubicBezTo>
                <a:cubicBezTo>
                  <a:pt x="1599961" y="103077"/>
                  <a:pt x="1601619" y="102427"/>
                  <a:pt x="1602918" y="101847"/>
                </a:cubicBezTo>
                <a:cubicBezTo>
                  <a:pt x="1604217" y="101267"/>
                  <a:pt x="1605198" y="100976"/>
                  <a:pt x="1605861" y="100976"/>
                </a:cubicBezTo>
                <a:cubicBezTo>
                  <a:pt x="1606248" y="100976"/>
                  <a:pt x="1606593" y="101073"/>
                  <a:pt x="1606897" y="101267"/>
                </a:cubicBezTo>
                <a:cubicBezTo>
                  <a:pt x="1607201" y="101460"/>
                  <a:pt x="1607436" y="101750"/>
                  <a:pt x="1607602" y="102137"/>
                </a:cubicBezTo>
                <a:cubicBezTo>
                  <a:pt x="1607768" y="102524"/>
                  <a:pt x="1607892" y="103063"/>
                  <a:pt x="1607975" y="103754"/>
                </a:cubicBezTo>
                <a:cubicBezTo>
                  <a:pt x="1608058" y="104445"/>
                  <a:pt x="1608099" y="105287"/>
                  <a:pt x="1608099" y="106282"/>
                </a:cubicBezTo>
                <a:cubicBezTo>
                  <a:pt x="1608099" y="107001"/>
                  <a:pt x="1608072" y="107622"/>
                  <a:pt x="1608016" y="108148"/>
                </a:cubicBezTo>
                <a:cubicBezTo>
                  <a:pt x="1607961" y="108673"/>
                  <a:pt x="1607892" y="109142"/>
                  <a:pt x="1607809" y="109557"/>
                </a:cubicBezTo>
                <a:cubicBezTo>
                  <a:pt x="1607726" y="109971"/>
                  <a:pt x="1607588" y="110344"/>
                  <a:pt x="1607395" y="110676"/>
                </a:cubicBezTo>
                <a:cubicBezTo>
                  <a:pt x="1607201" y="111008"/>
                  <a:pt x="1606952" y="111325"/>
                  <a:pt x="1606648" y="111629"/>
                </a:cubicBezTo>
                <a:cubicBezTo>
                  <a:pt x="1606345" y="111933"/>
                  <a:pt x="1605446" y="112431"/>
                  <a:pt x="1603954" y="113122"/>
                </a:cubicBezTo>
                <a:cubicBezTo>
                  <a:pt x="1602462" y="113813"/>
                  <a:pt x="1600527" y="114490"/>
                  <a:pt x="1598151" y="115153"/>
                </a:cubicBezTo>
                <a:cubicBezTo>
                  <a:pt x="1595774" y="115816"/>
                  <a:pt x="1593025" y="116410"/>
                  <a:pt x="1589902" y="116935"/>
                </a:cubicBezTo>
                <a:cubicBezTo>
                  <a:pt x="1586779" y="117460"/>
                  <a:pt x="1583449" y="117723"/>
                  <a:pt x="1579912" y="117723"/>
                </a:cubicBezTo>
                <a:cubicBezTo>
                  <a:pt x="1573777" y="117723"/>
                  <a:pt x="1568402" y="116865"/>
                  <a:pt x="1563787" y="115150"/>
                </a:cubicBezTo>
                <a:cubicBezTo>
                  <a:pt x="1559172" y="113435"/>
                  <a:pt x="1555290" y="110890"/>
                  <a:pt x="1552139" y="107515"/>
                </a:cubicBezTo>
                <a:cubicBezTo>
                  <a:pt x="1548989" y="104141"/>
                  <a:pt x="1546613" y="99908"/>
                  <a:pt x="1545010" y="94818"/>
                </a:cubicBezTo>
                <a:cubicBezTo>
                  <a:pt x="1543407" y="89728"/>
                  <a:pt x="1542606" y="83808"/>
                  <a:pt x="1542606" y="77059"/>
                </a:cubicBezTo>
                <a:cubicBezTo>
                  <a:pt x="1542606" y="70641"/>
                  <a:pt x="1543435" y="64873"/>
                  <a:pt x="1545093" y="59755"/>
                </a:cubicBezTo>
                <a:cubicBezTo>
                  <a:pt x="1546751" y="54638"/>
                  <a:pt x="1549141" y="50295"/>
                  <a:pt x="1552264" y="46726"/>
                </a:cubicBezTo>
                <a:cubicBezTo>
                  <a:pt x="1555387" y="43158"/>
                  <a:pt x="1559159" y="40420"/>
                  <a:pt x="1563580" y="38511"/>
                </a:cubicBezTo>
                <a:cubicBezTo>
                  <a:pt x="1568002" y="36603"/>
                  <a:pt x="1572948" y="35648"/>
                  <a:pt x="1578420" y="35648"/>
                </a:cubicBezTo>
                <a:cubicBezTo>
                  <a:pt x="1584278" y="35648"/>
                  <a:pt x="1589266" y="36588"/>
                  <a:pt x="1593384" y="38467"/>
                </a:cubicBezTo>
                <a:cubicBezTo>
                  <a:pt x="1597501" y="40346"/>
                  <a:pt x="1600887" y="42875"/>
                  <a:pt x="1603540" y="46053"/>
                </a:cubicBezTo>
                <a:cubicBezTo>
                  <a:pt x="1606193" y="49231"/>
                  <a:pt x="1608141" y="52961"/>
                  <a:pt x="1609384" y="57245"/>
                </a:cubicBezTo>
                <a:cubicBezTo>
                  <a:pt x="1610628" y="61528"/>
                  <a:pt x="1611250" y="66102"/>
                  <a:pt x="1611250" y="70965"/>
                </a:cubicBezTo>
                <a:lnTo>
                  <a:pt x="1611250" y="73452"/>
                </a:lnTo>
                <a:moveTo>
                  <a:pt x="1597488" y="69390"/>
                </a:moveTo>
                <a:cubicBezTo>
                  <a:pt x="1597653" y="62205"/>
                  <a:pt x="1596064" y="56568"/>
                  <a:pt x="1592721" y="52478"/>
                </a:cubicBezTo>
                <a:cubicBezTo>
                  <a:pt x="1589377" y="48388"/>
                  <a:pt x="1584417" y="46343"/>
                  <a:pt x="1577840" y="46343"/>
                </a:cubicBezTo>
                <a:cubicBezTo>
                  <a:pt x="1574468" y="46343"/>
                  <a:pt x="1571511" y="46979"/>
                  <a:pt x="1568969" y="48250"/>
                </a:cubicBezTo>
                <a:cubicBezTo>
                  <a:pt x="1566427" y="49521"/>
                  <a:pt x="1564299" y="51207"/>
                  <a:pt x="1562585" y="53307"/>
                </a:cubicBezTo>
                <a:cubicBezTo>
                  <a:pt x="1560872" y="55407"/>
                  <a:pt x="1559546" y="57853"/>
                  <a:pt x="1558606" y="60644"/>
                </a:cubicBezTo>
                <a:cubicBezTo>
                  <a:pt x="1557666" y="63435"/>
                  <a:pt x="1557141" y="66350"/>
                  <a:pt x="1557031" y="69390"/>
                </a:cubicBezTo>
                <a:lnTo>
                  <a:pt x="1597488" y="69390"/>
                </a:lnTo>
                <a:close/>
                <a:moveTo>
                  <a:pt x="1695882" y="113990"/>
                </a:moveTo>
                <a:cubicBezTo>
                  <a:pt x="1695882" y="114432"/>
                  <a:pt x="1695785" y="114820"/>
                  <a:pt x="1695592" y="115153"/>
                </a:cubicBezTo>
                <a:cubicBezTo>
                  <a:pt x="1695398" y="115484"/>
                  <a:pt x="1695067" y="115747"/>
                  <a:pt x="1694597" y="115940"/>
                </a:cubicBezTo>
                <a:cubicBezTo>
                  <a:pt x="1694127" y="116134"/>
                  <a:pt x="1693505" y="116286"/>
                  <a:pt x="1692732" y="116396"/>
                </a:cubicBezTo>
                <a:cubicBezTo>
                  <a:pt x="1691958" y="116507"/>
                  <a:pt x="1691018" y="116562"/>
                  <a:pt x="1689913" y="116562"/>
                </a:cubicBezTo>
                <a:cubicBezTo>
                  <a:pt x="1688752" y="116562"/>
                  <a:pt x="1687785" y="116507"/>
                  <a:pt x="1687011" y="116396"/>
                </a:cubicBezTo>
                <a:cubicBezTo>
                  <a:pt x="1686238" y="116288"/>
                  <a:pt x="1685602" y="116137"/>
                  <a:pt x="1685105" y="115946"/>
                </a:cubicBezTo>
                <a:cubicBezTo>
                  <a:pt x="1684607" y="115752"/>
                  <a:pt x="1684248" y="115491"/>
                  <a:pt x="1684027" y="115161"/>
                </a:cubicBezTo>
                <a:cubicBezTo>
                  <a:pt x="1683806" y="114831"/>
                  <a:pt x="1683695" y="114446"/>
                  <a:pt x="1683695" y="114008"/>
                </a:cubicBezTo>
                <a:lnTo>
                  <a:pt x="1683695" y="104197"/>
                </a:lnTo>
                <a:cubicBezTo>
                  <a:pt x="1679771" y="108456"/>
                  <a:pt x="1675695" y="111775"/>
                  <a:pt x="1671467" y="114155"/>
                </a:cubicBezTo>
                <a:cubicBezTo>
                  <a:pt x="1667239" y="116534"/>
                  <a:pt x="1662610" y="117723"/>
                  <a:pt x="1657581" y="117723"/>
                </a:cubicBezTo>
                <a:cubicBezTo>
                  <a:pt x="1652109" y="117723"/>
                  <a:pt x="1647439" y="116658"/>
                  <a:pt x="1643570" y="114528"/>
                </a:cubicBezTo>
                <a:cubicBezTo>
                  <a:pt x="1639701" y="112399"/>
                  <a:pt x="1636565" y="109522"/>
                  <a:pt x="1634160" y="105899"/>
                </a:cubicBezTo>
                <a:cubicBezTo>
                  <a:pt x="1631756" y="102273"/>
                  <a:pt x="1630001" y="98013"/>
                  <a:pt x="1628896" y="93119"/>
                </a:cubicBezTo>
                <a:cubicBezTo>
                  <a:pt x="1627791" y="88222"/>
                  <a:pt x="1627238" y="83062"/>
                  <a:pt x="1627238" y="77639"/>
                </a:cubicBezTo>
                <a:cubicBezTo>
                  <a:pt x="1627238" y="71223"/>
                  <a:pt x="1627929" y="65428"/>
                  <a:pt x="1629311" y="60255"/>
                </a:cubicBezTo>
                <a:cubicBezTo>
                  <a:pt x="1630692" y="55082"/>
                  <a:pt x="1632737" y="50670"/>
                  <a:pt x="1635445" y="47019"/>
                </a:cubicBezTo>
                <a:cubicBezTo>
                  <a:pt x="1638154" y="43366"/>
                  <a:pt x="1641511" y="40558"/>
                  <a:pt x="1645518" y="38594"/>
                </a:cubicBezTo>
                <a:cubicBezTo>
                  <a:pt x="1649525" y="36630"/>
                  <a:pt x="1654154" y="35648"/>
                  <a:pt x="1659405" y="35648"/>
                </a:cubicBezTo>
                <a:cubicBezTo>
                  <a:pt x="1663771" y="35648"/>
                  <a:pt x="1667764" y="36603"/>
                  <a:pt x="1671384" y="38511"/>
                </a:cubicBezTo>
                <a:cubicBezTo>
                  <a:pt x="1675004" y="40420"/>
                  <a:pt x="1678583" y="43227"/>
                  <a:pt x="1682120" y="46934"/>
                </a:cubicBezTo>
                <a:lnTo>
                  <a:pt x="1682120" y="3487"/>
                </a:lnTo>
                <a:cubicBezTo>
                  <a:pt x="1682120" y="3100"/>
                  <a:pt x="1682217" y="2727"/>
                  <a:pt x="1682410" y="2368"/>
                </a:cubicBezTo>
                <a:cubicBezTo>
                  <a:pt x="1682604" y="2007"/>
                  <a:pt x="1682977" y="1730"/>
                  <a:pt x="1683529" y="1536"/>
                </a:cubicBezTo>
                <a:cubicBezTo>
                  <a:pt x="1684082" y="1341"/>
                  <a:pt x="1684787" y="1174"/>
                  <a:pt x="1685643" y="1036"/>
                </a:cubicBezTo>
                <a:cubicBezTo>
                  <a:pt x="1686500" y="898"/>
                  <a:pt x="1687592" y="829"/>
                  <a:pt x="1688918" y="829"/>
                </a:cubicBezTo>
                <a:cubicBezTo>
                  <a:pt x="1690300" y="829"/>
                  <a:pt x="1691433" y="898"/>
                  <a:pt x="1692317" y="1036"/>
                </a:cubicBezTo>
                <a:cubicBezTo>
                  <a:pt x="1693201" y="1174"/>
                  <a:pt x="1693892" y="1340"/>
                  <a:pt x="1694390" y="1534"/>
                </a:cubicBezTo>
                <a:cubicBezTo>
                  <a:pt x="1694887" y="1727"/>
                  <a:pt x="1695260" y="2004"/>
                  <a:pt x="1695509" y="2365"/>
                </a:cubicBezTo>
                <a:cubicBezTo>
                  <a:pt x="1695758" y="2725"/>
                  <a:pt x="1695882" y="3098"/>
                  <a:pt x="1695882" y="3485"/>
                </a:cubicBezTo>
                <a:lnTo>
                  <a:pt x="1695882" y="113990"/>
                </a:lnTo>
                <a:moveTo>
                  <a:pt x="1682120" y="61540"/>
                </a:moveTo>
                <a:cubicBezTo>
                  <a:pt x="1678417" y="56944"/>
                  <a:pt x="1674838" y="53442"/>
                  <a:pt x="1671384" y="51035"/>
                </a:cubicBezTo>
                <a:cubicBezTo>
                  <a:pt x="1667930" y="48625"/>
                  <a:pt x="1664323" y="47421"/>
                  <a:pt x="1660565" y="47421"/>
                </a:cubicBezTo>
                <a:cubicBezTo>
                  <a:pt x="1657083" y="47421"/>
                  <a:pt x="1654126" y="48252"/>
                  <a:pt x="1651695" y="49913"/>
                </a:cubicBezTo>
                <a:cubicBezTo>
                  <a:pt x="1649263" y="51573"/>
                  <a:pt x="1647287" y="53759"/>
                  <a:pt x="1645767" y="56470"/>
                </a:cubicBezTo>
                <a:cubicBezTo>
                  <a:pt x="1644247" y="59182"/>
                  <a:pt x="1643142" y="62254"/>
                  <a:pt x="1642451" y="65685"/>
                </a:cubicBezTo>
                <a:cubicBezTo>
                  <a:pt x="1641760" y="69117"/>
                  <a:pt x="1641414" y="72604"/>
                  <a:pt x="1641414" y="76147"/>
                </a:cubicBezTo>
                <a:cubicBezTo>
                  <a:pt x="1641414" y="79910"/>
                  <a:pt x="1641705" y="83591"/>
                  <a:pt x="1642285" y="87189"/>
                </a:cubicBezTo>
                <a:cubicBezTo>
                  <a:pt x="1642865" y="90786"/>
                  <a:pt x="1643874" y="93982"/>
                  <a:pt x="1645311" y="96777"/>
                </a:cubicBezTo>
                <a:cubicBezTo>
                  <a:pt x="1646748" y="99571"/>
                  <a:pt x="1648655" y="101813"/>
                  <a:pt x="1651031" y="103502"/>
                </a:cubicBezTo>
                <a:cubicBezTo>
                  <a:pt x="1653408" y="105190"/>
                  <a:pt x="1656392" y="106033"/>
                  <a:pt x="1659985" y="106033"/>
                </a:cubicBezTo>
                <a:cubicBezTo>
                  <a:pt x="1661809" y="106033"/>
                  <a:pt x="1663564" y="105785"/>
                  <a:pt x="1665249" y="105287"/>
                </a:cubicBezTo>
                <a:cubicBezTo>
                  <a:pt x="1666935" y="104788"/>
                  <a:pt x="1668662" y="103957"/>
                  <a:pt x="1670431" y="102795"/>
                </a:cubicBezTo>
                <a:cubicBezTo>
                  <a:pt x="1672199" y="101633"/>
                  <a:pt x="1674051" y="100124"/>
                  <a:pt x="1675985" y="98269"/>
                </a:cubicBezTo>
                <a:cubicBezTo>
                  <a:pt x="1677920" y="96414"/>
                  <a:pt x="1679965" y="94130"/>
                  <a:pt x="1682120" y="91417"/>
                </a:cubicBezTo>
                <a:lnTo>
                  <a:pt x="1682120" y="61540"/>
                </a:lnTo>
                <a:close/>
                <a:moveTo>
                  <a:pt x="1798474" y="108603"/>
                </a:moveTo>
                <a:cubicBezTo>
                  <a:pt x="1798474" y="110206"/>
                  <a:pt x="1798363" y="111477"/>
                  <a:pt x="1798142" y="112417"/>
                </a:cubicBezTo>
                <a:cubicBezTo>
                  <a:pt x="1797921" y="113357"/>
                  <a:pt x="1797590" y="114047"/>
                  <a:pt x="1797148" y="114490"/>
                </a:cubicBezTo>
                <a:cubicBezTo>
                  <a:pt x="1796705" y="114932"/>
                  <a:pt x="1796042" y="115346"/>
                  <a:pt x="1795158" y="115733"/>
                </a:cubicBezTo>
                <a:cubicBezTo>
                  <a:pt x="1794274" y="116120"/>
                  <a:pt x="1793265" y="116438"/>
                  <a:pt x="1792132" y="116687"/>
                </a:cubicBezTo>
                <a:cubicBezTo>
                  <a:pt x="1790999" y="116935"/>
                  <a:pt x="1789797" y="117143"/>
                  <a:pt x="1788526" y="117308"/>
                </a:cubicBezTo>
                <a:cubicBezTo>
                  <a:pt x="1787254" y="117474"/>
                  <a:pt x="1785983" y="117557"/>
                  <a:pt x="1784712" y="117557"/>
                </a:cubicBezTo>
                <a:cubicBezTo>
                  <a:pt x="1780843" y="117557"/>
                  <a:pt x="1777527" y="117045"/>
                  <a:pt x="1774764" y="116021"/>
                </a:cubicBezTo>
                <a:cubicBezTo>
                  <a:pt x="1772000" y="114995"/>
                  <a:pt x="1769734" y="113443"/>
                  <a:pt x="1767966" y="111365"/>
                </a:cubicBezTo>
                <a:cubicBezTo>
                  <a:pt x="1766197" y="109287"/>
                  <a:pt x="1764912" y="106656"/>
                  <a:pt x="1764110" y="103471"/>
                </a:cubicBezTo>
                <a:cubicBezTo>
                  <a:pt x="1763309" y="100286"/>
                  <a:pt x="1762908" y="96533"/>
                  <a:pt x="1762908" y="92212"/>
                </a:cubicBezTo>
                <a:lnTo>
                  <a:pt x="1762908" y="48499"/>
                </a:lnTo>
                <a:lnTo>
                  <a:pt x="1752463" y="48499"/>
                </a:lnTo>
                <a:cubicBezTo>
                  <a:pt x="1751634" y="48499"/>
                  <a:pt x="1750970" y="48056"/>
                  <a:pt x="1750473" y="47172"/>
                </a:cubicBezTo>
                <a:cubicBezTo>
                  <a:pt x="1749975" y="46288"/>
                  <a:pt x="1749727" y="44851"/>
                  <a:pt x="1749727" y="42861"/>
                </a:cubicBezTo>
                <a:cubicBezTo>
                  <a:pt x="1749727" y="41811"/>
                  <a:pt x="1749796" y="40927"/>
                  <a:pt x="1749934" y="40208"/>
                </a:cubicBezTo>
                <a:cubicBezTo>
                  <a:pt x="1750072" y="39490"/>
                  <a:pt x="1750252" y="38896"/>
                  <a:pt x="1750473" y="38426"/>
                </a:cubicBezTo>
                <a:cubicBezTo>
                  <a:pt x="1750694" y="37956"/>
                  <a:pt x="1750984" y="37624"/>
                  <a:pt x="1751343" y="37431"/>
                </a:cubicBezTo>
                <a:cubicBezTo>
                  <a:pt x="1751703" y="37237"/>
                  <a:pt x="1752103" y="37141"/>
                  <a:pt x="1752545" y="37141"/>
                </a:cubicBezTo>
                <a:lnTo>
                  <a:pt x="1762908" y="37141"/>
                </a:lnTo>
                <a:lnTo>
                  <a:pt x="1762908" y="19399"/>
                </a:lnTo>
                <a:cubicBezTo>
                  <a:pt x="1762908" y="19013"/>
                  <a:pt x="1763005" y="18653"/>
                  <a:pt x="1763199" y="18322"/>
                </a:cubicBezTo>
                <a:cubicBezTo>
                  <a:pt x="1763392" y="17990"/>
                  <a:pt x="1763751" y="17700"/>
                  <a:pt x="1764276" y="17451"/>
                </a:cubicBezTo>
                <a:cubicBezTo>
                  <a:pt x="1764801" y="17202"/>
                  <a:pt x="1765506" y="17023"/>
                  <a:pt x="1766390" y="16912"/>
                </a:cubicBezTo>
                <a:cubicBezTo>
                  <a:pt x="1767275" y="16802"/>
                  <a:pt x="1768380" y="16746"/>
                  <a:pt x="1769706" y="16746"/>
                </a:cubicBezTo>
                <a:cubicBezTo>
                  <a:pt x="1771088" y="16746"/>
                  <a:pt x="1772221" y="16802"/>
                  <a:pt x="1773106" y="16912"/>
                </a:cubicBezTo>
                <a:cubicBezTo>
                  <a:pt x="1773990" y="17023"/>
                  <a:pt x="1774681" y="17202"/>
                  <a:pt x="1775178" y="17451"/>
                </a:cubicBezTo>
                <a:cubicBezTo>
                  <a:pt x="1775676" y="17700"/>
                  <a:pt x="1776035" y="17990"/>
                  <a:pt x="1776256" y="18322"/>
                </a:cubicBezTo>
                <a:cubicBezTo>
                  <a:pt x="1776477" y="18653"/>
                  <a:pt x="1776587" y="19013"/>
                  <a:pt x="1776587" y="19399"/>
                </a:cubicBezTo>
                <a:lnTo>
                  <a:pt x="1776587" y="37141"/>
                </a:lnTo>
                <a:lnTo>
                  <a:pt x="1795738" y="37141"/>
                </a:lnTo>
                <a:cubicBezTo>
                  <a:pt x="1796180" y="37141"/>
                  <a:pt x="1796567" y="37237"/>
                  <a:pt x="1796899" y="37431"/>
                </a:cubicBezTo>
                <a:cubicBezTo>
                  <a:pt x="1797230" y="37624"/>
                  <a:pt x="1797521" y="37956"/>
                  <a:pt x="1797769" y="38426"/>
                </a:cubicBezTo>
                <a:cubicBezTo>
                  <a:pt x="1798018" y="38896"/>
                  <a:pt x="1798198" y="39490"/>
                  <a:pt x="1798308" y="40208"/>
                </a:cubicBezTo>
                <a:cubicBezTo>
                  <a:pt x="1798419" y="40927"/>
                  <a:pt x="1798474" y="41811"/>
                  <a:pt x="1798474" y="42861"/>
                </a:cubicBezTo>
                <a:cubicBezTo>
                  <a:pt x="1798474" y="44851"/>
                  <a:pt x="1798225" y="46288"/>
                  <a:pt x="1797728" y="47172"/>
                </a:cubicBezTo>
                <a:cubicBezTo>
                  <a:pt x="1797230" y="48056"/>
                  <a:pt x="1796567" y="48499"/>
                  <a:pt x="1795738" y="48499"/>
                </a:cubicBezTo>
                <a:lnTo>
                  <a:pt x="1776587" y="48499"/>
                </a:lnTo>
                <a:lnTo>
                  <a:pt x="1776587" y="90238"/>
                </a:lnTo>
                <a:cubicBezTo>
                  <a:pt x="1776587" y="95392"/>
                  <a:pt x="1777347" y="99285"/>
                  <a:pt x="1778867" y="101919"/>
                </a:cubicBezTo>
                <a:cubicBezTo>
                  <a:pt x="1780387" y="104552"/>
                  <a:pt x="1783109" y="105868"/>
                  <a:pt x="1787033" y="105868"/>
                </a:cubicBezTo>
                <a:cubicBezTo>
                  <a:pt x="1788304" y="105868"/>
                  <a:pt x="1789437" y="105743"/>
                  <a:pt x="1790432" y="105495"/>
                </a:cubicBezTo>
                <a:cubicBezTo>
                  <a:pt x="1791427" y="105246"/>
                  <a:pt x="1792311" y="104983"/>
                  <a:pt x="1793085" y="104707"/>
                </a:cubicBezTo>
                <a:cubicBezTo>
                  <a:pt x="1793859" y="104431"/>
                  <a:pt x="1794522" y="104168"/>
                  <a:pt x="1795075" y="103919"/>
                </a:cubicBezTo>
                <a:cubicBezTo>
                  <a:pt x="1795628" y="103671"/>
                  <a:pt x="1796125" y="103546"/>
                  <a:pt x="1796567" y="103546"/>
                </a:cubicBezTo>
                <a:cubicBezTo>
                  <a:pt x="1796844" y="103546"/>
                  <a:pt x="1797106" y="103615"/>
                  <a:pt x="1797355" y="103754"/>
                </a:cubicBezTo>
                <a:cubicBezTo>
                  <a:pt x="1797603" y="103892"/>
                  <a:pt x="1797797" y="104154"/>
                  <a:pt x="1797935" y="104541"/>
                </a:cubicBezTo>
                <a:cubicBezTo>
                  <a:pt x="1798073" y="104928"/>
                  <a:pt x="1798198" y="105453"/>
                  <a:pt x="1798308" y="106116"/>
                </a:cubicBezTo>
                <a:cubicBezTo>
                  <a:pt x="1798419" y="106780"/>
                  <a:pt x="1798474" y="107609"/>
                  <a:pt x="1798474" y="108603"/>
                </a:cubicBezTo>
                <a:close/>
                <a:moveTo>
                  <a:pt x="1880754" y="113992"/>
                </a:moveTo>
                <a:cubicBezTo>
                  <a:pt x="1880754" y="114434"/>
                  <a:pt x="1880644" y="114807"/>
                  <a:pt x="1880423" y="115111"/>
                </a:cubicBezTo>
                <a:cubicBezTo>
                  <a:pt x="1880202" y="115415"/>
                  <a:pt x="1879842" y="115678"/>
                  <a:pt x="1879345" y="115899"/>
                </a:cubicBezTo>
                <a:cubicBezTo>
                  <a:pt x="1878848" y="116120"/>
                  <a:pt x="1878157" y="116286"/>
                  <a:pt x="1877272" y="116396"/>
                </a:cubicBezTo>
                <a:cubicBezTo>
                  <a:pt x="1876388" y="116507"/>
                  <a:pt x="1875283" y="116562"/>
                  <a:pt x="1873956" y="116562"/>
                </a:cubicBezTo>
                <a:cubicBezTo>
                  <a:pt x="1872575" y="116562"/>
                  <a:pt x="1871442" y="116507"/>
                  <a:pt x="1870557" y="116396"/>
                </a:cubicBezTo>
                <a:cubicBezTo>
                  <a:pt x="1869673" y="116286"/>
                  <a:pt x="1868982" y="116120"/>
                  <a:pt x="1868485" y="115899"/>
                </a:cubicBezTo>
                <a:cubicBezTo>
                  <a:pt x="1867987" y="115678"/>
                  <a:pt x="1867628" y="115415"/>
                  <a:pt x="1867407" y="115111"/>
                </a:cubicBezTo>
                <a:cubicBezTo>
                  <a:pt x="1867186" y="114807"/>
                  <a:pt x="1867075" y="114434"/>
                  <a:pt x="1867075" y="113992"/>
                </a:cubicBezTo>
                <a:lnTo>
                  <a:pt x="1867075" y="70302"/>
                </a:lnTo>
                <a:cubicBezTo>
                  <a:pt x="1867075" y="66046"/>
                  <a:pt x="1866744" y="62620"/>
                  <a:pt x="1866081" y="60022"/>
                </a:cubicBezTo>
                <a:cubicBezTo>
                  <a:pt x="1865417" y="57424"/>
                  <a:pt x="1864450" y="55186"/>
                  <a:pt x="1863179" y="53307"/>
                </a:cubicBezTo>
                <a:cubicBezTo>
                  <a:pt x="1861908" y="51428"/>
                  <a:pt x="1860263" y="49991"/>
                  <a:pt x="1858246" y="48996"/>
                </a:cubicBezTo>
                <a:cubicBezTo>
                  <a:pt x="1856229" y="48001"/>
                  <a:pt x="1853894" y="47504"/>
                  <a:pt x="1851241" y="47504"/>
                </a:cubicBezTo>
                <a:cubicBezTo>
                  <a:pt x="1847814" y="47504"/>
                  <a:pt x="1844387" y="48720"/>
                  <a:pt x="1840961" y="51151"/>
                </a:cubicBezTo>
                <a:cubicBezTo>
                  <a:pt x="1837534" y="53583"/>
                  <a:pt x="1833942" y="57148"/>
                  <a:pt x="1830183" y="61846"/>
                </a:cubicBezTo>
                <a:lnTo>
                  <a:pt x="1830183" y="113992"/>
                </a:lnTo>
                <a:cubicBezTo>
                  <a:pt x="1830183" y="114434"/>
                  <a:pt x="1830073" y="114807"/>
                  <a:pt x="1829852" y="115111"/>
                </a:cubicBezTo>
                <a:cubicBezTo>
                  <a:pt x="1829631" y="115415"/>
                  <a:pt x="1829271" y="115678"/>
                  <a:pt x="1828774" y="115899"/>
                </a:cubicBezTo>
                <a:cubicBezTo>
                  <a:pt x="1828277" y="116120"/>
                  <a:pt x="1827586" y="116286"/>
                  <a:pt x="1826701" y="116396"/>
                </a:cubicBezTo>
                <a:cubicBezTo>
                  <a:pt x="1825817" y="116507"/>
                  <a:pt x="1824684" y="116562"/>
                  <a:pt x="1823302" y="116562"/>
                </a:cubicBezTo>
                <a:cubicBezTo>
                  <a:pt x="1821976" y="116562"/>
                  <a:pt x="1820871" y="116507"/>
                  <a:pt x="1819986" y="116396"/>
                </a:cubicBezTo>
                <a:cubicBezTo>
                  <a:pt x="1819102" y="116286"/>
                  <a:pt x="1818397" y="116120"/>
                  <a:pt x="1817872" y="115899"/>
                </a:cubicBezTo>
                <a:cubicBezTo>
                  <a:pt x="1817347" y="115678"/>
                  <a:pt x="1816988" y="115415"/>
                  <a:pt x="1816794" y="115111"/>
                </a:cubicBezTo>
                <a:cubicBezTo>
                  <a:pt x="1816601" y="114806"/>
                  <a:pt x="1816504" y="114432"/>
                  <a:pt x="1816504" y="113990"/>
                </a:cubicBezTo>
                <a:lnTo>
                  <a:pt x="1816504" y="3153"/>
                </a:lnTo>
                <a:cubicBezTo>
                  <a:pt x="1816504" y="2711"/>
                  <a:pt x="1816601" y="2324"/>
                  <a:pt x="1816794" y="1992"/>
                </a:cubicBezTo>
                <a:cubicBezTo>
                  <a:pt x="1816988" y="1659"/>
                  <a:pt x="1817347" y="1382"/>
                  <a:pt x="1817872" y="1161"/>
                </a:cubicBezTo>
                <a:cubicBezTo>
                  <a:pt x="1818397" y="940"/>
                  <a:pt x="1819102" y="774"/>
                  <a:pt x="1819986" y="663"/>
                </a:cubicBezTo>
                <a:cubicBezTo>
                  <a:pt x="1820871" y="553"/>
                  <a:pt x="1821976" y="497"/>
                  <a:pt x="1823302" y="497"/>
                </a:cubicBezTo>
                <a:cubicBezTo>
                  <a:pt x="1824684" y="497"/>
                  <a:pt x="1825817" y="553"/>
                  <a:pt x="1826701" y="663"/>
                </a:cubicBezTo>
                <a:cubicBezTo>
                  <a:pt x="1827586" y="774"/>
                  <a:pt x="1828277" y="940"/>
                  <a:pt x="1828774" y="1163"/>
                </a:cubicBezTo>
                <a:cubicBezTo>
                  <a:pt x="1829271" y="1384"/>
                  <a:pt x="1829631" y="1661"/>
                  <a:pt x="1829852" y="1992"/>
                </a:cubicBezTo>
                <a:cubicBezTo>
                  <a:pt x="1830073" y="2324"/>
                  <a:pt x="1830183" y="2712"/>
                  <a:pt x="1830183" y="3156"/>
                </a:cubicBezTo>
                <a:lnTo>
                  <a:pt x="1830183" y="47918"/>
                </a:lnTo>
                <a:cubicBezTo>
                  <a:pt x="1834107" y="43773"/>
                  <a:pt x="1838059" y="40692"/>
                  <a:pt x="1842039" y="38674"/>
                </a:cubicBezTo>
                <a:cubicBezTo>
                  <a:pt x="1846018" y="36657"/>
                  <a:pt x="1850025" y="35648"/>
                  <a:pt x="1854060" y="35648"/>
                </a:cubicBezTo>
                <a:cubicBezTo>
                  <a:pt x="1859034" y="35648"/>
                  <a:pt x="1863220" y="36491"/>
                  <a:pt x="1866619" y="38177"/>
                </a:cubicBezTo>
                <a:cubicBezTo>
                  <a:pt x="1870018" y="39863"/>
                  <a:pt x="1872768" y="42115"/>
                  <a:pt x="1874868" y="44934"/>
                </a:cubicBezTo>
                <a:cubicBezTo>
                  <a:pt x="1876968" y="47752"/>
                  <a:pt x="1878475" y="51055"/>
                  <a:pt x="1879387" y="54841"/>
                </a:cubicBezTo>
                <a:cubicBezTo>
                  <a:pt x="1880298" y="58627"/>
                  <a:pt x="1880754" y="63200"/>
                  <a:pt x="1880754" y="68561"/>
                </a:cubicBezTo>
                <a:lnTo>
                  <a:pt x="1880754" y="113992"/>
                </a:lnTo>
                <a:close/>
                <a:moveTo>
                  <a:pt x="1969312" y="73452"/>
                </a:moveTo>
                <a:cubicBezTo>
                  <a:pt x="1969312" y="75608"/>
                  <a:pt x="1968773" y="77142"/>
                  <a:pt x="1967695" y="78054"/>
                </a:cubicBezTo>
                <a:cubicBezTo>
                  <a:pt x="1966617" y="78966"/>
                  <a:pt x="1965388" y="79421"/>
                  <a:pt x="1964006" y="79421"/>
                </a:cubicBezTo>
                <a:lnTo>
                  <a:pt x="1915093" y="79421"/>
                </a:lnTo>
                <a:cubicBezTo>
                  <a:pt x="1915093" y="83579"/>
                  <a:pt x="1915507" y="87321"/>
                  <a:pt x="1916337" y="90647"/>
                </a:cubicBezTo>
                <a:cubicBezTo>
                  <a:pt x="1917166" y="93974"/>
                  <a:pt x="1918547" y="96829"/>
                  <a:pt x="1920482" y="99212"/>
                </a:cubicBezTo>
                <a:cubicBezTo>
                  <a:pt x="1922416" y="101596"/>
                  <a:pt x="1924931" y="103425"/>
                  <a:pt x="1928026" y="104702"/>
                </a:cubicBezTo>
                <a:cubicBezTo>
                  <a:pt x="1931121" y="105976"/>
                  <a:pt x="1934907" y="106614"/>
                  <a:pt x="1939384" y="106614"/>
                </a:cubicBezTo>
                <a:cubicBezTo>
                  <a:pt x="1942921" y="106614"/>
                  <a:pt x="1946071" y="106324"/>
                  <a:pt x="1948835" y="105743"/>
                </a:cubicBezTo>
                <a:cubicBezTo>
                  <a:pt x="1951598" y="105163"/>
                  <a:pt x="1953988" y="104514"/>
                  <a:pt x="1956006" y="103795"/>
                </a:cubicBezTo>
                <a:cubicBezTo>
                  <a:pt x="1958023" y="103077"/>
                  <a:pt x="1959681" y="102427"/>
                  <a:pt x="1960980" y="101847"/>
                </a:cubicBezTo>
                <a:cubicBezTo>
                  <a:pt x="1962279" y="101267"/>
                  <a:pt x="1963260" y="100976"/>
                  <a:pt x="1963923" y="100976"/>
                </a:cubicBezTo>
                <a:cubicBezTo>
                  <a:pt x="1964310" y="100976"/>
                  <a:pt x="1964655" y="101073"/>
                  <a:pt x="1964959" y="101267"/>
                </a:cubicBezTo>
                <a:cubicBezTo>
                  <a:pt x="1965263" y="101460"/>
                  <a:pt x="1965498" y="101750"/>
                  <a:pt x="1965664" y="102137"/>
                </a:cubicBezTo>
                <a:cubicBezTo>
                  <a:pt x="1965830" y="102524"/>
                  <a:pt x="1965954" y="103063"/>
                  <a:pt x="1966037" y="103754"/>
                </a:cubicBezTo>
                <a:cubicBezTo>
                  <a:pt x="1966120" y="104445"/>
                  <a:pt x="1966161" y="105287"/>
                  <a:pt x="1966161" y="106282"/>
                </a:cubicBezTo>
                <a:cubicBezTo>
                  <a:pt x="1966161" y="107001"/>
                  <a:pt x="1966134" y="107622"/>
                  <a:pt x="1966079" y="108148"/>
                </a:cubicBezTo>
                <a:cubicBezTo>
                  <a:pt x="1966023" y="108673"/>
                  <a:pt x="1965954" y="109142"/>
                  <a:pt x="1965871" y="109557"/>
                </a:cubicBezTo>
                <a:cubicBezTo>
                  <a:pt x="1965788" y="109971"/>
                  <a:pt x="1965650" y="110344"/>
                  <a:pt x="1965457" y="110676"/>
                </a:cubicBezTo>
                <a:cubicBezTo>
                  <a:pt x="1965263" y="111008"/>
                  <a:pt x="1965015" y="111325"/>
                  <a:pt x="1964711" y="111629"/>
                </a:cubicBezTo>
                <a:cubicBezTo>
                  <a:pt x="1964407" y="111933"/>
                  <a:pt x="1963509" y="112431"/>
                  <a:pt x="1962016" y="113122"/>
                </a:cubicBezTo>
                <a:cubicBezTo>
                  <a:pt x="1960524" y="113813"/>
                  <a:pt x="1958590" y="114490"/>
                  <a:pt x="1956213" y="115153"/>
                </a:cubicBezTo>
                <a:cubicBezTo>
                  <a:pt x="1953837" y="115816"/>
                  <a:pt x="1951087" y="116410"/>
                  <a:pt x="1947964" y="116935"/>
                </a:cubicBezTo>
                <a:cubicBezTo>
                  <a:pt x="1944841" y="117460"/>
                  <a:pt x="1941512" y="117723"/>
                  <a:pt x="1937974" y="117723"/>
                </a:cubicBezTo>
                <a:cubicBezTo>
                  <a:pt x="1931839" y="117723"/>
                  <a:pt x="1926465" y="116865"/>
                  <a:pt x="1921850" y="115150"/>
                </a:cubicBezTo>
                <a:cubicBezTo>
                  <a:pt x="1917235" y="113435"/>
                  <a:pt x="1913352" y="110890"/>
                  <a:pt x="1910202" y="107515"/>
                </a:cubicBezTo>
                <a:cubicBezTo>
                  <a:pt x="1907051" y="104141"/>
                  <a:pt x="1904675" y="99908"/>
                  <a:pt x="1903072" y="94818"/>
                </a:cubicBezTo>
                <a:cubicBezTo>
                  <a:pt x="1901469" y="89728"/>
                  <a:pt x="1900668" y="83808"/>
                  <a:pt x="1900668" y="77059"/>
                </a:cubicBezTo>
                <a:cubicBezTo>
                  <a:pt x="1900668" y="70641"/>
                  <a:pt x="1901497" y="64873"/>
                  <a:pt x="1903155" y="59755"/>
                </a:cubicBezTo>
                <a:cubicBezTo>
                  <a:pt x="1904813" y="54638"/>
                  <a:pt x="1907203" y="50295"/>
                  <a:pt x="1910326" y="46726"/>
                </a:cubicBezTo>
                <a:cubicBezTo>
                  <a:pt x="1913449" y="43158"/>
                  <a:pt x="1917221" y="40420"/>
                  <a:pt x="1921642" y="38511"/>
                </a:cubicBezTo>
                <a:cubicBezTo>
                  <a:pt x="1926064" y="36603"/>
                  <a:pt x="1931010" y="35648"/>
                  <a:pt x="1936482" y="35648"/>
                </a:cubicBezTo>
                <a:cubicBezTo>
                  <a:pt x="1942341" y="35648"/>
                  <a:pt x="1947329" y="36588"/>
                  <a:pt x="1951446" y="38467"/>
                </a:cubicBezTo>
                <a:cubicBezTo>
                  <a:pt x="1955564" y="40346"/>
                  <a:pt x="1958949" y="42875"/>
                  <a:pt x="1961602" y="46053"/>
                </a:cubicBezTo>
                <a:cubicBezTo>
                  <a:pt x="1964255" y="49231"/>
                  <a:pt x="1966203" y="52961"/>
                  <a:pt x="1967446" y="57245"/>
                </a:cubicBezTo>
                <a:cubicBezTo>
                  <a:pt x="1968690" y="61528"/>
                  <a:pt x="1969312" y="66102"/>
                  <a:pt x="1969312" y="70965"/>
                </a:cubicBezTo>
                <a:lnTo>
                  <a:pt x="1969312" y="73452"/>
                </a:lnTo>
                <a:moveTo>
                  <a:pt x="1955550" y="69390"/>
                </a:moveTo>
                <a:cubicBezTo>
                  <a:pt x="1955716" y="62205"/>
                  <a:pt x="1954127" y="56568"/>
                  <a:pt x="1950783" y="52478"/>
                </a:cubicBezTo>
                <a:cubicBezTo>
                  <a:pt x="1947439" y="48388"/>
                  <a:pt x="1942479" y="46343"/>
                  <a:pt x="1935902" y="46343"/>
                </a:cubicBezTo>
                <a:cubicBezTo>
                  <a:pt x="1932530" y="46343"/>
                  <a:pt x="1929573" y="46979"/>
                  <a:pt x="1927031" y="48250"/>
                </a:cubicBezTo>
                <a:cubicBezTo>
                  <a:pt x="1924489" y="49521"/>
                  <a:pt x="1922361" y="51207"/>
                  <a:pt x="1920647" y="53307"/>
                </a:cubicBezTo>
                <a:cubicBezTo>
                  <a:pt x="1918934" y="55407"/>
                  <a:pt x="1917608" y="57853"/>
                  <a:pt x="1916668" y="60644"/>
                </a:cubicBezTo>
                <a:cubicBezTo>
                  <a:pt x="1915729" y="63435"/>
                  <a:pt x="1915204" y="66350"/>
                  <a:pt x="1915093" y="69390"/>
                </a:cubicBezTo>
                <a:lnTo>
                  <a:pt x="1955550" y="69390"/>
                </a:lnTo>
                <a:close/>
                <a:moveTo>
                  <a:pt x="2097244" y="75566"/>
                </a:moveTo>
                <a:cubicBezTo>
                  <a:pt x="2097244" y="82093"/>
                  <a:pt x="2096539" y="87957"/>
                  <a:pt x="2095130" y="93158"/>
                </a:cubicBezTo>
                <a:cubicBezTo>
                  <a:pt x="2093720" y="98358"/>
                  <a:pt x="2091648" y="102771"/>
                  <a:pt x="2088912" y="106396"/>
                </a:cubicBezTo>
                <a:cubicBezTo>
                  <a:pt x="2086176" y="110020"/>
                  <a:pt x="2082791" y="112813"/>
                  <a:pt x="2078756" y="114777"/>
                </a:cubicBezTo>
                <a:cubicBezTo>
                  <a:pt x="2074722" y="116741"/>
                  <a:pt x="2070107" y="117723"/>
                  <a:pt x="2064911" y="117723"/>
                </a:cubicBezTo>
                <a:cubicBezTo>
                  <a:pt x="2062701" y="117723"/>
                  <a:pt x="2060656" y="117502"/>
                  <a:pt x="2058776" y="117060"/>
                </a:cubicBezTo>
                <a:cubicBezTo>
                  <a:pt x="2056897" y="116617"/>
                  <a:pt x="2055060" y="115927"/>
                  <a:pt x="2053263" y="114987"/>
                </a:cubicBezTo>
                <a:cubicBezTo>
                  <a:pt x="2051467" y="114046"/>
                  <a:pt x="2049685" y="112856"/>
                  <a:pt x="2047916" y="111417"/>
                </a:cubicBezTo>
                <a:cubicBezTo>
                  <a:pt x="2046147" y="109978"/>
                  <a:pt x="2044268" y="108291"/>
                  <a:pt x="2042279" y="106355"/>
                </a:cubicBezTo>
                <a:lnTo>
                  <a:pt x="2042279" y="143594"/>
                </a:lnTo>
                <a:cubicBezTo>
                  <a:pt x="2042279" y="144034"/>
                  <a:pt x="2042168" y="144420"/>
                  <a:pt x="2041947" y="144752"/>
                </a:cubicBezTo>
                <a:cubicBezTo>
                  <a:pt x="2041726" y="145084"/>
                  <a:pt x="2041367" y="145359"/>
                  <a:pt x="2040869" y="145578"/>
                </a:cubicBezTo>
                <a:cubicBezTo>
                  <a:pt x="2040372" y="145799"/>
                  <a:pt x="2039681" y="145965"/>
                  <a:pt x="2038797" y="146076"/>
                </a:cubicBezTo>
                <a:cubicBezTo>
                  <a:pt x="2037912" y="146186"/>
                  <a:pt x="2036779" y="146242"/>
                  <a:pt x="2035398" y="146242"/>
                </a:cubicBezTo>
                <a:cubicBezTo>
                  <a:pt x="2034071" y="146242"/>
                  <a:pt x="2032966" y="146186"/>
                  <a:pt x="2032082" y="146076"/>
                </a:cubicBezTo>
                <a:cubicBezTo>
                  <a:pt x="2031197" y="145965"/>
                  <a:pt x="2030493" y="145799"/>
                  <a:pt x="2029968" y="145578"/>
                </a:cubicBezTo>
                <a:cubicBezTo>
                  <a:pt x="2029442" y="145357"/>
                  <a:pt x="2029083" y="145081"/>
                  <a:pt x="2028890" y="144749"/>
                </a:cubicBezTo>
                <a:cubicBezTo>
                  <a:pt x="2028696" y="144418"/>
                  <a:pt x="2028600" y="144031"/>
                  <a:pt x="2028600" y="143589"/>
                </a:cubicBezTo>
                <a:lnTo>
                  <a:pt x="2028600" y="39379"/>
                </a:lnTo>
                <a:cubicBezTo>
                  <a:pt x="2028600" y="38882"/>
                  <a:pt x="2028683" y="38481"/>
                  <a:pt x="2028848" y="38177"/>
                </a:cubicBezTo>
                <a:cubicBezTo>
                  <a:pt x="2029014" y="37873"/>
                  <a:pt x="2029346" y="37611"/>
                  <a:pt x="2029843" y="37389"/>
                </a:cubicBezTo>
                <a:cubicBezTo>
                  <a:pt x="2030341" y="37168"/>
                  <a:pt x="2030976" y="37016"/>
                  <a:pt x="2031750" y="36933"/>
                </a:cubicBezTo>
                <a:cubicBezTo>
                  <a:pt x="2032524" y="36851"/>
                  <a:pt x="2033463" y="36809"/>
                  <a:pt x="2034569" y="36809"/>
                </a:cubicBezTo>
                <a:cubicBezTo>
                  <a:pt x="2035729" y="36809"/>
                  <a:pt x="2036683" y="36851"/>
                  <a:pt x="2037429" y="36933"/>
                </a:cubicBezTo>
                <a:cubicBezTo>
                  <a:pt x="2038175" y="37016"/>
                  <a:pt x="2038797" y="37168"/>
                  <a:pt x="2039294" y="37389"/>
                </a:cubicBezTo>
                <a:cubicBezTo>
                  <a:pt x="2039792" y="37611"/>
                  <a:pt x="2040137" y="37874"/>
                  <a:pt x="2040330" y="38180"/>
                </a:cubicBezTo>
                <a:cubicBezTo>
                  <a:pt x="2040524" y="38484"/>
                  <a:pt x="2040621" y="38884"/>
                  <a:pt x="2040621" y="39382"/>
                </a:cubicBezTo>
                <a:lnTo>
                  <a:pt x="2040621" y="49423"/>
                </a:lnTo>
                <a:cubicBezTo>
                  <a:pt x="2042887" y="47100"/>
                  <a:pt x="2045070" y="45081"/>
                  <a:pt x="2047170" y="43366"/>
                </a:cubicBezTo>
                <a:cubicBezTo>
                  <a:pt x="2049270" y="41651"/>
                  <a:pt x="2051384" y="40227"/>
                  <a:pt x="2053512" y="39094"/>
                </a:cubicBezTo>
                <a:cubicBezTo>
                  <a:pt x="2055640" y="37959"/>
                  <a:pt x="2057823" y="37102"/>
                  <a:pt x="2060061" y="36522"/>
                </a:cubicBezTo>
                <a:cubicBezTo>
                  <a:pt x="2062300" y="35940"/>
                  <a:pt x="2064663" y="35648"/>
                  <a:pt x="2067150" y="35648"/>
                </a:cubicBezTo>
                <a:cubicBezTo>
                  <a:pt x="2072566" y="35648"/>
                  <a:pt x="2077181" y="36699"/>
                  <a:pt x="2080995" y="38801"/>
                </a:cubicBezTo>
                <a:cubicBezTo>
                  <a:pt x="2084808" y="40903"/>
                  <a:pt x="2087917" y="43781"/>
                  <a:pt x="2090321" y="47434"/>
                </a:cubicBezTo>
                <a:cubicBezTo>
                  <a:pt x="2092725" y="51085"/>
                  <a:pt x="2094480" y="55331"/>
                  <a:pt x="2095586" y="60172"/>
                </a:cubicBezTo>
                <a:cubicBezTo>
                  <a:pt x="2096691" y="65012"/>
                  <a:pt x="2097244" y="70143"/>
                  <a:pt x="2097244" y="75566"/>
                </a:cubicBezTo>
                <a:moveTo>
                  <a:pt x="2082818" y="77142"/>
                </a:moveTo>
                <a:cubicBezTo>
                  <a:pt x="2082818" y="73323"/>
                  <a:pt x="2082528" y="69629"/>
                  <a:pt x="2081948" y="66058"/>
                </a:cubicBezTo>
                <a:cubicBezTo>
                  <a:pt x="2081368" y="62488"/>
                  <a:pt x="2080373" y="59320"/>
                  <a:pt x="2078963" y="56553"/>
                </a:cubicBezTo>
                <a:cubicBezTo>
                  <a:pt x="2077554" y="53786"/>
                  <a:pt x="2075661" y="51573"/>
                  <a:pt x="2073285" y="49913"/>
                </a:cubicBezTo>
                <a:cubicBezTo>
                  <a:pt x="2070908" y="48252"/>
                  <a:pt x="2067951" y="47421"/>
                  <a:pt x="2064414" y="47421"/>
                </a:cubicBezTo>
                <a:cubicBezTo>
                  <a:pt x="2062645" y="47421"/>
                  <a:pt x="2060904" y="47684"/>
                  <a:pt x="2059191" y="48211"/>
                </a:cubicBezTo>
                <a:cubicBezTo>
                  <a:pt x="2057478" y="48736"/>
                  <a:pt x="2055737" y="49566"/>
                  <a:pt x="2053968" y="50701"/>
                </a:cubicBezTo>
                <a:cubicBezTo>
                  <a:pt x="2052199" y="51835"/>
                  <a:pt x="2050348" y="53330"/>
                  <a:pt x="2048414" y="55185"/>
                </a:cubicBezTo>
                <a:cubicBezTo>
                  <a:pt x="2046479" y="57040"/>
                  <a:pt x="2044434" y="59324"/>
                  <a:pt x="2042279" y="62038"/>
                </a:cubicBezTo>
                <a:lnTo>
                  <a:pt x="2042279" y="91748"/>
                </a:lnTo>
                <a:cubicBezTo>
                  <a:pt x="2046037" y="96344"/>
                  <a:pt x="2049602" y="99861"/>
                  <a:pt x="2052973" y="102298"/>
                </a:cubicBezTo>
                <a:cubicBezTo>
                  <a:pt x="2056345" y="104733"/>
                  <a:pt x="2059882" y="105951"/>
                  <a:pt x="2063585" y="105951"/>
                </a:cubicBezTo>
                <a:cubicBezTo>
                  <a:pt x="2067012" y="105951"/>
                  <a:pt x="2069955" y="105121"/>
                  <a:pt x="2072414" y="103461"/>
                </a:cubicBezTo>
                <a:cubicBezTo>
                  <a:pt x="2074874" y="101799"/>
                  <a:pt x="2076863" y="99585"/>
                  <a:pt x="2078383" y="96818"/>
                </a:cubicBezTo>
                <a:cubicBezTo>
                  <a:pt x="2079903" y="94051"/>
                  <a:pt x="2081022" y="90952"/>
                  <a:pt x="2081741" y="87520"/>
                </a:cubicBezTo>
                <a:cubicBezTo>
                  <a:pt x="2082459" y="84088"/>
                  <a:pt x="2082818" y="80629"/>
                  <a:pt x="2082818" y="77142"/>
                </a:cubicBezTo>
                <a:close/>
                <a:moveTo>
                  <a:pt x="2181776" y="113992"/>
                </a:moveTo>
                <a:cubicBezTo>
                  <a:pt x="2181776" y="114434"/>
                  <a:pt x="2181679" y="114807"/>
                  <a:pt x="2181485" y="115111"/>
                </a:cubicBezTo>
                <a:cubicBezTo>
                  <a:pt x="2181292" y="115415"/>
                  <a:pt x="2180947" y="115678"/>
                  <a:pt x="2180449" y="115899"/>
                </a:cubicBezTo>
                <a:cubicBezTo>
                  <a:pt x="2179952" y="116120"/>
                  <a:pt x="2179302" y="116286"/>
                  <a:pt x="2178501" y="116396"/>
                </a:cubicBezTo>
                <a:cubicBezTo>
                  <a:pt x="2177700" y="116507"/>
                  <a:pt x="2176718" y="116562"/>
                  <a:pt x="2175558" y="116562"/>
                </a:cubicBezTo>
                <a:cubicBezTo>
                  <a:pt x="2174287" y="116562"/>
                  <a:pt x="2173250" y="116507"/>
                  <a:pt x="2172449" y="116396"/>
                </a:cubicBezTo>
                <a:cubicBezTo>
                  <a:pt x="2171648" y="116286"/>
                  <a:pt x="2171012" y="116120"/>
                  <a:pt x="2170542" y="115899"/>
                </a:cubicBezTo>
                <a:cubicBezTo>
                  <a:pt x="2170072" y="115678"/>
                  <a:pt x="2169755" y="115415"/>
                  <a:pt x="2169589" y="115111"/>
                </a:cubicBezTo>
                <a:cubicBezTo>
                  <a:pt x="2169423" y="114807"/>
                  <a:pt x="2169340" y="114434"/>
                  <a:pt x="2169340" y="113992"/>
                </a:cubicBezTo>
                <a:lnTo>
                  <a:pt x="2169340" y="104127"/>
                </a:lnTo>
                <a:cubicBezTo>
                  <a:pt x="2165084" y="108854"/>
                  <a:pt x="2160884" y="112302"/>
                  <a:pt x="2156739" y="114472"/>
                </a:cubicBezTo>
                <a:cubicBezTo>
                  <a:pt x="2152594" y="116639"/>
                  <a:pt x="2148393" y="117723"/>
                  <a:pt x="2144137" y="117723"/>
                </a:cubicBezTo>
                <a:cubicBezTo>
                  <a:pt x="2139163" y="117723"/>
                  <a:pt x="2134977" y="116893"/>
                  <a:pt x="2131578" y="115233"/>
                </a:cubicBezTo>
                <a:cubicBezTo>
                  <a:pt x="2128179" y="113573"/>
                  <a:pt x="2125429" y="111319"/>
                  <a:pt x="2123329" y="108471"/>
                </a:cubicBezTo>
                <a:cubicBezTo>
                  <a:pt x="2121228" y="105622"/>
                  <a:pt x="2119722" y="102302"/>
                  <a:pt x="2118810" y="98513"/>
                </a:cubicBezTo>
                <a:cubicBezTo>
                  <a:pt x="2117898" y="94721"/>
                  <a:pt x="2117443" y="90115"/>
                  <a:pt x="2117443" y="84694"/>
                </a:cubicBezTo>
                <a:lnTo>
                  <a:pt x="2117443" y="39382"/>
                </a:lnTo>
                <a:cubicBezTo>
                  <a:pt x="2117443" y="38940"/>
                  <a:pt x="2117539" y="38567"/>
                  <a:pt x="2117733" y="38263"/>
                </a:cubicBezTo>
                <a:cubicBezTo>
                  <a:pt x="2117926" y="37957"/>
                  <a:pt x="2118299" y="37680"/>
                  <a:pt x="2118852" y="37431"/>
                </a:cubicBezTo>
                <a:cubicBezTo>
                  <a:pt x="2119405" y="37182"/>
                  <a:pt x="2120123" y="37016"/>
                  <a:pt x="2121007" y="36933"/>
                </a:cubicBezTo>
                <a:cubicBezTo>
                  <a:pt x="2121892" y="36851"/>
                  <a:pt x="2122997" y="36809"/>
                  <a:pt x="2124324" y="36809"/>
                </a:cubicBezTo>
                <a:cubicBezTo>
                  <a:pt x="2125650" y="36809"/>
                  <a:pt x="2126755" y="36851"/>
                  <a:pt x="2127640" y="36933"/>
                </a:cubicBezTo>
                <a:cubicBezTo>
                  <a:pt x="2128524" y="37016"/>
                  <a:pt x="2129229" y="37182"/>
                  <a:pt x="2129754" y="37431"/>
                </a:cubicBezTo>
                <a:cubicBezTo>
                  <a:pt x="2130279" y="37680"/>
                  <a:pt x="2130652" y="37957"/>
                  <a:pt x="2130873" y="38263"/>
                </a:cubicBezTo>
                <a:cubicBezTo>
                  <a:pt x="2131094" y="38567"/>
                  <a:pt x="2131204" y="38940"/>
                  <a:pt x="2131204" y="39382"/>
                </a:cubicBezTo>
                <a:lnTo>
                  <a:pt x="2131204" y="82875"/>
                </a:lnTo>
                <a:cubicBezTo>
                  <a:pt x="2131204" y="87246"/>
                  <a:pt x="2131522" y="90746"/>
                  <a:pt x="2132158" y="93375"/>
                </a:cubicBezTo>
                <a:cubicBezTo>
                  <a:pt x="2132793" y="96004"/>
                  <a:pt x="2133761" y="98246"/>
                  <a:pt x="2135060" y="100101"/>
                </a:cubicBezTo>
                <a:cubicBezTo>
                  <a:pt x="2136358" y="101954"/>
                  <a:pt x="2138003" y="103393"/>
                  <a:pt x="2139992" y="104417"/>
                </a:cubicBezTo>
                <a:cubicBezTo>
                  <a:pt x="2141982" y="105439"/>
                  <a:pt x="2144303" y="105951"/>
                  <a:pt x="2146956" y="105951"/>
                </a:cubicBezTo>
                <a:cubicBezTo>
                  <a:pt x="2150383" y="105951"/>
                  <a:pt x="2153796" y="104728"/>
                  <a:pt x="2157195" y="102282"/>
                </a:cubicBezTo>
                <a:cubicBezTo>
                  <a:pt x="2160594" y="99836"/>
                  <a:pt x="2164200" y="96251"/>
                  <a:pt x="2168014" y="91525"/>
                </a:cubicBezTo>
                <a:lnTo>
                  <a:pt x="2168014" y="39379"/>
                </a:lnTo>
                <a:cubicBezTo>
                  <a:pt x="2168014" y="38937"/>
                  <a:pt x="2168110" y="38564"/>
                  <a:pt x="2168304" y="38260"/>
                </a:cubicBezTo>
                <a:cubicBezTo>
                  <a:pt x="2168497" y="37956"/>
                  <a:pt x="2168870" y="37680"/>
                  <a:pt x="2169423" y="37431"/>
                </a:cubicBezTo>
                <a:cubicBezTo>
                  <a:pt x="2169976" y="37182"/>
                  <a:pt x="2170680" y="37016"/>
                  <a:pt x="2171537" y="36933"/>
                </a:cubicBezTo>
                <a:cubicBezTo>
                  <a:pt x="2172394" y="36851"/>
                  <a:pt x="2173513" y="36809"/>
                  <a:pt x="2174895" y="36809"/>
                </a:cubicBezTo>
                <a:cubicBezTo>
                  <a:pt x="2176221" y="36809"/>
                  <a:pt x="2177326" y="36851"/>
                  <a:pt x="2178211" y="36933"/>
                </a:cubicBezTo>
                <a:cubicBezTo>
                  <a:pt x="2179095" y="37016"/>
                  <a:pt x="2179786" y="37182"/>
                  <a:pt x="2180283" y="37431"/>
                </a:cubicBezTo>
                <a:cubicBezTo>
                  <a:pt x="2180781" y="37680"/>
                  <a:pt x="2181154" y="37956"/>
                  <a:pt x="2181403" y="38260"/>
                </a:cubicBezTo>
                <a:cubicBezTo>
                  <a:pt x="2181651" y="38564"/>
                  <a:pt x="2181776" y="38937"/>
                  <a:pt x="2181776" y="39379"/>
                </a:cubicBezTo>
                <a:lnTo>
                  <a:pt x="2181776" y="113992"/>
                </a:lnTo>
                <a:close/>
                <a:moveTo>
                  <a:pt x="2250874" y="44270"/>
                </a:moveTo>
                <a:cubicBezTo>
                  <a:pt x="2250874" y="45486"/>
                  <a:pt x="2250846" y="46509"/>
                  <a:pt x="2250791" y="47338"/>
                </a:cubicBezTo>
                <a:cubicBezTo>
                  <a:pt x="2250736" y="48167"/>
                  <a:pt x="2250625" y="48816"/>
                  <a:pt x="2250460" y="49286"/>
                </a:cubicBezTo>
                <a:cubicBezTo>
                  <a:pt x="2250294" y="49756"/>
                  <a:pt x="2250086" y="50115"/>
                  <a:pt x="2249838" y="50364"/>
                </a:cubicBezTo>
                <a:cubicBezTo>
                  <a:pt x="2249589" y="50613"/>
                  <a:pt x="2249244" y="50737"/>
                  <a:pt x="2248801" y="50737"/>
                </a:cubicBezTo>
                <a:cubicBezTo>
                  <a:pt x="2248359" y="50737"/>
                  <a:pt x="2247820" y="50613"/>
                  <a:pt x="2247185" y="50364"/>
                </a:cubicBezTo>
                <a:cubicBezTo>
                  <a:pt x="2246549" y="50115"/>
                  <a:pt x="2245831" y="49866"/>
                  <a:pt x="2245029" y="49618"/>
                </a:cubicBezTo>
                <a:cubicBezTo>
                  <a:pt x="2244228" y="49369"/>
                  <a:pt x="2243330" y="49134"/>
                  <a:pt x="2242335" y="48913"/>
                </a:cubicBezTo>
                <a:cubicBezTo>
                  <a:pt x="2241340" y="48692"/>
                  <a:pt x="2240262" y="48581"/>
                  <a:pt x="2239102" y="48581"/>
                </a:cubicBezTo>
                <a:cubicBezTo>
                  <a:pt x="2237720" y="48581"/>
                  <a:pt x="2236366" y="48858"/>
                  <a:pt x="2235039" y="49410"/>
                </a:cubicBezTo>
                <a:cubicBezTo>
                  <a:pt x="2233713" y="49963"/>
                  <a:pt x="2232317" y="50875"/>
                  <a:pt x="2230853" y="52146"/>
                </a:cubicBezTo>
                <a:cubicBezTo>
                  <a:pt x="2229388" y="53417"/>
                  <a:pt x="2227855" y="55103"/>
                  <a:pt x="2226252" y="57203"/>
                </a:cubicBezTo>
                <a:cubicBezTo>
                  <a:pt x="2224649" y="59304"/>
                  <a:pt x="2222880" y="61874"/>
                  <a:pt x="2220946" y="64913"/>
                </a:cubicBezTo>
                <a:lnTo>
                  <a:pt x="2220946" y="113992"/>
                </a:lnTo>
                <a:cubicBezTo>
                  <a:pt x="2220946" y="114434"/>
                  <a:pt x="2220835" y="114807"/>
                  <a:pt x="2220614" y="115111"/>
                </a:cubicBezTo>
                <a:cubicBezTo>
                  <a:pt x="2220393" y="115415"/>
                  <a:pt x="2220034" y="115678"/>
                  <a:pt x="2219537" y="115899"/>
                </a:cubicBezTo>
                <a:cubicBezTo>
                  <a:pt x="2219039" y="116120"/>
                  <a:pt x="2218348" y="116286"/>
                  <a:pt x="2217464" y="116396"/>
                </a:cubicBezTo>
                <a:cubicBezTo>
                  <a:pt x="2216580" y="116507"/>
                  <a:pt x="2215447" y="116562"/>
                  <a:pt x="2214065" y="116562"/>
                </a:cubicBezTo>
                <a:cubicBezTo>
                  <a:pt x="2212738" y="116562"/>
                  <a:pt x="2211633" y="116507"/>
                  <a:pt x="2210749" y="116396"/>
                </a:cubicBezTo>
                <a:cubicBezTo>
                  <a:pt x="2209864" y="116286"/>
                  <a:pt x="2209160" y="116120"/>
                  <a:pt x="2208635" y="115899"/>
                </a:cubicBezTo>
                <a:cubicBezTo>
                  <a:pt x="2208110" y="115678"/>
                  <a:pt x="2207750" y="115415"/>
                  <a:pt x="2207557" y="115111"/>
                </a:cubicBezTo>
                <a:cubicBezTo>
                  <a:pt x="2207364" y="114807"/>
                  <a:pt x="2207267" y="114434"/>
                  <a:pt x="2207267" y="113992"/>
                </a:cubicBezTo>
                <a:lnTo>
                  <a:pt x="2207267" y="39379"/>
                </a:lnTo>
                <a:cubicBezTo>
                  <a:pt x="2207267" y="38937"/>
                  <a:pt x="2207350" y="38564"/>
                  <a:pt x="2207516" y="38260"/>
                </a:cubicBezTo>
                <a:cubicBezTo>
                  <a:pt x="2207681" y="37956"/>
                  <a:pt x="2208013" y="37680"/>
                  <a:pt x="2208510" y="37431"/>
                </a:cubicBezTo>
                <a:cubicBezTo>
                  <a:pt x="2209008" y="37182"/>
                  <a:pt x="2209643" y="37016"/>
                  <a:pt x="2210417" y="36933"/>
                </a:cubicBezTo>
                <a:cubicBezTo>
                  <a:pt x="2211191" y="36851"/>
                  <a:pt x="2212213" y="36809"/>
                  <a:pt x="2213485" y="36809"/>
                </a:cubicBezTo>
                <a:cubicBezTo>
                  <a:pt x="2214700" y="36809"/>
                  <a:pt x="2215709" y="36851"/>
                  <a:pt x="2216511" y="36933"/>
                </a:cubicBezTo>
                <a:cubicBezTo>
                  <a:pt x="2217312" y="37016"/>
                  <a:pt x="2217934" y="37182"/>
                  <a:pt x="2218376" y="37431"/>
                </a:cubicBezTo>
                <a:cubicBezTo>
                  <a:pt x="2218818" y="37680"/>
                  <a:pt x="2219136" y="37956"/>
                  <a:pt x="2219329" y="38260"/>
                </a:cubicBezTo>
                <a:cubicBezTo>
                  <a:pt x="2219523" y="38564"/>
                  <a:pt x="2219619" y="38937"/>
                  <a:pt x="2219619" y="39379"/>
                </a:cubicBezTo>
                <a:lnTo>
                  <a:pt x="2219619" y="50239"/>
                </a:lnTo>
                <a:cubicBezTo>
                  <a:pt x="2221664" y="47255"/>
                  <a:pt x="2223585" y="44823"/>
                  <a:pt x="2225381" y="42944"/>
                </a:cubicBezTo>
                <a:cubicBezTo>
                  <a:pt x="2227177" y="41065"/>
                  <a:pt x="2228877" y="39586"/>
                  <a:pt x="2230480" y="38509"/>
                </a:cubicBezTo>
                <a:cubicBezTo>
                  <a:pt x="2232083" y="37431"/>
                  <a:pt x="2233672" y="36685"/>
                  <a:pt x="2235247" y="36270"/>
                </a:cubicBezTo>
                <a:cubicBezTo>
                  <a:pt x="2236822" y="35856"/>
                  <a:pt x="2238411" y="35648"/>
                  <a:pt x="2240014" y="35648"/>
                </a:cubicBezTo>
                <a:cubicBezTo>
                  <a:pt x="2240732" y="35648"/>
                  <a:pt x="2241547" y="35690"/>
                  <a:pt x="2242459" y="35773"/>
                </a:cubicBezTo>
                <a:cubicBezTo>
                  <a:pt x="2243371" y="35856"/>
                  <a:pt x="2244325" y="36008"/>
                  <a:pt x="2245319" y="36229"/>
                </a:cubicBezTo>
                <a:cubicBezTo>
                  <a:pt x="2246314" y="36450"/>
                  <a:pt x="2247212" y="36699"/>
                  <a:pt x="2248014" y="36975"/>
                </a:cubicBezTo>
                <a:cubicBezTo>
                  <a:pt x="2248815" y="37251"/>
                  <a:pt x="2249382" y="37528"/>
                  <a:pt x="2249713" y="37804"/>
                </a:cubicBezTo>
                <a:cubicBezTo>
                  <a:pt x="2250045" y="38080"/>
                  <a:pt x="2250266" y="38343"/>
                  <a:pt x="2250377" y="38592"/>
                </a:cubicBezTo>
                <a:cubicBezTo>
                  <a:pt x="2250487" y="38840"/>
                  <a:pt x="2250584" y="39158"/>
                  <a:pt x="2250667" y="39545"/>
                </a:cubicBezTo>
                <a:cubicBezTo>
                  <a:pt x="2250750" y="39932"/>
                  <a:pt x="2250805" y="40498"/>
                  <a:pt x="2250833" y="41244"/>
                </a:cubicBezTo>
                <a:cubicBezTo>
                  <a:pt x="2250860" y="41991"/>
                  <a:pt x="2250874" y="42999"/>
                  <a:pt x="2250874" y="44270"/>
                </a:cubicBezTo>
                <a:close/>
                <a:moveTo>
                  <a:pt x="2280032" y="113992"/>
                </a:moveTo>
                <a:cubicBezTo>
                  <a:pt x="2280032" y="114434"/>
                  <a:pt x="2279921" y="114807"/>
                  <a:pt x="2279700" y="115111"/>
                </a:cubicBezTo>
                <a:cubicBezTo>
                  <a:pt x="2279479" y="115415"/>
                  <a:pt x="2279120" y="115678"/>
                  <a:pt x="2278622" y="115899"/>
                </a:cubicBezTo>
                <a:cubicBezTo>
                  <a:pt x="2278125" y="116120"/>
                  <a:pt x="2277434" y="116286"/>
                  <a:pt x="2276550" y="116396"/>
                </a:cubicBezTo>
                <a:cubicBezTo>
                  <a:pt x="2275665" y="116507"/>
                  <a:pt x="2274532" y="116562"/>
                  <a:pt x="2273151" y="116562"/>
                </a:cubicBezTo>
                <a:cubicBezTo>
                  <a:pt x="2271824" y="116562"/>
                  <a:pt x="2270719" y="116507"/>
                  <a:pt x="2269834" y="116396"/>
                </a:cubicBezTo>
                <a:cubicBezTo>
                  <a:pt x="2268950" y="116286"/>
                  <a:pt x="2268245" y="116120"/>
                  <a:pt x="2267720" y="115899"/>
                </a:cubicBezTo>
                <a:cubicBezTo>
                  <a:pt x="2267195" y="115678"/>
                  <a:pt x="2266836" y="115415"/>
                  <a:pt x="2266643" y="115111"/>
                </a:cubicBezTo>
                <a:cubicBezTo>
                  <a:pt x="2266449" y="114807"/>
                  <a:pt x="2266352" y="114434"/>
                  <a:pt x="2266352" y="113992"/>
                </a:cubicBezTo>
                <a:lnTo>
                  <a:pt x="2266352" y="39379"/>
                </a:lnTo>
                <a:cubicBezTo>
                  <a:pt x="2266352" y="38992"/>
                  <a:pt x="2266449" y="38633"/>
                  <a:pt x="2266643" y="38301"/>
                </a:cubicBezTo>
                <a:cubicBezTo>
                  <a:pt x="2266836" y="37970"/>
                  <a:pt x="2267195" y="37693"/>
                  <a:pt x="2267720" y="37472"/>
                </a:cubicBezTo>
                <a:cubicBezTo>
                  <a:pt x="2268245" y="37251"/>
                  <a:pt x="2268950" y="37085"/>
                  <a:pt x="2269834" y="36975"/>
                </a:cubicBezTo>
                <a:cubicBezTo>
                  <a:pt x="2270719" y="36864"/>
                  <a:pt x="2271824" y="36809"/>
                  <a:pt x="2273151" y="36809"/>
                </a:cubicBezTo>
                <a:cubicBezTo>
                  <a:pt x="2274532" y="36809"/>
                  <a:pt x="2275665" y="36864"/>
                  <a:pt x="2276550" y="36975"/>
                </a:cubicBezTo>
                <a:cubicBezTo>
                  <a:pt x="2277434" y="37085"/>
                  <a:pt x="2278125" y="37251"/>
                  <a:pt x="2278622" y="37472"/>
                </a:cubicBezTo>
                <a:cubicBezTo>
                  <a:pt x="2279120" y="37693"/>
                  <a:pt x="2279479" y="37970"/>
                  <a:pt x="2279700" y="38301"/>
                </a:cubicBezTo>
                <a:cubicBezTo>
                  <a:pt x="2279921" y="38633"/>
                  <a:pt x="2280032" y="38992"/>
                  <a:pt x="2280032" y="39379"/>
                </a:cubicBezTo>
                <a:lnTo>
                  <a:pt x="2280032" y="113992"/>
                </a:lnTo>
                <a:moveTo>
                  <a:pt x="2281607" y="14094"/>
                </a:moveTo>
                <a:cubicBezTo>
                  <a:pt x="2281607" y="17299"/>
                  <a:pt x="2280999" y="19482"/>
                  <a:pt x="2279783" y="20643"/>
                </a:cubicBezTo>
                <a:cubicBezTo>
                  <a:pt x="2278567" y="21804"/>
                  <a:pt x="2276329" y="22384"/>
                  <a:pt x="2273068" y="22384"/>
                </a:cubicBezTo>
                <a:cubicBezTo>
                  <a:pt x="2269862" y="22384"/>
                  <a:pt x="2267665" y="21817"/>
                  <a:pt x="2266477" y="20684"/>
                </a:cubicBezTo>
                <a:cubicBezTo>
                  <a:pt x="2265289" y="19551"/>
                  <a:pt x="2264694" y="17410"/>
                  <a:pt x="2264694" y="14259"/>
                </a:cubicBezTo>
                <a:cubicBezTo>
                  <a:pt x="2264694" y="11054"/>
                  <a:pt x="2265302" y="8871"/>
                  <a:pt x="2266518" y="7710"/>
                </a:cubicBezTo>
                <a:cubicBezTo>
                  <a:pt x="2267734" y="6549"/>
                  <a:pt x="2269973" y="5969"/>
                  <a:pt x="2273233" y="5969"/>
                </a:cubicBezTo>
                <a:cubicBezTo>
                  <a:pt x="2276439" y="5969"/>
                  <a:pt x="2278636" y="6536"/>
                  <a:pt x="2279824" y="7669"/>
                </a:cubicBezTo>
                <a:cubicBezTo>
                  <a:pt x="2281013" y="8802"/>
                  <a:pt x="2281607" y="10943"/>
                  <a:pt x="2281607" y="14094"/>
                </a:cubicBezTo>
                <a:close/>
                <a:moveTo>
                  <a:pt x="2344278" y="108603"/>
                </a:moveTo>
                <a:cubicBezTo>
                  <a:pt x="2344278" y="110206"/>
                  <a:pt x="2344167" y="111477"/>
                  <a:pt x="2343946" y="112417"/>
                </a:cubicBezTo>
                <a:cubicBezTo>
                  <a:pt x="2343725" y="113357"/>
                  <a:pt x="2343393" y="114047"/>
                  <a:pt x="2342951" y="114490"/>
                </a:cubicBezTo>
                <a:cubicBezTo>
                  <a:pt x="2342509" y="114932"/>
                  <a:pt x="2341846" y="115346"/>
                  <a:pt x="2340961" y="115733"/>
                </a:cubicBezTo>
                <a:cubicBezTo>
                  <a:pt x="2340077" y="116120"/>
                  <a:pt x="2339068" y="116438"/>
                  <a:pt x="2337935" y="116687"/>
                </a:cubicBezTo>
                <a:cubicBezTo>
                  <a:pt x="2336802" y="116935"/>
                  <a:pt x="2335600" y="117143"/>
                  <a:pt x="2334329" y="117308"/>
                </a:cubicBezTo>
                <a:cubicBezTo>
                  <a:pt x="2333058" y="117474"/>
                  <a:pt x="2331787" y="117557"/>
                  <a:pt x="2330516" y="117557"/>
                </a:cubicBezTo>
                <a:cubicBezTo>
                  <a:pt x="2326647" y="117557"/>
                  <a:pt x="2323331" y="117045"/>
                  <a:pt x="2320567" y="116021"/>
                </a:cubicBezTo>
                <a:cubicBezTo>
                  <a:pt x="2317804" y="114995"/>
                  <a:pt x="2315538" y="113443"/>
                  <a:pt x="2313769" y="111365"/>
                </a:cubicBezTo>
                <a:cubicBezTo>
                  <a:pt x="2312001" y="109287"/>
                  <a:pt x="2310716" y="106656"/>
                  <a:pt x="2309914" y="103471"/>
                </a:cubicBezTo>
                <a:cubicBezTo>
                  <a:pt x="2309113" y="100286"/>
                  <a:pt x="2308712" y="96533"/>
                  <a:pt x="2308712" y="92212"/>
                </a:cubicBezTo>
                <a:lnTo>
                  <a:pt x="2308712" y="48499"/>
                </a:lnTo>
                <a:lnTo>
                  <a:pt x="2298266" y="48499"/>
                </a:lnTo>
                <a:cubicBezTo>
                  <a:pt x="2297437" y="48499"/>
                  <a:pt x="2296774" y="48056"/>
                  <a:pt x="2296276" y="47172"/>
                </a:cubicBezTo>
                <a:cubicBezTo>
                  <a:pt x="2295779" y="46288"/>
                  <a:pt x="2295530" y="44851"/>
                  <a:pt x="2295530" y="42861"/>
                </a:cubicBezTo>
                <a:cubicBezTo>
                  <a:pt x="2295530" y="41811"/>
                  <a:pt x="2295599" y="40927"/>
                  <a:pt x="2295738" y="40208"/>
                </a:cubicBezTo>
                <a:cubicBezTo>
                  <a:pt x="2295876" y="39490"/>
                  <a:pt x="2296055" y="38896"/>
                  <a:pt x="2296276" y="38426"/>
                </a:cubicBezTo>
                <a:cubicBezTo>
                  <a:pt x="2296498" y="37956"/>
                  <a:pt x="2296788" y="37624"/>
                  <a:pt x="2297147" y="37431"/>
                </a:cubicBezTo>
                <a:cubicBezTo>
                  <a:pt x="2297506" y="37237"/>
                  <a:pt x="2297907" y="37141"/>
                  <a:pt x="2298349" y="37141"/>
                </a:cubicBezTo>
                <a:lnTo>
                  <a:pt x="2308712" y="37141"/>
                </a:lnTo>
                <a:lnTo>
                  <a:pt x="2308712" y="19399"/>
                </a:lnTo>
                <a:cubicBezTo>
                  <a:pt x="2308712" y="19013"/>
                  <a:pt x="2308809" y="18653"/>
                  <a:pt x="2309002" y="18322"/>
                </a:cubicBezTo>
                <a:cubicBezTo>
                  <a:pt x="2309196" y="17990"/>
                  <a:pt x="2309555" y="17700"/>
                  <a:pt x="2310080" y="17451"/>
                </a:cubicBezTo>
                <a:cubicBezTo>
                  <a:pt x="2310605" y="17202"/>
                  <a:pt x="2311310" y="17023"/>
                  <a:pt x="2312194" y="16912"/>
                </a:cubicBezTo>
                <a:cubicBezTo>
                  <a:pt x="2313078" y="16802"/>
                  <a:pt x="2314184" y="16746"/>
                  <a:pt x="2315510" y="16746"/>
                </a:cubicBezTo>
                <a:cubicBezTo>
                  <a:pt x="2316892" y="16746"/>
                  <a:pt x="2318025" y="16802"/>
                  <a:pt x="2318909" y="16912"/>
                </a:cubicBezTo>
                <a:cubicBezTo>
                  <a:pt x="2319793" y="17023"/>
                  <a:pt x="2320484" y="17202"/>
                  <a:pt x="2320982" y="17451"/>
                </a:cubicBezTo>
                <a:cubicBezTo>
                  <a:pt x="2321479" y="17700"/>
                  <a:pt x="2321838" y="17990"/>
                  <a:pt x="2322059" y="18322"/>
                </a:cubicBezTo>
                <a:cubicBezTo>
                  <a:pt x="2322281" y="18653"/>
                  <a:pt x="2322391" y="19013"/>
                  <a:pt x="2322391" y="19399"/>
                </a:cubicBezTo>
                <a:lnTo>
                  <a:pt x="2322391" y="37141"/>
                </a:lnTo>
                <a:lnTo>
                  <a:pt x="2341542" y="37141"/>
                </a:lnTo>
                <a:cubicBezTo>
                  <a:pt x="2341984" y="37141"/>
                  <a:pt x="2342371" y="37237"/>
                  <a:pt x="2342702" y="37431"/>
                </a:cubicBezTo>
                <a:cubicBezTo>
                  <a:pt x="2343034" y="37624"/>
                  <a:pt x="2343324" y="37956"/>
                  <a:pt x="2343573" y="38426"/>
                </a:cubicBezTo>
                <a:cubicBezTo>
                  <a:pt x="2343822" y="38896"/>
                  <a:pt x="2344001" y="39490"/>
                  <a:pt x="2344112" y="40208"/>
                </a:cubicBezTo>
                <a:cubicBezTo>
                  <a:pt x="2344222" y="40927"/>
                  <a:pt x="2344278" y="41811"/>
                  <a:pt x="2344278" y="42861"/>
                </a:cubicBezTo>
                <a:cubicBezTo>
                  <a:pt x="2344278" y="44851"/>
                  <a:pt x="2344029" y="46288"/>
                  <a:pt x="2343531" y="47172"/>
                </a:cubicBezTo>
                <a:cubicBezTo>
                  <a:pt x="2343034" y="48056"/>
                  <a:pt x="2342371" y="48499"/>
                  <a:pt x="2341542" y="48499"/>
                </a:cubicBezTo>
                <a:lnTo>
                  <a:pt x="2322391" y="48499"/>
                </a:lnTo>
                <a:lnTo>
                  <a:pt x="2322391" y="90238"/>
                </a:lnTo>
                <a:cubicBezTo>
                  <a:pt x="2322391" y="95392"/>
                  <a:pt x="2323151" y="99285"/>
                  <a:pt x="2324671" y="101919"/>
                </a:cubicBezTo>
                <a:cubicBezTo>
                  <a:pt x="2326191" y="104552"/>
                  <a:pt x="2328913" y="105868"/>
                  <a:pt x="2332837" y="105868"/>
                </a:cubicBezTo>
                <a:cubicBezTo>
                  <a:pt x="2334108" y="105868"/>
                  <a:pt x="2335241" y="105743"/>
                  <a:pt x="2336236" y="105495"/>
                </a:cubicBezTo>
                <a:cubicBezTo>
                  <a:pt x="2337231" y="105246"/>
                  <a:pt x="2338115" y="104983"/>
                  <a:pt x="2338889" y="104707"/>
                </a:cubicBezTo>
                <a:cubicBezTo>
                  <a:pt x="2339663" y="104431"/>
                  <a:pt x="2340326" y="104168"/>
                  <a:pt x="2340879" y="103919"/>
                </a:cubicBezTo>
                <a:cubicBezTo>
                  <a:pt x="2341431" y="103671"/>
                  <a:pt x="2341929" y="103546"/>
                  <a:pt x="2342371" y="103546"/>
                </a:cubicBezTo>
                <a:cubicBezTo>
                  <a:pt x="2342647" y="103546"/>
                  <a:pt x="2342910" y="103615"/>
                  <a:pt x="2343158" y="103754"/>
                </a:cubicBezTo>
                <a:cubicBezTo>
                  <a:pt x="2343407" y="103892"/>
                  <a:pt x="2343601" y="104154"/>
                  <a:pt x="2343739" y="104541"/>
                </a:cubicBezTo>
                <a:cubicBezTo>
                  <a:pt x="2343877" y="104928"/>
                  <a:pt x="2344001" y="105453"/>
                  <a:pt x="2344112" y="106116"/>
                </a:cubicBezTo>
                <a:cubicBezTo>
                  <a:pt x="2344222" y="106780"/>
                  <a:pt x="2344278" y="107609"/>
                  <a:pt x="2344278" y="108603"/>
                </a:cubicBezTo>
                <a:close/>
                <a:moveTo>
                  <a:pt x="2396178" y="116065"/>
                </a:moveTo>
                <a:lnTo>
                  <a:pt x="2386229" y="143506"/>
                </a:lnTo>
                <a:cubicBezTo>
                  <a:pt x="2385898" y="144390"/>
                  <a:pt x="2385055" y="145067"/>
                  <a:pt x="2383701" y="145537"/>
                </a:cubicBezTo>
                <a:cubicBezTo>
                  <a:pt x="2382347" y="146007"/>
                  <a:pt x="2380288" y="146242"/>
                  <a:pt x="2377524" y="146242"/>
                </a:cubicBezTo>
                <a:cubicBezTo>
                  <a:pt x="2376087" y="146242"/>
                  <a:pt x="2374927" y="146173"/>
                  <a:pt x="2374043" y="146034"/>
                </a:cubicBezTo>
                <a:cubicBezTo>
                  <a:pt x="2373158" y="145896"/>
                  <a:pt x="2372481" y="145661"/>
                  <a:pt x="2372011" y="145330"/>
                </a:cubicBezTo>
                <a:cubicBezTo>
                  <a:pt x="2371542" y="144998"/>
                  <a:pt x="2371279" y="144556"/>
                  <a:pt x="2371224" y="144003"/>
                </a:cubicBezTo>
                <a:cubicBezTo>
                  <a:pt x="2371169" y="143451"/>
                  <a:pt x="2371307" y="142787"/>
                  <a:pt x="2371638" y="142014"/>
                </a:cubicBezTo>
                <a:lnTo>
                  <a:pt x="2381918" y="116065"/>
                </a:lnTo>
                <a:cubicBezTo>
                  <a:pt x="2381421" y="115844"/>
                  <a:pt x="2380951" y="115484"/>
                  <a:pt x="2380509" y="114987"/>
                </a:cubicBezTo>
                <a:cubicBezTo>
                  <a:pt x="2380067" y="114490"/>
                  <a:pt x="2379763" y="113965"/>
                  <a:pt x="2379597" y="113412"/>
                </a:cubicBezTo>
                <a:lnTo>
                  <a:pt x="2352985" y="42115"/>
                </a:lnTo>
                <a:cubicBezTo>
                  <a:pt x="2352543" y="40954"/>
                  <a:pt x="2352322" y="40042"/>
                  <a:pt x="2352322" y="39379"/>
                </a:cubicBezTo>
                <a:cubicBezTo>
                  <a:pt x="2352322" y="38716"/>
                  <a:pt x="2352543" y="38191"/>
                  <a:pt x="2352985" y="37804"/>
                </a:cubicBezTo>
                <a:cubicBezTo>
                  <a:pt x="2353427" y="37417"/>
                  <a:pt x="2354146" y="37155"/>
                  <a:pt x="2355141" y="37016"/>
                </a:cubicBezTo>
                <a:cubicBezTo>
                  <a:pt x="2356135" y="36878"/>
                  <a:pt x="2357462" y="36809"/>
                  <a:pt x="2359120" y="36809"/>
                </a:cubicBezTo>
                <a:cubicBezTo>
                  <a:pt x="2360778" y="36809"/>
                  <a:pt x="2362077" y="36851"/>
                  <a:pt x="2363016" y="36933"/>
                </a:cubicBezTo>
                <a:cubicBezTo>
                  <a:pt x="2363956" y="37016"/>
                  <a:pt x="2364702" y="37168"/>
                  <a:pt x="2365255" y="37389"/>
                </a:cubicBezTo>
                <a:cubicBezTo>
                  <a:pt x="2365807" y="37611"/>
                  <a:pt x="2366208" y="37928"/>
                  <a:pt x="2366457" y="38343"/>
                </a:cubicBezTo>
                <a:cubicBezTo>
                  <a:pt x="2366706" y="38757"/>
                  <a:pt x="2366968" y="39324"/>
                  <a:pt x="2367244" y="40042"/>
                </a:cubicBezTo>
                <a:lnTo>
                  <a:pt x="2388551" y="99899"/>
                </a:lnTo>
                <a:lnTo>
                  <a:pt x="2388799" y="99899"/>
                </a:lnTo>
                <a:lnTo>
                  <a:pt x="2409359" y="39711"/>
                </a:lnTo>
                <a:cubicBezTo>
                  <a:pt x="2409691" y="38661"/>
                  <a:pt x="2410092" y="37984"/>
                  <a:pt x="2410561" y="37680"/>
                </a:cubicBezTo>
                <a:cubicBezTo>
                  <a:pt x="2411031" y="37376"/>
                  <a:pt x="2411736" y="37155"/>
                  <a:pt x="2412676" y="37016"/>
                </a:cubicBezTo>
                <a:cubicBezTo>
                  <a:pt x="2413615" y="36878"/>
                  <a:pt x="2414969" y="36809"/>
                  <a:pt x="2416738" y="36809"/>
                </a:cubicBezTo>
                <a:cubicBezTo>
                  <a:pt x="2418285" y="36809"/>
                  <a:pt x="2419556" y="36878"/>
                  <a:pt x="2420551" y="37016"/>
                </a:cubicBezTo>
                <a:cubicBezTo>
                  <a:pt x="2421546" y="37155"/>
                  <a:pt x="2422278" y="37417"/>
                  <a:pt x="2422748" y="37804"/>
                </a:cubicBezTo>
                <a:cubicBezTo>
                  <a:pt x="2423218" y="38191"/>
                  <a:pt x="2423453" y="38716"/>
                  <a:pt x="2423453" y="39379"/>
                </a:cubicBezTo>
                <a:cubicBezTo>
                  <a:pt x="2423453" y="40042"/>
                  <a:pt x="2423287" y="40871"/>
                  <a:pt x="2422956" y="41866"/>
                </a:cubicBezTo>
                <a:lnTo>
                  <a:pt x="2396178" y="116065"/>
                </a:lnTo>
                <a:close/>
                <a:moveTo>
                  <a:pt x="2546892" y="75898"/>
                </a:moveTo>
                <a:cubicBezTo>
                  <a:pt x="2546892" y="81983"/>
                  <a:pt x="2546091" y="87584"/>
                  <a:pt x="2544488" y="92702"/>
                </a:cubicBezTo>
                <a:cubicBezTo>
                  <a:pt x="2542885" y="97819"/>
                  <a:pt x="2540495" y="102232"/>
                  <a:pt x="2537317" y="105940"/>
                </a:cubicBezTo>
                <a:cubicBezTo>
                  <a:pt x="2534139" y="109647"/>
                  <a:pt x="2530159" y="112537"/>
                  <a:pt x="2525378" y="114611"/>
                </a:cubicBezTo>
                <a:cubicBezTo>
                  <a:pt x="2520598" y="116686"/>
                  <a:pt x="2515057" y="117723"/>
                  <a:pt x="2508756" y="117723"/>
                </a:cubicBezTo>
                <a:cubicBezTo>
                  <a:pt x="2502621" y="117723"/>
                  <a:pt x="2497274" y="116810"/>
                  <a:pt x="2492715" y="114984"/>
                </a:cubicBezTo>
                <a:cubicBezTo>
                  <a:pt x="2488155" y="113159"/>
                  <a:pt x="2484355" y="110503"/>
                  <a:pt x="2481315" y="107018"/>
                </a:cubicBezTo>
                <a:cubicBezTo>
                  <a:pt x="2478276" y="103533"/>
                  <a:pt x="2476009" y="99300"/>
                  <a:pt x="2474517" y="94321"/>
                </a:cubicBezTo>
                <a:cubicBezTo>
                  <a:pt x="2473025" y="89341"/>
                  <a:pt x="2472279" y="83698"/>
                  <a:pt x="2472279" y="77390"/>
                </a:cubicBezTo>
                <a:cubicBezTo>
                  <a:pt x="2472279" y="71306"/>
                  <a:pt x="2473066" y="65704"/>
                  <a:pt x="2474642" y="60587"/>
                </a:cubicBezTo>
                <a:cubicBezTo>
                  <a:pt x="2476217" y="55469"/>
                  <a:pt x="2478593" y="51057"/>
                  <a:pt x="2481771" y="47351"/>
                </a:cubicBezTo>
                <a:cubicBezTo>
                  <a:pt x="2484949" y="43643"/>
                  <a:pt x="2488915" y="40765"/>
                  <a:pt x="2493668" y="38718"/>
                </a:cubicBezTo>
                <a:cubicBezTo>
                  <a:pt x="2498421" y="36672"/>
                  <a:pt x="2503976" y="35648"/>
                  <a:pt x="2510331" y="35648"/>
                </a:cubicBezTo>
                <a:cubicBezTo>
                  <a:pt x="2516466" y="35648"/>
                  <a:pt x="2521814" y="36561"/>
                  <a:pt x="2526373" y="38387"/>
                </a:cubicBezTo>
                <a:cubicBezTo>
                  <a:pt x="2530933" y="40212"/>
                  <a:pt x="2534733" y="42868"/>
                  <a:pt x="2537773" y="46353"/>
                </a:cubicBezTo>
                <a:cubicBezTo>
                  <a:pt x="2540812" y="49839"/>
                  <a:pt x="2543092" y="54071"/>
                  <a:pt x="2544612" y="59051"/>
                </a:cubicBezTo>
                <a:cubicBezTo>
                  <a:pt x="2546132" y="64030"/>
                  <a:pt x="2546892" y="69646"/>
                  <a:pt x="2546892" y="75898"/>
                </a:cubicBezTo>
                <a:moveTo>
                  <a:pt x="2532467" y="76810"/>
                </a:moveTo>
                <a:cubicBezTo>
                  <a:pt x="2532467" y="72770"/>
                  <a:pt x="2532094" y="68951"/>
                  <a:pt x="2531348" y="65354"/>
                </a:cubicBezTo>
                <a:cubicBezTo>
                  <a:pt x="2530601" y="61756"/>
                  <a:pt x="2529372" y="58601"/>
                  <a:pt x="2527658" y="55890"/>
                </a:cubicBezTo>
                <a:cubicBezTo>
                  <a:pt x="2525945" y="53178"/>
                  <a:pt x="2523624" y="51034"/>
                  <a:pt x="2520694" y="49457"/>
                </a:cubicBezTo>
                <a:cubicBezTo>
                  <a:pt x="2517765" y="47878"/>
                  <a:pt x="2514117" y="47089"/>
                  <a:pt x="2509751" y="47089"/>
                </a:cubicBezTo>
                <a:cubicBezTo>
                  <a:pt x="2505717" y="47089"/>
                  <a:pt x="2502248" y="47809"/>
                  <a:pt x="2499347" y="49247"/>
                </a:cubicBezTo>
                <a:cubicBezTo>
                  <a:pt x="2496445" y="50686"/>
                  <a:pt x="2494055" y="52721"/>
                  <a:pt x="2492176" y="55351"/>
                </a:cubicBezTo>
                <a:cubicBezTo>
                  <a:pt x="2490297" y="57980"/>
                  <a:pt x="2488901" y="61093"/>
                  <a:pt x="2487989" y="64691"/>
                </a:cubicBezTo>
                <a:cubicBezTo>
                  <a:pt x="2487077" y="68287"/>
                  <a:pt x="2486621" y="72216"/>
                  <a:pt x="2486621" y="76478"/>
                </a:cubicBezTo>
                <a:cubicBezTo>
                  <a:pt x="2486621" y="80573"/>
                  <a:pt x="2486994" y="84420"/>
                  <a:pt x="2487740" y="88018"/>
                </a:cubicBezTo>
                <a:cubicBezTo>
                  <a:pt x="2488486" y="91615"/>
                  <a:pt x="2489730" y="94756"/>
                  <a:pt x="2491471" y="97440"/>
                </a:cubicBezTo>
                <a:cubicBezTo>
                  <a:pt x="2493212" y="100124"/>
                  <a:pt x="2495547" y="102255"/>
                  <a:pt x="2498476" y="103834"/>
                </a:cubicBezTo>
                <a:cubicBezTo>
                  <a:pt x="2501406" y="105411"/>
                  <a:pt x="2505053" y="106199"/>
                  <a:pt x="2509420" y="106199"/>
                </a:cubicBezTo>
                <a:cubicBezTo>
                  <a:pt x="2513399" y="106199"/>
                  <a:pt x="2516853" y="105480"/>
                  <a:pt x="2519782" y="104041"/>
                </a:cubicBezTo>
                <a:cubicBezTo>
                  <a:pt x="2522712" y="102602"/>
                  <a:pt x="2525116" y="100583"/>
                  <a:pt x="2526995" y="97981"/>
                </a:cubicBezTo>
                <a:cubicBezTo>
                  <a:pt x="2528874" y="95379"/>
                  <a:pt x="2530256" y="92279"/>
                  <a:pt x="2531140" y="88683"/>
                </a:cubicBezTo>
                <a:cubicBezTo>
                  <a:pt x="2532025" y="85086"/>
                  <a:pt x="2532467" y="81128"/>
                  <a:pt x="2532467" y="76810"/>
                </a:cubicBezTo>
                <a:close/>
                <a:moveTo>
                  <a:pt x="2608094" y="8705"/>
                </a:moveTo>
                <a:cubicBezTo>
                  <a:pt x="2608094" y="9755"/>
                  <a:pt x="2608039" y="10598"/>
                  <a:pt x="2607928" y="11233"/>
                </a:cubicBezTo>
                <a:cubicBezTo>
                  <a:pt x="2607818" y="11869"/>
                  <a:pt x="2607693" y="12380"/>
                  <a:pt x="2607555" y="12767"/>
                </a:cubicBezTo>
                <a:cubicBezTo>
                  <a:pt x="2607417" y="13154"/>
                  <a:pt x="2607237" y="13417"/>
                  <a:pt x="2607016" y="13555"/>
                </a:cubicBezTo>
                <a:cubicBezTo>
                  <a:pt x="2606795" y="13693"/>
                  <a:pt x="2606519" y="13762"/>
                  <a:pt x="2606187" y="13762"/>
                </a:cubicBezTo>
                <a:cubicBezTo>
                  <a:pt x="2605800" y="13762"/>
                  <a:pt x="2605317" y="13638"/>
                  <a:pt x="2604736" y="13389"/>
                </a:cubicBezTo>
                <a:cubicBezTo>
                  <a:pt x="2604156" y="13140"/>
                  <a:pt x="2603451" y="12864"/>
                  <a:pt x="2602622" y="12560"/>
                </a:cubicBezTo>
                <a:cubicBezTo>
                  <a:pt x="2601793" y="12256"/>
                  <a:pt x="2600812" y="11980"/>
                  <a:pt x="2599679" y="11731"/>
                </a:cubicBezTo>
                <a:cubicBezTo>
                  <a:pt x="2598546" y="11482"/>
                  <a:pt x="2597234" y="11358"/>
                  <a:pt x="2595741" y="11358"/>
                </a:cubicBezTo>
                <a:cubicBezTo>
                  <a:pt x="2593696" y="11358"/>
                  <a:pt x="2591956" y="11689"/>
                  <a:pt x="2590519" y="12350"/>
                </a:cubicBezTo>
                <a:cubicBezTo>
                  <a:pt x="2589082" y="13012"/>
                  <a:pt x="2587921" y="14044"/>
                  <a:pt x="2587037" y="15449"/>
                </a:cubicBezTo>
                <a:cubicBezTo>
                  <a:pt x="2586152" y="16853"/>
                  <a:pt x="2585517" y="18671"/>
                  <a:pt x="2585130" y="20902"/>
                </a:cubicBezTo>
                <a:cubicBezTo>
                  <a:pt x="2584743" y="23134"/>
                  <a:pt x="2584549" y="25847"/>
                  <a:pt x="2584549" y="29042"/>
                </a:cubicBezTo>
                <a:lnTo>
                  <a:pt x="2584549" y="37141"/>
                </a:lnTo>
                <a:lnTo>
                  <a:pt x="2601213" y="37141"/>
                </a:lnTo>
                <a:cubicBezTo>
                  <a:pt x="2601655" y="37141"/>
                  <a:pt x="2602028" y="37237"/>
                  <a:pt x="2602332" y="37431"/>
                </a:cubicBezTo>
                <a:cubicBezTo>
                  <a:pt x="2602636" y="37624"/>
                  <a:pt x="2602913" y="37956"/>
                  <a:pt x="2603161" y="38426"/>
                </a:cubicBezTo>
                <a:cubicBezTo>
                  <a:pt x="2603410" y="38896"/>
                  <a:pt x="2603603" y="39490"/>
                  <a:pt x="2603742" y="40208"/>
                </a:cubicBezTo>
                <a:cubicBezTo>
                  <a:pt x="2603880" y="40927"/>
                  <a:pt x="2603949" y="41811"/>
                  <a:pt x="2603949" y="42861"/>
                </a:cubicBezTo>
                <a:cubicBezTo>
                  <a:pt x="2603949" y="44851"/>
                  <a:pt x="2603700" y="46288"/>
                  <a:pt x="2603203" y="47172"/>
                </a:cubicBezTo>
                <a:cubicBezTo>
                  <a:pt x="2602705" y="48056"/>
                  <a:pt x="2602042" y="48499"/>
                  <a:pt x="2601213" y="48499"/>
                </a:cubicBezTo>
                <a:lnTo>
                  <a:pt x="2584549" y="48499"/>
                </a:lnTo>
                <a:lnTo>
                  <a:pt x="2584549" y="113990"/>
                </a:lnTo>
                <a:cubicBezTo>
                  <a:pt x="2584549" y="114432"/>
                  <a:pt x="2584439" y="114806"/>
                  <a:pt x="2584218" y="115111"/>
                </a:cubicBezTo>
                <a:cubicBezTo>
                  <a:pt x="2583997" y="115415"/>
                  <a:pt x="2583624" y="115678"/>
                  <a:pt x="2583099" y="115899"/>
                </a:cubicBezTo>
                <a:cubicBezTo>
                  <a:pt x="2582574" y="116120"/>
                  <a:pt x="2581869" y="116286"/>
                  <a:pt x="2580985" y="116396"/>
                </a:cubicBezTo>
                <a:cubicBezTo>
                  <a:pt x="2580100" y="116507"/>
                  <a:pt x="2578995" y="116562"/>
                  <a:pt x="2577668" y="116562"/>
                </a:cubicBezTo>
                <a:cubicBezTo>
                  <a:pt x="2576342" y="116562"/>
                  <a:pt x="2575237" y="116507"/>
                  <a:pt x="2574352" y="116396"/>
                </a:cubicBezTo>
                <a:cubicBezTo>
                  <a:pt x="2573468" y="116286"/>
                  <a:pt x="2572763" y="116120"/>
                  <a:pt x="2572238" y="115899"/>
                </a:cubicBezTo>
                <a:cubicBezTo>
                  <a:pt x="2571713" y="115678"/>
                  <a:pt x="2571340" y="115415"/>
                  <a:pt x="2571119" y="115111"/>
                </a:cubicBezTo>
                <a:cubicBezTo>
                  <a:pt x="2570898" y="114806"/>
                  <a:pt x="2570788" y="114432"/>
                  <a:pt x="2570788" y="113990"/>
                </a:cubicBezTo>
                <a:lnTo>
                  <a:pt x="2570788" y="48499"/>
                </a:lnTo>
                <a:lnTo>
                  <a:pt x="2560259" y="48499"/>
                </a:lnTo>
                <a:cubicBezTo>
                  <a:pt x="2559374" y="48499"/>
                  <a:pt x="2558711" y="48056"/>
                  <a:pt x="2558269" y="47172"/>
                </a:cubicBezTo>
                <a:cubicBezTo>
                  <a:pt x="2557827" y="46288"/>
                  <a:pt x="2557606" y="44851"/>
                  <a:pt x="2557606" y="42861"/>
                </a:cubicBezTo>
                <a:cubicBezTo>
                  <a:pt x="2557606" y="41811"/>
                  <a:pt x="2557661" y="40927"/>
                  <a:pt x="2557772" y="40208"/>
                </a:cubicBezTo>
                <a:cubicBezTo>
                  <a:pt x="2557882" y="39490"/>
                  <a:pt x="2558048" y="38896"/>
                  <a:pt x="2558269" y="38426"/>
                </a:cubicBezTo>
                <a:cubicBezTo>
                  <a:pt x="2558490" y="37956"/>
                  <a:pt x="2558767" y="37624"/>
                  <a:pt x="2559098" y="37431"/>
                </a:cubicBezTo>
                <a:cubicBezTo>
                  <a:pt x="2559430" y="37237"/>
                  <a:pt x="2559817" y="37141"/>
                  <a:pt x="2560259" y="37141"/>
                </a:cubicBezTo>
                <a:lnTo>
                  <a:pt x="2570788" y="37141"/>
                </a:lnTo>
                <a:lnTo>
                  <a:pt x="2570788" y="29449"/>
                </a:lnTo>
                <a:cubicBezTo>
                  <a:pt x="2570788" y="24264"/>
                  <a:pt x="2571271" y="19810"/>
                  <a:pt x="2572238" y="16088"/>
                </a:cubicBezTo>
                <a:cubicBezTo>
                  <a:pt x="2573206" y="12366"/>
                  <a:pt x="2574684" y="9320"/>
                  <a:pt x="2576674" y="6948"/>
                </a:cubicBezTo>
                <a:cubicBezTo>
                  <a:pt x="2578663" y="4577"/>
                  <a:pt x="2581164" y="2826"/>
                  <a:pt x="2584176" y="1697"/>
                </a:cubicBezTo>
                <a:cubicBezTo>
                  <a:pt x="2587189" y="566"/>
                  <a:pt x="2590740" y="0"/>
                  <a:pt x="2594830" y="0"/>
                </a:cubicBezTo>
                <a:cubicBezTo>
                  <a:pt x="2596764" y="0"/>
                  <a:pt x="2598643" y="180"/>
                  <a:pt x="2600467" y="539"/>
                </a:cubicBezTo>
                <a:cubicBezTo>
                  <a:pt x="2602291" y="898"/>
                  <a:pt x="2603700" y="1285"/>
                  <a:pt x="2604695" y="1700"/>
                </a:cubicBezTo>
                <a:cubicBezTo>
                  <a:pt x="2605690" y="2114"/>
                  <a:pt x="2606353" y="2487"/>
                  <a:pt x="2606685" y="2819"/>
                </a:cubicBezTo>
                <a:cubicBezTo>
                  <a:pt x="2607016" y="3150"/>
                  <a:pt x="2607293" y="3579"/>
                  <a:pt x="2607514" y="4104"/>
                </a:cubicBezTo>
                <a:cubicBezTo>
                  <a:pt x="2607735" y="4629"/>
                  <a:pt x="2607887" y="5264"/>
                  <a:pt x="2607970" y="6010"/>
                </a:cubicBezTo>
                <a:cubicBezTo>
                  <a:pt x="2608053" y="6757"/>
                  <a:pt x="2608094" y="7655"/>
                  <a:pt x="2608094" y="8705"/>
                </a:cubicBezTo>
                <a:close/>
                <a:moveTo>
                  <a:pt x="2696178" y="108603"/>
                </a:moveTo>
                <a:cubicBezTo>
                  <a:pt x="2696178" y="110206"/>
                  <a:pt x="2696067" y="111477"/>
                  <a:pt x="2695846" y="112417"/>
                </a:cubicBezTo>
                <a:cubicBezTo>
                  <a:pt x="2695625" y="113357"/>
                  <a:pt x="2695294" y="114047"/>
                  <a:pt x="2694851" y="114490"/>
                </a:cubicBezTo>
                <a:cubicBezTo>
                  <a:pt x="2694409" y="114932"/>
                  <a:pt x="2693746" y="115346"/>
                  <a:pt x="2692862" y="115733"/>
                </a:cubicBezTo>
                <a:cubicBezTo>
                  <a:pt x="2691977" y="116120"/>
                  <a:pt x="2690969" y="116438"/>
                  <a:pt x="2689836" y="116687"/>
                </a:cubicBezTo>
                <a:cubicBezTo>
                  <a:pt x="2688703" y="116935"/>
                  <a:pt x="2687501" y="117143"/>
                  <a:pt x="2686229" y="117308"/>
                </a:cubicBezTo>
                <a:cubicBezTo>
                  <a:pt x="2684958" y="117474"/>
                  <a:pt x="2683687" y="117557"/>
                  <a:pt x="2682416" y="117557"/>
                </a:cubicBezTo>
                <a:cubicBezTo>
                  <a:pt x="2678547" y="117557"/>
                  <a:pt x="2675231" y="117045"/>
                  <a:pt x="2672468" y="116021"/>
                </a:cubicBezTo>
                <a:cubicBezTo>
                  <a:pt x="2669704" y="114995"/>
                  <a:pt x="2667438" y="113443"/>
                  <a:pt x="2665669" y="111365"/>
                </a:cubicBezTo>
                <a:cubicBezTo>
                  <a:pt x="2663901" y="109287"/>
                  <a:pt x="2662616" y="106656"/>
                  <a:pt x="2661814" y="103471"/>
                </a:cubicBezTo>
                <a:cubicBezTo>
                  <a:pt x="2661013" y="100286"/>
                  <a:pt x="2660612" y="96533"/>
                  <a:pt x="2660612" y="92212"/>
                </a:cubicBezTo>
                <a:lnTo>
                  <a:pt x="2660612" y="48499"/>
                </a:lnTo>
                <a:lnTo>
                  <a:pt x="2650166" y="48499"/>
                </a:lnTo>
                <a:cubicBezTo>
                  <a:pt x="2649337" y="48499"/>
                  <a:pt x="2648674" y="48056"/>
                  <a:pt x="2648177" y="47172"/>
                </a:cubicBezTo>
                <a:cubicBezTo>
                  <a:pt x="2647679" y="46288"/>
                  <a:pt x="2647431" y="44851"/>
                  <a:pt x="2647431" y="42861"/>
                </a:cubicBezTo>
                <a:cubicBezTo>
                  <a:pt x="2647431" y="41811"/>
                  <a:pt x="2647500" y="40927"/>
                  <a:pt x="2647638" y="40208"/>
                </a:cubicBezTo>
                <a:cubicBezTo>
                  <a:pt x="2647776" y="39490"/>
                  <a:pt x="2647956" y="38896"/>
                  <a:pt x="2648177" y="38426"/>
                </a:cubicBezTo>
                <a:cubicBezTo>
                  <a:pt x="2648398" y="37956"/>
                  <a:pt x="2648688" y="37624"/>
                  <a:pt x="2649047" y="37431"/>
                </a:cubicBezTo>
                <a:cubicBezTo>
                  <a:pt x="2649407" y="37237"/>
                  <a:pt x="2649807" y="37141"/>
                  <a:pt x="2650249" y="37141"/>
                </a:cubicBezTo>
                <a:lnTo>
                  <a:pt x="2660612" y="37141"/>
                </a:lnTo>
                <a:lnTo>
                  <a:pt x="2660612" y="19399"/>
                </a:lnTo>
                <a:cubicBezTo>
                  <a:pt x="2660612" y="19013"/>
                  <a:pt x="2660709" y="18653"/>
                  <a:pt x="2660902" y="18322"/>
                </a:cubicBezTo>
                <a:cubicBezTo>
                  <a:pt x="2661096" y="17990"/>
                  <a:pt x="2661455" y="17700"/>
                  <a:pt x="2661980" y="17451"/>
                </a:cubicBezTo>
                <a:cubicBezTo>
                  <a:pt x="2662505" y="17202"/>
                  <a:pt x="2663210" y="17023"/>
                  <a:pt x="2664094" y="16912"/>
                </a:cubicBezTo>
                <a:cubicBezTo>
                  <a:pt x="2664979" y="16802"/>
                  <a:pt x="2666084" y="16746"/>
                  <a:pt x="2667410" y="16746"/>
                </a:cubicBezTo>
                <a:cubicBezTo>
                  <a:pt x="2668792" y="16746"/>
                  <a:pt x="2669925" y="16802"/>
                  <a:pt x="2670809" y="16912"/>
                </a:cubicBezTo>
                <a:cubicBezTo>
                  <a:pt x="2671694" y="17023"/>
                  <a:pt x="2672385" y="17202"/>
                  <a:pt x="2672882" y="17451"/>
                </a:cubicBezTo>
                <a:cubicBezTo>
                  <a:pt x="2673379" y="17700"/>
                  <a:pt x="2673739" y="17990"/>
                  <a:pt x="2673960" y="18322"/>
                </a:cubicBezTo>
                <a:cubicBezTo>
                  <a:pt x="2674181" y="18653"/>
                  <a:pt x="2674291" y="19013"/>
                  <a:pt x="2674291" y="19399"/>
                </a:cubicBezTo>
                <a:lnTo>
                  <a:pt x="2674291" y="37141"/>
                </a:lnTo>
                <a:lnTo>
                  <a:pt x="2693442" y="37141"/>
                </a:lnTo>
                <a:cubicBezTo>
                  <a:pt x="2693884" y="37141"/>
                  <a:pt x="2694271" y="37237"/>
                  <a:pt x="2694603" y="37431"/>
                </a:cubicBezTo>
                <a:cubicBezTo>
                  <a:pt x="2694934" y="37624"/>
                  <a:pt x="2695224" y="37956"/>
                  <a:pt x="2695473" y="38426"/>
                </a:cubicBezTo>
                <a:cubicBezTo>
                  <a:pt x="2695722" y="38896"/>
                  <a:pt x="2695902" y="39490"/>
                  <a:pt x="2696012" y="40208"/>
                </a:cubicBezTo>
                <a:cubicBezTo>
                  <a:pt x="2696123" y="40927"/>
                  <a:pt x="2696178" y="41811"/>
                  <a:pt x="2696178" y="42861"/>
                </a:cubicBezTo>
                <a:cubicBezTo>
                  <a:pt x="2696178" y="44851"/>
                  <a:pt x="2695929" y="46288"/>
                  <a:pt x="2695432" y="47172"/>
                </a:cubicBezTo>
                <a:cubicBezTo>
                  <a:pt x="2694934" y="48056"/>
                  <a:pt x="2694271" y="48499"/>
                  <a:pt x="2693442" y="48499"/>
                </a:cubicBezTo>
                <a:lnTo>
                  <a:pt x="2674291" y="48499"/>
                </a:lnTo>
                <a:lnTo>
                  <a:pt x="2674291" y="90238"/>
                </a:lnTo>
                <a:cubicBezTo>
                  <a:pt x="2674291" y="95392"/>
                  <a:pt x="2675051" y="99285"/>
                  <a:pt x="2676571" y="101919"/>
                </a:cubicBezTo>
                <a:cubicBezTo>
                  <a:pt x="2678091" y="104552"/>
                  <a:pt x="2680813" y="105868"/>
                  <a:pt x="2684737" y="105868"/>
                </a:cubicBezTo>
                <a:cubicBezTo>
                  <a:pt x="2686008" y="105868"/>
                  <a:pt x="2687141" y="105743"/>
                  <a:pt x="2688136" y="105495"/>
                </a:cubicBezTo>
                <a:cubicBezTo>
                  <a:pt x="2689131" y="105246"/>
                  <a:pt x="2690015" y="104983"/>
                  <a:pt x="2690789" y="104707"/>
                </a:cubicBezTo>
                <a:cubicBezTo>
                  <a:pt x="2691563" y="104431"/>
                  <a:pt x="2692226" y="104168"/>
                  <a:pt x="2692779" y="103919"/>
                </a:cubicBezTo>
                <a:cubicBezTo>
                  <a:pt x="2693332" y="103671"/>
                  <a:pt x="2693829" y="103546"/>
                  <a:pt x="2694271" y="103546"/>
                </a:cubicBezTo>
                <a:cubicBezTo>
                  <a:pt x="2694547" y="103546"/>
                  <a:pt x="2694810" y="103615"/>
                  <a:pt x="2695059" y="103754"/>
                </a:cubicBezTo>
                <a:cubicBezTo>
                  <a:pt x="2695307" y="103892"/>
                  <a:pt x="2695501" y="104154"/>
                  <a:pt x="2695639" y="104541"/>
                </a:cubicBezTo>
                <a:cubicBezTo>
                  <a:pt x="2695777" y="104928"/>
                  <a:pt x="2695902" y="105453"/>
                  <a:pt x="2696012" y="106116"/>
                </a:cubicBezTo>
                <a:cubicBezTo>
                  <a:pt x="2696123" y="106780"/>
                  <a:pt x="2696178" y="107609"/>
                  <a:pt x="2696178" y="108603"/>
                </a:cubicBezTo>
                <a:close/>
                <a:moveTo>
                  <a:pt x="2778559" y="113992"/>
                </a:moveTo>
                <a:cubicBezTo>
                  <a:pt x="2778559" y="114434"/>
                  <a:pt x="2778448" y="114807"/>
                  <a:pt x="2778227" y="115111"/>
                </a:cubicBezTo>
                <a:cubicBezTo>
                  <a:pt x="2778006" y="115415"/>
                  <a:pt x="2777647" y="115678"/>
                  <a:pt x="2777150" y="115899"/>
                </a:cubicBezTo>
                <a:cubicBezTo>
                  <a:pt x="2776652" y="116120"/>
                  <a:pt x="2775961" y="116286"/>
                  <a:pt x="2775077" y="116396"/>
                </a:cubicBezTo>
                <a:cubicBezTo>
                  <a:pt x="2774193" y="116507"/>
                  <a:pt x="2773087" y="116562"/>
                  <a:pt x="2771761" y="116562"/>
                </a:cubicBezTo>
                <a:cubicBezTo>
                  <a:pt x="2770379" y="116562"/>
                  <a:pt x="2769246" y="116507"/>
                  <a:pt x="2768362" y="116396"/>
                </a:cubicBezTo>
                <a:cubicBezTo>
                  <a:pt x="2767477" y="116286"/>
                  <a:pt x="2766787" y="116120"/>
                  <a:pt x="2766289" y="115899"/>
                </a:cubicBezTo>
                <a:cubicBezTo>
                  <a:pt x="2765792" y="115678"/>
                  <a:pt x="2765433" y="115415"/>
                  <a:pt x="2765211" y="115111"/>
                </a:cubicBezTo>
                <a:cubicBezTo>
                  <a:pt x="2764990" y="114807"/>
                  <a:pt x="2764880" y="114434"/>
                  <a:pt x="2764880" y="113992"/>
                </a:cubicBezTo>
                <a:lnTo>
                  <a:pt x="2764880" y="70302"/>
                </a:lnTo>
                <a:cubicBezTo>
                  <a:pt x="2764880" y="66046"/>
                  <a:pt x="2764548" y="62620"/>
                  <a:pt x="2763885" y="60022"/>
                </a:cubicBezTo>
                <a:cubicBezTo>
                  <a:pt x="2763222" y="57424"/>
                  <a:pt x="2762255" y="55186"/>
                  <a:pt x="2760983" y="53307"/>
                </a:cubicBezTo>
                <a:cubicBezTo>
                  <a:pt x="2759712" y="51428"/>
                  <a:pt x="2758068" y="49991"/>
                  <a:pt x="2756051" y="48996"/>
                </a:cubicBezTo>
                <a:cubicBezTo>
                  <a:pt x="2754033" y="48001"/>
                  <a:pt x="2751698" y="47504"/>
                  <a:pt x="2749045" y="47504"/>
                </a:cubicBezTo>
                <a:cubicBezTo>
                  <a:pt x="2745619" y="47504"/>
                  <a:pt x="2742192" y="48720"/>
                  <a:pt x="2738765" y="51151"/>
                </a:cubicBezTo>
                <a:cubicBezTo>
                  <a:pt x="2735339" y="53583"/>
                  <a:pt x="2731746" y="57148"/>
                  <a:pt x="2727988" y="61846"/>
                </a:cubicBezTo>
                <a:lnTo>
                  <a:pt x="2727988" y="113992"/>
                </a:lnTo>
                <a:cubicBezTo>
                  <a:pt x="2727988" y="114434"/>
                  <a:pt x="2727877" y="114807"/>
                  <a:pt x="2727656" y="115111"/>
                </a:cubicBezTo>
                <a:cubicBezTo>
                  <a:pt x="2727435" y="115415"/>
                  <a:pt x="2727076" y="115678"/>
                  <a:pt x="2726578" y="115899"/>
                </a:cubicBezTo>
                <a:cubicBezTo>
                  <a:pt x="2726081" y="116120"/>
                  <a:pt x="2725390" y="116286"/>
                  <a:pt x="2724506" y="116396"/>
                </a:cubicBezTo>
                <a:cubicBezTo>
                  <a:pt x="2723622" y="116507"/>
                  <a:pt x="2722489" y="116562"/>
                  <a:pt x="2721107" y="116562"/>
                </a:cubicBezTo>
                <a:cubicBezTo>
                  <a:pt x="2719780" y="116562"/>
                  <a:pt x="2718675" y="116507"/>
                  <a:pt x="2717791" y="116396"/>
                </a:cubicBezTo>
                <a:cubicBezTo>
                  <a:pt x="2716906" y="116286"/>
                  <a:pt x="2716202" y="116120"/>
                  <a:pt x="2715677" y="115899"/>
                </a:cubicBezTo>
                <a:cubicBezTo>
                  <a:pt x="2715152" y="115678"/>
                  <a:pt x="2714792" y="115415"/>
                  <a:pt x="2714599" y="115111"/>
                </a:cubicBezTo>
                <a:cubicBezTo>
                  <a:pt x="2714405" y="114806"/>
                  <a:pt x="2714309" y="114432"/>
                  <a:pt x="2714309" y="113990"/>
                </a:cubicBezTo>
                <a:lnTo>
                  <a:pt x="2714309" y="3153"/>
                </a:lnTo>
                <a:cubicBezTo>
                  <a:pt x="2714309" y="2711"/>
                  <a:pt x="2714405" y="2324"/>
                  <a:pt x="2714599" y="1992"/>
                </a:cubicBezTo>
                <a:cubicBezTo>
                  <a:pt x="2714792" y="1659"/>
                  <a:pt x="2715152" y="1382"/>
                  <a:pt x="2715677" y="1161"/>
                </a:cubicBezTo>
                <a:cubicBezTo>
                  <a:pt x="2716202" y="940"/>
                  <a:pt x="2716906" y="774"/>
                  <a:pt x="2717791" y="663"/>
                </a:cubicBezTo>
                <a:cubicBezTo>
                  <a:pt x="2718675" y="553"/>
                  <a:pt x="2719780" y="497"/>
                  <a:pt x="2721107" y="497"/>
                </a:cubicBezTo>
                <a:cubicBezTo>
                  <a:pt x="2722489" y="497"/>
                  <a:pt x="2723622" y="553"/>
                  <a:pt x="2724506" y="663"/>
                </a:cubicBezTo>
                <a:cubicBezTo>
                  <a:pt x="2725390" y="774"/>
                  <a:pt x="2726081" y="940"/>
                  <a:pt x="2726578" y="1163"/>
                </a:cubicBezTo>
                <a:cubicBezTo>
                  <a:pt x="2727076" y="1384"/>
                  <a:pt x="2727435" y="1661"/>
                  <a:pt x="2727656" y="1992"/>
                </a:cubicBezTo>
                <a:cubicBezTo>
                  <a:pt x="2727877" y="2324"/>
                  <a:pt x="2727988" y="2712"/>
                  <a:pt x="2727988" y="3156"/>
                </a:cubicBezTo>
                <a:lnTo>
                  <a:pt x="2727988" y="47918"/>
                </a:lnTo>
                <a:cubicBezTo>
                  <a:pt x="2731912" y="43773"/>
                  <a:pt x="2735864" y="40692"/>
                  <a:pt x="2739843" y="38674"/>
                </a:cubicBezTo>
                <a:cubicBezTo>
                  <a:pt x="2743822" y="36657"/>
                  <a:pt x="2747829" y="35648"/>
                  <a:pt x="2751864" y="35648"/>
                </a:cubicBezTo>
                <a:cubicBezTo>
                  <a:pt x="2756838" y="35648"/>
                  <a:pt x="2761025" y="36491"/>
                  <a:pt x="2764424" y="38177"/>
                </a:cubicBezTo>
                <a:cubicBezTo>
                  <a:pt x="2767823" y="39863"/>
                  <a:pt x="2770573" y="42115"/>
                  <a:pt x="2772673" y="44934"/>
                </a:cubicBezTo>
                <a:cubicBezTo>
                  <a:pt x="2774773" y="47752"/>
                  <a:pt x="2776279" y="51055"/>
                  <a:pt x="2777191" y="54841"/>
                </a:cubicBezTo>
                <a:cubicBezTo>
                  <a:pt x="2778103" y="58627"/>
                  <a:pt x="2778559" y="63200"/>
                  <a:pt x="2778559" y="68561"/>
                </a:cubicBezTo>
                <a:lnTo>
                  <a:pt x="2778559" y="113992"/>
                </a:lnTo>
                <a:close/>
                <a:moveTo>
                  <a:pt x="2867116" y="73452"/>
                </a:moveTo>
                <a:cubicBezTo>
                  <a:pt x="2867116" y="75608"/>
                  <a:pt x="2866577" y="77142"/>
                  <a:pt x="2865500" y="78054"/>
                </a:cubicBezTo>
                <a:cubicBezTo>
                  <a:pt x="2864422" y="78966"/>
                  <a:pt x="2863192" y="79421"/>
                  <a:pt x="2861810" y="79421"/>
                </a:cubicBezTo>
                <a:lnTo>
                  <a:pt x="2812897" y="79421"/>
                </a:lnTo>
                <a:cubicBezTo>
                  <a:pt x="2812897" y="83579"/>
                  <a:pt x="2813312" y="87321"/>
                  <a:pt x="2814141" y="90647"/>
                </a:cubicBezTo>
                <a:cubicBezTo>
                  <a:pt x="2814970" y="93974"/>
                  <a:pt x="2816352" y="96829"/>
                  <a:pt x="2818286" y="99212"/>
                </a:cubicBezTo>
                <a:cubicBezTo>
                  <a:pt x="2820221" y="101596"/>
                  <a:pt x="2822735" y="103425"/>
                  <a:pt x="2825830" y="104702"/>
                </a:cubicBezTo>
                <a:cubicBezTo>
                  <a:pt x="2828925" y="105976"/>
                  <a:pt x="2832711" y="106614"/>
                  <a:pt x="2837188" y="106614"/>
                </a:cubicBezTo>
                <a:cubicBezTo>
                  <a:pt x="2840725" y="106614"/>
                  <a:pt x="2843876" y="106324"/>
                  <a:pt x="2846639" y="105743"/>
                </a:cubicBezTo>
                <a:cubicBezTo>
                  <a:pt x="2849403" y="105163"/>
                  <a:pt x="2851793" y="104514"/>
                  <a:pt x="2853810" y="103795"/>
                </a:cubicBezTo>
                <a:cubicBezTo>
                  <a:pt x="2855828" y="103077"/>
                  <a:pt x="2857486" y="102427"/>
                  <a:pt x="2858785" y="101847"/>
                </a:cubicBezTo>
                <a:cubicBezTo>
                  <a:pt x="2860083" y="101267"/>
                  <a:pt x="2861064" y="100976"/>
                  <a:pt x="2861728" y="100976"/>
                </a:cubicBezTo>
                <a:cubicBezTo>
                  <a:pt x="2862114" y="100976"/>
                  <a:pt x="2862460" y="101073"/>
                  <a:pt x="2862764" y="101267"/>
                </a:cubicBezTo>
                <a:cubicBezTo>
                  <a:pt x="2863068" y="101460"/>
                  <a:pt x="2863303" y="101750"/>
                  <a:pt x="2863469" y="102137"/>
                </a:cubicBezTo>
                <a:cubicBezTo>
                  <a:pt x="2863634" y="102524"/>
                  <a:pt x="2863759" y="103063"/>
                  <a:pt x="2863842" y="103754"/>
                </a:cubicBezTo>
                <a:cubicBezTo>
                  <a:pt x="2863925" y="104445"/>
                  <a:pt x="2863966" y="105287"/>
                  <a:pt x="2863966" y="106282"/>
                </a:cubicBezTo>
                <a:cubicBezTo>
                  <a:pt x="2863966" y="107001"/>
                  <a:pt x="2863938" y="107622"/>
                  <a:pt x="2863883" y="108148"/>
                </a:cubicBezTo>
                <a:cubicBezTo>
                  <a:pt x="2863828" y="108673"/>
                  <a:pt x="2863759" y="109142"/>
                  <a:pt x="2863676" y="109557"/>
                </a:cubicBezTo>
                <a:cubicBezTo>
                  <a:pt x="2863593" y="109971"/>
                  <a:pt x="2863455" y="110344"/>
                  <a:pt x="2863261" y="110676"/>
                </a:cubicBezTo>
                <a:cubicBezTo>
                  <a:pt x="2863068" y="111008"/>
                  <a:pt x="2862819" y="111325"/>
                  <a:pt x="2862515" y="111629"/>
                </a:cubicBezTo>
                <a:cubicBezTo>
                  <a:pt x="2862211" y="111933"/>
                  <a:pt x="2861313" y="112431"/>
                  <a:pt x="2859821" y="113122"/>
                </a:cubicBezTo>
                <a:cubicBezTo>
                  <a:pt x="2858329" y="113813"/>
                  <a:pt x="2856394" y="114490"/>
                  <a:pt x="2854018" y="115153"/>
                </a:cubicBezTo>
                <a:cubicBezTo>
                  <a:pt x="2851641" y="115816"/>
                  <a:pt x="2848891" y="116410"/>
                  <a:pt x="2845769" y="116935"/>
                </a:cubicBezTo>
                <a:cubicBezTo>
                  <a:pt x="2842646" y="117460"/>
                  <a:pt x="2839316" y="117723"/>
                  <a:pt x="2835779" y="117723"/>
                </a:cubicBezTo>
                <a:cubicBezTo>
                  <a:pt x="2829644" y="117723"/>
                  <a:pt x="2824269" y="116865"/>
                  <a:pt x="2819654" y="115150"/>
                </a:cubicBezTo>
                <a:cubicBezTo>
                  <a:pt x="2815039" y="113435"/>
                  <a:pt x="2811156" y="110890"/>
                  <a:pt x="2808006" y="107515"/>
                </a:cubicBezTo>
                <a:cubicBezTo>
                  <a:pt x="2804856" y="104141"/>
                  <a:pt x="2802479" y="99908"/>
                  <a:pt x="2800876" y="94818"/>
                </a:cubicBezTo>
                <a:cubicBezTo>
                  <a:pt x="2799274" y="89728"/>
                  <a:pt x="2798472" y="83808"/>
                  <a:pt x="2798472" y="77059"/>
                </a:cubicBezTo>
                <a:cubicBezTo>
                  <a:pt x="2798472" y="70641"/>
                  <a:pt x="2799301" y="64873"/>
                  <a:pt x="2800959" y="59755"/>
                </a:cubicBezTo>
                <a:cubicBezTo>
                  <a:pt x="2802617" y="54638"/>
                  <a:pt x="2805008" y="50295"/>
                  <a:pt x="2808131" y="46726"/>
                </a:cubicBezTo>
                <a:cubicBezTo>
                  <a:pt x="2811253" y="43158"/>
                  <a:pt x="2815025" y="40420"/>
                  <a:pt x="2819447" y="38511"/>
                </a:cubicBezTo>
                <a:cubicBezTo>
                  <a:pt x="2823868" y="36603"/>
                  <a:pt x="2828815" y="35648"/>
                  <a:pt x="2834287" y="35648"/>
                </a:cubicBezTo>
                <a:cubicBezTo>
                  <a:pt x="2840145" y="35648"/>
                  <a:pt x="2845133" y="36588"/>
                  <a:pt x="2849251" y="38467"/>
                </a:cubicBezTo>
                <a:cubicBezTo>
                  <a:pt x="2853368" y="40346"/>
                  <a:pt x="2856753" y="42875"/>
                  <a:pt x="2859406" y="46053"/>
                </a:cubicBezTo>
                <a:cubicBezTo>
                  <a:pt x="2862059" y="49231"/>
                  <a:pt x="2864007" y="52961"/>
                  <a:pt x="2865251" y="57245"/>
                </a:cubicBezTo>
                <a:cubicBezTo>
                  <a:pt x="2866495" y="61528"/>
                  <a:pt x="2867116" y="66102"/>
                  <a:pt x="2867116" y="70965"/>
                </a:cubicBezTo>
                <a:lnTo>
                  <a:pt x="2867116" y="73452"/>
                </a:lnTo>
                <a:moveTo>
                  <a:pt x="2853354" y="69390"/>
                </a:moveTo>
                <a:cubicBezTo>
                  <a:pt x="2853520" y="62205"/>
                  <a:pt x="2851931" y="56568"/>
                  <a:pt x="2848587" y="52478"/>
                </a:cubicBezTo>
                <a:cubicBezTo>
                  <a:pt x="2845244" y="48388"/>
                  <a:pt x="2840283" y="46343"/>
                  <a:pt x="2833706" y="46343"/>
                </a:cubicBezTo>
                <a:cubicBezTo>
                  <a:pt x="2830335" y="46343"/>
                  <a:pt x="2827378" y="46979"/>
                  <a:pt x="2824836" y="48250"/>
                </a:cubicBezTo>
                <a:cubicBezTo>
                  <a:pt x="2822293" y="49521"/>
                  <a:pt x="2820165" y="51207"/>
                  <a:pt x="2818452" y="53307"/>
                </a:cubicBezTo>
                <a:cubicBezTo>
                  <a:pt x="2816739" y="55407"/>
                  <a:pt x="2815412" y="57853"/>
                  <a:pt x="2814473" y="60644"/>
                </a:cubicBezTo>
                <a:cubicBezTo>
                  <a:pt x="2813533" y="63435"/>
                  <a:pt x="2813008" y="66350"/>
                  <a:pt x="2812897" y="69390"/>
                </a:cubicBezTo>
                <a:lnTo>
                  <a:pt x="2853354" y="693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denariussilver.">
            <a:extLst xmlns:a="http://schemas.openxmlformats.org/drawingml/2006/main">
              <a:ext uri="{FF2B5EF4-FFF2-40B4-BE49-F238E27FC236}">
                <a16:creationId xmlns:a16="http://schemas.microsoft.com/office/drawing/2014/main" id="{97966E69-32DC-4AA7-81D6-2F970C98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288" y="3164693"/>
            <a:ext cx="1023961" cy="117225"/>
          </a:xfrm>
          <a:custGeom xmlns:a="http://schemas.openxmlformats.org/drawingml/2006/main">
            <a:pathLst>
              <a:path w="1023961" h="117225">
                <a:moveTo>
                  <a:pt x="68644" y="113492"/>
                </a:moveTo>
                <a:cubicBezTo>
                  <a:pt x="68644" y="113934"/>
                  <a:pt x="68547" y="114322"/>
                  <a:pt x="68354" y="114655"/>
                </a:cubicBezTo>
                <a:cubicBezTo>
                  <a:pt x="68160" y="114987"/>
                  <a:pt x="67829" y="115250"/>
                  <a:pt x="67359" y="115443"/>
                </a:cubicBezTo>
                <a:cubicBezTo>
                  <a:pt x="66889" y="115636"/>
                  <a:pt x="66267" y="115788"/>
                  <a:pt x="65494" y="115899"/>
                </a:cubicBezTo>
                <a:cubicBezTo>
                  <a:pt x="64720" y="116010"/>
                  <a:pt x="63780" y="116065"/>
                  <a:pt x="62675" y="116065"/>
                </a:cubicBezTo>
                <a:cubicBezTo>
                  <a:pt x="61514" y="116065"/>
                  <a:pt x="60547" y="116010"/>
                  <a:pt x="59773" y="115899"/>
                </a:cubicBezTo>
                <a:cubicBezTo>
                  <a:pt x="59000" y="115790"/>
                  <a:pt x="58364" y="115640"/>
                  <a:pt x="57867" y="115448"/>
                </a:cubicBezTo>
                <a:cubicBezTo>
                  <a:pt x="57369" y="115255"/>
                  <a:pt x="57010" y="114993"/>
                  <a:pt x="56789" y="114663"/>
                </a:cubicBezTo>
                <a:cubicBezTo>
                  <a:pt x="56568" y="114333"/>
                  <a:pt x="56457" y="113949"/>
                  <a:pt x="56457" y="113510"/>
                </a:cubicBezTo>
                <a:lnTo>
                  <a:pt x="56457" y="103699"/>
                </a:lnTo>
                <a:cubicBezTo>
                  <a:pt x="52533" y="107958"/>
                  <a:pt x="48457" y="111278"/>
                  <a:pt x="44229" y="113658"/>
                </a:cubicBezTo>
                <a:cubicBezTo>
                  <a:pt x="40001" y="116036"/>
                  <a:pt x="35372" y="117225"/>
                  <a:pt x="30343" y="117225"/>
                </a:cubicBezTo>
                <a:cubicBezTo>
                  <a:pt x="24871" y="117225"/>
                  <a:pt x="20201" y="116161"/>
                  <a:pt x="16332" y="114031"/>
                </a:cubicBezTo>
                <a:cubicBezTo>
                  <a:pt x="12463" y="111901"/>
                  <a:pt x="9327" y="109025"/>
                  <a:pt x="6922" y="105401"/>
                </a:cubicBezTo>
                <a:cubicBezTo>
                  <a:pt x="4518" y="101776"/>
                  <a:pt x="2763" y="97516"/>
                  <a:pt x="1658" y="92621"/>
                </a:cubicBezTo>
                <a:cubicBezTo>
                  <a:pt x="553" y="87725"/>
                  <a:pt x="0" y="82565"/>
                  <a:pt x="0" y="77142"/>
                </a:cubicBezTo>
                <a:cubicBezTo>
                  <a:pt x="0" y="70725"/>
                  <a:pt x="691" y="64931"/>
                  <a:pt x="2073" y="59758"/>
                </a:cubicBezTo>
                <a:cubicBezTo>
                  <a:pt x="3454" y="54585"/>
                  <a:pt x="5499" y="50173"/>
                  <a:pt x="8207" y="46522"/>
                </a:cubicBezTo>
                <a:cubicBezTo>
                  <a:pt x="10916" y="42869"/>
                  <a:pt x="14273" y="40060"/>
                  <a:pt x="18280" y="38097"/>
                </a:cubicBezTo>
                <a:cubicBezTo>
                  <a:pt x="22287" y="36133"/>
                  <a:pt x="26916" y="35151"/>
                  <a:pt x="32167" y="35151"/>
                </a:cubicBezTo>
                <a:cubicBezTo>
                  <a:pt x="36533" y="35151"/>
                  <a:pt x="40526" y="36105"/>
                  <a:pt x="44146" y="38014"/>
                </a:cubicBezTo>
                <a:cubicBezTo>
                  <a:pt x="47766" y="39922"/>
                  <a:pt x="51345" y="42730"/>
                  <a:pt x="54882" y="46436"/>
                </a:cubicBezTo>
                <a:lnTo>
                  <a:pt x="54882" y="2990"/>
                </a:lnTo>
                <a:cubicBezTo>
                  <a:pt x="54882" y="2603"/>
                  <a:pt x="54979" y="2230"/>
                  <a:pt x="55172" y="1871"/>
                </a:cubicBezTo>
                <a:cubicBezTo>
                  <a:pt x="55366" y="1510"/>
                  <a:pt x="55739" y="1232"/>
                  <a:pt x="56291" y="1039"/>
                </a:cubicBezTo>
                <a:cubicBezTo>
                  <a:pt x="56844" y="844"/>
                  <a:pt x="57549" y="677"/>
                  <a:pt x="58405" y="539"/>
                </a:cubicBezTo>
                <a:cubicBezTo>
                  <a:pt x="59262" y="401"/>
                  <a:pt x="60354" y="332"/>
                  <a:pt x="61680" y="332"/>
                </a:cubicBezTo>
                <a:cubicBezTo>
                  <a:pt x="63062" y="332"/>
                  <a:pt x="64195" y="401"/>
                  <a:pt x="65079" y="539"/>
                </a:cubicBezTo>
                <a:cubicBezTo>
                  <a:pt x="65963" y="677"/>
                  <a:pt x="66654" y="843"/>
                  <a:pt x="67152" y="1036"/>
                </a:cubicBezTo>
                <a:cubicBezTo>
                  <a:pt x="67649" y="1230"/>
                  <a:pt x="68022" y="1507"/>
                  <a:pt x="68271" y="1868"/>
                </a:cubicBezTo>
                <a:cubicBezTo>
                  <a:pt x="68520" y="2227"/>
                  <a:pt x="68644" y="2600"/>
                  <a:pt x="68644" y="2987"/>
                </a:cubicBezTo>
                <a:lnTo>
                  <a:pt x="68644" y="113492"/>
                </a:lnTo>
                <a:moveTo>
                  <a:pt x="54882" y="61043"/>
                </a:moveTo>
                <a:cubicBezTo>
                  <a:pt x="51179" y="56447"/>
                  <a:pt x="47600" y="52945"/>
                  <a:pt x="44146" y="50537"/>
                </a:cubicBezTo>
                <a:cubicBezTo>
                  <a:pt x="40692" y="48128"/>
                  <a:pt x="37085" y="46923"/>
                  <a:pt x="33327" y="46923"/>
                </a:cubicBezTo>
                <a:cubicBezTo>
                  <a:pt x="29845" y="46923"/>
                  <a:pt x="26888" y="47754"/>
                  <a:pt x="24457" y="49416"/>
                </a:cubicBezTo>
                <a:cubicBezTo>
                  <a:pt x="22025" y="51075"/>
                  <a:pt x="20049" y="53261"/>
                  <a:pt x="18529" y="55973"/>
                </a:cubicBezTo>
                <a:cubicBezTo>
                  <a:pt x="17009" y="58684"/>
                  <a:pt x="15904" y="61756"/>
                  <a:pt x="15213" y="65188"/>
                </a:cubicBezTo>
                <a:cubicBezTo>
                  <a:pt x="14522" y="68620"/>
                  <a:pt x="14176" y="72107"/>
                  <a:pt x="14176" y="75649"/>
                </a:cubicBezTo>
                <a:cubicBezTo>
                  <a:pt x="14176" y="79413"/>
                  <a:pt x="14467" y="83093"/>
                  <a:pt x="15047" y="86691"/>
                </a:cubicBezTo>
                <a:cubicBezTo>
                  <a:pt x="15627" y="90289"/>
                  <a:pt x="16636" y="93485"/>
                  <a:pt x="18073" y="96279"/>
                </a:cubicBezTo>
                <a:cubicBezTo>
                  <a:pt x="19510" y="99074"/>
                  <a:pt x="21417" y="101316"/>
                  <a:pt x="23793" y="103005"/>
                </a:cubicBezTo>
                <a:cubicBezTo>
                  <a:pt x="26170" y="104692"/>
                  <a:pt x="29154" y="105536"/>
                  <a:pt x="32747" y="105536"/>
                </a:cubicBezTo>
                <a:cubicBezTo>
                  <a:pt x="34571" y="105536"/>
                  <a:pt x="36326" y="105287"/>
                  <a:pt x="38011" y="104790"/>
                </a:cubicBezTo>
                <a:cubicBezTo>
                  <a:pt x="39697" y="104291"/>
                  <a:pt x="41424" y="103460"/>
                  <a:pt x="43193" y="102298"/>
                </a:cubicBezTo>
                <a:cubicBezTo>
                  <a:pt x="44961" y="101135"/>
                  <a:pt x="46813" y="99627"/>
                  <a:pt x="48747" y="97772"/>
                </a:cubicBezTo>
                <a:cubicBezTo>
                  <a:pt x="50682" y="95917"/>
                  <a:pt x="52727" y="93633"/>
                  <a:pt x="54882" y="90919"/>
                </a:cubicBezTo>
                <a:lnTo>
                  <a:pt x="54882" y="61043"/>
                </a:lnTo>
                <a:close/>
                <a:moveTo>
                  <a:pt x="157533" y="72955"/>
                </a:moveTo>
                <a:cubicBezTo>
                  <a:pt x="157533" y="75111"/>
                  <a:pt x="156994" y="76644"/>
                  <a:pt x="155916" y="77556"/>
                </a:cubicBezTo>
                <a:cubicBezTo>
                  <a:pt x="154839" y="78468"/>
                  <a:pt x="153609" y="78924"/>
                  <a:pt x="152227" y="78924"/>
                </a:cubicBezTo>
                <a:lnTo>
                  <a:pt x="103314" y="78924"/>
                </a:lnTo>
                <a:cubicBezTo>
                  <a:pt x="103314" y="83081"/>
                  <a:pt x="103729" y="86823"/>
                  <a:pt x="104558" y="90150"/>
                </a:cubicBezTo>
                <a:cubicBezTo>
                  <a:pt x="105387" y="93476"/>
                  <a:pt x="106769" y="96331"/>
                  <a:pt x="108703" y="98715"/>
                </a:cubicBezTo>
                <a:cubicBezTo>
                  <a:pt x="110637" y="101098"/>
                  <a:pt x="113152" y="102928"/>
                  <a:pt x="116247" y="104204"/>
                </a:cubicBezTo>
                <a:cubicBezTo>
                  <a:pt x="119342" y="105479"/>
                  <a:pt x="123128" y="106116"/>
                  <a:pt x="127605" y="106116"/>
                </a:cubicBezTo>
                <a:cubicBezTo>
                  <a:pt x="131142" y="106116"/>
                  <a:pt x="134292" y="105826"/>
                  <a:pt x="137056" y="105246"/>
                </a:cubicBezTo>
                <a:cubicBezTo>
                  <a:pt x="139819" y="104666"/>
                  <a:pt x="142210" y="104016"/>
                  <a:pt x="144227" y="103298"/>
                </a:cubicBezTo>
                <a:cubicBezTo>
                  <a:pt x="146244" y="102579"/>
                  <a:pt x="147902" y="101930"/>
                  <a:pt x="149201" y="101349"/>
                </a:cubicBezTo>
                <a:cubicBezTo>
                  <a:pt x="150500" y="100769"/>
                  <a:pt x="151481" y="100479"/>
                  <a:pt x="152144" y="100479"/>
                </a:cubicBezTo>
                <a:cubicBezTo>
                  <a:pt x="152531" y="100479"/>
                  <a:pt x="152877" y="100576"/>
                  <a:pt x="153181" y="100769"/>
                </a:cubicBezTo>
                <a:cubicBezTo>
                  <a:pt x="153485" y="100963"/>
                  <a:pt x="153720" y="101253"/>
                  <a:pt x="153885" y="101640"/>
                </a:cubicBezTo>
                <a:cubicBezTo>
                  <a:pt x="154051" y="102026"/>
                  <a:pt x="154175" y="102565"/>
                  <a:pt x="154258" y="103256"/>
                </a:cubicBezTo>
                <a:cubicBezTo>
                  <a:pt x="154341" y="103947"/>
                  <a:pt x="154383" y="104790"/>
                  <a:pt x="154383" y="105785"/>
                </a:cubicBezTo>
                <a:cubicBezTo>
                  <a:pt x="154383" y="106503"/>
                  <a:pt x="154355" y="107125"/>
                  <a:pt x="154300" y="107650"/>
                </a:cubicBezTo>
                <a:cubicBezTo>
                  <a:pt x="154245" y="108175"/>
                  <a:pt x="154175" y="108645"/>
                  <a:pt x="154093" y="109059"/>
                </a:cubicBezTo>
                <a:cubicBezTo>
                  <a:pt x="154010" y="109474"/>
                  <a:pt x="153872" y="109847"/>
                  <a:pt x="153678" y="110179"/>
                </a:cubicBezTo>
                <a:cubicBezTo>
                  <a:pt x="153485" y="110510"/>
                  <a:pt x="153236" y="110828"/>
                  <a:pt x="152932" y="111132"/>
                </a:cubicBezTo>
                <a:cubicBezTo>
                  <a:pt x="152628" y="111436"/>
                  <a:pt x="151730" y="111933"/>
                  <a:pt x="150238" y="112624"/>
                </a:cubicBezTo>
                <a:cubicBezTo>
                  <a:pt x="148745" y="113315"/>
                  <a:pt x="146811" y="113992"/>
                  <a:pt x="144434" y="114655"/>
                </a:cubicBezTo>
                <a:cubicBezTo>
                  <a:pt x="142058" y="115319"/>
                  <a:pt x="139308" y="115913"/>
                  <a:pt x="136185" y="116438"/>
                </a:cubicBezTo>
                <a:cubicBezTo>
                  <a:pt x="133063" y="116963"/>
                  <a:pt x="129733" y="117225"/>
                  <a:pt x="126196" y="117225"/>
                </a:cubicBezTo>
                <a:cubicBezTo>
                  <a:pt x="120061" y="117225"/>
                  <a:pt x="114686" y="116368"/>
                  <a:pt x="110071" y="114653"/>
                </a:cubicBezTo>
                <a:cubicBezTo>
                  <a:pt x="105456" y="112938"/>
                  <a:pt x="101573" y="110393"/>
                  <a:pt x="98423" y="107018"/>
                </a:cubicBezTo>
                <a:cubicBezTo>
                  <a:pt x="95273" y="103643"/>
                  <a:pt x="92896" y="99411"/>
                  <a:pt x="91293" y="94321"/>
                </a:cubicBezTo>
                <a:cubicBezTo>
                  <a:pt x="89690" y="89231"/>
                  <a:pt x="88889" y="83311"/>
                  <a:pt x="88889" y="76561"/>
                </a:cubicBezTo>
                <a:cubicBezTo>
                  <a:pt x="88889" y="70143"/>
                  <a:pt x="89718" y="64375"/>
                  <a:pt x="91376" y="59258"/>
                </a:cubicBezTo>
                <a:cubicBezTo>
                  <a:pt x="93034" y="54140"/>
                  <a:pt x="95425" y="49797"/>
                  <a:pt x="98547" y="46229"/>
                </a:cubicBezTo>
                <a:cubicBezTo>
                  <a:pt x="101670" y="42661"/>
                  <a:pt x="105442" y="39922"/>
                  <a:pt x="109864" y="38014"/>
                </a:cubicBezTo>
                <a:cubicBezTo>
                  <a:pt x="114285" y="36105"/>
                  <a:pt x="119232" y="35151"/>
                  <a:pt x="124703" y="35151"/>
                </a:cubicBezTo>
                <a:cubicBezTo>
                  <a:pt x="130562" y="35151"/>
                  <a:pt x="135550" y="36091"/>
                  <a:pt x="139667" y="37970"/>
                </a:cubicBezTo>
                <a:cubicBezTo>
                  <a:pt x="143785" y="39849"/>
                  <a:pt x="147170" y="42377"/>
                  <a:pt x="149823" y="45555"/>
                </a:cubicBezTo>
                <a:cubicBezTo>
                  <a:pt x="152476" y="48733"/>
                  <a:pt x="154424" y="52464"/>
                  <a:pt x="155668" y="56747"/>
                </a:cubicBezTo>
                <a:cubicBezTo>
                  <a:pt x="156911" y="61031"/>
                  <a:pt x="157533" y="65604"/>
                  <a:pt x="157533" y="70468"/>
                </a:cubicBezTo>
                <a:lnTo>
                  <a:pt x="157533" y="72955"/>
                </a:lnTo>
                <a:moveTo>
                  <a:pt x="143771" y="68893"/>
                </a:moveTo>
                <a:cubicBezTo>
                  <a:pt x="143937" y="61708"/>
                  <a:pt x="142348" y="56070"/>
                  <a:pt x="139004" y="51980"/>
                </a:cubicBezTo>
                <a:cubicBezTo>
                  <a:pt x="135660" y="47891"/>
                  <a:pt x="130700" y="45846"/>
                  <a:pt x="124123" y="45846"/>
                </a:cubicBezTo>
                <a:cubicBezTo>
                  <a:pt x="120752" y="45846"/>
                  <a:pt x="117795" y="46481"/>
                  <a:pt x="115252" y="47752"/>
                </a:cubicBezTo>
                <a:cubicBezTo>
                  <a:pt x="112710" y="49024"/>
                  <a:pt x="110582" y="50709"/>
                  <a:pt x="108869" y="52809"/>
                </a:cubicBezTo>
                <a:cubicBezTo>
                  <a:pt x="107155" y="54910"/>
                  <a:pt x="105829" y="57355"/>
                  <a:pt x="104889" y="60146"/>
                </a:cubicBezTo>
                <a:cubicBezTo>
                  <a:pt x="103950" y="62938"/>
                  <a:pt x="103425" y="65853"/>
                  <a:pt x="103314" y="68893"/>
                </a:cubicBezTo>
                <a:lnTo>
                  <a:pt x="143771" y="68893"/>
                </a:lnTo>
                <a:close/>
                <a:moveTo>
                  <a:pt x="242700" y="113495"/>
                </a:moveTo>
                <a:cubicBezTo>
                  <a:pt x="242700" y="113937"/>
                  <a:pt x="242589" y="114310"/>
                  <a:pt x="242368" y="114614"/>
                </a:cubicBezTo>
                <a:cubicBezTo>
                  <a:pt x="242147" y="114918"/>
                  <a:pt x="241788" y="115181"/>
                  <a:pt x="241290" y="115402"/>
                </a:cubicBezTo>
                <a:cubicBezTo>
                  <a:pt x="240793" y="115623"/>
                  <a:pt x="240102" y="115788"/>
                  <a:pt x="239218" y="115899"/>
                </a:cubicBezTo>
                <a:cubicBezTo>
                  <a:pt x="238333" y="116010"/>
                  <a:pt x="237228" y="116065"/>
                  <a:pt x="235901" y="116065"/>
                </a:cubicBezTo>
                <a:cubicBezTo>
                  <a:pt x="234520" y="116065"/>
                  <a:pt x="233387" y="116010"/>
                  <a:pt x="232502" y="115899"/>
                </a:cubicBezTo>
                <a:cubicBezTo>
                  <a:pt x="231618" y="115788"/>
                  <a:pt x="230927" y="115623"/>
                  <a:pt x="230430" y="115402"/>
                </a:cubicBezTo>
                <a:cubicBezTo>
                  <a:pt x="229932" y="115181"/>
                  <a:pt x="229573" y="114918"/>
                  <a:pt x="229352" y="114614"/>
                </a:cubicBezTo>
                <a:cubicBezTo>
                  <a:pt x="229131" y="114310"/>
                  <a:pt x="229020" y="113937"/>
                  <a:pt x="229020" y="113495"/>
                </a:cubicBezTo>
                <a:lnTo>
                  <a:pt x="229020" y="69805"/>
                </a:lnTo>
                <a:cubicBezTo>
                  <a:pt x="229020" y="65549"/>
                  <a:pt x="228689" y="62122"/>
                  <a:pt x="228026" y="59525"/>
                </a:cubicBezTo>
                <a:cubicBezTo>
                  <a:pt x="227362" y="56927"/>
                  <a:pt x="226395" y="54689"/>
                  <a:pt x="225124" y="52809"/>
                </a:cubicBezTo>
                <a:cubicBezTo>
                  <a:pt x="223853" y="50930"/>
                  <a:pt x="222209" y="49493"/>
                  <a:pt x="220191" y="48499"/>
                </a:cubicBezTo>
                <a:cubicBezTo>
                  <a:pt x="218174" y="47504"/>
                  <a:pt x="215839" y="47006"/>
                  <a:pt x="213186" y="47006"/>
                </a:cubicBezTo>
                <a:cubicBezTo>
                  <a:pt x="209759" y="47006"/>
                  <a:pt x="206333" y="48222"/>
                  <a:pt x="202906" y="50654"/>
                </a:cubicBezTo>
                <a:cubicBezTo>
                  <a:pt x="199479" y="53086"/>
                  <a:pt x="195887" y="56651"/>
                  <a:pt x="192128" y="61349"/>
                </a:cubicBezTo>
                <a:lnTo>
                  <a:pt x="192128" y="113495"/>
                </a:lnTo>
                <a:cubicBezTo>
                  <a:pt x="192128" y="113937"/>
                  <a:pt x="192018" y="114310"/>
                  <a:pt x="191797" y="114614"/>
                </a:cubicBezTo>
                <a:cubicBezTo>
                  <a:pt x="191576" y="114918"/>
                  <a:pt x="191216" y="115181"/>
                  <a:pt x="190719" y="115402"/>
                </a:cubicBezTo>
                <a:cubicBezTo>
                  <a:pt x="190222" y="115623"/>
                  <a:pt x="189531" y="115788"/>
                  <a:pt x="188646" y="115899"/>
                </a:cubicBezTo>
                <a:cubicBezTo>
                  <a:pt x="187762" y="116010"/>
                  <a:pt x="186629" y="116065"/>
                  <a:pt x="185247" y="116065"/>
                </a:cubicBezTo>
                <a:cubicBezTo>
                  <a:pt x="183921" y="116065"/>
                  <a:pt x="182816" y="116010"/>
                  <a:pt x="181931" y="115899"/>
                </a:cubicBezTo>
                <a:cubicBezTo>
                  <a:pt x="181047" y="115788"/>
                  <a:pt x="180342" y="115623"/>
                  <a:pt x="179817" y="115402"/>
                </a:cubicBezTo>
                <a:cubicBezTo>
                  <a:pt x="179292" y="115181"/>
                  <a:pt x="178933" y="114918"/>
                  <a:pt x="178740" y="114614"/>
                </a:cubicBezTo>
                <a:cubicBezTo>
                  <a:pt x="178546" y="114310"/>
                  <a:pt x="178449" y="113937"/>
                  <a:pt x="178449" y="113495"/>
                </a:cubicBezTo>
                <a:lnTo>
                  <a:pt x="178449" y="38882"/>
                </a:lnTo>
                <a:cubicBezTo>
                  <a:pt x="178449" y="38440"/>
                  <a:pt x="178532" y="38066"/>
                  <a:pt x="178698" y="37763"/>
                </a:cubicBezTo>
                <a:cubicBezTo>
                  <a:pt x="178864" y="37459"/>
                  <a:pt x="179195" y="37182"/>
                  <a:pt x="179693" y="36933"/>
                </a:cubicBezTo>
                <a:cubicBezTo>
                  <a:pt x="180190" y="36685"/>
                  <a:pt x="180826" y="36519"/>
                  <a:pt x="181600" y="36436"/>
                </a:cubicBezTo>
                <a:cubicBezTo>
                  <a:pt x="182373" y="36353"/>
                  <a:pt x="183396" y="36312"/>
                  <a:pt x="184667" y="36312"/>
                </a:cubicBezTo>
                <a:cubicBezTo>
                  <a:pt x="185883" y="36312"/>
                  <a:pt x="186892" y="36353"/>
                  <a:pt x="187693" y="36436"/>
                </a:cubicBezTo>
                <a:cubicBezTo>
                  <a:pt x="188494" y="36519"/>
                  <a:pt x="189116" y="36685"/>
                  <a:pt x="189558" y="36933"/>
                </a:cubicBezTo>
                <a:cubicBezTo>
                  <a:pt x="190001" y="37182"/>
                  <a:pt x="190318" y="37459"/>
                  <a:pt x="190512" y="37763"/>
                </a:cubicBezTo>
                <a:cubicBezTo>
                  <a:pt x="190705" y="38066"/>
                  <a:pt x="190802" y="38440"/>
                  <a:pt x="190802" y="38882"/>
                </a:cubicBezTo>
                <a:lnTo>
                  <a:pt x="190802" y="48747"/>
                </a:lnTo>
                <a:cubicBezTo>
                  <a:pt x="195002" y="44049"/>
                  <a:pt x="199189" y="40609"/>
                  <a:pt x="203362" y="38426"/>
                </a:cubicBezTo>
                <a:cubicBezTo>
                  <a:pt x="207535" y="36243"/>
                  <a:pt x="211749" y="35151"/>
                  <a:pt x="216005" y="35151"/>
                </a:cubicBezTo>
                <a:cubicBezTo>
                  <a:pt x="220979" y="35151"/>
                  <a:pt x="225165" y="35994"/>
                  <a:pt x="228564" y="37680"/>
                </a:cubicBezTo>
                <a:cubicBezTo>
                  <a:pt x="231964" y="39365"/>
                  <a:pt x="234713" y="41618"/>
                  <a:pt x="236813" y="44436"/>
                </a:cubicBezTo>
                <a:cubicBezTo>
                  <a:pt x="238914" y="47255"/>
                  <a:pt x="240420" y="50557"/>
                  <a:pt x="241332" y="54343"/>
                </a:cubicBezTo>
                <a:cubicBezTo>
                  <a:pt x="242244" y="58129"/>
                  <a:pt x="242700" y="62675"/>
                  <a:pt x="242700" y="67981"/>
                </a:cubicBezTo>
                <a:lnTo>
                  <a:pt x="242700" y="113495"/>
                </a:lnTo>
                <a:close/>
                <a:moveTo>
                  <a:pt x="323796" y="113578"/>
                </a:moveTo>
                <a:cubicBezTo>
                  <a:pt x="323796" y="114241"/>
                  <a:pt x="323575" y="114738"/>
                  <a:pt x="323133" y="115070"/>
                </a:cubicBezTo>
                <a:cubicBezTo>
                  <a:pt x="322690" y="115402"/>
                  <a:pt x="322082" y="115650"/>
                  <a:pt x="321309" y="115816"/>
                </a:cubicBezTo>
                <a:cubicBezTo>
                  <a:pt x="320535" y="115982"/>
                  <a:pt x="319402" y="116065"/>
                  <a:pt x="317910" y="116065"/>
                </a:cubicBezTo>
                <a:cubicBezTo>
                  <a:pt x="316473" y="116065"/>
                  <a:pt x="315326" y="115982"/>
                  <a:pt x="314469" y="115816"/>
                </a:cubicBezTo>
                <a:cubicBezTo>
                  <a:pt x="313612" y="115650"/>
                  <a:pt x="312991" y="115402"/>
                  <a:pt x="312604" y="115070"/>
                </a:cubicBezTo>
                <a:cubicBezTo>
                  <a:pt x="312217" y="114738"/>
                  <a:pt x="312023" y="114241"/>
                  <a:pt x="312023" y="113578"/>
                </a:cubicBezTo>
                <a:lnTo>
                  <a:pt x="312023" y="106116"/>
                </a:lnTo>
                <a:cubicBezTo>
                  <a:pt x="308763" y="109598"/>
                  <a:pt x="305129" y="112320"/>
                  <a:pt x="301122" y="114282"/>
                </a:cubicBezTo>
                <a:cubicBezTo>
                  <a:pt x="297115" y="116244"/>
                  <a:pt x="292873" y="117225"/>
                  <a:pt x="288396" y="117225"/>
                </a:cubicBezTo>
                <a:cubicBezTo>
                  <a:pt x="284472" y="117225"/>
                  <a:pt x="280921" y="116712"/>
                  <a:pt x="277743" y="115687"/>
                </a:cubicBezTo>
                <a:cubicBezTo>
                  <a:pt x="274565" y="114661"/>
                  <a:pt x="271857" y="113177"/>
                  <a:pt x="269618" y="111236"/>
                </a:cubicBezTo>
                <a:cubicBezTo>
                  <a:pt x="267380" y="109294"/>
                  <a:pt x="265639" y="106910"/>
                  <a:pt x="264395" y="104083"/>
                </a:cubicBezTo>
                <a:cubicBezTo>
                  <a:pt x="263152" y="101254"/>
                  <a:pt x="262530" y="98036"/>
                  <a:pt x="262530" y="94430"/>
                </a:cubicBezTo>
                <a:cubicBezTo>
                  <a:pt x="262530" y="90215"/>
                  <a:pt x="263387" y="86556"/>
                  <a:pt x="265100" y="83450"/>
                </a:cubicBezTo>
                <a:cubicBezTo>
                  <a:pt x="266813" y="80343"/>
                  <a:pt x="269273" y="77763"/>
                  <a:pt x="272479" y="75712"/>
                </a:cubicBezTo>
                <a:cubicBezTo>
                  <a:pt x="275684" y="73660"/>
                  <a:pt x="279608" y="72121"/>
                  <a:pt x="284251" y="71095"/>
                </a:cubicBezTo>
                <a:cubicBezTo>
                  <a:pt x="288893" y="70069"/>
                  <a:pt x="294116" y="69556"/>
                  <a:pt x="299920" y="69556"/>
                </a:cubicBezTo>
                <a:lnTo>
                  <a:pt x="310200" y="69556"/>
                </a:lnTo>
                <a:lnTo>
                  <a:pt x="310200" y="63773"/>
                </a:lnTo>
                <a:cubicBezTo>
                  <a:pt x="310200" y="60910"/>
                  <a:pt x="309896" y="58377"/>
                  <a:pt x="309288" y="56175"/>
                </a:cubicBezTo>
                <a:cubicBezTo>
                  <a:pt x="308680" y="53971"/>
                  <a:pt x="307699" y="52139"/>
                  <a:pt x="306345" y="50680"/>
                </a:cubicBezTo>
                <a:cubicBezTo>
                  <a:pt x="304991" y="49220"/>
                  <a:pt x="303236" y="48119"/>
                  <a:pt x="301080" y="47377"/>
                </a:cubicBezTo>
                <a:cubicBezTo>
                  <a:pt x="298925" y="46632"/>
                  <a:pt x="296272" y="46260"/>
                  <a:pt x="293121" y="46260"/>
                </a:cubicBezTo>
                <a:cubicBezTo>
                  <a:pt x="289750" y="46260"/>
                  <a:pt x="286724" y="46656"/>
                  <a:pt x="284044" y="47449"/>
                </a:cubicBezTo>
                <a:cubicBezTo>
                  <a:pt x="281363" y="48242"/>
                  <a:pt x="279014" y="49117"/>
                  <a:pt x="276997" y="50074"/>
                </a:cubicBezTo>
                <a:cubicBezTo>
                  <a:pt x="274979" y="51031"/>
                  <a:pt x="273294" y="51905"/>
                  <a:pt x="271940" y="52698"/>
                </a:cubicBezTo>
                <a:cubicBezTo>
                  <a:pt x="270586" y="53491"/>
                  <a:pt x="269577" y="53887"/>
                  <a:pt x="268914" y="53887"/>
                </a:cubicBezTo>
                <a:cubicBezTo>
                  <a:pt x="268472" y="53887"/>
                  <a:pt x="268085" y="53777"/>
                  <a:pt x="267753" y="53556"/>
                </a:cubicBezTo>
                <a:cubicBezTo>
                  <a:pt x="267421" y="53335"/>
                  <a:pt x="267131" y="53003"/>
                  <a:pt x="266883" y="52561"/>
                </a:cubicBezTo>
                <a:cubicBezTo>
                  <a:pt x="266634" y="52119"/>
                  <a:pt x="266454" y="51552"/>
                  <a:pt x="266344" y="50861"/>
                </a:cubicBezTo>
                <a:cubicBezTo>
                  <a:pt x="266233" y="50170"/>
                  <a:pt x="266178" y="49410"/>
                  <a:pt x="266178" y="48581"/>
                </a:cubicBezTo>
                <a:cubicBezTo>
                  <a:pt x="266178" y="47200"/>
                  <a:pt x="266275" y="46108"/>
                  <a:pt x="266468" y="45307"/>
                </a:cubicBezTo>
                <a:cubicBezTo>
                  <a:pt x="266661" y="44505"/>
                  <a:pt x="267131" y="43745"/>
                  <a:pt x="267877" y="43027"/>
                </a:cubicBezTo>
                <a:cubicBezTo>
                  <a:pt x="268624" y="42308"/>
                  <a:pt x="269909" y="41472"/>
                  <a:pt x="271732" y="40516"/>
                </a:cubicBezTo>
                <a:cubicBezTo>
                  <a:pt x="273556" y="39560"/>
                  <a:pt x="275657" y="38686"/>
                  <a:pt x="278033" y="37895"/>
                </a:cubicBezTo>
                <a:cubicBezTo>
                  <a:pt x="280410" y="37104"/>
                  <a:pt x="283007" y="36449"/>
                  <a:pt x="285826" y="35931"/>
                </a:cubicBezTo>
                <a:cubicBezTo>
                  <a:pt x="288645" y="35411"/>
                  <a:pt x="291491" y="35151"/>
                  <a:pt x="294365" y="35151"/>
                </a:cubicBezTo>
                <a:cubicBezTo>
                  <a:pt x="299726" y="35151"/>
                  <a:pt x="304286" y="35759"/>
                  <a:pt x="308044" y="36975"/>
                </a:cubicBezTo>
                <a:cubicBezTo>
                  <a:pt x="311802" y="38191"/>
                  <a:pt x="314842" y="39973"/>
                  <a:pt x="317163" y="42322"/>
                </a:cubicBezTo>
                <a:cubicBezTo>
                  <a:pt x="319485" y="44671"/>
                  <a:pt x="321170" y="47587"/>
                  <a:pt x="322221" y="51069"/>
                </a:cubicBezTo>
                <a:cubicBezTo>
                  <a:pt x="323271" y="54550"/>
                  <a:pt x="323796" y="58613"/>
                  <a:pt x="323796" y="63255"/>
                </a:cubicBezTo>
                <a:lnTo>
                  <a:pt x="323796" y="113578"/>
                </a:lnTo>
                <a:moveTo>
                  <a:pt x="310200" y="79421"/>
                </a:moveTo>
                <a:lnTo>
                  <a:pt x="298510" y="79421"/>
                </a:lnTo>
                <a:cubicBezTo>
                  <a:pt x="294752" y="79421"/>
                  <a:pt x="291491" y="79742"/>
                  <a:pt x="288728" y="80383"/>
                </a:cubicBezTo>
                <a:cubicBezTo>
                  <a:pt x="285964" y="81022"/>
                  <a:pt x="283671" y="81966"/>
                  <a:pt x="281847" y="83217"/>
                </a:cubicBezTo>
                <a:cubicBezTo>
                  <a:pt x="280023" y="84467"/>
                  <a:pt x="278682" y="85969"/>
                  <a:pt x="277826" y="87722"/>
                </a:cubicBezTo>
                <a:cubicBezTo>
                  <a:pt x="276969" y="89474"/>
                  <a:pt x="276541" y="91489"/>
                  <a:pt x="276541" y="93769"/>
                </a:cubicBezTo>
                <a:cubicBezTo>
                  <a:pt x="276541" y="97662"/>
                  <a:pt x="277771" y="100762"/>
                  <a:pt x="280230" y="103070"/>
                </a:cubicBezTo>
                <a:cubicBezTo>
                  <a:pt x="282689" y="105377"/>
                  <a:pt x="286130" y="106531"/>
                  <a:pt x="290551" y="106531"/>
                </a:cubicBezTo>
                <a:cubicBezTo>
                  <a:pt x="294144" y="106531"/>
                  <a:pt x="297474" y="105614"/>
                  <a:pt x="300541" y="103780"/>
                </a:cubicBezTo>
                <a:cubicBezTo>
                  <a:pt x="303609" y="101944"/>
                  <a:pt x="306828" y="99135"/>
                  <a:pt x="310200" y="95354"/>
                </a:cubicBezTo>
                <a:lnTo>
                  <a:pt x="310200" y="79421"/>
                </a:lnTo>
                <a:close/>
                <a:moveTo>
                  <a:pt x="392769" y="43773"/>
                </a:moveTo>
                <a:cubicBezTo>
                  <a:pt x="392769" y="44989"/>
                  <a:pt x="392742" y="46011"/>
                  <a:pt x="392687" y="46840"/>
                </a:cubicBezTo>
                <a:cubicBezTo>
                  <a:pt x="392631" y="47669"/>
                  <a:pt x="392521" y="48319"/>
                  <a:pt x="392355" y="48789"/>
                </a:cubicBezTo>
                <a:cubicBezTo>
                  <a:pt x="392189" y="49258"/>
                  <a:pt x="391982" y="49618"/>
                  <a:pt x="391733" y="49866"/>
                </a:cubicBezTo>
                <a:cubicBezTo>
                  <a:pt x="391484" y="50115"/>
                  <a:pt x="391139" y="50239"/>
                  <a:pt x="390697" y="50239"/>
                </a:cubicBezTo>
                <a:cubicBezTo>
                  <a:pt x="390255" y="50239"/>
                  <a:pt x="389716" y="50115"/>
                  <a:pt x="389080" y="49866"/>
                </a:cubicBezTo>
                <a:cubicBezTo>
                  <a:pt x="388445" y="49618"/>
                  <a:pt x="387726" y="49369"/>
                  <a:pt x="386925" y="49120"/>
                </a:cubicBezTo>
                <a:cubicBezTo>
                  <a:pt x="386123" y="48872"/>
                  <a:pt x="385225" y="48637"/>
                  <a:pt x="384230" y="48416"/>
                </a:cubicBezTo>
                <a:cubicBezTo>
                  <a:pt x="383236" y="48195"/>
                  <a:pt x="382158" y="48084"/>
                  <a:pt x="380997" y="48084"/>
                </a:cubicBezTo>
                <a:cubicBezTo>
                  <a:pt x="379615" y="48084"/>
                  <a:pt x="378261" y="48360"/>
                  <a:pt x="376935" y="48913"/>
                </a:cubicBezTo>
                <a:cubicBezTo>
                  <a:pt x="375608" y="49466"/>
                  <a:pt x="374213" y="50378"/>
                  <a:pt x="372748" y="51649"/>
                </a:cubicBezTo>
                <a:cubicBezTo>
                  <a:pt x="371284" y="52920"/>
                  <a:pt x="369750" y="54606"/>
                  <a:pt x="368147" y="56706"/>
                </a:cubicBezTo>
                <a:cubicBezTo>
                  <a:pt x="366544" y="58806"/>
                  <a:pt x="364776" y="61376"/>
                  <a:pt x="362841" y="64416"/>
                </a:cubicBezTo>
                <a:lnTo>
                  <a:pt x="362841" y="113495"/>
                </a:lnTo>
                <a:cubicBezTo>
                  <a:pt x="362841" y="113937"/>
                  <a:pt x="362731" y="114310"/>
                  <a:pt x="362510" y="114614"/>
                </a:cubicBezTo>
                <a:cubicBezTo>
                  <a:pt x="362289" y="114918"/>
                  <a:pt x="361929" y="115181"/>
                  <a:pt x="361432" y="115402"/>
                </a:cubicBezTo>
                <a:cubicBezTo>
                  <a:pt x="360935" y="115623"/>
                  <a:pt x="360244" y="115788"/>
                  <a:pt x="359359" y="115899"/>
                </a:cubicBezTo>
                <a:cubicBezTo>
                  <a:pt x="358475" y="116010"/>
                  <a:pt x="357342" y="116065"/>
                  <a:pt x="355960" y="116065"/>
                </a:cubicBezTo>
                <a:cubicBezTo>
                  <a:pt x="354634" y="116065"/>
                  <a:pt x="353529" y="116010"/>
                  <a:pt x="352644" y="115899"/>
                </a:cubicBezTo>
                <a:cubicBezTo>
                  <a:pt x="351760" y="115788"/>
                  <a:pt x="351055" y="115623"/>
                  <a:pt x="350530" y="115402"/>
                </a:cubicBezTo>
                <a:cubicBezTo>
                  <a:pt x="350005" y="115181"/>
                  <a:pt x="349646" y="114918"/>
                  <a:pt x="349452" y="114614"/>
                </a:cubicBezTo>
                <a:cubicBezTo>
                  <a:pt x="349259" y="114310"/>
                  <a:pt x="349162" y="113937"/>
                  <a:pt x="349162" y="113495"/>
                </a:cubicBezTo>
                <a:lnTo>
                  <a:pt x="349162" y="38882"/>
                </a:lnTo>
                <a:cubicBezTo>
                  <a:pt x="349162" y="38440"/>
                  <a:pt x="349245" y="38066"/>
                  <a:pt x="349411" y="37763"/>
                </a:cubicBezTo>
                <a:cubicBezTo>
                  <a:pt x="349577" y="37459"/>
                  <a:pt x="349908" y="37182"/>
                  <a:pt x="350406" y="36933"/>
                </a:cubicBezTo>
                <a:cubicBezTo>
                  <a:pt x="350903" y="36685"/>
                  <a:pt x="351539" y="36519"/>
                  <a:pt x="352313" y="36436"/>
                </a:cubicBezTo>
                <a:cubicBezTo>
                  <a:pt x="353086" y="36353"/>
                  <a:pt x="354109" y="36312"/>
                  <a:pt x="355380" y="36312"/>
                </a:cubicBezTo>
                <a:cubicBezTo>
                  <a:pt x="356596" y="36312"/>
                  <a:pt x="357605" y="36353"/>
                  <a:pt x="358406" y="36436"/>
                </a:cubicBezTo>
                <a:cubicBezTo>
                  <a:pt x="359207" y="36519"/>
                  <a:pt x="359829" y="36685"/>
                  <a:pt x="360271" y="36933"/>
                </a:cubicBezTo>
                <a:cubicBezTo>
                  <a:pt x="360713" y="37182"/>
                  <a:pt x="361031" y="37459"/>
                  <a:pt x="361225" y="37763"/>
                </a:cubicBezTo>
                <a:cubicBezTo>
                  <a:pt x="361418" y="38066"/>
                  <a:pt x="361515" y="38440"/>
                  <a:pt x="361515" y="38882"/>
                </a:cubicBezTo>
                <a:lnTo>
                  <a:pt x="361515" y="49742"/>
                </a:lnTo>
                <a:cubicBezTo>
                  <a:pt x="363560" y="46758"/>
                  <a:pt x="365480" y="44326"/>
                  <a:pt x="367277" y="42447"/>
                </a:cubicBezTo>
                <a:cubicBezTo>
                  <a:pt x="369073" y="40567"/>
                  <a:pt x="370772" y="39089"/>
                  <a:pt x="372375" y="38011"/>
                </a:cubicBezTo>
                <a:cubicBezTo>
                  <a:pt x="373978" y="36933"/>
                  <a:pt x="375567" y="36187"/>
                  <a:pt x="377142" y="35773"/>
                </a:cubicBezTo>
                <a:cubicBezTo>
                  <a:pt x="378717" y="35358"/>
                  <a:pt x="380306" y="35151"/>
                  <a:pt x="381909" y="35151"/>
                </a:cubicBezTo>
                <a:cubicBezTo>
                  <a:pt x="382628" y="35151"/>
                  <a:pt x="383443" y="35193"/>
                  <a:pt x="384355" y="35275"/>
                </a:cubicBezTo>
                <a:cubicBezTo>
                  <a:pt x="385267" y="35358"/>
                  <a:pt x="386220" y="35510"/>
                  <a:pt x="387215" y="35731"/>
                </a:cubicBezTo>
                <a:cubicBezTo>
                  <a:pt x="388210" y="35952"/>
                  <a:pt x="389108" y="36201"/>
                  <a:pt x="389909" y="36478"/>
                </a:cubicBezTo>
                <a:cubicBezTo>
                  <a:pt x="390711" y="36754"/>
                  <a:pt x="391277" y="37030"/>
                  <a:pt x="391609" y="37307"/>
                </a:cubicBezTo>
                <a:cubicBezTo>
                  <a:pt x="391940" y="37583"/>
                  <a:pt x="392162" y="37845"/>
                  <a:pt x="392272" y="38094"/>
                </a:cubicBezTo>
                <a:cubicBezTo>
                  <a:pt x="392383" y="38343"/>
                  <a:pt x="392479" y="38661"/>
                  <a:pt x="392562" y="39048"/>
                </a:cubicBezTo>
                <a:cubicBezTo>
                  <a:pt x="392645" y="39434"/>
                  <a:pt x="392700" y="40001"/>
                  <a:pt x="392728" y="40747"/>
                </a:cubicBezTo>
                <a:cubicBezTo>
                  <a:pt x="392756" y="41493"/>
                  <a:pt x="392769" y="42502"/>
                  <a:pt x="392769" y="43773"/>
                </a:cubicBezTo>
                <a:close/>
                <a:moveTo>
                  <a:pt x="421927" y="113495"/>
                </a:moveTo>
                <a:cubicBezTo>
                  <a:pt x="421927" y="113937"/>
                  <a:pt x="421816" y="114310"/>
                  <a:pt x="421595" y="114614"/>
                </a:cubicBezTo>
                <a:cubicBezTo>
                  <a:pt x="421374" y="114918"/>
                  <a:pt x="421015" y="115181"/>
                  <a:pt x="420517" y="115402"/>
                </a:cubicBezTo>
                <a:cubicBezTo>
                  <a:pt x="420020" y="115623"/>
                  <a:pt x="419329" y="115788"/>
                  <a:pt x="418445" y="115899"/>
                </a:cubicBezTo>
                <a:cubicBezTo>
                  <a:pt x="417560" y="116010"/>
                  <a:pt x="416427" y="116065"/>
                  <a:pt x="415046" y="116065"/>
                </a:cubicBezTo>
                <a:cubicBezTo>
                  <a:pt x="413719" y="116065"/>
                  <a:pt x="412614" y="116010"/>
                  <a:pt x="411730" y="115899"/>
                </a:cubicBezTo>
                <a:cubicBezTo>
                  <a:pt x="410845" y="115788"/>
                  <a:pt x="410141" y="115623"/>
                  <a:pt x="409616" y="115402"/>
                </a:cubicBezTo>
                <a:cubicBezTo>
                  <a:pt x="409091" y="115181"/>
                  <a:pt x="408731" y="114918"/>
                  <a:pt x="408538" y="114614"/>
                </a:cubicBezTo>
                <a:cubicBezTo>
                  <a:pt x="408344" y="114310"/>
                  <a:pt x="408248" y="113937"/>
                  <a:pt x="408248" y="113495"/>
                </a:cubicBezTo>
                <a:lnTo>
                  <a:pt x="408248" y="38882"/>
                </a:lnTo>
                <a:cubicBezTo>
                  <a:pt x="408248" y="38495"/>
                  <a:pt x="408344" y="38136"/>
                  <a:pt x="408538" y="37804"/>
                </a:cubicBezTo>
                <a:cubicBezTo>
                  <a:pt x="408731" y="37472"/>
                  <a:pt x="409091" y="37196"/>
                  <a:pt x="409616" y="36975"/>
                </a:cubicBezTo>
                <a:cubicBezTo>
                  <a:pt x="410141" y="36754"/>
                  <a:pt x="410845" y="36588"/>
                  <a:pt x="411730" y="36478"/>
                </a:cubicBezTo>
                <a:cubicBezTo>
                  <a:pt x="412614" y="36367"/>
                  <a:pt x="413719" y="36312"/>
                  <a:pt x="415046" y="36312"/>
                </a:cubicBezTo>
                <a:cubicBezTo>
                  <a:pt x="416427" y="36312"/>
                  <a:pt x="417560" y="36367"/>
                  <a:pt x="418445" y="36478"/>
                </a:cubicBezTo>
                <a:cubicBezTo>
                  <a:pt x="419329" y="36588"/>
                  <a:pt x="420020" y="36754"/>
                  <a:pt x="420517" y="36975"/>
                </a:cubicBezTo>
                <a:cubicBezTo>
                  <a:pt x="421015" y="37196"/>
                  <a:pt x="421374" y="37472"/>
                  <a:pt x="421595" y="37804"/>
                </a:cubicBezTo>
                <a:cubicBezTo>
                  <a:pt x="421816" y="38136"/>
                  <a:pt x="421927" y="38495"/>
                  <a:pt x="421927" y="38882"/>
                </a:cubicBezTo>
                <a:lnTo>
                  <a:pt x="421927" y="113495"/>
                </a:lnTo>
                <a:moveTo>
                  <a:pt x="423502" y="13596"/>
                </a:moveTo>
                <a:cubicBezTo>
                  <a:pt x="423502" y="16802"/>
                  <a:pt x="422894" y="18985"/>
                  <a:pt x="421678" y="20146"/>
                </a:cubicBezTo>
                <a:cubicBezTo>
                  <a:pt x="420462" y="21306"/>
                  <a:pt x="418224" y="21887"/>
                  <a:pt x="414963" y="21887"/>
                </a:cubicBezTo>
                <a:cubicBezTo>
                  <a:pt x="411757" y="21887"/>
                  <a:pt x="409560" y="21320"/>
                  <a:pt x="408372" y="20187"/>
                </a:cubicBezTo>
                <a:cubicBezTo>
                  <a:pt x="407184" y="19054"/>
                  <a:pt x="406590" y="16912"/>
                  <a:pt x="406590" y="13762"/>
                </a:cubicBezTo>
                <a:cubicBezTo>
                  <a:pt x="406590" y="10556"/>
                  <a:pt x="407198" y="8373"/>
                  <a:pt x="408413" y="7213"/>
                </a:cubicBezTo>
                <a:cubicBezTo>
                  <a:pt x="409629" y="6052"/>
                  <a:pt x="411868" y="5472"/>
                  <a:pt x="415129" y="5472"/>
                </a:cubicBezTo>
                <a:cubicBezTo>
                  <a:pt x="418334" y="5472"/>
                  <a:pt x="420531" y="6038"/>
                  <a:pt x="421719" y="7171"/>
                </a:cubicBezTo>
                <a:cubicBezTo>
                  <a:pt x="422908" y="8304"/>
                  <a:pt x="423502" y="10446"/>
                  <a:pt x="423502" y="13596"/>
                </a:cubicBezTo>
                <a:close/>
                <a:moveTo>
                  <a:pt x="511293" y="113495"/>
                </a:moveTo>
                <a:cubicBezTo>
                  <a:pt x="511293" y="113937"/>
                  <a:pt x="511196" y="114310"/>
                  <a:pt x="511003" y="114614"/>
                </a:cubicBezTo>
                <a:cubicBezTo>
                  <a:pt x="510809" y="114918"/>
                  <a:pt x="510464" y="115181"/>
                  <a:pt x="509966" y="115402"/>
                </a:cubicBezTo>
                <a:cubicBezTo>
                  <a:pt x="509469" y="115623"/>
                  <a:pt x="508819" y="115788"/>
                  <a:pt x="508018" y="115899"/>
                </a:cubicBezTo>
                <a:cubicBezTo>
                  <a:pt x="507217" y="116010"/>
                  <a:pt x="506236" y="116065"/>
                  <a:pt x="505075" y="116065"/>
                </a:cubicBezTo>
                <a:cubicBezTo>
                  <a:pt x="503804" y="116065"/>
                  <a:pt x="502768" y="116010"/>
                  <a:pt x="501966" y="115899"/>
                </a:cubicBezTo>
                <a:cubicBezTo>
                  <a:pt x="501165" y="115788"/>
                  <a:pt x="500529" y="115623"/>
                  <a:pt x="500059" y="115402"/>
                </a:cubicBezTo>
                <a:cubicBezTo>
                  <a:pt x="499590" y="115181"/>
                  <a:pt x="499272" y="114918"/>
                  <a:pt x="499106" y="114614"/>
                </a:cubicBezTo>
                <a:cubicBezTo>
                  <a:pt x="498940" y="114310"/>
                  <a:pt x="498857" y="113937"/>
                  <a:pt x="498857" y="113495"/>
                </a:cubicBezTo>
                <a:lnTo>
                  <a:pt x="498857" y="103629"/>
                </a:lnTo>
                <a:cubicBezTo>
                  <a:pt x="494602" y="108357"/>
                  <a:pt x="490401" y="111805"/>
                  <a:pt x="486256" y="113974"/>
                </a:cubicBezTo>
                <a:cubicBezTo>
                  <a:pt x="482111" y="116142"/>
                  <a:pt x="477910" y="117225"/>
                  <a:pt x="473655" y="117225"/>
                </a:cubicBezTo>
                <a:cubicBezTo>
                  <a:pt x="468680" y="117225"/>
                  <a:pt x="464494" y="116396"/>
                  <a:pt x="461095" y="114736"/>
                </a:cubicBezTo>
                <a:cubicBezTo>
                  <a:pt x="457696" y="113076"/>
                  <a:pt x="454946" y="110822"/>
                  <a:pt x="452846" y="107974"/>
                </a:cubicBezTo>
                <a:cubicBezTo>
                  <a:pt x="450746" y="105124"/>
                  <a:pt x="449240" y="101805"/>
                  <a:pt x="448328" y="98015"/>
                </a:cubicBezTo>
                <a:cubicBezTo>
                  <a:pt x="447416" y="94224"/>
                  <a:pt x="446960" y="89618"/>
                  <a:pt x="446960" y="84196"/>
                </a:cubicBezTo>
                <a:lnTo>
                  <a:pt x="446960" y="38884"/>
                </a:lnTo>
                <a:cubicBezTo>
                  <a:pt x="446960" y="38442"/>
                  <a:pt x="447056" y="38069"/>
                  <a:pt x="447250" y="37765"/>
                </a:cubicBezTo>
                <a:cubicBezTo>
                  <a:pt x="447443" y="37459"/>
                  <a:pt x="447816" y="37182"/>
                  <a:pt x="448369" y="36933"/>
                </a:cubicBezTo>
                <a:cubicBezTo>
                  <a:pt x="448922" y="36685"/>
                  <a:pt x="449640" y="36519"/>
                  <a:pt x="450525" y="36436"/>
                </a:cubicBezTo>
                <a:cubicBezTo>
                  <a:pt x="451409" y="36353"/>
                  <a:pt x="452514" y="36312"/>
                  <a:pt x="453841" y="36312"/>
                </a:cubicBezTo>
                <a:cubicBezTo>
                  <a:pt x="455167" y="36312"/>
                  <a:pt x="456273" y="36353"/>
                  <a:pt x="457157" y="36436"/>
                </a:cubicBezTo>
                <a:cubicBezTo>
                  <a:pt x="458041" y="36519"/>
                  <a:pt x="458746" y="36685"/>
                  <a:pt x="459271" y="36933"/>
                </a:cubicBezTo>
                <a:cubicBezTo>
                  <a:pt x="459796" y="37182"/>
                  <a:pt x="460169" y="37459"/>
                  <a:pt x="460390" y="37765"/>
                </a:cubicBezTo>
                <a:cubicBezTo>
                  <a:pt x="460611" y="38069"/>
                  <a:pt x="460722" y="38442"/>
                  <a:pt x="460722" y="38884"/>
                </a:cubicBezTo>
                <a:lnTo>
                  <a:pt x="460722" y="82378"/>
                </a:lnTo>
                <a:cubicBezTo>
                  <a:pt x="460722" y="86749"/>
                  <a:pt x="461039" y="90249"/>
                  <a:pt x="461675" y="92878"/>
                </a:cubicBezTo>
                <a:cubicBezTo>
                  <a:pt x="462311" y="95506"/>
                  <a:pt x="463278" y="97748"/>
                  <a:pt x="464577" y="99603"/>
                </a:cubicBezTo>
                <a:cubicBezTo>
                  <a:pt x="465876" y="101457"/>
                  <a:pt x="467520" y="102895"/>
                  <a:pt x="469509" y="103919"/>
                </a:cubicBezTo>
                <a:cubicBezTo>
                  <a:pt x="471499" y="104942"/>
                  <a:pt x="473820" y="105453"/>
                  <a:pt x="476473" y="105453"/>
                </a:cubicBezTo>
                <a:cubicBezTo>
                  <a:pt x="479900" y="105453"/>
                  <a:pt x="483313" y="104230"/>
                  <a:pt x="486712" y="101785"/>
                </a:cubicBezTo>
                <a:cubicBezTo>
                  <a:pt x="490111" y="99339"/>
                  <a:pt x="493717" y="95753"/>
                  <a:pt x="497531" y="91028"/>
                </a:cubicBezTo>
                <a:lnTo>
                  <a:pt x="497531" y="38882"/>
                </a:lnTo>
                <a:cubicBezTo>
                  <a:pt x="497531" y="38440"/>
                  <a:pt x="497628" y="38066"/>
                  <a:pt x="497821" y="37763"/>
                </a:cubicBezTo>
                <a:cubicBezTo>
                  <a:pt x="498014" y="37459"/>
                  <a:pt x="498387" y="37182"/>
                  <a:pt x="498940" y="36933"/>
                </a:cubicBezTo>
                <a:cubicBezTo>
                  <a:pt x="499493" y="36685"/>
                  <a:pt x="500198" y="36519"/>
                  <a:pt x="501054" y="36436"/>
                </a:cubicBezTo>
                <a:cubicBezTo>
                  <a:pt x="501911" y="36353"/>
                  <a:pt x="503030" y="36312"/>
                  <a:pt x="504412" y="36312"/>
                </a:cubicBezTo>
                <a:cubicBezTo>
                  <a:pt x="505738" y="36312"/>
                  <a:pt x="506844" y="36353"/>
                  <a:pt x="507728" y="36436"/>
                </a:cubicBezTo>
                <a:cubicBezTo>
                  <a:pt x="508612" y="36519"/>
                  <a:pt x="509303" y="36685"/>
                  <a:pt x="509800" y="36933"/>
                </a:cubicBezTo>
                <a:cubicBezTo>
                  <a:pt x="510298" y="37182"/>
                  <a:pt x="510671" y="37459"/>
                  <a:pt x="510920" y="37763"/>
                </a:cubicBezTo>
                <a:cubicBezTo>
                  <a:pt x="511168" y="38066"/>
                  <a:pt x="511293" y="38440"/>
                  <a:pt x="511293" y="38882"/>
                </a:cubicBezTo>
                <a:lnTo>
                  <a:pt x="511293" y="113495"/>
                </a:lnTo>
                <a:close/>
                <a:moveTo>
                  <a:pt x="583352" y="93243"/>
                </a:moveTo>
                <a:cubicBezTo>
                  <a:pt x="583352" y="97060"/>
                  <a:pt x="582648" y="100463"/>
                  <a:pt x="581238" y="103451"/>
                </a:cubicBezTo>
                <a:cubicBezTo>
                  <a:pt x="579829" y="106437"/>
                  <a:pt x="577825" y="108954"/>
                  <a:pt x="575228" y="111003"/>
                </a:cubicBezTo>
                <a:cubicBezTo>
                  <a:pt x="572630" y="113049"/>
                  <a:pt x="569535" y="114598"/>
                  <a:pt x="565943" y="115648"/>
                </a:cubicBezTo>
                <a:cubicBezTo>
                  <a:pt x="562350" y="116700"/>
                  <a:pt x="558398" y="117225"/>
                  <a:pt x="554087" y="117225"/>
                </a:cubicBezTo>
                <a:cubicBezTo>
                  <a:pt x="551435" y="117225"/>
                  <a:pt x="548906" y="117018"/>
                  <a:pt x="546502" y="116604"/>
                </a:cubicBezTo>
                <a:cubicBezTo>
                  <a:pt x="544098" y="116189"/>
                  <a:pt x="541942" y="115664"/>
                  <a:pt x="540035" y="115029"/>
                </a:cubicBezTo>
                <a:cubicBezTo>
                  <a:pt x="538129" y="114393"/>
                  <a:pt x="536512" y="113730"/>
                  <a:pt x="535185" y="113039"/>
                </a:cubicBezTo>
                <a:cubicBezTo>
                  <a:pt x="533859" y="112348"/>
                  <a:pt x="532892" y="111726"/>
                  <a:pt x="532284" y="111174"/>
                </a:cubicBezTo>
                <a:cubicBezTo>
                  <a:pt x="531676" y="110621"/>
                  <a:pt x="531234" y="109847"/>
                  <a:pt x="530957" y="108852"/>
                </a:cubicBezTo>
                <a:cubicBezTo>
                  <a:pt x="530681" y="107857"/>
                  <a:pt x="530543" y="106503"/>
                  <a:pt x="530543" y="104790"/>
                </a:cubicBezTo>
                <a:cubicBezTo>
                  <a:pt x="530543" y="103740"/>
                  <a:pt x="530598" y="102856"/>
                  <a:pt x="530709" y="102137"/>
                </a:cubicBezTo>
                <a:cubicBezTo>
                  <a:pt x="530819" y="101419"/>
                  <a:pt x="530957" y="100838"/>
                  <a:pt x="531123" y="100396"/>
                </a:cubicBezTo>
                <a:cubicBezTo>
                  <a:pt x="531289" y="99954"/>
                  <a:pt x="531524" y="99636"/>
                  <a:pt x="531828" y="99443"/>
                </a:cubicBezTo>
                <a:cubicBezTo>
                  <a:pt x="532132" y="99249"/>
                  <a:pt x="532477" y="99153"/>
                  <a:pt x="532864" y="99153"/>
                </a:cubicBezTo>
                <a:cubicBezTo>
                  <a:pt x="533472" y="99153"/>
                  <a:pt x="534370" y="99526"/>
                  <a:pt x="535559" y="100272"/>
                </a:cubicBezTo>
                <a:cubicBezTo>
                  <a:pt x="536747" y="101018"/>
                  <a:pt x="538211" y="101833"/>
                  <a:pt x="539952" y="102717"/>
                </a:cubicBezTo>
                <a:cubicBezTo>
                  <a:pt x="541693" y="103602"/>
                  <a:pt x="543752" y="104417"/>
                  <a:pt x="546129" y="105163"/>
                </a:cubicBezTo>
                <a:cubicBezTo>
                  <a:pt x="548505" y="105909"/>
                  <a:pt x="551241" y="106282"/>
                  <a:pt x="554336" y="106282"/>
                </a:cubicBezTo>
                <a:cubicBezTo>
                  <a:pt x="556657" y="106282"/>
                  <a:pt x="558758" y="106033"/>
                  <a:pt x="560637" y="105536"/>
                </a:cubicBezTo>
                <a:cubicBezTo>
                  <a:pt x="562516" y="105037"/>
                  <a:pt x="564146" y="104303"/>
                  <a:pt x="565528" y="103334"/>
                </a:cubicBezTo>
                <a:cubicBezTo>
                  <a:pt x="566910" y="102365"/>
                  <a:pt x="567974" y="101133"/>
                  <a:pt x="568720" y="99637"/>
                </a:cubicBezTo>
                <a:cubicBezTo>
                  <a:pt x="569466" y="98141"/>
                  <a:pt x="569839" y="96369"/>
                  <a:pt x="569839" y="94321"/>
                </a:cubicBezTo>
                <a:cubicBezTo>
                  <a:pt x="569839" y="92219"/>
                  <a:pt x="569300" y="90449"/>
                  <a:pt x="568222" y="89010"/>
                </a:cubicBezTo>
                <a:cubicBezTo>
                  <a:pt x="567145" y="87571"/>
                  <a:pt x="565722" y="86299"/>
                  <a:pt x="563953" y="85194"/>
                </a:cubicBezTo>
                <a:cubicBezTo>
                  <a:pt x="562184" y="84087"/>
                  <a:pt x="560195" y="83105"/>
                  <a:pt x="557984" y="82248"/>
                </a:cubicBezTo>
                <a:cubicBezTo>
                  <a:pt x="555773" y="81390"/>
                  <a:pt x="553493" y="80491"/>
                  <a:pt x="551144" y="79551"/>
                </a:cubicBezTo>
                <a:cubicBezTo>
                  <a:pt x="548795" y="78610"/>
                  <a:pt x="546502" y="77544"/>
                  <a:pt x="544263" y="76354"/>
                </a:cubicBezTo>
                <a:cubicBezTo>
                  <a:pt x="542025" y="75164"/>
                  <a:pt x="540022" y="73712"/>
                  <a:pt x="538253" y="71996"/>
                </a:cubicBezTo>
                <a:cubicBezTo>
                  <a:pt x="536484" y="70281"/>
                  <a:pt x="535061" y="68235"/>
                  <a:pt x="533983" y="65856"/>
                </a:cubicBezTo>
                <a:cubicBezTo>
                  <a:pt x="532906" y="63478"/>
                  <a:pt x="532367" y="60629"/>
                  <a:pt x="532367" y="57310"/>
                </a:cubicBezTo>
                <a:cubicBezTo>
                  <a:pt x="532367" y="54377"/>
                  <a:pt x="532933" y="51569"/>
                  <a:pt x="534066" y="48887"/>
                </a:cubicBezTo>
                <a:cubicBezTo>
                  <a:pt x="535199" y="46203"/>
                  <a:pt x="536899" y="43852"/>
                  <a:pt x="539165" y="41833"/>
                </a:cubicBezTo>
                <a:cubicBezTo>
                  <a:pt x="541431" y="39812"/>
                  <a:pt x="544263" y="38193"/>
                  <a:pt x="547662" y="36978"/>
                </a:cubicBezTo>
                <a:cubicBezTo>
                  <a:pt x="551061" y="35760"/>
                  <a:pt x="555027" y="35151"/>
                  <a:pt x="559559" y="35151"/>
                </a:cubicBezTo>
                <a:cubicBezTo>
                  <a:pt x="561549" y="35151"/>
                  <a:pt x="563538" y="35319"/>
                  <a:pt x="565528" y="35656"/>
                </a:cubicBezTo>
                <a:cubicBezTo>
                  <a:pt x="567518" y="35993"/>
                  <a:pt x="569314" y="36414"/>
                  <a:pt x="570917" y="36918"/>
                </a:cubicBezTo>
                <a:cubicBezTo>
                  <a:pt x="572520" y="37422"/>
                  <a:pt x="573888" y="37969"/>
                  <a:pt x="575021" y="38558"/>
                </a:cubicBezTo>
                <a:cubicBezTo>
                  <a:pt x="576154" y="39147"/>
                  <a:pt x="577010" y="39666"/>
                  <a:pt x="577591" y="40115"/>
                </a:cubicBezTo>
                <a:cubicBezTo>
                  <a:pt x="578171" y="40564"/>
                  <a:pt x="578558" y="40954"/>
                  <a:pt x="578751" y="41286"/>
                </a:cubicBezTo>
                <a:cubicBezTo>
                  <a:pt x="578945" y="41618"/>
                  <a:pt x="579083" y="41991"/>
                  <a:pt x="579166" y="42405"/>
                </a:cubicBezTo>
                <a:cubicBezTo>
                  <a:pt x="579249" y="42820"/>
                  <a:pt x="579332" y="43331"/>
                  <a:pt x="579414" y="43939"/>
                </a:cubicBezTo>
                <a:cubicBezTo>
                  <a:pt x="579497" y="44547"/>
                  <a:pt x="579539" y="45293"/>
                  <a:pt x="579539" y="46177"/>
                </a:cubicBezTo>
                <a:cubicBezTo>
                  <a:pt x="579539" y="47117"/>
                  <a:pt x="579497" y="47932"/>
                  <a:pt x="579414" y="48623"/>
                </a:cubicBezTo>
                <a:cubicBezTo>
                  <a:pt x="579332" y="49314"/>
                  <a:pt x="579193" y="49880"/>
                  <a:pt x="579000" y="50322"/>
                </a:cubicBezTo>
                <a:cubicBezTo>
                  <a:pt x="578807" y="50765"/>
                  <a:pt x="578572" y="51082"/>
                  <a:pt x="578295" y="51276"/>
                </a:cubicBezTo>
                <a:cubicBezTo>
                  <a:pt x="578019" y="51469"/>
                  <a:pt x="577715" y="51566"/>
                  <a:pt x="577383" y="51566"/>
                </a:cubicBezTo>
                <a:cubicBezTo>
                  <a:pt x="576886" y="51566"/>
                  <a:pt x="576167" y="51258"/>
                  <a:pt x="575228" y="50641"/>
                </a:cubicBezTo>
                <a:cubicBezTo>
                  <a:pt x="574288" y="50024"/>
                  <a:pt x="573072" y="49366"/>
                  <a:pt x="571580" y="48664"/>
                </a:cubicBezTo>
                <a:cubicBezTo>
                  <a:pt x="570088" y="47963"/>
                  <a:pt x="568333" y="47304"/>
                  <a:pt x="566316" y="46688"/>
                </a:cubicBezTo>
                <a:cubicBezTo>
                  <a:pt x="564298" y="46071"/>
                  <a:pt x="561991" y="45763"/>
                  <a:pt x="559393" y="45763"/>
                </a:cubicBezTo>
                <a:cubicBezTo>
                  <a:pt x="557072" y="45763"/>
                  <a:pt x="555027" y="46026"/>
                  <a:pt x="553258" y="46553"/>
                </a:cubicBezTo>
                <a:cubicBezTo>
                  <a:pt x="551490" y="47078"/>
                  <a:pt x="550039" y="47825"/>
                  <a:pt x="548906" y="48794"/>
                </a:cubicBezTo>
                <a:cubicBezTo>
                  <a:pt x="547773" y="49763"/>
                  <a:pt x="546916" y="50912"/>
                  <a:pt x="546336" y="52242"/>
                </a:cubicBezTo>
                <a:cubicBezTo>
                  <a:pt x="545756" y="53570"/>
                  <a:pt x="545466" y="55010"/>
                  <a:pt x="545466" y="56561"/>
                </a:cubicBezTo>
                <a:cubicBezTo>
                  <a:pt x="545466" y="58718"/>
                  <a:pt x="546018" y="60530"/>
                  <a:pt x="547124" y="61996"/>
                </a:cubicBezTo>
                <a:cubicBezTo>
                  <a:pt x="548229" y="63463"/>
                  <a:pt x="549666" y="64749"/>
                  <a:pt x="551435" y="65856"/>
                </a:cubicBezTo>
                <a:cubicBezTo>
                  <a:pt x="553203" y="66962"/>
                  <a:pt x="555220" y="67957"/>
                  <a:pt x="557486" y="68844"/>
                </a:cubicBezTo>
                <a:cubicBezTo>
                  <a:pt x="559753" y="69728"/>
                  <a:pt x="562060" y="70641"/>
                  <a:pt x="564409" y="71582"/>
                </a:cubicBezTo>
                <a:cubicBezTo>
                  <a:pt x="566758" y="72522"/>
                  <a:pt x="569079" y="73572"/>
                  <a:pt x="571373" y="74735"/>
                </a:cubicBezTo>
                <a:cubicBezTo>
                  <a:pt x="573666" y="75897"/>
                  <a:pt x="575698" y="77308"/>
                  <a:pt x="577466" y="78968"/>
                </a:cubicBezTo>
                <a:cubicBezTo>
                  <a:pt x="579235" y="80628"/>
                  <a:pt x="580658" y="82620"/>
                  <a:pt x="581736" y="84945"/>
                </a:cubicBezTo>
                <a:cubicBezTo>
                  <a:pt x="582813" y="87268"/>
                  <a:pt x="583352" y="90034"/>
                  <a:pt x="583352" y="93243"/>
                </a:cubicBezTo>
                <a:close/>
                <a:moveTo>
                  <a:pt x="688243" y="93243"/>
                </a:moveTo>
                <a:cubicBezTo>
                  <a:pt x="688243" y="97060"/>
                  <a:pt x="687538" y="100463"/>
                  <a:pt x="686129" y="103451"/>
                </a:cubicBezTo>
                <a:cubicBezTo>
                  <a:pt x="684719" y="106437"/>
                  <a:pt x="682716" y="108954"/>
                  <a:pt x="680118" y="111003"/>
                </a:cubicBezTo>
                <a:cubicBezTo>
                  <a:pt x="677521" y="113049"/>
                  <a:pt x="674426" y="114598"/>
                  <a:pt x="670833" y="115648"/>
                </a:cubicBezTo>
                <a:cubicBezTo>
                  <a:pt x="667241" y="116700"/>
                  <a:pt x="663289" y="117225"/>
                  <a:pt x="658978" y="117225"/>
                </a:cubicBezTo>
                <a:cubicBezTo>
                  <a:pt x="656325" y="117225"/>
                  <a:pt x="653796" y="117018"/>
                  <a:pt x="651392" y="116604"/>
                </a:cubicBezTo>
                <a:cubicBezTo>
                  <a:pt x="648988" y="116189"/>
                  <a:pt x="646833" y="115664"/>
                  <a:pt x="644926" y="115029"/>
                </a:cubicBezTo>
                <a:cubicBezTo>
                  <a:pt x="643019" y="114393"/>
                  <a:pt x="641402" y="113730"/>
                  <a:pt x="640076" y="113039"/>
                </a:cubicBezTo>
                <a:cubicBezTo>
                  <a:pt x="638750" y="112348"/>
                  <a:pt x="637782" y="111726"/>
                  <a:pt x="637174" y="111174"/>
                </a:cubicBezTo>
                <a:cubicBezTo>
                  <a:pt x="636566" y="110621"/>
                  <a:pt x="636124" y="109847"/>
                  <a:pt x="635848" y="108852"/>
                </a:cubicBezTo>
                <a:cubicBezTo>
                  <a:pt x="635572" y="107857"/>
                  <a:pt x="635433" y="106503"/>
                  <a:pt x="635433" y="104790"/>
                </a:cubicBezTo>
                <a:cubicBezTo>
                  <a:pt x="635433" y="103740"/>
                  <a:pt x="635489" y="102856"/>
                  <a:pt x="635599" y="102137"/>
                </a:cubicBezTo>
                <a:cubicBezTo>
                  <a:pt x="635710" y="101419"/>
                  <a:pt x="635848" y="100838"/>
                  <a:pt x="636014" y="100396"/>
                </a:cubicBezTo>
                <a:cubicBezTo>
                  <a:pt x="636179" y="99954"/>
                  <a:pt x="636414" y="99636"/>
                  <a:pt x="636718" y="99443"/>
                </a:cubicBezTo>
                <a:cubicBezTo>
                  <a:pt x="637022" y="99249"/>
                  <a:pt x="637368" y="99153"/>
                  <a:pt x="637755" y="99153"/>
                </a:cubicBezTo>
                <a:cubicBezTo>
                  <a:pt x="638363" y="99153"/>
                  <a:pt x="639261" y="99526"/>
                  <a:pt x="640449" y="100272"/>
                </a:cubicBezTo>
                <a:cubicBezTo>
                  <a:pt x="641637" y="101018"/>
                  <a:pt x="643102" y="101833"/>
                  <a:pt x="644843" y="102717"/>
                </a:cubicBezTo>
                <a:cubicBezTo>
                  <a:pt x="646584" y="103602"/>
                  <a:pt x="648643" y="104417"/>
                  <a:pt x="651019" y="105163"/>
                </a:cubicBezTo>
                <a:cubicBezTo>
                  <a:pt x="653396" y="105909"/>
                  <a:pt x="656132" y="106282"/>
                  <a:pt x="659227" y="106282"/>
                </a:cubicBezTo>
                <a:cubicBezTo>
                  <a:pt x="661548" y="106282"/>
                  <a:pt x="663648" y="106033"/>
                  <a:pt x="665527" y="105536"/>
                </a:cubicBezTo>
                <a:cubicBezTo>
                  <a:pt x="667406" y="105037"/>
                  <a:pt x="669037" y="104303"/>
                  <a:pt x="670419" y="103334"/>
                </a:cubicBezTo>
                <a:cubicBezTo>
                  <a:pt x="671800" y="102365"/>
                  <a:pt x="672864" y="101133"/>
                  <a:pt x="673610" y="99637"/>
                </a:cubicBezTo>
                <a:cubicBezTo>
                  <a:pt x="674357" y="98141"/>
                  <a:pt x="674730" y="96369"/>
                  <a:pt x="674730" y="94321"/>
                </a:cubicBezTo>
                <a:cubicBezTo>
                  <a:pt x="674730" y="92219"/>
                  <a:pt x="674191" y="90449"/>
                  <a:pt x="673113" y="89010"/>
                </a:cubicBezTo>
                <a:cubicBezTo>
                  <a:pt x="672035" y="87571"/>
                  <a:pt x="670612" y="86299"/>
                  <a:pt x="668843" y="85194"/>
                </a:cubicBezTo>
                <a:cubicBezTo>
                  <a:pt x="667075" y="84087"/>
                  <a:pt x="665085" y="83105"/>
                  <a:pt x="662874" y="82248"/>
                </a:cubicBezTo>
                <a:cubicBezTo>
                  <a:pt x="660664" y="81390"/>
                  <a:pt x="658384" y="80491"/>
                  <a:pt x="656035" y="79551"/>
                </a:cubicBezTo>
                <a:cubicBezTo>
                  <a:pt x="653686" y="78610"/>
                  <a:pt x="651392" y="77544"/>
                  <a:pt x="649154" y="76354"/>
                </a:cubicBezTo>
                <a:cubicBezTo>
                  <a:pt x="646915" y="75164"/>
                  <a:pt x="644912" y="73712"/>
                  <a:pt x="643143" y="71996"/>
                </a:cubicBezTo>
                <a:cubicBezTo>
                  <a:pt x="641375" y="70281"/>
                  <a:pt x="639952" y="68235"/>
                  <a:pt x="638874" y="65856"/>
                </a:cubicBezTo>
                <a:cubicBezTo>
                  <a:pt x="637796" y="63478"/>
                  <a:pt x="637257" y="60629"/>
                  <a:pt x="637257" y="57310"/>
                </a:cubicBezTo>
                <a:cubicBezTo>
                  <a:pt x="637257" y="54377"/>
                  <a:pt x="637824" y="51569"/>
                  <a:pt x="638957" y="48887"/>
                </a:cubicBezTo>
                <a:cubicBezTo>
                  <a:pt x="640090" y="46203"/>
                  <a:pt x="641789" y="43852"/>
                  <a:pt x="644055" y="41833"/>
                </a:cubicBezTo>
                <a:cubicBezTo>
                  <a:pt x="646321" y="39812"/>
                  <a:pt x="649154" y="38193"/>
                  <a:pt x="652553" y="36978"/>
                </a:cubicBezTo>
                <a:cubicBezTo>
                  <a:pt x="655952" y="35760"/>
                  <a:pt x="659918" y="35151"/>
                  <a:pt x="664450" y="35151"/>
                </a:cubicBezTo>
                <a:cubicBezTo>
                  <a:pt x="666439" y="35151"/>
                  <a:pt x="668429" y="35319"/>
                  <a:pt x="670419" y="35656"/>
                </a:cubicBezTo>
                <a:cubicBezTo>
                  <a:pt x="672408" y="35993"/>
                  <a:pt x="674205" y="36414"/>
                  <a:pt x="675807" y="36918"/>
                </a:cubicBezTo>
                <a:cubicBezTo>
                  <a:pt x="677410" y="37422"/>
                  <a:pt x="678778" y="37969"/>
                  <a:pt x="679911" y="38558"/>
                </a:cubicBezTo>
                <a:cubicBezTo>
                  <a:pt x="681044" y="39147"/>
                  <a:pt x="681901" y="39666"/>
                  <a:pt x="682481" y="40115"/>
                </a:cubicBezTo>
                <a:cubicBezTo>
                  <a:pt x="683061" y="40564"/>
                  <a:pt x="683448" y="40954"/>
                  <a:pt x="683642" y="41286"/>
                </a:cubicBezTo>
                <a:cubicBezTo>
                  <a:pt x="683835" y="41618"/>
                  <a:pt x="683973" y="41991"/>
                  <a:pt x="684056" y="42405"/>
                </a:cubicBezTo>
                <a:cubicBezTo>
                  <a:pt x="684139" y="42820"/>
                  <a:pt x="684222" y="43331"/>
                  <a:pt x="684305" y="43939"/>
                </a:cubicBezTo>
                <a:cubicBezTo>
                  <a:pt x="684388" y="44547"/>
                  <a:pt x="684429" y="45293"/>
                  <a:pt x="684429" y="46177"/>
                </a:cubicBezTo>
                <a:cubicBezTo>
                  <a:pt x="684429" y="47117"/>
                  <a:pt x="684388" y="47932"/>
                  <a:pt x="684305" y="48623"/>
                </a:cubicBezTo>
                <a:cubicBezTo>
                  <a:pt x="684222" y="49314"/>
                  <a:pt x="684084" y="49880"/>
                  <a:pt x="683890" y="50322"/>
                </a:cubicBezTo>
                <a:cubicBezTo>
                  <a:pt x="683697" y="50765"/>
                  <a:pt x="683462" y="51082"/>
                  <a:pt x="683186" y="51276"/>
                </a:cubicBezTo>
                <a:cubicBezTo>
                  <a:pt x="682909" y="51469"/>
                  <a:pt x="682605" y="51566"/>
                  <a:pt x="682274" y="51566"/>
                </a:cubicBezTo>
                <a:cubicBezTo>
                  <a:pt x="681776" y="51566"/>
                  <a:pt x="681058" y="51258"/>
                  <a:pt x="680118" y="50641"/>
                </a:cubicBezTo>
                <a:cubicBezTo>
                  <a:pt x="679179" y="50024"/>
                  <a:pt x="677963" y="49366"/>
                  <a:pt x="676471" y="48664"/>
                </a:cubicBezTo>
                <a:cubicBezTo>
                  <a:pt x="674978" y="47963"/>
                  <a:pt x="673224" y="47304"/>
                  <a:pt x="671206" y="46688"/>
                </a:cubicBezTo>
                <a:cubicBezTo>
                  <a:pt x="669189" y="46071"/>
                  <a:pt x="666881" y="45763"/>
                  <a:pt x="664284" y="45763"/>
                </a:cubicBezTo>
                <a:cubicBezTo>
                  <a:pt x="661962" y="45763"/>
                  <a:pt x="659918" y="46026"/>
                  <a:pt x="658149" y="46553"/>
                </a:cubicBezTo>
                <a:cubicBezTo>
                  <a:pt x="656380" y="47078"/>
                  <a:pt x="654929" y="47825"/>
                  <a:pt x="653796" y="48794"/>
                </a:cubicBezTo>
                <a:cubicBezTo>
                  <a:pt x="652663" y="49763"/>
                  <a:pt x="651807" y="50912"/>
                  <a:pt x="651226" y="52242"/>
                </a:cubicBezTo>
                <a:cubicBezTo>
                  <a:pt x="650646" y="53570"/>
                  <a:pt x="650356" y="55010"/>
                  <a:pt x="650356" y="56561"/>
                </a:cubicBezTo>
                <a:cubicBezTo>
                  <a:pt x="650356" y="58718"/>
                  <a:pt x="650909" y="60530"/>
                  <a:pt x="652014" y="61996"/>
                </a:cubicBezTo>
                <a:cubicBezTo>
                  <a:pt x="653119" y="63463"/>
                  <a:pt x="654556" y="64749"/>
                  <a:pt x="656325" y="65856"/>
                </a:cubicBezTo>
                <a:cubicBezTo>
                  <a:pt x="658094" y="66962"/>
                  <a:pt x="660111" y="67957"/>
                  <a:pt x="662377" y="68844"/>
                </a:cubicBezTo>
                <a:cubicBezTo>
                  <a:pt x="664643" y="69728"/>
                  <a:pt x="666950" y="70641"/>
                  <a:pt x="669299" y="71582"/>
                </a:cubicBezTo>
                <a:cubicBezTo>
                  <a:pt x="671648" y="72522"/>
                  <a:pt x="673970" y="73572"/>
                  <a:pt x="676263" y="74735"/>
                </a:cubicBezTo>
                <a:cubicBezTo>
                  <a:pt x="678557" y="75897"/>
                  <a:pt x="680588" y="77308"/>
                  <a:pt x="682357" y="78968"/>
                </a:cubicBezTo>
                <a:cubicBezTo>
                  <a:pt x="684125" y="80628"/>
                  <a:pt x="685548" y="82620"/>
                  <a:pt x="686626" y="84945"/>
                </a:cubicBezTo>
                <a:cubicBezTo>
                  <a:pt x="687704" y="87268"/>
                  <a:pt x="688243" y="90034"/>
                  <a:pt x="688243" y="93243"/>
                </a:cubicBezTo>
                <a:close/>
                <a:moveTo>
                  <a:pt x="721468" y="113495"/>
                </a:moveTo>
                <a:cubicBezTo>
                  <a:pt x="721468" y="113937"/>
                  <a:pt x="721357" y="114310"/>
                  <a:pt x="721136" y="114614"/>
                </a:cubicBezTo>
                <a:cubicBezTo>
                  <a:pt x="720915" y="114918"/>
                  <a:pt x="720556" y="115181"/>
                  <a:pt x="720059" y="115402"/>
                </a:cubicBezTo>
                <a:cubicBezTo>
                  <a:pt x="719561" y="115623"/>
                  <a:pt x="718870" y="115788"/>
                  <a:pt x="717986" y="115899"/>
                </a:cubicBezTo>
                <a:cubicBezTo>
                  <a:pt x="717102" y="116010"/>
                  <a:pt x="715969" y="116065"/>
                  <a:pt x="714587" y="116065"/>
                </a:cubicBezTo>
                <a:cubicBezTo>
                  <a:pt x="713260" y="116065"/>
                  <a:pt x="712155" y="116010"/>
                  <a:pt x="711271" y="115899"/>
                </a:cubicBezTo>
                <a:cubicBezTo>
                  <a:pt x="710386" y="115788"/>
                  <a:pt x="709682" y="115623"/>
                  <a:pt x="709157" y="115402"/>
                </a:cubicBezTo>
                <a:cubicBezTo>
                  <a:pt x="708632" y="115181"/>
                  <a:pt x="708272" y="114918"/>
                  <a:pt x="708079" y="114614"/>
                </a:cubicBezTo>
                <a:cubicBezTo>
                  <a:pt x="707886" y="114310"/>
                  <a:pt x="707789" y="113937"/>
                  <a:pt x="707789" y="113495"/>
                </a:cubicBezTo>
                <a:lnTo>
                  <a:pt x="707789" y="38882"/>
                </a:lnTo>
                <a:cubicBezTo>
                  <a:pt x="707789" y="38495"/>
                  <a:pt x="707886" y="38136"/>
                  <a:pt x="708079" y="37804"/>
                </a:cubicBezTo>
                <a:cubicBezTo>
                  <a:pt x="708272" y="37472"/>
                  <a:pt x="708632" y="37196"/>
                  <a:pt x="709157" y="36975"/>
                </a:cubicBezTo>
                <a:cubicBezTo>
                  <a:pt x="709682" y="36754"/>
                  <a:pt x="710386" y="36588"/>
                  <a:pt x="711271" y="36478"/>
                </a:cubicBezTo>
                <a:cubicBezTo>
                  <a:pt x="712155" y="36367"/>
                  <a:pt x="713260" y="36312"/>
                  <a:pt x="714587" y="36312"/>
                </a:cubicBezTo>
                <a:cubicBezTo>
                  <a:pt x="715969" y="36312"/>
                  <a:pt x="717102" y="36367"/>
                  <a:pt x="717986" y="36478"/>
                </a:cubicBezTo>
                <a:cubicBezTo>
                  <a:pt x="718870" y="36588"/>
                  <a:pt x="719561" y="36754"/>
                  <a:pt x="720059" y="36975"/>
                </a:cubicBezTo>
                <a:cubicBezTo>
                  <a:pt x="720556" y="37196"/>
                  <a:pt x="720915" y="37472"/>
                  <a:pt x="721136" y="37804"/>
                </a:cubicBezTo>
                <a:cubicBezTo>
                  <a:pt x="721357" y="38136"/>
                  <a:pt x="721468" y="38495"/>
                  <a:pt x="721468" y="38882"/>
                </a:cubicBezTo>
                <a:lnTo>
                  <a:pt x="721468" y="113495"/>
                </a:lnTo>
                <a:moveTo>
                  <a:pt x="723043" y="13596"/>
                </a:moveTo>
                <a:cubicBezTo>
                  <a:pt x="723043" y="16802"/>
                  <a:pt x="722435" y="18985"/>
                  <a:pt x="721219" y="20146"/>
                </a:cubicBezTo>
                <a:cubicBezTo>
                  <a:pt x="720003" y="21306"/>
                  <a:pt x="717765" y="21887"/>
                  <a:pt x="714504" y="21887"/>
                </a:cubicBezTo>
                <a:cubicBezTo>
                  <a:pt x="711298" y="21887"/>
                  <a:pt x="709101" y="21320"/>
                  <a:pt x="707913" y="20187"/>
                </a:cubicBezTo>
                <a:cubicBezTo>
                  <a:pt x="706725" y="19054"/>
                  <a:pt x="706131" y="16912"/>
                  <a:pt x="706131" y="13762"/>
                </a:cubicBezTo>
                <a:cubicBezTo>
                  <a:pt x="706131" y="10556"/>
                  <a:pt x="706739" y="8373"/>
                  <a:pt x="707955" y="7213"/>
                </a:cubicBezTo>
                <a:cubicBezTo>
                  <a:pt x="709171" y="6052"/>
                  <a:pt x="711409" y="5472"/>
                  <a:pt x="714670" y="5472"/>
                </a:cubicBezTo>
                <a:cubicBezTo>
                  <a:pt x="717875" y="5472"/>
                  <a:pt x="720072" y="6038"/>
                  <a:pt x="721261" y="7171"/>
                </a:cubicBezTo>
                <a:cubicBezTo>
                  <a:pt x="722449" y="8304"/>
                  <a:pt x="723043" y="10446"/>
                  <a:pt x="723043" y="13596"/>
                </a:cubicBezTo>
                <a:close/>
                <a:moveTo>
                  <a:pt x="760553" y="113492"/>
                </a:moveTo>
                <a:cubicBezTo>
                  <a:pt x="760553" y="113934"/>
                  <a:pt x="760443" y="114308"/>
                  <a:pt x="760221" y="114614"/>
                </a:cubicBezTo>
                <a:cubicBezTo>
                  <a:pt x="760000" y="114918"/>
                  <a:pt x="759641" y="115181"/>
                  <a:pt x="759144" y="115402"/>
                </a:cubicBezTo>
                <a:cubicBezTo>
                  <a:pt x="758646" y="115623"/>
                  <a:pt x="757955" y="115788"/>
                  <a:pt x="757071" y="115899"/>
                </a:cubicBezTo>
                <a:cubicBezTo>
                  <a:pt x="756187" y="116010"/>
                  <a:pt x="755054" y="116065"/>
                  <a:pt x="753672" y="116065"/>
                </a:cubicBezTo>
                <a:cubicBezTo>
                  <a:pt x="752346" y="116065"/>
                  <a:pt x="751240" y="116010"/>
                  <a:pt x="750356" y="115899"/>
                </a:cubicBezTo>
                <a:cubicBezTo>
                  <a:pt x="749472" y="115788"/>
                  <a:pt x="748767" y="115623"/>
                  <a:pt x="748242" y="115402"/>
                </a:cubicBezTo>
                <a:cubicBezTo>
                  <a:pt x="747717" y="115181"/>
                  <a:pt x="747358" y="114918"/>
                  <a:pt x="747164" y="114614"/>
                </a:cubicBezTo>
                <a:cubicBezTo>
                  <a:pt x="746971" y="114308"/>
                  <a:pt x="746874" y="113934"/>
                  <a:pt x="746874" y="113492"/>
                </a:cubicBezTo>
                <a:lnTo>
                  <a:pt x="746874" y="2656"/>
                </a:lnTo>
                <a:cubicBezTo>
                  <a:pt x="746874" y="2213"/>
                  <a:pt x="746971" y="1826"/>
                  <a:pt x="747164" y="1495"/>
                </a:cubicBezTo>
                <a:cubicBezTo>
                  <a:pt x="747358" y="1162"/>
                  <a:pt x="747717" y="884"/>
                  <a:pt x="748242" y="663"/>
                </a:cubicBezTo>
                <a:cubicBezTo>
                  <a:pt x="748767" y="442"/>
                  <a:pt x="749472" y="276"/>
                  <a:pt x="750356" y="166"/>
                </a:cubicBezTo>
                <a:cubicBezTo>
                  <a:pt x="751240" y="55"/>
                  <a:pt x="752346" y="0"/>
                  <a:pt x="753672" y="0"/>
                </a:cubicBezTo>
                <a:cubicBezTo>
                  <a:pt x="755054" y="0"/>
                  <a:pt x="756187" y="55"/>
                  <a:pt x="757071" y="166"/>
                </a:cubicBezTo>
                <a:cubicBezTo>
                  <a:pt x="757955" y="276"/>
                  <a:pt x="758646" y="442"/>
                  <a:pt x="759144" y="663"/>
                </a:cubicBezTo>
                <a:cubicBezTo>
                  <a:pt x="759641" y="884"/>
                  <a:pt x="760000" y="1162"/>
                  <a:pt x="760221" y="1495"/>
                </a:cubicBezTo>
                <a:cubicBezTo>
                  <a:pt x="760443" y="1826"/>
                  <a:pt x="760553" y="2213"/>
                  <a:pt x="760553" y="2656"/>
                </a:cubicBezTo>
                <a:lnTo>
                  <a:pt x="760553" y="113492"/>
                </a:lnTo>
                <a:close/>
                <a:moveTo>
                  <a:pt x="846938" y="38716"/>
                </a:moveTo>
                <a:cubicBezTo>
                  <a:pt x="846938" y="38937"/>
                  <a:pt x="846924" y="39172"/>
                  <a:pt x="846896" y="39421"/>
                </a:cubicBezTo>
                <a:cubicBezTo>
                  <a:pt x="846869" y="39669"/>
                  <a:pt x="846827" y="39932"/>
                  <a:pt x="846772" y="40208"/>
                </a:cubicBezTo>
                <a:cubicBezTo>
                  <a:pt x="846717" y="40485"/>
                  <a:pt x="846648" y="40788"/>
                  <a:pt x="846565" y="41120"/>
                </a:cubicBezTo>
                <a:cubicBezTo>
                  <a:pt x="846482" y="41452"/>
                  <a:pt x="846385" y="41811"/>
                  <a:pt x="846275" y="42198"/>
                </a:cubicBezTo>
                <a:lnTo>
                  <a:pt x="820823" y="113080"/>
                </a:lnTo>
                <a:cubicBezTo>
                  <a:pt x="820602" y="113688"/>
                  <a:pt x="820312" y="114186"/>
                  <a:pt x="819953" y="114573"/>
                </a:cubicBezTo>
                <a:cubicBezTo>
                  <a:pt x="819594" y="114959"/>
                  <a:pt x="819055" y="115263"/>
                  <a:pt x="818336" y="115484"/>
                </a:cubicBezTo>
                <a:cubicBezTo>
                  <a:pt x="817618" y="115706"/>
                  <a:pt x="816706" y="115858"/>
                  <a:pt x="815600" y="115940"/>
                </a:cubicBezTo>
                <a:cubicBezTo>
                  <a:pt x="814495" y="116023"/>
                  <a:pt x="813113" y="116065"/>
                  <a:pt x="811455" y="116065"/>
                </a:cubicBezTo>
                <a:cubicBezTo>
                  <a:pt x="809797" y="116065"/>
                  <a:pt x="808415" y="116010"/>
                  <a:pt x="807310" y="115899"/>
                </a:cubicBezTo>
                <a:cubicBezTo>
                  <a:pt x="806205" y="115788"/>
                  <a:pt x="805307" y="115623"/>
                  <a:pt x="804616" y="115402"/>
                </a:cubicBezTo>
                <a:cubicBezTo>
                  <a:pt x="803925" y="115181"/>
                  <a:pt x="803386" y="114877"/>
                  <a:pt x="802999" y="114490"/>
                </a:cubicBezTo>
                <a:cubicBezTo>
                  <a:pt x="802612" y="114103"/>
                  <a:pt x="802308" y="113633"/>
                  <a:pt x="802087" y="113080"/>
                </a:cubicBezTo>
                <a:lnTo>
                  <a:pt x="776719" y="42198"/>
                </a:lnTo>
                <a:cubicBezTo>
                  <a:pt x="776498" y="41535"/>
                  <a:pt x="776318" y="40954"/>
                  <a:pt x="776180" y="40457"/>
                </a:cubicBezTo>
                <a:cubicBezTo>
                  <a:pt x="776042" y="39959"/>
                  <a:pt x="775959" y="39586"/>
                  <a:pt x="775931" y="39338"/>
                </a:cubicBezTo>
                <a:cubicBezTo>
                  <a:pt x="775903" y="39089"/>
                  <a:pt x="775890" y="38882"/>
                  <a:pt x="775890" y="38716"/>
                </a:cubicBezTo>
                <a:cubicBezTo>
                  <a:pt x="775890" y="38274"/>
                  <a:pt x="776000" y="37887"/>
                  <a:pt x="776221" y="37555"/>
                </a:cubicBezTo>
                <a:cubicBezTo>
                  <a:pt x="776442" y="37224"/>
                  <a:pt x="776815" y="36961"/>
                  <a:pt x="777340" y="36768"/>
                </a:cubicBezTo>
                <a:cubicBezTo>
                  <a:pt x="777865" y="36574"/>
                  <a:pt x="778556" y="36450"/>
                  <a:pt x="779413" y="36395"/>
                </a:cubicBezTo>
                <a:cubicBezTo>
                  <a:pt x="780270" y="36339"/>
                  <a:pt x="781334" y="36312"/>
                  <a:pt x="782605" y="36312"/>
                </a:cubicBezTo>
                <a:cubicBezTo>
                  <a:pt x="784208" y="36312"/>
                  <a:pt x="785493" y="36353"/>
                  <a:pt x="786460" y="36436"/>
                </a:cubicBezTo>
                <a:cubicBezTo>
                  <a:pt x="787427" y="36519"/>
                  <a:pt x="788173" y="36671"/>
                  <a:pt x="788698" y="36892"/>
                </a:cubicBezTo>
                <a:cubicBezTo>
                  <a:pt x="789223" y="37113"/>
                  <a:pt x="789610" y="37389"/>
                  <a:pt x="789859" y="37721"/>
                </a:cubicBezTo>
                <a:cubicBezTo>
                  <a:pt x="790108" y="38053"/>
                  <a:pt x="790342" y="38467"/>
                  <a:pt x="790564" y="38965"/>
                </a:cubicBezTo>
                <a:lnTo>
                  <a:pt x="811621" y="100479"/>
                </a:lnTo>
                <a:lnTo>
                  <a:pt x="811953" y="101474"/>
                </a:lnTo>
                <a:lnTo>
                  <a:pt x="812201" y="100479"/>
                </a:lnTo>
                <a:lnTo>
                  <a:pt x="833010" y="38965"/>
                </a:lnTo>
                <a:cubicBezTo>
                  <a:pt x="833121" y="38467"/>
                  <a:pt x="833314" y="38053"/>
                  <a:pt x="833590" y="37721"/>
                </a:cubicBezTo>
                <a:cubicBezTo>
                  <a:pt x="833867" y="37389"/>
                  <a:pt x="834267" y="37113"/>
                  <a:pt x="834793" y="36892"/>
                </a:cubicBezTo>
                <a:cubicBezTo>
                  <a:pt x="835318" y="36671"/>
                  <a:pt x="836036" y="36519"/>
                  <a:pt x="836948" y="36436"/>
                </a:cubicBezTo>
                <a:cubicBezTo>
                  <a:pt x="837860" y="36353"/>
                  <a:pt x="839062" y="36312"/>
                  <a:pt x="840554" y="36312"/>
                </a:cubicBezTo>
                <a:cubicBezTo>
                  <a:pt x="841825" y="36312"/>
                  <a:pt x="842876" y="36339"/>
                  <a:pt x="843705" y="36395"/>
                </a:cubicBezTo>
                <a:cubicBezTo>
                  <a:pt x="844534" y="36450"/>
                  <a:pt x="845183" y="36588"/>
                  <a:pt x="845653" y="36809"/>
                </a:cubicBezTo>
                <a:cubicBezTo>
                  <a:pt x="846123" y="37030"/>
                  <a:pt x="846454" y="37293"/>
                  <a:pt x="846648" y="37597"/>
                </a:cubicBezTo>
                <a:cubicBezTo>
                  <a:pt x="846841" y="37901"/>
                  <a:pt x="846938" y="38274"/>
                  <a:pt x="846938" y="38716"/>
                </a:cubicBezTo>
                <a:close/>
                <a:moveTo>
                  <a:pt x="926128" y="72955"/>
                </a:moveTo>
                <a:cubicBezTo>
                  <a:pt x="926128" y="75111"/>
                  <a:pt x="925589" y="76644"/>
                  <a:pt x="924512" y="77556"/>
                </a:cubicBezTo>
                <a:cubicBezTo>
                  <a:pt x="923434" y="78468"/>
                  <a:pt x="922204" y="78924"/>
                  <a:pt x="920822" y="78924"/>
                </a:cubicBezTo>
                <a:lnTo>
                  <a:pt x="871909" y="78924"/>
                </a:lnTo>
                <a:cubicBezTo>
                  <a:pt x="871909" y="83081"/>
                  <a:pt x="872324" y="86823"/>
                  <a:pt x="873153" y="90150"/>
                </a:cubicBezTo>
                <a:cubicBezTo>
                  <a:pt x="873982" y="93476"/>
                  <a:pt x="875364" y="96331"/>
                  <a:pt x="877298" y="98715"/>
                </a:cubicBezTo>
                <a:cubicBezTo>
                  <a:pt x="879233" y="101098"/>
                  <a:pt x="881747" y="102928"/>
                  <a:pt x="884842" y="104204"/>
                </a:cubicBezTo>
                <a:cubicBezTo>
                  <a:pt x="887937" y="105479"/>
                  <a:pt x="891723" y="106116"/>
                  <a:pt x="896200" y="106116"/>
                </a:cubicBezTo>
                <a:cubicBezTo>
                  <a:pt x="899737" y="106116"/>
                  <a:pt x="902888" y="105826"/>
                  <a:pt x="905651" y="105246"/>
                </a:cubicBezTo>
                <a:cubicBezTo>
                  <a:pt x="908415" y="104666"/>
                  <a:pt x="910805" y="104016"/>
                  <a:pt x="912822" y="103298"/>
                </a:cubicBezTo>
                <a:cubicBezTo>
                  <a:pt x="914840" y="102579"/>
                  <a:pt x="916498" y="101930"/>
                  <a:pt x="917796" y="101349"/>
                </a:cubicBezTo>
                <a:cubicBezTo>
                  <a:pt x="919095" y="100769"/>
                  <a:pt x="920076" y="100479"/>
                  <a:pt x="920740" y="100479"/>
                </a:cubicBezTo>
                <a:cubicBezTo>
                  <a:pt x="921126" y="100479"/>
                  <a:pt x="921472" y="100576"/>
                  <a:pt x="921776" y="100769"/>
                </a:cubicBezTo>
                <a:cubicBezTo>
                  <a:pt x="922080" y="100963"/>
                  <a:pt x="922315" y="101253"/>
                  <a:pt x="922481" y="101640"/>
                </a:cubicBezTo>
                <a:cubicBezTo>
                  <a:pt x="922646" y="102026"/>
                  <a:pt x="922771" y="102565"/>
                  <a:pt x="922854" y="103256"/>
                </a:cubicBezTo>
                <a:cubicBezTo>
                  <a:pt x="922936" y="103947"/>
                  <a:pt x="922978" y="104790"/>
                  <a:pt x="922978" y="105785"/>
                </a:cubicBezTo>
                <a:cubicBezTo>
                  <a:pt x="922978" y="106503"/>
                  <a:pt x="922950" y="107125"/>
                  <a:pt x="922895" y="107650"/>
                </a:cubicBezTo>
                <a:cubicBezTo>
                  <a:pt x="922840" y="108175"/>
                  <a:pt x="922771" y="108645"/>
                  <a:pt x="922688" y="109059"/>
                </a:cubicBezTo>
                <a:cubicBezTo>
                  <a:pt x="922605" y="109474"/>
                  <a:pt x="922467" y="109847"/>
                  <a:pt x="922273" y="110179"/>
                </a:cubicBezTo>
                <a:cubicBezTo>
                  <a:pt x="922080" y="110510"/>
                  <a:pt x="921831" y="110828"/>
                  <a:pt x="921527" y="111132"/>
                </a:cubicBezTo>
                <a:cubicBezTo>
                  <a:pt x="921223" y="111436"/>
                  <a:pt x="920325" y="111933"/>
                  <a:pt x="918833" y="112624"/>
                </a:cubicBezTo>
                <a:cubicBezTo>
                  <a:pt x="917341" y="113315"/>
                  <a:pt x="915406" y="113992"/>
                  <a:pt x="913030" y="114655"/>
                </a:cubicBezTo>
                <a:cubicBezTo>
                  <a:pt x="910653" y="115319"/>
                  <a:pt x="907903" y="115913"/>
                  <a:pt x="904781" y="116438"/>
                </a:cubicBezTo>
                <a:cubicBezTo>
                  <a:pt x="901658" y="116963"/>
                  <a:pt x="898328" y="117225"/>
                  <a:pt x="894791" y="117225"/>
                </a:cubicBezTo>
                <a:cubicBezTo>
                  <a:pt x="888656" y="117225"/>
                  <a:pt x="883281" y="116368"/>
                  <a:pt x="878666" y="114653"/>
                </a:cubicBezTo>
                <a:cubicBezTo>
                  <a:pt x="874051" y="112938"/>
                  <a:pt x="870168" y="110393"/>
                  <a:pt x="867018" y="107018"/>
                </a:cubicBezTo>
                <a:cubicBezTo>
                  <a:pt x="863868" y="103643"/>
                  <a:pt x="861491" y="99411"/>
                  <a:pt x="859888" y="94321"/>
                </a:cubicBezTo>
                <a:cubicBezTo>
                  <a:pt x="858286" y="89231"/>
                  <a:pt x="857484" y="83311"/>
                  <a:pt x="857484" y="76561"/>
                </a:cubicBezTo>
                <a:cubicBezTo>
                  <a:pt x="857484" y="70143"/>
                  <a:pt x="858313" y="64375"/>
                  <a:pt x="859971" y="59258"/>
                </a:cubicBezTo>
                <a:cubicBezTo>
                  <a:pt x="861629" y="54140"/>
                  <a:pt x="864020" y="49797"/>
                  <a:pt x="867142" y="46229"/>
                </a:cubicBezTo>
                <a:cubicBezTo>
                  <a:pt x="870265" y="42661"/>
                  <a:pt x="874037" y="39922"/>
                  <a:pt x="878459" y="38014"/>
                </a:cubicBezTo>
                <a:cubicBezTo>
                  <a:pt x="882880" y="36105"/>
                  <a:pt x="887827" y="35151"/>
                  <a:pt x="893299" y="35151"/>
                </a:cubicBezTo>
                <a:cubicBezTo>
                  <a:pt x="899157" y="35151"/>
                  <a:pt x="904145" y="36091"/>
                  <a:pt x="908263" y="37970"/>
                </a:cubicBezTo>
                <a:cubicBezTo>
                  <a:pt x="912380" y="39849"/>
                  <a:pt x="915765" y="42377"/>
                  <a:pt x="918418" y="45555"/>
                </a:cubicBezTo>
                <a:cubicBezTo>
                  <a:pt x="921071" y="48733"/>
                  <a:pt x="923019" y="52464"/>
                  <a:pt x="924263" y="56747"/>
                </a:cubicBezTo>
                <a:cubicBezTo>
                  <a:pt x="925506" y="61031"/>
                  <a:pt x="926128" y="65604"/>
                  <a:pt x="926128" y="70468"/>
                </a:cubicBezTo>
                <a:lnTo>
                  <a:pt x="926128" y="72955"/>
                </a:lnTo>
                <a:moveTo>
                  <a:pt x="912366" y="68893"/>
                </a:moveTo>
                <a:cubicBezTo>
                  <a:pt x="912532" y="61708"/>
                  <a:pt x="910943" y="56070"/>
                  <a:pt x="907599" y="51980"/>
                </a:cubicBezTo>
                <a:cubicBezTo>
                  <a:pt x="904256" y="47891"/>
                  <a:pt x="899295" y="45846"/>
                  <a:pt x="892718" y="45846"/>
                </a:cubicBezTo>
                <a:cubicBezTo>
                  <a:pt x="889347" y="45846"/>
                  <a:pt x="886390" y="46481"/>
                  <a:pt x="883848" y="47752"/>
                </a:cubicBezTo>
                <a:cubicBezTo>
                  <a:pt x="881305" y="49024"/>
                  <a:pt x="879177" y="50709"/>
                  <a:pt x="877464" y="52809"/>
                </a:cubicBezTo>
                <a:cubicBezTo>
                  <a:pt x="875751" y="54910"/>
                  <a:pt x="874424" y="57355"/>
                  <a:pt x="873485" y="60146"/>
                </a:cubicBezTo>
                <a:cubicBezTo>
                  <a:pt x="872545" y="62938"/>
                  <a:pt x="872020" y="65853"/>
                  <a:pt x="871909" y="68893"/>
                </a:cubicBezTo>
                <a:lnTo>
                  <a:pt x="912366" y="68893"/>
                </a:lnTo>
                <a:close/>
                <a:moveTo>
                  <a:pt x="990611" y="43773"/>
                </a:moveTo>
                <a:cubicBezTo>
                  <a:pt x="990611" y="44989"/>
                  <a:pt x="990583" y="46011"/>
                  <a:pt x="990528" y="46840"/>
                </a:cubicBezTo>
                <a:cubicBezTo>
                  <a:pt x="990473" y="47669"/>
                  <a:pt x="990362" y="48319"/>
                  <a:pt x="990197" y="48789"/>
                </a:cubicBezTo>
                <a:cubicBezTo>
                  <a:pt x="990031" y="49258"/>
                  <a:pt x="989823" y="49618"/>
                  <a:pt x="989575" y="49866"/>
                </a:cubicBezTo>
                <a:cubicBezTo>
                  <a:pt x="989326" y="50115"/>
                  <a:pt x="988981" y="50239"/>
                  <a:pt x="988538" y="50239"/>
                </a:cubicBezTo>
                <a:cubicBezTo>
                  <a:pt x="988096" y="50239"/>
                  <a:pt x="987557" y="50115"/>
                  <a:pt x="986922" y="49866"/>
                </a:cubicBezTo>
                <a:cubicBezTo>
                  <a:pt x="986286" y="49618"/>
                  <a:pt x="985568" y="49369"/>
                  <a:pt x="984766" y="49120"/>
                </a:cubicBezTo>
                <a:cubicBezTo>
                  <a:pt x="983965" y="48872"/>
                  <a:pt x="983067" y="48637"/>
                  <a:pt x="982072" y="48416"/>
                </a:cubicBezTo>
                <a:cubicBezTo>
                  <a:pt x="981077" y="48195"/>
                  <a:pt x="979999" y="48084"/>
                  <a:pt x="978839" y="48084"/>
                </a:cubicBezTo>
                <a:cubicBezTo>
                  <a:pt x="977457" y="48084"/>
                  <a:pt x="976103" y="48360"/>
                  <a:pt x="974777" y="48913"/>
                </a:cubicBezTo>
                <a:cubicBezTo>
                  <a:pt x="973450" y="49466"/>
                  <a:pt x="972055" y="50378"/>
                  <a:pt x="970590" y="51649"/>
                </a:cubicBezTo>
                <a:cubicBezTo>
                  <a:pt x="969125" y="52920"/>
                  <a:pt x="967592" y="54606"/>
                  <a:pt x="965989" y="56706"/>
                </a:cubicBezTo>
                <a:cubicBezTo>
                  <a:pt x="964386" y="58806"/>
                  <a:pt x="962617" y="61376"/>
                  <a:pt x="960683" y="64416"/>
                </a:cubicBezTo>
                <a:lnTo>
                  <a:pt x="960683" y="113495"/>
                </a:lnTo>
                <a:cubicBezTo>
                  <a:pt x="960683" y="113937"/>
                  <a:pt x="960572" y="114310"/>
                  <a:pt x="960351" y="114614"/>
                </a:cubicBezTo>
                <a:cubicBezTo>
                  <a:pt x="960130" y="114918"/>
                  <a:pt x="959771" y="115181"/>
                  <a:pt x="959274" y="115402"/>
                </a:cubicBezTo>
                <a:cubicBezTo>
                  <a:pt x="958776" y="115623"/>
                  <a:pt x="958085" y="115788"/>
                  <a:pt x="957201" y="115899"/>
                </a:cubicBezTo>
                <a:cubicBezTo>
                  <a:pt x="956317" y="116010"/>
                  <a:pt x="955184" y="116065"/>
                  <a:pt x="953802" y="116065"/>
                </a:cubicBezTo>
                <a:cubicBezTo>
                  <a:pt x="952475" y="116065"/>
                  <a:pt x="951370" y="116010"/>
                  <a:pt x="950486" y="115899"/>
                </a:cubicBezTo>
                <a:cubicBezTo>
                  <a:pt x="949602" y="115788"/>
                  <a:pt x="948897" y="115623"/>
                  <a:pt x="948372" y="115402"/>
                </a:cubicBezTo>
                <a:cubicBezTo>
                  <a:pt x="947847" y="115181"/>
                  <a:pt x="947487" y="114918"/>
                  <a:pt x="947294" y="114614"/>
                </a:cubicBezTo>
                <a:cubicBezTo>
                  <a:pt x="947101" y="114310"/>
                  <a:pt x="947004" y="113937"/>
                  <a:pt x="947004" y="113495"/>
                </a:cubicBezTo>
                <a:lnTo>
                  <a:pt x="947004" y="38882"/>
                </a:lnTo>
                <a:cubicBezTo>
                  <a:pt x="947004" y="38440"/>
                  <a:pt x="947087" y="38066"/>
                  <a:pt x="947253" y="37763"/>
                </a:cubicBezTo>
                <a:cubicBezTo>
                  <a:pt x="947418" y="37459"/>
                  <a:pt x="947750" y="37182"/>
                  <a:pt x="948247" y="36933"/>
                </a:cubicBezTo>
                <a:cubicBezTo>
                  <a:pt x="948745" y="36685"/>
                  <a:pt x="949380" y="36519"/>
                  <a:pt x="950154" y="36436"/>
                </a:cubicBezTo>
                <a:cubicBezTo>
                  <a:pt x="950928" y="36353"/>
                  <a:pt x="951950" y="36312"/>
                  <a:pt x="953222" y="36312"/>
                </a:cubicBezTo>
                <a:cubicBezTo>
                  <a:pt x="954438" y="36312"/>
                  <a:pt x="955446" y="36353"/>
                  <a:pt x="956248" y="36436"/>
                </a:cubicBezTo>
                <a:cubicBezTo>
                  <a:pt x="957049" y="36519"/>
                  <a:pt x="957671" y="36685"/>
                  <a:pt x="958113" y="36933"/>
                </a:cubicBezTo>
                <a:cubicBezTo>
                  <a:pt x="958555" y="37182"/>
                  <a:pt x="958873" y="37459"/>
                  <a:pt x="959066" y="37763"/>
                </a:cubicBezTo>
                <a:cubicBezTo>
                  <a:pt x="959260" y="38066"/>
                  <a:pt x="959356" y="38440"/>
                  <a:pt x="959356" y="38882"/>
                </a:cubicBezTo>
                <a:lnTo>
                  <a:pt x="959356" y="49742"/>
                </a:lnTo>
                <a:cubicBezTo>
                  <a:pt x="961401" y="46758"/>
                  <a:pt x="963322" y="44326"/>
                  <a:pt x="965118" y="42447"/>
                </a:cubicBezTo>
                <a:cubicBezTo>
                  <a:pt x="966915" y="40567"/>
                  <a:pt x="968614" y="39089"/>
                  <a:pt x="970217" y="38011"/>
                </a:cubicBezTo>
                <a:cubicBezTo>
                  <a:pt x="971820" y="36933"/>
                  <a:pt x="973409" y="36187"/>
                  <a:pt x="974984" y="35773"/>
                </a:cubicBezTo>
                <a:cubicBezTo>
                  <a:pt x="976559" y="35358"/>
                  <a:pt x="978148" y="35151"/>
                  <a:pt x="979751" y="35151"/>
                </a:cubicBezTo>
                <a:cubicBezTo>
                  <a:pt x="980469" y="35151"/>
                  <a:pt x="981284" y="35193"/>
                  <a:pt x="982196" y="35275"/>
                </a:cubicBezTo>
                <a:cubicBezTo>
                  <a:pt x="983108" y="35358"/>
                  <a:pt x="984062" y="35510"/>
                  <a:pt x="985057" y="35731"/>
                </a:cubicBezTo>
                <a:cubicBezTo>
                  <a:pt x="986051" y="35952"/>
                  <a:pt x="986949" y="36201"/>
                  <a:pt x="987751" y="36478"/>
                </a:cubicBezTo>
                <a:cubicBezTo>
                  <a:pt x="988552" y="36754"/>
                  <a:pt x="989119" y="37030"/>
                  <a:pt x="989450" y="37307"/>
                </a:cubicBezTo>
                <a:cubicBezTo>
                  <a:pt x="989782" y="37583"/>
                  <a:pt x="990003" y="37845"/>
                  <a:pt x="990114" y="38094"/>
                </a:cubicBezTo>
                <a:cubicBezTo>
                  <a:pt x="990224" y="38343"/>
                  <a:pt x="990321" y="38661"/>
                  <a:pt x="990404" y="39048"/>
                </a:cubicBezTo>
                <a:cubicBezTo>
                  <a:pt x="990487" y="39434"/>
                  <a:pt x="990542" y="40001"/>
                  <a:pt x="990570" y="40747"/>
                </a:cubicBezTo>
                <a:cubicBezTo>
                  <a:pt x="990597" y="41493"/>
                  <a:pt x="990611" y="42502"/>
                  <a:pt x="990611" y="43773"/>
                </a:cubicBezTo>
                <a:close/>
                <a:moveTo>
                  <a:pt x="1023961" y="106572"/>
                </a:moveTo>
                <a:cubicBezTo>
                  <a:pt x="1023961" y="110514"/>
                  <a:pt x="1023311" y="113136"/>
                  <a:pt x="1022012" y="114440"/>
                </a:cubicBezTo>
                <a:cubicBezTo>
                  <a:pt x="1020713" y="115744"/>
                  <a:pt x="1018351" y="116396"/>
                  <a:pt x="1014924" y="116396"/>
                </a:cubicBezTo>
                <a:cubicBezTo>
                  <a:pt x="1011608" y="116396"/>
                  <a:pt x="1009314" y="115758"/>
                  <a:pt x="1008043" y="114482"/>
                </a:cubicBezTo>
                <a:cubicBezTo>
                  <a:pt x="1006772" y="113205"/>
                  <a:pt x="1006136" y="110652"/>
                  <a:pt x="1006136" y="106821"/>
                </a:cubicBezTo>
                <a:cubicBezTo>
                  <a:pt x="1006136" y="102880"/>
                  <a:pt x="1006786" y="100257"/>
                  <a:pt x="1008085" y="98953"/>
                </a:cubicBezTo>
                <a:cubicBezTo>
                  <a:pt x="1009383" y="97649"/>
                  <a:pt x="1011746" y="96997"/>
                  <a:pt x="1015173" y="96997"/>
                </a:cubicBezTo>
                <a:cubicBezTo>
                  <a:pt x="1018489" y="96997"/>
                  <a:pt x="1020783" y="97635"/>
                  <a:pt x="1022054" y="98912"/>
                </a:cubicBezTo>
                <a:cubicBezTo>
                  <a:pt x="1023325" y="100188"/>
                  <a:pt x="1023961" y="102742"/>
                  <a:pt x="1023961" y="1065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02ee76dd444a05"/>
          <a:stretch xmlns:a="http://schemas.openxmlformats.org/drawingml/2006/main"/>
        </p:blipFill>
        <p:spPr>
          <a:xfrm xmlns:a="http://schemas.openxmlformats.org/drawingml/2006/main">
            <a:off x="199797" y="2570404"/>
            <a:ext cx="970306" cy="368919"/>
          </a:xfrm>
          <a:prstGeom xmlns:a="http://schemas.openxmlformats.org/drawingml/2006/main" prst="rect">
            <a:avLst/>
          </a:prstGeom>
        </p:spPr>
      </p:pic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AE2109-659C-4CF3-AFF8-855F3AA5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745" y="2616232"/>
            <a:ext cx="875337" cy="275874"/>
          </a:xfrm>
          <a:custGeom xmlns:a="http://schemas.openxmlformats.org/drawingml/2006/main">
            <a:pathLst>
              <a:path w="875337" h="275874">
                <a:moveTo>
                  <a:pt x="0" y="0"/>
                </a:moveTo>
                <a:lnTo>
                  <a:pt x="875337" y="0"/>
                </a:lnTo>
                <a:lnTo>
                  <a:pt x="875337" y="275874"/>
                </a:lnTo>
                <a:lnTo>
                  <a:pt x="0" y="27587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CC3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97242F-9D64-409D-876B-33626C03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745" y="2616239"/>
            <a:ext cx="875337" cy="275874"/>
          </a:xfrm>
          <a:custGeom xmlns:a="http://schemas.openxmlformats.org/drawingml/2006/main">
            <a:pathLst>
              <a:path w="875337" h="275874" fill="none">
                <a:moveTo>
                  <a:pt x="0" y="275874"/>
                </a:moveTo>
                <a:lnTo>
                  <a:pt x="875337" y="275874"/>
                </a:lnTo>
                <a:lnTo>
                  <a:pt x="875337" y="0"/>
                </a:lnTo>
                <a:lnTo>
                  <a:pt x="0" y="0"/>
                </a:lnTo>
                <a:lnTo>
                  <a:pt x="0" y="27587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82" cap="sq">
            <a:solidFill>
              <a:srgbClr val="262626"/>
            </a:solidFill>
            <a:miter/>
          </a:ln>
        </p:spPr>
      </p:sp>
      <p:sp>
        <p:nvSpPr>
          <p:cNvPr id="93" name="Text EFFECT">
            <a:extLst xmlns:a="http://schemas.openxmlformats.org/drawingml/2006/main">
              <a:ext uri="{FF2B5EF4-FFF2-40B4-BE49-F238E27FC236}">
                <a16:creationId xmlns:a16="http://schemas.microsoft.com/office/drawing/2014/main" id="{227F5C2B-52DB-484C-A735-DB7E8C27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73" y="2690810"/>
            <a:ext cx="526761" cy="121064"/>
          </a:xfrm>
          <a:custGeom xmlns:a="http://schemas.openxmlformats.org/drawingml/2006/main">
            <a:pathLst>
              <a:path w="526761" h="121064">
                <a:moveTo>
                  <a:pt x="69399" y="109754"/>
                </a:moveTo>
                <a:cubicBezTo>
                  <a:pt x="69399" y="111503"/>
                  <a:pt x="69324" y="112966"/>
                  <a:pt x="69173" y="114142"/>
                </a:cubicBezTo>
                <a:cubicBezTo>
                  <a:pt x="69022" y="115318"/>
                  <a:pt x="68796" y="116268"/>
                  <a:pt x="68494" y="116992"/>
                </a:cubicBezTo>
                <a:cubicBezTo>
                  <a:pt x="68193" y="117716"/>
                  <a:pt x="67816" y="118244"/>
                  <a:pt x="67363" y="118576"/>
                </a:cubicBezTo>
                <a:cubicBezTo>
                  <a:pt x="66911" y="118907"/>
                  <a:pt x="66413" y="119073"/>
                  <a:pt x="65870" y="119073"/>
                </a:cubicBezTo>
                <a:lnTo>
                  <a:pt x="7058" y="119073"/>
                </a:lnTo>
                <a:cubicBezTo>
                  <a:pt x="5067" y="119073"/>
                  <a:pt x="3393" y="118485"/>
                  <a:pt x="2036" y="117309"/>
                </a:cubicBezTo>
                <a:cubicBezTo>
                  <a:pt x="679" y="116133"/>
                  <a:pt x="0" y="114217"/>
                  <a:pt x="0" y="111563"/>
                </a:cubicBezTo>
                <a:lnTo>
                  <a:pt x="0" y="9501"/>
                </a:lnTo>
                <a:cubicBezTo>
                  <a:pt x="0" y="6846"/>
                  <a:pt x="679" y="4931"/>
                  <a:pt x="2036" y="3755"/>
                </a:cubicBezTo>
                <a:cubicBezTo>
                  <a:pt x="3393" y="2579"/>
                  <a:pt x="5067" y="1991"/>
                  <a:pt x="7058" y="1991"/>
                </a:cubicBezTo>
                <a:lnTo>
                  <a:pt x="65508" y="1991"/>
                </a:lnTo>
                <a:cubicBezTo>
                  <a:pt x="66051" y="1991"/>
                  <a:pt x="66534" y="2141"/>
                  <a:pt x="66956" y="2443"/>
                </a:cubicBezTo>
                <a:cubicBezTo>
                  <a:pt x="67378" y="2745"/>
                  <a:pt x="67740" y="3272"/>
                  <a:pt x="68042" y="4026"/>
                </a:cubicBezTo>
                <a:cubicBezTo>
                  <a:pt x="68343" y="4780"/>
                  <a:pt x="68570" y="5746"/>
                  <a:pt x="68721" y="6922"/>
                </a:cubicBezTo>
                <a:cubicBezTo>
                  <a:pt x="68871" y="8098"/>
                  <a:pt x="68947" y="9591"/>
                  <a:pt x="68947" y="11401"/>
                </a:cubicBezTo>
                <a:cubicBezTo>
                  <a:pt x="68947" y="13090"/>
                  <a:pt x="68871" y="14522"/>
                  <a:pt x="68721" y="15698"/>
                </a:cubicBezTo>
                <a:cubicBezTo>
                  <a:pt x="68570" y="16875"/>
                  <a:pt x="68343" y="17825"/>
                  <a:pt x="68042" y="18549"/>
                </a:cubicBezTo>
                <a:cubicBezTo>
                  <a:pt x="67740" y="19273"/>
                  <a:pt x="67378" y="19800"/>
                  <a:pt x="66956" y="20132"/>
                </a:cubicBezTo>
                <a:cubicBezTo>
                  <a:pt x="66534" y="20464"/>
                  <a:pt x="66051" y="20630"/>
                  <a:pt x="65508" y="20630"/>
                </a:cubicBezTo>
                <a:lnTo>
                  <a:pt x="23706" y="20630"/>
                </a:lnTo>
                <a:lnTo>
                  <a:pt x="23706" y="49041"/>
                </a:lnTo>
                <a:lnTo>
                  <a:pt x="59084" y="49041"/>
                </a:lnTo>
                <a:cubicBezTo>
                  <a:pt x="59627" y="49041"/>
                  <a:pt x="60125" y="49208"/>
                  <a:pt x="60577" y="49541"/>
                </a:cubicBezTo>
                <a:cubicBezTo>
                  <a:pt x="61030" y="49875"/>
                  <a:pt x="61407" y="50391"/>
                  <a:pt x="61708" y="51088"/>
                </a:cubicBezTo>
                <a:cubicBezTo>
                  <a:pt x="62010" y="51784"/>
                  <a:pt x="62236" y="52723"/>
                  <a:pt x="62387" y="53907"/>
                </a:cubicBezTo>
                <a:cubicBezTo>
                  <a:pt x="62538" y="55089"/>
                  <a:pt x="62613" y="56528"/>
                  <a:pt x="62613" y="58225"/>
                </a:cubicBezTo>
                <a:cubicBezTo>
                  <a:pt x="62613" y="59983"/>
                  <a:pt x="62538" y="61439"/>
                  <a:pt x="62387" y="62590"/>
                </a:cubicBezTo>
                <a:cubicBezTo>
                  <a:pt x="62236" y="63742"/>
                  <a:pt x="62010" y="64667"/>
                  <a:pt x="61708" y="65364"/>
                </a:cubicBezTo>
                <a:cubicBezTo>
                  <a:pt x="61407" y="66060"/>
                  <a:pt x="61030" y="66559"/>
                  <a:pt x="60577" y="66863"/>
                </a:cubicBezTo>
                <a:cubicBezTo>
                  <a:pt x="60125" y="67166"/>
                  <a:pt x="59627" y="67318"/>
                  <a:pt x="59084" y="67318"/>
                </a:cubicBezTo>
                <a:lnTo>
                  <a:pt x="23706" y="67318"/>
                </a:lnTo>
                <a:lnTo>
                  <a:pt x="23706" y="100434"/>
                </a:lnTo>
                <a:lnTo>
                  <a:pt x="65870" y="100434"/>
                </a:lnTo>
                <a:cubicBezTo>
                  <a:pt x="66413" y="100434"/>
                  <a:pt x="66911" y="100600"/>
                  <a:pt x="67363" y="100932"/>
                </a:cubicBezTo>
                <a:cubicBezTo>
                  <a:pt x="67816" y="101264"/>
                  <a:pt x="68193" y="101791"/>
                  <a:pt x="68494" y="102515"/>
                </a:cubicBezTo>
                <a:cubicBezTo>
                  <a:pt x="68796" y="103239"/>
                  <a:pt x="69022" y="104189"/>
                  <a:pt x="69173" y="105365"/>
                </a:cubicBezTo>
                <a:cubicBezTo>
                  <a:pt x="69324" y="106542"/>
                  <a:pt x="69399" y="108004"/>
                  <a:pt x="69399" y="109754"/>
                </a:cubicBezTo>
                <a:close/>
                <a:moveTo>
                  <a:pt x="155933" y="11808"/>
                </a:moveTo>
                <a:cubicBezTo>
                  <a:pt x="155933" y="13627"/>
                  <a:pt x="155858" y="15157"/>
                  <a:pt x="155707" y="16400"/>
                </a:cubicBezTo>
                <a:cubicBezTo>
                  <a:pt x="155556" y="17642"/>
                  <a:pt x="155315" y="18627"/>
                  <a:pt x="154983" y="19355"/>
                </a:cubicBezTo>
                <a:cubicBezTo>
                  <a:pt x="154651" y="20080"/>
                  <a:pt x="154274" y="20625"/>
                  <a:pt x="153852" y="20989"/>
                </a:cubicBezTo>
                <a:cubicBezTo>
                  <a:pt x="153430" y="21353"/>
                  <a:pt x="152947" y="21535"/>
                  <a:pt x="152404" y="21535"/>
                </a:cubicBezTo>
                <a:lnTo>
                  <a:pt x="114131" y="21535"/>
                </a:lnTo>
                <a:lnTo>
                  <a:pt x="114131" y="52841"/>
                </a:lnTo>
                <a:lnTo>
                  <a:pt x="150052" y="52841"/>
                </a:lnTo>
                <a:cubicBezTo>
                  <a:pt x="150595" y="52841"/>
                  <a:pt x="151077" y="52993"/>
                  <a:pt x="151500" y="53296"/>
                </a:cubicBezTo>
                <a:cubicBezTo>
                  <a:pt x="151922" y="53600"/>
                  <a:pt x="152299" y="54115"/>
                  <a:pt x="152631" y="54843"/>
                </a:cubicBezTo>
                <a:cubicBezTo>
                  <a:pt x="152962" y="55569"/>
                  <a:pt x="153204" y="56538"/>
                  <a:pt x="153355" y="57750"/>
                </a:cubicBezTo>
                <a:cubicBezTo>
                  <a:pt x="153505" y="58962"/>
                  <a:pt x="153581" y="60477"/>
                  <a:pt x="153581" y="62296"/>
                </a:cubicBezTo>
                <a:cubicBezTo>
                  <a:pt x="153581" y="64113"/>
                  <a:pt x="153505" y="65628"/>
                  <a:pt x="153355" y="66840"/>
                </a:cubicBezTo>
                <a:cubicBezTo>
                  <a:pt x="153204" y="68052"/>
                  <a:pt x="152962" y="69052"/>
                  <a:pt x="152631" y="69840"/>
                </a:cubicBezTo>
                <a:cubicBezTo>
                  <a:pt x="152299" y="70628"/>
                  <a:pt x="151922" y="71189"/>
                  <a:pt x="151500" y="71523"/>
                </a:cubicBezTo>
                <a:cubicBezTo>
                  <a:pt x="151077" y="71856"/>
                  <a:pt x="150595" y="72023"/>
                  <a:pt x="150052" y="72023"/>
                </a:cubicBezTo>
                <a:lnTo>
                  <a:pt x="114131" y="72023"/>
                </a:lnTo>
                <a:lnTo>
                  <a:pt x="114131" y="115635"/>
                </a:lnTo>
                <a:cubicBezTo>
                  <a:pt x="114131" y="116299"/>
                  <a:pt x="113950" y="116872"/>
                  <a:pt x="113588" y="117354"/>
                </a:cubicBezTo>
                <a:cubicBezTo>
                  <a:pt x="113226" y="117837"/>
                  <a:pt x="112578" y="118244"/>
                  <a:pt x="111643" y="118576"/>
                </a:cubicBezTo>
                <a:cubicBezTo>
                  <a:pt x="110708" y="118907"/>
                  <a:pt x="109486" y="119164"/>
                  <a:pt x="107978" y="119345"/>
                </a:cubicBezTo>
                <a:cubicBezTo>
                  <a:pt x="106470" y="119526"/>
                  <a:pt x="104540" y="119616"/>
                  <a:pt x="102187" y="119616"/>
                </a:cubicBezTo>
                <a:cubicBezTo>
                  <a:pt x="99895" y="119616"/>
                  <a:pt x="97980" y="119526"/>
                  <a:pt x="96442" y="119345"/>
                </a:cubicBezTo>
                <a:cubicBezTo>
                  <a:pt x="94904" y="119164"/>
                  <a:pt x="93682" y="118907"/>
                  <a:pt x="92777" y="118576"/>
                </a:cubicBezTo>
                <a:cubicBezTo>
                  <a:pt x="91873" y="118244"/>
                  <a:pt x="91224" y="117837"/>
                  <a:pt x="90832" y="117354"/>
                </a:cubicBezTo>
                <a:cubicBezTo>
                  <a:pt x="90440" y="116872"/>
                  <a:pt x="90244" y="116299"/>
                  <a:pt x="90244" y="115635"/>
                </a:cubicBezTo>
                <a:lnTo>
                  <a:pt x="90244" y="9501"/>
                </a:lnTo>
                <a:cubicBezTo>
                  <a:pt x="90244" y="6846"/>
                  <a:pt x="90922" y="4931"/>
                  <a:pt x="92280" y="3755"/>
                </a:cubicBezTo>
                <a:cubicBezTo>
                  <a:pt x="93637" y="2579"/>
                  <a:pt x="95311" y="1991"/>
                  <a:pt x="97301" y="1991"/>
                </a:cubicBezTo>
                <a:lnTo>
                  <a:pt x="152404" y="1991"/>
                </a:lnTo>
                <a:cubicBezTo>
                  <a:pt x="152947" y="1991"/>
                  <a:pt x="153430" y="2157"/>
                  <a:pt x="153852" y="2491"/>
                </a:cubicBezTo>
                <a:cubicBezTo>
                  <a:pt x="154274" y="2825"/>
                  <a:pt x="154651" y="3370"/>
                  <a:pt x="154983" y="4128"/>
                </a:cubicBezTo>
                <a:cubicBezTo>
                  <a:pt x="155315" y="4884"/>
                  <a:pt x="155556" y="5899"/>
                  <a:pt x="155707" y="7173"/>
                </a:cubicBezTo>
                <a:cubicBezTo>
                  <a:pt x="155858" y="8446"/>
                  <a:pt x="155933" y="9991"/>
                  <a:pt x="155933" y="11808"/>
                </a:cubicBezTo>
                <a:close/>
                <a:moveTo>
                  <a:pt x="241035" y="11808"/>
                </a:moveTo>
                <a:cubicBezTo>
                  <a:pt x="241035" y="13627"/>
                  <a:pt x="240959" y="15157"/>
                  <a:pt x="240809" y="16400"/>
                </a:cubicBezTo>
                <a:cubicBezTo>
                  <a:pt x="240658" y="17642"/>
                  <a:pt x="240417" y="18627"/>
                  <a:pt x="240085" y="19355"/>
                </a:cubicBezTo>
                <a:cubicBezTo>
                  <a:pt x="239753" y="20080"/>
                  <a:pt x="239376" y="20625"/>
                  <a:pt x="238954" y="20989"/>
                </a:cubicBezTo>
                <a:cubicBezTo>
                  <a:pt x="238532" y="21353"/>
                  <a:pt x="238049" y="21535"/>
                  <a:pt x="237506" y="21535"/>
                </a:cubicBezTo>
                <a:lnTo>
                  <a:pt x="199233" y="21535"/>
                </a:lnTo>
                <a:lnTo>
                  <a:pt x="199233" y="52841"/>
                </a:lnTo>
                <a:lnTo>
                  <a:pt x="235154" y="52841"/>
                </a:lnTo>
                <a:cubicBezTo>
                  <a:pt x="235696" y="52841"/>
                  <a:pt x="236179" y="52993"/>
                  <a:pt x="236601" y="53296"/>
                </a:cubicBezTo>
                <a:cubicBezTo>
                  <a:pt x="237024" y="53600"/>
                  <a:pt x="237401" y="54115"/>
                  <a:pt x="237732" y="54843"/>
                </a:cubicBezTo>
                <a:cubicBezTo>
                  <a:pt x="238064" y="55569"/>
                  <a:pt x="238305" y="56538"/>
                  <a:pt x="238456" y="57750"/>
                </a:cubicBezTo>
                <a:cubicBezTo>
                  <a:pt x="238607" y="58962"/>
                  <a:pt x="238682" y="60477"/>
                  <a:pt x="238682" y="62296"/>
                </a:cubicBezTo>
                <a:cubicBezTo>
                  <a:pt x="238682" y="64113"/>
                  <a:pt x="238607" y="65628"/>
                  <a:pt x="238456" y="66840"/>
                </a:cubicBezTo>
                <a:cubicBezTo>
                  <a:pt x="238305" y="68052"/>
                  <a:pt x="238064" y="69052"/>
                  <a:pt x="237732" y="69840"/>
                </a:cubicBezTo>
                <a:cubicBezTo>
                  <a:pt x="237401" y="70628"/>
                  <a:pt x="237024" y="71189"/>
                  <a:pt x="236601" y="71523"/>
                </a:cubicBezTo>
                <a:cubicBezTo>
                  <a:pt x="236179" y="71856"/>
                  <a:pt x="235696" y="72023"/>
                  <a:pt x="235154" y="72023"/>
                </a:cubicBezTo>
                <a:lnTo>
                  <a:pt x="199233" y="72023"/>
                </a:lnTo>
                <a:lnTo>
                  <a:pt x="199233" y="115635"/>
                </a:lnTo>
                <a:cubicBezTo>
                  <a:pt x="199233" y="116299"/>
                  <a:pt x="199052" y="116872"/>
                  <a:pt x="198690" y="117354"/>
                </a:cubicBezTo>
                <a:cubicBezTo>
                  <a:pt x="198328" y="117837"/>
                  <a:pt x="197679" y="118244"/>
                  <a:pt x="196744" y="118576"/>
                </a:cubicBezTo>
                <a:cubicBezTo>
                  <a:pt x="195809" y="118907"/>
                  <a:pt x="194588" y="119164"/>
                  <a:pt x="193080" y="119345"/>
                </a:cubicBezTo>
                <a:cubicBezTo>
                  <a:pt x="191572" y="119526"/>
                  <a:pt x="189641" y="119616"/>
                  <a:pt x="187289" y="119616"/>
                </a:cubicBezTo>
                <a:cubicBezTo>
                  <a:pt x="184997" y="119616"/>
                  <a:pt x="183082" y="119526"/>
                  <a:pt x="181543" y="119345"/>
                </a:cubicBezTo>
                <a:cubicBezTo>
                  <a:pt x="180005" y="119164"/>
                  <a:pt x="178784" y="118907"/>
                  <a:pt x="177879" y="118576"/>
                </a:cubicBezTo>
                <a:cubicBezTo>
                  <a:pt x="176974" y="118244"/>
                  <a:pt x="176326" y="117837"/>
                  <a:pt x="175934" y="117354"/>
                </a:cubicBezTo>
                <a:cubicBezTo>
                  <a:pt x="175542" y="116872"/>
                  <a:pt x="175345" y="116299"/>
                  <a:pt x="175345" y="115635"/>
                </a:cubicBezTo>
                <a:lnTo>
                  <a:pt x="175345" y="9501"/>
                </a:lnTo>
                <a:cubicBezTo>
                  <a:pt x="175345" y="6846"/>
                  <a:pt x="176024" y="4931"/>
                  <a:pt x="177381" y="3755"/>
                </a:cubicBezTo>
                <a:cubicBezTo>
                  <a:pt x="178739" y="2579"/>
                  <a:pt x="180412" y="1991"/>
                  <a:pt x="182403" y="1991"/>
                </a:cubicBezTo>
                <a:lnTo>
                  <a:pt x="237506" y="1991"/>
                </a:lnTo>
                <a:cubicBezTo>
                  <a:pt x="238049" y="1991"/>
                  <a:pt x="238532" y="2157"/>
                  <a:pt x="238954" y="2491"/>
                </a:cubicBezTo>
                <a:cubicBezTo>
                  <a:pt x="239376" y="2825"/>
                  <a:pt x="239753" y="3370"/>
                  <a:pt x="240085" y="4128"/>
                </a:cubicBezTo>
                <a:cubicBezTo>
                  <a:pt x="240417" y="4884"/>
                  <a:pt x="240658" y="5899"/>
                  <a:pt x="240809" y="7173"/>
                </a:cubicBezTo>
                <a:cubicBezTo>
                  <a:pt x="240959" y="8446"/>
                  <a:pt x="241035" y="9991"/>
                  <a:pt x="241035" y="11808"/>
                </a:cubicBezTo>
                <a:close/>
                <a:moveTo>
                  <a:pt x="329985" y="109754"/>
                </a:moveTo>
                <a:cubicBezTo>
                  <a:pt x="329985" y="111503"/>
                  <a:pt x="329910" y="112966"/>
                  <a:pt x="329759" y="114142"/>
                </a:cubicBezTo>
                <a:cubicBezTo>
                  <a:pt x="329608" y="115318"/>
                  <a:pt x="329382" y="116268"/>
                  <a:pt x="329080" y="116992"/>
                </a:cubicBezTo>
                <a:cubicBezTo>
                  <a:pt x="328779" y="117716"/>
                  <a:pt x="328402" y="118244"/>
                  <a:pt x="327949" y="118576"/>
                </a:cubicBezTo>
                <a:cubicBezTo>
                  <a:pt x="327497" y="118907"/>
                  <a:pt x="326999" y="119073"/>
                  <a:pt x="326456" y="119073"/>
                </a:cubicBezTo>
                <a:lnTo>
                  <a:pt x="267644" y="119073"/>
                </a:lnTo>
                <a:cubicBezTo>
                  <a:pt x="265653" y="119073"/>
                  <a:pt x="263979" y="118485"/>
                  <a:pt x="262622" y="117309"/>
                </a:cubicBezTo>
                <a:cubicBezTo>
                  <a:pt x="261265" y="116133"/>
                  <a:pt x="260586" y="114217"/>
                  <a:pt x="260586" y="111563"/>
                </a:cubicBezTo>
                <a:lnTo>
                  <a:pt x="260586" y="9501"/>
                </a:lnTo>
                <a:cubicBezTo>
                  <a:pt x="260586" y="6846"/>
                  <a:pt x="261265" y="4931"/>
                  <a:pt x="262622" y="3755"/>
                </a:cubicBezTo>
                <a:cubicBezTo>
                  <a:pt x="263979" y="2579"/>
                  <a:pt x="265653" y="1991"/>
                  <a:pt x="267644" y="1991"/>
                </a:cubicBezTo>
                <a:lnTo>
                  <a:pt x="326094" y="1991"/>
                </a:lnTo>
                <a:cubicBezTo>
                  <a:pt x="326637" y="1991"/>
                  <a:pt x="327120" y="2141"/>
                  <a:pt x="327542" y="2443"/>
                </a:cubicBezTo>
                <a:cubicBezTo>
                  <a:pt x="327964" y="2745"/>
                  <a:pt x="328326" y="3272"/>
                  <a:pt x="328628" y="4026"/>
                </a:cubicBezTo>
                <a:cubicBezTo>
                  <a:pt x="328930" y="4780"/>
                  <a:pt x="329156" y="5746"/>
                  <a:pt x="329307" y="6922"/>
                </a:cubicBezTo>
                <a:cubicBezTo>
                  <a:pt x="329457" y="8098"/>
                  <a:pt x="329533" y="9591"/>
                  <a:pt x="329533" y="11401"/>
                </a:cubicBezTo>
                <a:cubicBezTo>
                  <a:pt x="329533" y="13090"/>
                  <a:pt x="329457" y="14522"/>
                  <a:pt x="329307" y="15698"/>
                </a:cubicBezTo>
                <a:cubicBezTo>
                  <a:pt x="329156" y="16875"/>
                  <a:pt x="328930" y="17825"/>
                  <a:pt x="328628" y="18549"/>
                </a:cubicBezTo>
                <a:cubicBezTo>
                  <a:pt x="328326" y="19273"/>
                  <a:pt x="327964" y="19800"/>
                  <a:pt x="327542" y="20132"/>
                </a:cubicBezTo>
                <a:cubicBezTo>
                  <a:pt x="327120" y="20464"/>
                  <a:pt x="326637" y="20630"/>
                  <a:pt x="326094" y="20630"/>
                </a:cubicBezTo>
                <a:lnTo>
                  <a:pt x="284292" y="20630"/>
                </a:lnTo>
                <a:lnTo>
                  <a:pt x="284292" y="49041"/>
                </a:lnTo>
                <a:lnTo>
                  <a:pt x="319670" y="49041"/>
                </a:lnTo>
                <a:cubicBezTo>
                  <a:pt x="320213" y="49041"/>
                  <a:pt x="320711" y="49208"/>
                  <a:pt x="321163" y="49541"/>
                </a:cubicBezTo>
                <a:cubicBezTo>
                  <a:pt x="321616" y="49875"/>
                  <a:pt x="321993" y="50391"/>
                  <a:pt x="322294" y="51088"/>
                </a:cubicBezTo>
                <a:cubicBezTo>
                  <a:pt x="322596" y="51784"/>
                  <a:pt x="322822" y="52723"/>
                  <a:pt x="322973" y="53907"/>
                </a:cubicBezTo>
                <a:cubicBezTo>
                  <a:pt x="323124" y="55089"/>
                  <a:pt x="323199" y="56528"/>
                  <a:pt x="323199" y="58225"/>
                </a:cubicBezTo>
                <a:cubicBezTo>
                  <a:pt x="323199" y="59983"/>
                  <a:pt x="323124" y="61439"/>
                  <a:pt x="322973" y="62590"/>
                </a:cubicBezTo>
                <a:cubicBezTo>
                  <a:pt x="322822" y="63742"/>
                  <a:pt x="322596" y="64667"/>
                  <a:pt x="322294" y="65364"/>
                </a:cubicBezTo>
                <a:cubicBezTo>
                  <a:pt x="321993" y="66060"/>
                  <a:pt x="321616" y="66559"/>
                  <a:pt x="321163" y="66863"/>
                </a:cubicBezTo>
                <a:cubicBezTo>
                  <a:pt x="320711" y="67166"/>
                  <a:pt x="320213" y="67318"/>
                  <a:pt x="319670" y="67318"/>
                </a:cubicBezTo>
                <a:lnTo>
                  <a:pt x="284292" y="67318"/>
                </a:lnTo>
                <a:lnTo>
                  <a:pt x="284292" y="100434"/>
                </a:lnTo>
                <a:lnTo>
                  <a:pt x="326456" y="100434"/>
                </a:lnTo>
                <a:cubicBezTo>
                  <a:pt x="326999" y="100434"/>
                  <a:pt x="327497" y="100600"/>
                  <a:pt x="327949" y="100932"/>
                </a:cubicBezTo>
                <a:cubicBezTo>
                  <a:pt x="328402" y="101264"/>
                  <a:pt x="328779" y="101791"/>
                  <a:pt x="329080" y="102515"/>
                </a:cubicBezTo>
                <a:cubicBezTo>
                  <a:pt x="329382" y="103239"/>
                  <a:pt x="329608" y="104189"/>
                  <a:pt x="329759" y="105365"/>
                </a:cubicBezTo>
                <a:cubicBezTo>
                  <a:pt x="329910" y="106542"/>
                  <a:pt x="329985" y="108004"/>
                  <a:pt x="329985" y="109754"/>
                </a:cubicBezTo>
                <a:close/>
                <a:moveTo>
                  <a:pt x="431811" y="101248"/>
                </a:moveTo>
                <a:cubicBezTo>
                  <a:pt x="431811" y="102757"/>
                  <a:pt x="431765" y="104038"/>
                  <a:pt x="431675" y="105094"/>
                </a:cubicBezTo>
                <a:cubicBezTo>
                  <a:pt x="431584" y="106150"/>
                  <a:pt x="431449" y="107054"/>
                  <a:pt x="431268" y="107808"/>
                </a:cubicBezTo>
                <a:cubicBezTo>
                  <a:pt x="431087" y="108562"/>
                  <a:pt x="430845" y="109211"/>
                  <a:pt x="430544" y="109754"/>
                </a:cubicBezTo>
                <a:cubicBezTo>
                  <a:pt x="430242" y="110297"/>
                  <a:pt x="429760" y="110922"/>
                  <a:pt x="429096" y="111628"/>
                </a:cubicBezTo>
                <a:cubicBezTo>
                  <a:pt x="428433" y="112333"/>
                  <a:pt x="427151" y="113238"/>
                  <a:pt x="425251" y="114343"/>
                </a:cubicBezTo>
                <a:cubicBezTo>
                  <a:pt x="423351" y="115447"/>
                  <a:pt x="421028" y="116507"/>
                  <a:pt x="418284" y="117521"/>
                </a:cubicBezTo>
                <a:cubicBezTo>
                  <a:pt x="415539" y="118533"/>
                  <a:pt x="412402" y="119377"/>
                  <a:pt x="408874" y="120052"/>
                </a:cubicBezTo>
                <a:cubicBezTo>
                  <a:pt x="405345" y="120726"/>
                  <a:pt x="401530" y="121064"/>
                  <a:pt x="397428" y="121064"/>
                </a:cubicBezTo>
                <a:cubicBezTo>
                  <a:pt x="389405" y="121064"/>
                  <a:pt x="382167" y="119825"/>
                  <a:pt x="375712" y="117349"/>
                </a:cubicBezTo>
                <a:cubicBezTo>
                  <a:pt x="369258" y="114872"/>
                  <a:pt x="363769" y="111171"/>
                  <a:pt x="359245" y="106248"/>
                </a:cubicBezTo>
                <a:cubicBezTo>
                  <a:pt x="354721" y="101324"/>
                  <a:pt x="351252" y="95178"/>
                  <a:pt x="348839" y="87809"/>
                </a:cubicBezTo>
                <a:cubicBezTo>
                  <a:pt x="346426" y="80439"/>
                  <a:pt x="345220" y="71860"/>
                  <a:pt x="345220" y="62073"/>
                </a:cubicBezTo>
                <a:cubicBezTo>
                  <a:pt x="345220" y="52105"/>
                  <a:pt x="346547" y="43255"/>
                  <a:pt x="349201" y="35522"/>
                </a:cubicBezTo>
                <a:cubicBezTo>
                  <a:pt x="351855" y="27790"/>
                  <a:pt x="355565" y="21296"/>
                  <a:pt x="360330" y="16041"/>
                </a:cubicBezTo>
                <a:cubicBezTo>
                  <a:pt x="365096" y="10783"/>
                  <a:pt x="370811" y="6796"/>
                  <a:pt x="377477" y="4077"/>
                </a:cubicBezTo>
                <a:cubicBezTo>
                  <a:pt x="384142" y="1359"/>
                  <a:pt x="391486" y="0"/>
                  <a:pt x="399509" y="0"/>
                </a:cubicBezTo>
                <a:cubicBezTo>
                  <a:pt x="402766" y="0"/>
                  <a:pt x="405903" y="276"/>
                  <a:pt x="408919" y="828"/>
                </a:cubicBezTo>
                <a:cubicBezTo>
                  <a:pt x="411935" y="1381"/>
                  <a:pt x="414725" y="2103"/>
                  <a:pt x="417288" y="2994"/>
                </a:cubicBezTo>
                <a:cubicBezTo>
                  <a:pt x="419852" y="3884"/>
                  <a:pt x="422159" y="4912"/>
                  <a:pt x="424210" y="6079"/>
                </a:cubicBezTo>
                <a:cubicBezTo>
                  <a:pt x="426261" y="7246"/>
                  <a:pt x="427694" y="8244"/>
                  <a:pt x="428508" y="9074"/>
                </a:cubicBezTo>
                <a:cubicBezTo>
                  <a:pt x="429322" y="9901"/>
                  <a:pt x="429880" y="10586"/>
                  <a:pt x="430182" y="11129"/>
                </a:cubicBezTo>
                <a:cubicBezTo>
                  <a:pt x="430484" y="11672"/>
                  <a:pt x="430725" y="12366"/>
                  <a:pt x="430906" y="13210"/>
                </a:cubicBezTo>
                <a:cubicBezTo>
                  <a:pt x="431087" y="14055"/>
                  <a:pt x="431222" y="15050"/>
                  <a:pt x="431313" y="16196"/>
                </a:cubicBezTo>
                <a:cubicBezTo>
                  <a:pt x="431403" y="17342"/>
                  <a:pt x="431449" y="18760"/>
                  <a:pt x="431449" y="20449"/>
                </a:cubicBezTo>
                <a:cubicBezTo>
                  <a:pt x="431449" y="22258"/>
                  <a:pt x="431388" y="23797"/>
                  <a:pt x="431268" y="25063"/>
                </a:cubicBezTo>
                <a:cubicBezTo>
                  <a:pt x="431147" y="26330"/>
                  <a:pt x="430936" y="27355"/>
                  <a:pt x="430634" y="28140"/>
                </a:cubicBezTo>
                <a:cubicBezTo>
                  <a:pt x="430333" y="28924"/>
                  <a:pt x="429971" y="29497"/>
                  <a:pt x="429549" y="29859"/>
                </a:cubicBezTo>
                <a:cubicBezTo>
                  <a:pt x="429126" y="30221"/>
                  <a:pt x="428644" y="30402"/>
                  <a:pt x="428101" y="30402"/>
                </a:cubicBezTo>
                <a:cubicBezTo>
                  <a:pt x="427196" y="30402"/>
                  <a:pt x="426050" y="29869"/>
                  <a:pt x="424663" y="28804"/>
                </a:cubicBezTo>
                <a:cubicBezTo>
                  <a:pt x="423275" y="27739"/>
                  <a:pt x="421481" y="26552"/>
                  <a:pt x="419279" y="25244"/>
                </a:cubicBezTo>
                <a:cubicBezTo>
                  <a:pt x="417077" y="23936"/>
                  <a:pt x="414453" y="22749"/>
                  <a:pt x="411407" y="21684"/>
                </a:cubicBezTo>
                <a:cubicBezTo>
                  <a:pt x="408361" y="20619"/>
                  <a:pt x="404727" y="20087"/>
                  <a:pt x="400504" y="20087"/>
                </a:cubicBezTo>
                <a:cubicBezTo>
                  <a:pt x="395859" y="20087"/>
                  <a:pt x="391712" y="21037"/>
                  <a:pt x="388063" y="22937"/>
                </a:cubicBezTo>
                <a:cubicBezTo>
                  <a:pt x="384414" y="24837"/>
                  <a:pt x="381307" y="27552"/>
                  <a:pt x="378743" y="31080"/>
                </a:cubicBezTo>
                <a:cubicBezTo>
                  <a:pt x="376180" y="34609"/>
                  <a:pt x="374234" y="38877"/>
                  <a:pt x="372907" y="43883"/>
                </a:cubicBezTo>
                <a:cubicBezTo>
                  <a:pt x="371580" y="48890"/>
                  <a:pt x="370917" y="54530"/>
                  <a:pt x="370917" y="60803"/>
                </a:cubicBezTo>
                <a:cubicBezTo>
                  <a:pt x="370917" y="67680"/>
                  <a:pt x="371626" y="73637"/>
                  <a:pt x="373043" y="78673"/>
                </a:cubicBezTo>
                <a:cubicBezTo>
                  <a:pt x="374461" y="83710"/>
                  <a:pt x="376481" y="87857"/>
                  <a:pt x="379105" y="91115"/>
                </a:cubicBezTo>
                <a:cubicBezTo>
                  <a:pt x="381729" y="94372"/>
                  <a:pt x="384896" y="96800"/>
                  <a:pt x="388606" y="98398"/>
                </a:cubicBezTo>
                <a:cubicBezTo>
                  <a:pt x="392316" y="99997"/>
                  <a:pt x="396493" y="100796"/>
                  <a:pt x="401137" y="100796"/>
                </a:cubicBezTo>
                <a:cubicBezTo>
                  <a:pt x="405360" y="100796"/>
                  <a:pt x="409009" y="100294"/>
                  <a:pt x="412086" y="99289"/>
                </a:cubicBezTo>
                <a:cubicBezTo>
                  <a:pt x="415162" y="98284"/>
                  <a:pt x="417801" y="97173"/>
                  <a:pt x="420003" y="95955"/>
                </a:cubicBezTo>
                <a:cubicBezTo>
                  <a:pt x="422205" y="94738"/>
                  <a:pt x="424014" y="93641"/>
                  <a:pt x="425432" y="92667"/>
                </a:cubicBezTo>
                <a:cubicBezTo>
                  <a:pt x="426849" y="91692"/>
                  <a:pt x="427950" y="91205"/>
                  <a:pt x="428734" y="91205"/>
                </a:cubicBezTo>
                <a:cubicBezTo>
                  <a:pt x="429337" y="91205"/>
                  <a:pt x="429820" y="91326"/>
                  <a:pt x="430182" y="91567"/>
                </a:cubicBezTo>
                <a:cubicBezTo>
                  <a:pt x="430544" y="91808"/>
                  <a:pt x="430845" y="92291"/>
                  <a:pt x="431087" y="93015"/>
                </a:cubicBezTo>
                <a:cubicBezTo>
                  <a:pt x="431328" y="93739"/>
                  <a:pt x="431509" y="94749"/>
                  <a:pt x="431630" y="96046"/>
                </a:cubicBezTo>
                <a:cubicBezTo>
                  <a:pt x="431750" y="97343"/>
                  <a:pt x="431811" y="99077"/>
                  <a:pt x="431811" y="101248"/>
                </a:cubicBezTo>
                <a:close/>
                <a:moveTo>
                  <a:pt x="526761" y="11808"/>
                </a:moveTo>
                <a:cubicBezTo>
                  <a:pt x="526761" y="13565"/>
                  <a:pt x="526685" y="15064"/>
                  <a:pt x="526535" y="16306"/>
                </a:cubicBezTo>
                <a:cubicBezTo>
                  <a:pt x="526384" y="17549"/>
                  <a:pt x="526158" y="18549"/>
                  <a:pt x="525856" y="19306"/>
                </a:cubicBezTo>
                <a:cubicBezTo>
                  <a:pt x="525554" y="20064"/>
                  <a:pt x="525177" y="20625"/>
                  <a:pt x="524725" y="20989"/>
                </a:cubicBezTo>
                <a:cubicBezTo>
                  <a:pt x="524273" y="21353"/>
                  <a:pt x="523775" y="21535"/>
                  <a:pt x="523232" y="21535"/>
                </a:cubicBezTo>
                <a:lnTo>
                  <a:pt x="493916" y="21535"/>
                </a:lnTo>
                <a:lnTo>
                  <a:pt x="493916" y="115819"/>
                </a:lnTo>
                <a:cubicBezTo>
                  <a:pt x="493916" y="116422"/>
                  <a:pt x="493720" y="116965"/>
                  <a:pt x="493328" y="117447"/>
                </a:cubicBezTo>
                <a:cubicBezTo>
                  <a:pt x="492936" y="117928"/>
                  <a:pt x="492288" y="118319"/>
                  <a:pt x="491383" y="118621"/>
                </a:cubicBezTo>
                <a:cubicBezTo>
                  <a:pt x="490478" y="118923"/>
                  <a:pt x="489256" y="119164"/>
                  <a:pt x="487718" y="119345"/>
                </a:cubicBezTo>
                <a:cubicBezTo>
                  <a:pt x="486180" y="119526"/>
                  <a:pt x="484265" y="119616"/>
                  <a:pt x="481973" y="119616"/>
                </a:cubicBezTo>
                <a:cubicBezTo>
                  <a:pt x="479680" y="119616"/>
                  <a:pt x="477765" y="119526"/>
                  <a:pt x="476227" y="119345"/>
                </a:cubicBezTo>
                <a:cubicBezTo>
                  <a:pt x="474689" y="119164"/>
                  <a:pt x="473467" y="118923"/>
                  <a:pt x="472563" y="118621"/>
                </a:cubicBezTo>
                <a:cubicBezTo>
                  <a:pt x="471658" y="118319"/>
                  <a:pt x="471009" y="117928"/>
                  <a:pt x="470617" y="117447"/>
                </a:cubicBezTo>
                <a:cubicBezTo>
                  <a:pt x="470225" y="116965"/>
                  <a:pt x="470029" y="116422"/>
                  <a:pt x="470029" y="115819"/>
                </a:cubicBezTo>
                <a:lnTo>
                  <a:pt x="470029" y="21535"/>
                </a:lnTo>
                <a:lnTo>
                  <a:pt x="440713" y="21535"/>
                </a:lnTo>
                <a:cubicBezTo>
                  <a:pt x="440110" y="21535"/>
                  <a:pt x="439597" y="21353"/>
                  <a:pt x="439175" y="20989"/>
                </a:cubicBezTo>
                <a:cubicBezTo>
                  <a:pt x="438753" y="20625"/>
                  <a:pt x="438391" y="20064"/>
                  <a:pt x="438089" y="19306"/>
                </a:cubicBezTo>
                <a:cubicBezTo>
                  <a:pt x="437788" y="18549"/>
                  <a:pt x="437561" y="17549"/>
                  <a:pt x="437411" y="16306"/>
                </a:cubicBezTo>
                <a:cubicBezTo>
                  <a:pt x="437260" y="15064"/>
                  <a:pt x="437184" y="13565"/>
                  <a:pt x="437184" y="11808"/>
                </a:cubicBezTo>
                <a:cubicBezTo>
                  <a:pt x="437184" y="9991"/>
                  <a:pt x="437260" y="8446"/>
                  <a:pt x="437411" y="7173"/>
                </a:cubicBezTo>
                <a:cubicBezTo>
                  <a:pt x="437561" y="5899"/>
                  <a:pt x="437788" y="4884"/>
                  <a:pt x="438089" y="4128"/>
                </a:cubicBezTo>
                <a:cubicBezTo>
                  <a:pt x="438391" y="3370"/>
                  <a:pt x="438753" y="2825"/>
                  <a:pt x="439175" y="2491"/>
                </a:cubicBezTo>
                <a:cubicBezTo>
                  <a:pt x="439597" y="2157"/>
                  <a:pt x="440110" y="1991"/>
                  <a:pt x="440713" y="1991"/>
                </a:cubicBezTo>
                <a:lnTo>
                  <a:pt x="523232" y="1991"/>
                </a:lnTo>
                <a:cubicBezTo>
                  <a:pt x="523775" y="1991"/>
                  <a:pt x="524273" y="2157"/>
                  <a:pt x="524725" y="2491"/>
                </a:cubicBezTo>
                <a:cubicBezTo>
                  <a:pt x="525177" y="2825"/>
                  <a:pt x="525554" y="3370"/>
                  <a:pt x="525856" y="4128"/>
                </a:cubicBezTo>
                <a:cubicBezTo>
                  <a:pt x="526158" y="4884"/>
                  <a:pt x="526384" y="5899"/>
                  <a:pt x="526535" y="7173"/>
                </a:cubicBezTo>
                <a:cubicBezTo>
                  <a:pt x="526685" y="8446"/>
                  <a:pt x="526761" y="9991"/>
                  <a:pt x="526761" y="1180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SUPPORTS">
            <a:extLst xmlns:a="http://schemas.openxmlformats.org/drawingml/2006/main">
              <a:ext uri="{FF2B5EF4-FFF2-40B4-BE49-F238E27FC236}">
                <a16:creationId xmlns:a16="http://schemas.microsoft.com/office/drawing/2014/main" id="{E13FBB49-3DA0-43E5-808D-2D8AB3A2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679" y="2163718"/>
            <a:ext cx="1001403" cy="137170"/>
          </a:xfrm>
          <a:custGeom xmlns:a="http://schemas.openxmlformats.org/drawingml/2006/main">
            <a:pathLst>
              <a:path w="1001403" h="137170">
                <a:moveTo>
                  <a:pt x="56551" y="137170"/>
                </a:moveTo>
                <a:cubicBezTo>
                  <a:pt x="37851" y="137170"/>
                  <a:pt x="23872" y="132977"/>
                  <a:pt x="14613" y="124593"/>
                </a:cubicBezTo>
                <a:cubicBezTo>
                  <a:pt x="5353" y="116208"/>
                  <a:pt x="483" y="105441"/>
                  <a:pt x="0" y="92291"/>
                </a:cubicBezTo>
                <a:lnTo>
                  <a:pt x="16920" y="92291"/>
                </a:lnTo>
                <a:cubicBezTo>
                  <a:pt x="17825" y="102183"/>
                  <a:pt x="21942" y="109497"/>
                  <a:pt x="29271" y="114233"/>
                </a:cubicBezTo>
                <a:cubicBezTo>
                  <a:pt x="36600" y="118968"/>
                  <a:pt x="45452" y="121335"/>
                  <a:pt x="55827" y="121335"/>
                </a:cubicBezTo>
                <a:cubicBezTo>
                  <a:pt x="65659" y="121335"/>
                  <a:pt x="73576" y="119315"/>
                  <a:pt x="79578" y="115273"/>
                </a:cubicBezTo>
                <a:cubicBezTo>
                  <a:pt x="85580" y="111232"/>
                  <a:pt x="88581" y="105742"/>
                  <a:pt x="88581" y="98806"/>
                </a:cubicBezTo>
                <a:cubicBezTo>
                  <a:pt x="88581" y="91507"/>
                  <a:pt x="85475" y="86198"/>
                  <a:pt x="79262" y="82881"/>
                </a:cubicBezTo>
                <a:cubicBezTo>
                  <a:pt x="73049" y="79563"/>
                  <a:pt x="62357" y="76291"/>
                  <a:pt x="47186" y="73064"/>
                </a:cubicBezTo>
                <a:cubicBezTo>
                  <a:pt x="32015" y="69836"/>
                  <a:pt x="21127" y="65358"/>
                  <a:pt x="14522" y="59627"/>
                </a:cubicBezTo>
                <a:cubicBezTo>
                  <a:pt x="7917" y="53897"/>
                  <a:pt x="4615" y="46266"/>
                  <a:pt x="4615" y="36735"/>
                </a:cubicBezTo>
                <a:cubicBezTo>
                  <a:pt x="4615" y="25998"/>
                  <a:pt x="8912" y="17191"/>
                  <a:pt x="17508" y="10315"/>
                </a:cubicBezTo>
                <a:cubicBezTo>
                  <a:pt x="26104" y="3438"/>
                  <a:pt x="37520" y="0"/>
                  <a:pt x="51755" y="0"/>
                </a:cubicBezTo>
                <a:cubicBezTo>
                  <a:pt x="66715" y="0"/>
                  <a:pt x="78779" y="3468"/>
                  <a:pt x="87948" y="10405"/>
                </a:cubicBezTo>
                <a:cubicBezTo>
                  <a:pt x="97117" y="17342"/>
                  <a:pt x="101972" y="27144"/>
                  <a:pt x="102515" y="39812"/>
                </a:cubicBezTo>
                <a:lnTo>
                  <a:pt x="85414" y="39812"/>
                </a:lnTo>
                <a:cubicBezTo>
                  <a:pt x="83665" y="23766"/>
                  <a:pt x="72687" y="15744"/>
                  <a:pt x="52479" y="15744"/>
                </a:cubicBezTo>
                <a:cubicBezTo>
                  <a:pt x="42707" y="15744"/>
                  <a:pt x="35137" y="17584"/>
                  <a:pt x="29768" y="21263"/>
                </a:cubicBezTo>
                <a:cubicBezTo>
                  <a:pt x="24400" y="24943"/>
                  <a:pt x="21715" y="29829"/>
                  <a:pt x="21715" y="35921"/>
                </a:cubicBezTo>
                <a:cubicBezTo>
                  <a:pt x="21715" y="41471"/>
                  <a:pt x="23872" y="45633"/>
                  <a:pt x="28185" y="48407"/>
                </a:cubicBezTo>
                <a:cubicBezTo>
                  <a:pt x="32498" y="51182"/>
                  <a:pt x="40551" y="53866"/>
                  <a:pt x="52343" y="56460"/>
                </a:cubicBezTo>
                <a:cubicBezTo>
                  <a:pt x="64136" y="59054"/>
                  <a:pt x="73501" y="61618"/>
                  <a:pt x="80438" y="64151"/>
                </a:cubicBezTo>
                <a:cubicBezTo>
                  <a:pt x="87375" y="66685"/>
                  <a:pt x="93316" y="70621"/>
                  <a:pt x="98263" y="75959"/>
                </a:cubicBezTo>
                <a:cubicBezTo>
                  <a:pt x="103209" y="81297"/>
                  <a:pt x="105682" y="88460"/>
                  <a:pt x="105682" y="97448"/>
                </a:cubicBezTo>
                <a:cubicBezTo>
                  <a:pt x="105682" y="108849"/>
                  <a:pt x="101143" y="118319"/>
                  <a:pt x="92065" y="125859"/>
                </a:cubicBezTo>
                <a:cubicBezTo>
                  <a:pt x="82986" y="133400"/>
                  <a:pt x="71148" y="137170"/>
                  <a:pt x="56551" y="137170"/>
                </a:cubicBezTo>
                <a:close/>
                <a:moveTo>
                  <a:pt x="182233" y="137170"/>
                </a:moveTo>
                <a:cubicBezTo>
                  <a:pt x="166851" y="137170"/>
                  <a:pt x="155345" y="134184"/>
                  <a:pt x="147715" y="128212"/>
                </a:cubicBezTo>
                <a:cubicBezTo>
                  <a:pt x="140084" y="122240"/>
                  <a:pt x="135258" y="115213"/>
                  <a:pt x="133238" y="107130"/>
                </a:cubicBezTo>
                <a:cubicBezTo>
                  <a:pt x="131217" y="99047"/>
                  <a:pt x="130206" y="89667"/>
                  <a:pt x="130206" y="78990"/>
                </a:cubicBezTo>
                <a:lnTo>
                  <a:pt x="130206" y="2262"/>
                </a:lnTo>
                <a:lnTo>
                  <a:pt x="147760" y="2262"/>
                </a:lnTo>
                <a:lnTo>
                  <a:pt x="147760" y="78719"/>
                </a:lnTo>
                <a:cubicBezTo>
                  <a:pt x="147760" y="96151"/>
                  <a:pt x="150685" y="107612"/>
                  <a:pt x="156536" y="113102"/>
                </a:cubicBezTo>
                <a:cubicBezTo>
                  <a:pt x="162388" y="118591"/>
                  <a:pt x="170953" y="121335"/>
                  <a:pt x="182233" y="121335"/>
                </a:cubicBezTo>
                <a:cubicBezTo>
                  <a:pt x="193513" y="121335"/>
                  <a:pt x="202079" y="118591"/>
                  <a:pt x="207930" y="113102"/>
                </a:cubicBezTo>
                <a:cubicBezTo>
                  <a:pt x="213781" y="107612"/>
                  <a:pt x="216706" y="96151"/>
                  <a:pt x="216706" y="78719"/>
                </a:cubicBezTo>
                <a:lnTo>
                  <a:pt x="216706" y="2262"/>
                </a:lnTo>
                <a:lnTo>
                  <a:pt x="234350" y="2262"/>
                </a:lnTo>
                <a:lnTo>
                  <a:pt x="234350" y="78990"/>
                </a:lnTo>
                <a:cubicBezTo>
                  <a:pt x="234350" y="95035"/>
                  <a:pt x="232435" y="106858"/>
                  <a:pt x="228605" y="114459"/>
                </a:cubicBezTo>
                <a:cubicBezTo>
                  <a:pt x="224774" y="122059"/>
                  <a:pt x="218999" y="127744"/>
                  <a:pt x="211278" y="131514"/>
                </a:cubicBezTo>
                <a:cubicBezTo>
                  <a:pt x="203557" y="135285"/>
                  <a:pt x="193875" y="137170"/>
                  <a:pt x="182233" y="137170"/>
                </a:cubicBezTo>
                <a:close/>
                <a:moveTo>
                  <a:pt x="263858" y="2262"/>
                </a:moveTo>
                <a:lnTo>
                  <a:pt x="313351" y="2262"/>
                </a:lnTo>
                <a:cubicBezTo>
                  <a:pt x="324209" y="2262"/>
                  <a:pt x="333302" y="3272"/>
                  <a:pt x="340631" y="5293"/>
                </a:cubicBezTo>
                <a:cubicBezTo>
                  <a:pt x="347960" y="7314"/>
                  <a:pt x="353766" y="11687"/>
                  <a:pt x="358049" y="18413"/>
                </a:cubicBezTo>
                <a:cubicBezTo>
                  <a:pt x="362332" y="25139"/>
                  <a:pt x="364473" y="32664"/>
                  <a:pt x="364473" y="40988"/>
                </a:cubicBezTo>
                <a:cubicBezTo>
                  <a:pt x="364473" y="54379"/>
                  <a:pt x="360220" y="64543"/>
                  <a:pt x="351715" y="71480"/>
                </a:cubicBezTo>
                <a:cubicBezTo>
                  <a:pt x="343210" y="78417"/>
                  <a:pt x="330905" y="81886"/>
                  <a:pt x="314799" y="81886"/>
                </a:cubicBezTo>
                <a:lnTo>
                  <a:pt x="281411" y="81886"/>
                </a:lnTo>
                <a:lnTo>
                  <a:pt x="281411" y="134908"/>
                </a:lnTo>
                <a:lnTo>
                  <a:pt x="263858" y="134908"/>
                </a:lnTo>
                <a:lnTo>
                  <a:pt x="263858" y="2262"/>
                </a:lnTo>
                <a:moveTo>
                  <a:pt x="281411" y="66142"/>
                </a:moveTo>
                <a:lnTo>
                  <a:pt x="314980" y="66142"/>
                </a:lnTo>
                <a:cubicBezTo>
                  <a:pt x="326260" y="66142"/>
                  <a:pt x="334298" y="64031"/>
                  <a:pt x="339093" y="59808"/>
                </a:cubicBezTo>
                <a:cubicBezTo>
                  <a:pt x="343889" y="55586"/>
                  <a:pt x="346286" y="49493"/>
                  <a:pt x="346286" y="41531"/>
                </a:cubicBezTo>
                <a:cubicBezTo>
                  <a:pt x="346286" y="36223"/>
                  <a:pt x="344959" y="31518"/>
                  <a:pt x="342305" y="27416"/>
                </a:cubicBezTo>
                <a:cubicBezTo>
                  <a:pt x="339651" y="23314"/>
                  <a:pt x="336288" y="20720"/>
                  <a:pt x="332217" y="19634"/>
                </a:cubicBezTo>
                <a:cubicBezTo>
                  <a:pt x="328145" y="18549"/>
                  <a:pt x="322279" y="18006"/>
                  <a:pt x="314618" y="18006"/>
                </a:cubicBezTo>
                <a:lnTo>
                  <a:pt x="281411" y="18006"/>
                </a:lnTo>
                <a:lnTo>
                  <a:pt x="281411" y="66142"/>
                </a:lnTo>
                <a:close/>
                <a:moveTo>
                  <a:pt x="387549" y="2262"/>
                </a:moveTo>
                <a:lnTo>
                  <a:pt x="437043" y="2262"/>
                </a:lnTo>
                <a:cubicBezTo>
                  <a:pt x="447900" y="2262"/>
                  <a:pt x="456994" y="3272"/>
                  <a:pt x="464323" y="5293"/>
                </a:cubicBezTo>
                <a:cubicBezTo>
                  <a:pt x="471652" y="7314"/>
                  <a:pt x="477458" y="11687"/>
                  <a:pt x="481740" y="18413"/>
                </a:cubicBezTo>
                <a:cubicBezTo>
                  <a:pt x="486023" y="25139"/>
                  <a:pt x="488165" y="32664"/>
                  <a:pt x="488165" y="40988"/>
                </a:cubicBezTo>
                <a:cubicBezTo>
                  <a:pt x="488165" y="54379"/>
                  <a:pt x="483912" y="64543"/>
                  <a:pt x="475407" y="71480"/>
                </a:cubicBezTo>
                <a:cubicBezTo>
                  <a:pt x="466901" y="78417"/>
                  <a:pt x="454596" y="81886"/>
                  <a:pt x="438490" y="81886"/>
                </a:cubicBezTo>
                <a:lnTo>
                  <a:pt x="405103" y="81886"/>
                </a:lnTo>
                <a:lnTo>
                  <a:pt x="405103" y="134908"/>
                </a:lnTo>
                <a:lnTo>
                  <a:pt x="387549" y="134908"/>
                </a:lnTo>
                <a:lnTo>
                  <a:pt x="387549" y="2262"/>
                </a:lnTo>
                <a:moveTo>
                  <a:pt x="405103" y="66142"/>
                </a:moveTo>
                <a:lnTo>
                  <a:pt x="438671" y="66142"/>
                </a:lnTo>
                <a:cubicBezTo>
                  <a:pt x="449951" y="66142"/>
                  <a:pt x="457989" y="64031"/>
                  <a:pt x="462785" y="59808"/>
                </a:cubicBezTo>
                <a:cubicBezTo>
                  <a:pt x="467580" y="55586"/>
                  <a:pt x="469978" y="49493"/>
                  <a:pt x="469978" y="41531"/>
                </a:cubicBezTo>
                <a:cubicBezTo>
                  <a:pt x="469978" y="36223"/>
                  <a:pt x="468651" y="31518"/>
                  <a:pt x="465997" y="27416"/>
                </a:cubicBezTo>
                <a:cubicBezTo>
                  <a:pt x="463343" y="23314"/>
                  <a:pt x="459980" y="20720"/>
                  <a:pt x="455908" y="19634"/>
                </a:cubicBezTo>
                <a:cubicBezTo>
                  <a:pt x="451836" y="18549"/>
                  <a:pt x="445970" y="18006"/>
                  <a:pt x="438309" y="18006"/>
                </a:cubicBezTo>
                <a:lnTo>
                  <a:pt x="405103" y="18006"/>
                </a:lnTo>
                <a:lnTo>
                  <a:pt x="405103" y="66142"/>
                </a:lnTo>
                <a:close/>
                <a:moveTo>
                  <a:pt x="568419" y="0"/>
                </a:moveTo>
                <a:cubicBezTo>
                  <a:pt x="586998" y="0"/>
                  <a:pt x="602198" y="6273"/>
                  <a:pt x="614021" y="18820"/>
                </a:cubicBezTo>
                <a:cubicBezTo>
                  <a:pt x="625844" y="31367"/>
                  <a:pt x="631756" y="47955"/>
                  <a:pt x="631756" y="68585"/>
                </a:cubicBezTo>
                <a:cubicBezTo>
                  <a:pt x="631756" y="89215"/>
                  <a:pt x="625844" y="105803"/>
                  <a:pt x="614021" y="118349"/>
                </a:cubicBezTo>
                <a:cubicBezTo>
                  <a:pt x="602198" y="130896"/>
                  <a:pt x="586998" y="137170"/>
                  <a:pt x="568419" y="137170"/>
                </a:cubicBezTo>
                <a:cubicBezTo>
                  <a:pt x="549780" y="137170"/>
                  <a:pt x="534518" y="130881"/>
                  <a:pt x="522635" y="118304"/>
                </a:cubicBezTo>
                <a:cubicBezTo>
                  <a:pt x="510752" y="105727"/>
                  <a:pt x="504810" y="89154"/>
                  <a:pt x="504810" y="68585"/>
                </a:cubicBezTo>
                <a:cubicBezTo>
                  <a:pt x="504810" y="47955"/>
                  <a:pt x="510752" y="31367"/>
                  <a:pt x="522635" y="18820"/>
                </a:cubicBezTo>
                <a:cubicBezTo>
                  <a:pt x="534518" y="6273"/>
                  <a:pt x="549780" y="0"/>
                  <a:pt x="568419" y="0"/>
                </a:cubicBezTo>
                <a:moveTo>
                  <a:pt x="568238" y="122150"/>
                </a:moveTo>
                <a:cubicBezTo>
                  <a:pt x="581508" y="122150"/>
                  <a:pt x="592381" y="117445"/>
                  <a:pt x="600856" y="108035"/>
                </a:cubicBezTo>
                <a:cubicBezTo>
                  <a:pt x="609331" y="98625"/>
                  <a:pt x="613569" y="85475"/>
                  <a:pt x="613569" y="68585"/>
                </a:cubicBezTo>
                <a:cubicBezTo>
                  <a:pt x="613569" y="51695"/>
                  <a:pt x="609346" y="38545"/>
                  <a:pt x="600901" y="29135"/>
                </a:cubicBezTo>
                <a:cubicBezTo>
                  <a:pt x="592457" y="19725"/>
                  <a:pt x="581689" y="15020"/>
                  <a:pt x="568600" y="15020"/>
                </a:cubicBezTo>
                <a:cubicBezTo>
                  <a:pt x="555269" y="15020"/>
                  <a:pt x="544336" y="19725"/>
                  <a:pt x="535800" y="29135"/>
                </a:cubicBezTo>
                <a:cubicBezTo>
                  <a:pt x="527265" y="38545"/>
                  <a:pt x="522997" y="51695"/>
                  <a:pt x="522997" y="68585"/>
                </a:cubicBezTo>
                <a:cubicBezTo>
                  <a:pt x="522997" y="85414"/>
                  <a:pt x="527250" y="98549"/>
                  <a:pt x="535755" y="107989"/>
                </a:cubicBezTo>
                <a:cubicBezTo>
                  <a:pt x="544260" y="117430"/>
                  <a:pt x="555088" y="122150"/>
                  <a:pt x="568238" y="122150"/>
                </a:cubicBezTo>
                <a:close/>
                <a:moveTo>
                  <a:pt x="765884" y="134908"/>
                </a:moveTo>
                <a:lnTo>
                  <a:pt x="746883" y="134908"/>
                </a:lnTo>
                <a:lnTo>
                  <a:pt x="734397" y="99529"/>
                </a:lnTo>
                <a:cubicBezTo>
                  <a:pt x="732165" y="93256"/>
                  <a:pt x="728455" y="88129"/>
                  <a:pt x="723268" y="84148"/>
                </a:cubicBezTo>
                <a:cubicBezTo>
                  <a:pt x="718080" y="80166"/>
                  <a:pt x="712108" y="78176"/>
                  <a:pt x="705352" y="78176"/>
                </a:cubicBezTo>
                <a:lnTo>
                  <a:pt x="672870" y="78176"/>
                </a:lnTo>
                <a:lnTo>
                  <a:pt x="672870" y="134908"/>
                </a:lnTo>
                <a:lnTo>
                  <a:pt x="655316" y="134908"/>
                </a:lnTo>
                <a:lnTo>
                  <a:pt x="655316" y="2262"/>
                </a:lnTo>
                <a:lnTo>
                  <a:pt x="714039" y="2262"/>
                </a:lnTo>
                <a:cubicBezTo>
                  <a:pt x="724293" y="2262"/>
                  <a:pt x="732678" y="3257"/>
                  <a:pt x="739192" y="5248"/>
                </a:cubicBezTo>
                <a:cubicBezTo>
                  <a:pt x="745707" y="7238"/>
                  <a:pt x="751015" y="11431"/>
                  <a:pt x="755117" y="17825"/>
                </a:cubicBezTo>
                <a:cubicBezTo>
                  <a:pt x="759219" y="24219"/>
                  <a:pt x="761270" y="31427"/>
                  <a:pt x="761270" y="39450"/>
                </a:cubicBezTo>
                <a:cubicBezTo>
                  <a:pt x="761270" y="48619"/>
                  <a:pt x="758616" y="56279"/>
                  <a:pt x="753307" y="62432"/>
                </a:cubicBezTo>
                <a:cubicBezTo>
                  <a:pt x="747999" y="68585"/>
                  <a:pt x="740731" y="72596"/>
                  <a:pt x="731502" y="74466"/>
                </a:cubicBezTo>
                <a:lnTo>
                  <a:pt x="731502" y="74828"/>
                </a:lnTo>
                <a:cubicBezTo>
                  <a:pt x="740731" y="77784"/>
                  <a:pt x="747758" y="85776"/>
                  <a:pt x="752584" y="98806"/>
                </a:cubicBezTo>
                <a:lnTo>
                  <a:pt x="765884" y="134908"/>
                </a:lnTo>
                <a:moveTo>
                  <a:pt x="672870" y="62432"/>
                </a:moveTo>
                <a:lnTo>
                  <a:pt x="712048" y="62432"/>
                </a:lnTo>
                <a:cubicBezTo>
                  <a:pt x="722966" y="62432"/>
                  <a:pt x="730883" y="60713"/>
                  <a:pt x="735799" y="57275"/>
                </a:cubicBezTo>
                <a:cubicBezTo>
                  <a:pt x="740716" y="53836"/>
                  <a:pt x="743174" y="47895"/>
                  <a:pt x="743174" y="39450"/>
                </a:cubicBezTo>
                <a:cubicBezTo>
                  <a:pt x="743174" y="24370"/>
                  <a:pt x="733703" y="16830"/>
                  <a:pt x="714762" y="16830"/>
                </a:cubicBezTo>
                <a:lnTo>
                  <a:pt x="672870" y="16830"/>
                </a:lnTo>
                <a:lnTo>
                  <a:pt x="672870" y="62432"/>
                </a:lnTo>
                <a:close/>
                <a:moveTo>
                  <a:pt x="883249" y="18006"/>
                </a:moveTo>
                <a:lnTo>
                  <a:pt x="839366" y="18006"/>
                </a:lnTo>
                <a:lnTo>
                  <a:pt x="839366" y="134908"/>
                </a:lnTo>
                <a:lnTo>
                  <a:pt x="821722" y="134908"/>
                </a:lnTo>
                <a:lnTo>
                  <a:pt x="821722" y="18006"/>
                </a:lnTo>
                <a:lnTo>
                  <a:pt x="778201" y="18006"/>
                </a:lnTo>
                <a:lnTo>
                  <a:pt x="778201" y="2262"/>
                </a:lnTo>
                <a:lnTo>
                  <a:pt x="883249" y="2262"/>
                </a:lnTo>
                <a:lnTo>
                  <a:pt x="883249" y="18006"/>
                </a:lnTo>
                <a:close/>
                <a:moveTo>
                  <a:pt x="952272" y="137170"/>
                </a:moveTo>
                <a:cubicBezTo>
                  <a:pt x="933573" y="137170"/>
                  <a:pt x="919593" y="132977"/>
                  <a:pt x="910334" y="124593"/>
                </a:cubicBezTo>
                <a:cubicBezTo>
                  <a:pt x="901075" y="116208"/>
                  <a:pt x="896204" y="105441"/>
                  <a:pt x="895721" y="92291"/>
                </a:cubicBezTo>
                <a:lnTo>
                  <a:pt x="912641" y="92291"/>
                </a:lnTo>
                <a:cubicBezTo>
                  <a:pt x="913546" y="102183"/>
                  <a:pt x="917663" y="109497"/>
                  <a:pt x="924992" y="114233"/>
                </a:cubicBezTo>
                <a:cubicBezTo>
                  <a:pt x="932321" y="118968"/>
                  <a:pt x="941173" y="121335"/>
                  <a:pt x="951548" y="121335"/>
                </a:cubicBezTo>
                <a:cubicBezTo>
                  <a:pt x="961381" y="121335"/>
                  <a:pt x="969298" y="119315"/>
                  <a:pt x="975300" y="115273"/>
                </a:cubicBezTo>
                <a:cubicBezTo>
                  <a:pt x="981302" y="111232"/>
                  <a:pt x="984303" y="105742"/>
                  <a:pt x="984303" y="98806"/>
                </a:cubicBezTo>
                <a:cubicBezTo>
                  <a:pt x="984303" y="91507"/>
                  <a:pt x="981196" y="86198"/>
                  <a:pt x="974983" y="82881"/>
                </a:cubicBezTo>
                <a:cubicBezTo>
                  <a:pt x="968770" y="79563"/>
                  <a:pt x="958078" y="76291"/>
                  <a:pt x="942907" y="73064"/>
                </a:cubicBezTo>
                <a:cubicBezTo>
                  <a:pt x="927737" y="69836"/>
                  <a:pt x="916849" y="65358"/>
                  <a:pt x="910244" y="59627"/>
                </a:cubicBezTo>
                <a:cubicBezTo>
                  <a:pt x="903638" y="53897"/>
                  <a:pt x="900336" y="46266"/>
                  <a:pt x="900336" y="36735"/>
                </a:cubicBezTo>
                <a:cubicBezTo>
                  <a:pt x="900336" y="25998"/>
                  <a:pt x="904634" y="17191"/>
                  <a:pt x="913229" y="10315"/>
                </a:cubicBezTo>
                <a:cubicBezTo>
                  <a:pt x="921825" y="3438"/>
                  <a:pt x="933241" y="0"/>
                  <a:pt x="947477" y="0"/>
                </a:cubicBezTo>
                <a:cubicBezTo>
                  <a:pt x="962436" y="0"/>
                  <a:pt x="974500" y="3468"/>
                  <a:pt x="983669" y="10405"/>
                </a:cubicBezTo>
                <a:cubicBezTo>
                  <a:pt x="992838" y="17342"/>
                  <a:pt x="997694" y="27144"/>
                  <a:pt x="998237" y="39812"/>
                </a:cubicBezTo>
                <a:lnTo>
                  <a:pt x="981136" y="39812"/>
                </a:lnTo>
                <a:cubicBezTo>
                  <a:pt x="979386" y="23766"/>
                  <a:pt x="968408" y="15744"/>
                  <a:pt x="948200" y="15744"/>
                </a:cubicBezTo>
                <a:cubicBezTo>
                  <a:pt x="938429" y="15744"/>
                  <a:pt x="930858" y="17584"/>
                  <a:pt x="925490" y="21263"/>
                </a:cubicBezTo>
                <a:cubicBezTo>
                  <a:pt x="920121" y="24943"/>
                  <a:pt x="917437" y="29829"/>
                  <a:pt x="917437" y="35921"/>
                </a:cubicBezTo>
                <a:cubicBezTo>
                  <a:pt x="917437" y="41471"/>
                  <a:pt x="919593" y="45633"/>
                  <a:pt x="923906" y="48407"/>
                </a:cubicBezTo>
                <a:cubicBezTo>
                  <a:pt x="928219" y="51182"/>
                  <a:pt x="936272" y="53866"/>
                  <a:pt x="948065" y="56460"/>
                </a:cubicBezTo>
                <a:cubicBezTo>
                  <a:pt x="959857" y="59054"/>
                  <a:pt x="969222" y="61618"/>
                  <a:pt x="976159" y="64151"/>
                </a:cubicBezTo>
                <a:cubicBezTo>
                  <a:pt x="983096" y="66685"/>
                  <a:pt x="989038" y="70621"/>
                  <a:pt x="993984" y="75959"/>
                </a:cubicBezTo>
                <a:cubicBezTo>
                  <a:pt x="998930" y="81297"/>
                  <a:pt x="1001403" y="88460"/>
                  <a:pt x="1001403" y="97448"/>
                </a:cubicBezTo>
                <a:cubicBezTo>
                  <a:pt x="1001403" y="108849"/>
                  <a:pt x="996864" y="118319"/>
                  <a:pt x="987786" y="125859"/>
                </a:cubicBezTo>
                <a:cubicBezTo>
                  <a:pt x="978708" y="133400"/>
                  <a:pt x="966870" y="137170"/>
                  <a:pt x="952272" y="137170"/>
                </a:cubicBez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BD30BF-3C29-443D-A9D2-B635C1EB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1923" y="1957239"/>
            <a:ext cx="24785" cy="735663"/>
          </a:xfrm>
          <a:custGeom xmlns:a="http://schemas.openxmlformats.org/drawingml/2006/main">
            <a:pathLst>
              <a:path w="24785" h="735663">
                <a:moveTo>
                  <a:pt x="23163" y="11582"/>
                </a:moveTo>
                <a:lnTo>
                  <a:pt x="23395" y="34745"/>
                </a:lnTo>
                <a:cubicBezTo>
                  <a:pt x="23395" y="40999"/>
                  <a:pt x="18067" y="46326"/>
                  <a:pt x="11813" y="46326"/>
                </a:cubicBezTo>
                <a:cubicBezTo>
                  <a:pt x="5328" y="46326"/>
                  <a:pt x="232" y="41230"/>
                  <a:pt x="232" y="34745"/>
                </a:cubicBezTo>
                <a:lnTo>
                  <a:pt x="0" y="11582"/>
                </a:lnTo>
                <a:cubicBezTo>
                  <a:pt x="0" y="5096"/>
                  <a:pt x="5328" y="0"/>
                  <a:pt x="11582" y="0"/>
                </a:cubicBezTo>
                <a:cubicBezTo>
                  <a:pt x="18067" y="0"/>
                  <a:pt x="23163" y="5096"/>
                  <a:pt x="23163" y="11582"/>
                </a:cubicBezTo>
                <a:close/>
                <a:moveTo>
                  <a:pt x="23395" y="81071"/>
                </a:moveTo>
                <a:lnTo>
                  <a:pt x="23395" y="104234"/>
                </a:lnTo>
                <a:cubicBezTo>
                  <a:pt x="23395" y="110488"/>
                  <a:pt x="18299" y="115816"/>
                  <a:pt x="11813" y="115816"/>
                </a:cubicBezTo>
                <a:cubicBezTo>
                  <a:pt x="5559" y="115816"/>
                  <a:pt x="232" y="110720"/>
                  <a:pt x="232" y="104234"/>
                </a:cubicBezTo>
                <a:lnTo>
                  <a:pt x="232" y="81071"/>
                </a:lnTo>
                <a:cubicBezTo>
                  <a:pt x="232" y="74585"/>
                  <a:pt x="5328" y="69490"/>
                  <a:pt x="11813" y="69490"/>
                </a:cubicBezTo>
                <a:cubicBezTo>
                  <a:pt x="18299" y="69490"/>
                  <a:pt x="23395" y="74585"/>
                  <a:pt x="23395" y="81071"/>
                </a:cubicBezTo>
                <a:close/>
                <a:moveTo>
                  <a:pt x="23626" y="150561"/>
                </a:moveTo>
                <a:lnTo>
                  <a:pt x="23626" y="173724"/>
                </a:lnTo>
                <a:cubicBezTo>
                  <a:pt x="23626" y="179978"/>
                  <a:pt x="18531" y="185306"/>
                  <a:pt x="12045" y="185306"/>
                </a:cubicBezTo>
                <a:cubicBezTo>
                  <a:pt x="5559" y="185306"/>
                  <a:pt x="463" y="180210"/>
                  <a:pt x="463" y="173724"/>
                </a:cubicBezTo>
                <a:lnTo>
                  <a:pt x="463" y="150561"/>
                </a:lnTo>
                <a:cubicBezTo>
                  <a:pt x="463" y="144075"/>
                  <a:pt x="5559" y="138979"/>
                  <a:pt x="12045" y="138979"/>
                </a:cubicBezTo>
                <a:cubicBezTo>
                  <a:pt x="18299" y="138979"/>
                  <a:pt x="23626" y="144075"/>
                  <a:pt x="23626" y="150561"/>
                </a:cubicBezTo>
                <a:close/>
                <a:moveTo>
                  <a:pt x="23626" y="220050"/>
                </a:moveTo>
                <a:lnTo>
                  <a:pt x="23626" y="243214"/>
                </a:lnTo>
                <a:cubicBezTo>
                  <a:pt x="23858" y="249468"/>
                  <a:pt x="18531" y="254795"/>
                  <a:pt x="12276" y="254795"/>
                </a:cubicBezTo>
                <a:cubicBezTo>
                  <a:pt x="5791" y="254795"/>
                  <a:pt x="695" y="249699"/>
                  <a:pt x="463" y="243214"/>
                </a:cubicBezTo>
                <a:lnTo>
                  <a:pt x="463" y="220050"/>
                </a:lnTo>
                <a:cubicBezTo>
                  <a:pt x="463" y="213565"/>
                  <a:pt x="5791" y="208469"/>
                  <a:pt x="12045" y="208469"/>
                </a:cubicBezTo>
                <a:cubicBezTo>
                  <a:pt x="18531" y="208469"/>
                  <a:pt x="23626" y="213565"/>
                  <a:pt x="23626" y="220050"/>
                </a:cubicBezTo>
                <a:close/>
                <a:moveTo>
                  <a:pt x="23858" y="289540"/>
                </a:moveTo>
                <a:lnTo>
                  <a:pt x="23858" y="312703"/>
                </a:lnTo>
                <a:cubicBezTo>
                  <a:pt x="23858" y="318957"/>
                  <a:pt x="18762" y="324285"/>
                  <a:pt x="12276" y="324285"/>
                </a:cubicBezTo>
                <a:cubicBezTo>
                  <a:pt x="6022" y="324285"/>
                  <a:pt x="695" y="319189"/>
                  <a:pt x="695" y="312703"/>
                </a:cubicBezTo>
                <a:lnTo>
                  <a:pt x="695" y="289540"/>
                </a:lnTo>
                <a:cubicBezTo>
                  <a:pt x="695" y="283054"/>
                  <a:pt x="5791" y="277958"/>
                  <a:pt x="12276" y="277958"/>
                </a:cubicBezTo>
                <a:cubicBezTo>
                  <a:pt x="18531" y="277958"/>
                  <a:pt x="23858" y="283054"/>
                  <a:pt x="23858" y="289540"/>
                </a:cubicBezTo>
                <a:close/>
                <a:moveTo>
                  <a:pt x="24090" y="359030"/>
                </a:moveTo>
                <a:lnTo>
                  <a:pt x="24090" y="382193"/>
                </a:lnTo>
                <a:cubicBezTo>
                  <a:pt x="24090" y="388447"/>
                  <a:pt x="18762" y="393774"/>
                  <a:pt x="12508" y="393774"/>
                </a:cubicBezTo>
                <a:cubicBezTo>
                  <a:pt x="6022" y="393774"/>
                  <a:pt x="927" y="388678"/>
                  <a:pt x="927" y="382193"/>
                </a:cubicBezTo>
                <a:lnTo>
                  <a:pt x="927" y="359030"/>
                </a:lnTo>
                <a:cubicBezTo>
                  <a:pt x="695" y="352544"/>
                  <a:pt x="6022" y="347448"/>
                  <a:pt x="12276" y="347448"/>
                </a:cubicBezTo>
                <a:cubicBezTo>
                  <a:pt x="18762" y="347448"/>
                  <a:pt x="23858" y="352544"/>
                  <a:pt x="24090" y="359030"/>
                </a:cubicBezTo>
                <a:close/>
                <a:moveTo>
                  <a:pt x="24090" y="428519"/>
                </a:moveTo>
                <a:lnTo>
                  <a:pt x="24090" y="451682"/>
                </a:lnTo>
                <a:cubicBezTo>
                  <a:pt x="24090" y="457936"/>
                  <a:pt x="18994" y="463264"/>
                  <a:pt x="12508" y="463264"/>
                </a:cubicBezTo>
                <a:cubicBezTo>
                  <a:pt x="6254" y="463264"/>
                  <a:pt x="927" y="458168"/>
                  <a:pt x="927" y="451682"/>
                </a:cubicBezTo>
                <a:lnTo>
                  <a:pt x="927" y="428519"/>
                </a:lnTo>
                <a:cubicBezTo>
                  <a:pt x="927" y="422033"/>
                  <a:pt x="6022" y="416938"/>
                  <a:pt x="12508" y="416938"/>
                </a:cubicBezTo>
                <a:cubicBezTo>
                  <a:pt x="18994" y="416938"/>
                  <a:pt x="24090" y="422033"/>
                  <a:pt x="24090" y="428519"/>
                </a:cubicBezTo>
                <a:close/>
                <a:moveTo>
                  <a:pt x="24321" y="498009"/>
                </a:moveTo>
                <a:lnTo>
                  <a:pt x="24321" y="521172"/>
                </a:lnTo>
                <a:cubicBezTo>
                  <a:pt x="24321" y="527426"/>
                  <a:pt x="19225" y="532753"/>
                  <a:pt x="12740" y="532753"/>
                </a:cubicBezTo>
                <a:cubicBezTo>
                  <a:pt x="6254" y="532753"/>
                  <a:pt x="1158" y="527658"/>
                  <a:pt x="1158" y="521172"/>
                </a:cubicBezTo>
                <a:lnTo>
                  <a:pt x="1158" y="498009"/>
                </a:lnTo>
                <a:cubicBezTo>
                  <a:pt x="1158" y="491523"/>
                  <a:pt x="6254" y="486427"/>
                  <a:pt x="12740" y="486427"/>
                </a:cubicBezTo>
                <a:cubicBezTo>
                  <a:pt x="18994" y="486427"/>
                  <a:pt x="24321" y="491523"/>
                  <a:pt x="24321" y="498009"/>
                </a:cubicBezTo>
                <a:close/>
                <a:moveTo>
                  <a:pt x="24321" y="567498"/>
                </a:moveTo>
                <a:lnTo>
                  <a:pt x="24553" y="590661"/>
                </a:lnTo>
                <a:cubicBezTo>
                  <a:pt x="24553" y="596916"/>
                  <a:pt x="19225" y="602243"/>
                  <a:pt x="12971" y="602243"/>
                </a:cubicBezTo>
                <a:cubicBezTo>
                  <a:pt x="6486" y="602243"/>
                  <a:pt x="1390" y="597147"/>
                  <a:pt x="1390" y="590661"/>
                </a:cubicBezTo>
                <a:lnTo>
                  <a:pt x="1158" y="567498"/>
                </a:lnTo>
                <a:cubicBezTo>
                  <a:pt x="1158" y="561013"/>
                  <a:pt x="6486" y="555917"/>
                  <a:pt x="12740" y="555917"/>
                </a:cubicBezTo>
                <a:cubicBezTo>
                  <a:pt x="19225" y="555917"/>
                  <a:pt x="24321" y="561013"/>
                  <a:pt x="24321" y="567498"/>
                </a:cubicBezTo>
                <a:close/>
                <a:moveTo>
                  <a:pt x="24553" y="636988"/>
                </a:moveTo>
                <a:lnTo>
                  <a:pt x="24553" y="660151"/>
                </a:lnTo>
                <a:cubicBezTo>
                  <a:pt x="24553" y="666405"/>
                  <a:pt x="19457" y="671733"/>
                  <a:pt x="12971" y="671733"/>
                </a:cubicBezTo>
                <a:cubicBezTo>
                  <a:pt x="6717" y="671733"/>
                  <a:pt x="1390" y="666637"/>
                  <a:pt x="1390" y="660151"/>
                </a:cubicBezTo>
                <a:lnTo>
                  <a:pt x="1390" y="636988"/>
                </a:lnTo>
                <a:cubicBezTo>
                  <a:pt x="1390" y="630502"/>
                  <a:pt x="6486" y="625406"/>
                  <a:pt x="12971" y="625406"/>
                </a:cubicBezTo>
                <a:cubicBezTo>
                  <a:pt x="19457" y="625406"/>
                  <a:pt x="24553" y="630502"/>
                  <a:pt x="24553" y="636988"/>
                </a:cubicBezTo>
                <a:close/>
                <a:moveTo>
                  <a:pt x="24785" y="706477"/>
                </a:moveTo>
                <a:lnTo>
                  <a:pt x="24785" y="723850"/>
                </a:lnTo>
                <a:cubicBezTo>
                  <a:pt x="24785" y="730336"/>
                  <a:pt x="19457" y="735431"/>
                  <a:pt x="13203" y="735431"/>
                </a:cubicBezTo>
                <a:cubicBezTo>
                  <a:pt x="6717" y="735663"/>
                  <a:pt x="1621" y="730336"/>
                  <a:pt x="1621" y="724081"/>
                </a:cubicBezTo>
                <a:lnTo>
                  <a:pt x="1621" y="706477"/>
                </a:lnTo>
                <a:cubicBezTo>
                  <a:pt x="1621" y="699992"/>
                  <a:pt x="6717" y="694896"/>
                  <a:pt x="13203" y="694896"/>
                </a:cubicBezTo>
                <a:cubicBezTo>
                  <a:pt x="19457" y="694896"/>
                  <a:pt x="24785" y="699992"/>
                  <a:pt x="24785" y="706477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11B47B-D14B-454E-956D-75EBB4F7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947" y="2657694"/>
            <a:ext cx="96359" cy="96359"/>
          </a:xfrm>
          <a:custGeom xmlns:a="http://schemas.openxmlformats.org/drawingml/2006/main">
            <a:pathLst>
              <a:path w="96359" h="96359">
                <a:moveTo>
                  <a:pt x="48179" y="96359"/>
                </a:moveTo>
                <a:lnTo>
                  <a:pt x="0" y="232"/>
                </a:lnTo>
                <a:cubicBezTo>
                  <a:pt x="30344" y="15288"/>
                  <a:pt x="66015" y="15288"/>
                  <a:pt x="96359" y="0"/>
                </a:cubicBezTo>
                <a:lnTo>
                  <a:pt x="48179" y="96359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7D5F50-DC8B-4161-A842-C78364B9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2" y="1140273"/>
            <a:ext cx="3455949" cy="2402255"/>
          </a:xfrm>
          <a:custGeom xmlns:a="http://schemas.openxmlformats.org/drawingml/2006/main">
            <a:pathLst>
              <a:path w="3455949" h="2402255">
                <a:moveTo>
                  <a:pt x="135273" y="0"/>
                </a:moveTo>
                <a:lnTo>
                  <a:pt x="135273" y="15519"/>
                </a:lnTo>
                <a:lnTo>
                  <a:pt x="258965" y="15519"/>
                </a:lnTo>
                <a:lnTo>
                  <a:pt x="258965" y="0"/>
                </a:lnTo>
                <a:lnTo>
                  <a:pt x="135273" y="0"/>
                </a:lnTo>
                <a:close/>
                <a:moveTo>
                  <a:pt x="320579" y="0"/>
                </a:moveTo>
                <a:lnTo>
                  <a:pt x="320579" y="15519"/>
                </a:lnTo>
                <a:lnTo>
                  <a:pt x="444270" y="15519"/>
                </a:lnTo>
                <a:lnTo>
                  <a:pt x="444270" y="0"/>
                </a:lnTo>
                <a:lnTo>
                  <a:pt x="320579" y="0"/>
                </a:lnTo>
                <a:close/>
                <a:moveTo>
                  <a:pt x="59993" y="1621"/>
                </a:moveTo>
                <a:lnTo>
                  <a:pt x="56518" y="2316"/>
                </a:lnTo>
                <a:lnTo>
                  <a:pt x="52812" y="3474"/>
                </a:lnTo>
                <a:lnTo>
                  <a:pt x="49338" y="4633"/>
                </a:lnTo>
                <a:lnTo>
                  <a:pt x="45863" y="6022"/>
                </a:lnTo>
                <a:lnTo>
                  <a:pt x="42620" y="7412"/>
                </a:lnTo>
                <a:lnTo>
                  <a:pt x="39377" y="9034"/>
                </a:lnTo>
                <a:lnTo>
                  <a:pt x="36135" y="10887"/>
                </a:lnTo>
                <a:lnTo>
                  <a:pt x="33123" y="12971"/>
                </a:lnTo>
                <a:lnTo>
                  <a:pt x="30344" y="15056"/>
                </a:lnTo>
                <a:lnTo>
                  <a:pt x="27333" y="17141"/>
                </a:lnTo>
                <a:lnTo>
                  <a:pt x="24553" y="19689"/>
                </a:lnTo>
                <a:lnTo>
                  <a:pt x="22005" y="22005"/>
                </a:lnTo>
                <a:lnTo>
                  <a:pt x="19457" y="24785"/>
                </a:lnTo>
                <a:lnTo>
                  <a:pt x="17141" y="27333"/>
                </a:lnTo>
                <a:lnTo>
                  <a:pt x="15056" y="30344"/>
                </a:lnTo>
                <a:lnTo>
                  <a:pt x="12971" y="33123"/>
                </a:lnTo>
                <a:lnTo>
                  <a:pt x="10887" y="36135"/>
                </a:lnTo>
                <a:lnTo>
                  <a:pt x="9034" y="39377"/>
                </a:lnTo>
                <a:lnTo>
                  <a:pt x="7412" y="42620"/>
                </a:lnTo>
                <a:lnTo>
                  <a:pt x="6022" y="45863"/>
                </a:lnTo>
                <a:lnTo>
                  <a:pt x="4633" y="49338"/>
                </a:lnTo>
                <a:lnTo>
                  <a:pt x="3474" y="52812"/>
                </a:lnTo>
                <a:lnTo>
                  <a:pt x="2316" y="56518"/>
                </a:lnTo>
                <a:lnTo>
                  <a:pt x="1621" y="59993"/>
                </a:lnTo>
                <a:lnTo>
                  <a:pt x="927" y="63699"/>
                </a:lnTo>
                <a:lnTo>
                  <a:pt x="463" y="67637"/>
                </a:lnTo>
                <a:lnTo>
                  <a:pt x="232" y="71343"/>
                </a:lnTo>
                <a:lnTo>
                  <a:pt x="0" y="75049"/>
                </a:lnTo>
                <a:lnTo>
                  <a:pt x="0" y="94506"/>
                </a:lnTo>
                <a:lnTo>
                  <a:pt x="15519" y="94506"/>
                </a:lnTo>
                <a:lnTo>
                  <a:pt x="15519" y="75512"/>
                </a:lnTo>
                <a:lnTo>
                  <a:pt x="15519" y="75280"/>
                </a:lnTo>
                <a:lnTo>
                  <a:pt x="15519" y="72269"/>
                </a:lnTo>
                <a:lnTo>
                  <a:pt x="15751" y="68795"/>
                </a:lnTo>
                <a:lnTo>
                  <a:pt x="15751" y="69258"/>
                </a:lnTo>
                <a:lnTo>
                  <a:pt x="16214" y="66015"/>
                </a:lnTo>
                <a:lnTo>
                  <a:pt x="16214" y="66247"/>
                </a:lnTo>
                <a:lnTo>
                  <a:pt x="16678" y="63004"/>
                </a:lnTo>
                <a:lnTo>
                  <a:pt x="16678" y="63467"/>
                </a:lnTo>
                <a:lnTo>
                  <a:pt x="17372" y="59993"/>
                </a:lnTo>
                <a:lnTo>
                  <a:pt x="17372" y="60456"/>
                </a:lnTo>
                <a:lnTo>
                  <a:pt x="18299" y="57213"/>
                </a:lnTo>
                <a:lnTo>
                  <a:pt x="18067" y="57676"/>
                </a:lnTo>
                <a:lnTo>
                  <a:pt x="19225" y="54434"/>
                </a:lnTo>
                <a:lnTo>
                  <a:pt x="18994" y="54897"/>
                </a:lnTo>
                <a:lnTo>
                  <a:pt x="20152" y="51886"/>
                </a:lnTo>
                <a:lnTo>
                  <a:pt x="20152" y="52117"/>
                </a:lnTo>
                <a:lnTo>
                  <a:pt x="21542" y="49106"/>
                </a:lnTo>
                <a:lnTo>
                  <a:pt x="21310" y="49569"/>
                </a:lnTo>
                <a:lnTo>
                  <a:pt x="22700" y="46558"/>
                </a:lnTo>
                <a:lnTo>
                  <a:pt x="22700" y="47021"/>
                </a:lnTo>
                <a:lnTo>
                  <a:pt x="24321" y="44010"/>
                </a:lnTo>
                <a:lnTo>
                  <a:pt x="24090" y="44473"/>
                </a:lnTo>
                <a:lnTo>
                  <a:pt x="25711" y="41694"/>
                </a:lnTo>
                <a:lnTo>
                  <a:pt x="25480" y="41925"/>
                </a:lnTo>
                <a:lnTo>
                  <a:pt x="27564" y="39377"/>
                </a:lnTo>
                <a:lnTo>
                  <a:pt x="27333" y="39609"/>
                </a:lnTo>
                <a:lnTo>
                  <a:pt x="29186" y="37061"/>
                </a:lnTo>
                <a:lnTo>
                  <a:pt x="28954" y="37293"/>
                </a:lnTo>
                <a:lnTo>
                  <a:pt x="31039" y="34976"/>
                </a:lnTo>
                <a:lnTo>
                  <a:pt x="33123" y="32892"/>
                </a:lnTo>
                <a:lnTo>
                  <a:pt x="32892" y="33123"/>
                </a:lnTo>
                <a:lnTo>
                  <a:pt x="35208" y="30807"/>
                </a:lnTo>
                <a:lnTo>
                  <a:pt x="34976" y="31039"/>
                </a:lnTo>
                <a:lnTo>
                  <a:pt x="37293" y="28954"/>
                </a:lnTo>
                <a:lnTo>
                  <a:pt x="37061" y="29186"/>
                </a:lnTo>
                <a:lnTo>
                  <a:pt x="39609" y="27333"/>
                </a:lnTo>
                <a:lnTo>
                  <a:pt x="39377" y="27564"/>
                </a:lnTo>
                <a:lnTo>
                  <a:pt x="41925" y="25480"/>
                </a:lnTo>
                <a:lnTo>
                  <a:pt x="41694" y="25711"/>
                </a:lnTo>
                <a:lnTo>
                  <a:pt x="44473" y="24090"/>
                </a:lnTo>
                <a:lnTo>
                  <a:pt x="44010" y="24321"/>
                </a:lnTo>
                <a:lnTo>
                  <a:pt x="46905" y="22540"/>
                </a:lnTo>
                <a:lnTo>
                  <a:pt x="49569" y="21310"/>
                </a:lnTo>
                <a:lnTo>
                  <a:pt x="49106" y="21542"/>
                </a:lnTo>
                <a:lnTo>
                  <a:pt x="52117" y="20152"/>
                </a:lnTo>
                <a:lnTo>
                  <a:pt x="51886" y="20152"/>
                </a:lnTo>
                <a:lnTo>
                  <a:pt x="54897" y="18994"/>
                </a:lnTo>
                <a:lnTo>
                  <a:pt x="54434" y="19225"/>
                </a:lnTo>
                <a:lnTo>
                  <a:pt x="57676" y="18067"/>
                </a:lnTo>
                <a:lnTo>
                  <a:pt x="57213" y="18299"/>
                </a:lnTo>
                <a:lnTo>
                  <a:pt x="60456" y="17372"/>
                </a:lnTo>
                <a:lnTo>
                  <a:pt x="59993" y="17372"/>
                </a:lnTo>
                <a:lnTo>
                  <a:pt x="63467" y="16678"/>
                </a:lnTo>
                <a:lnTo>
                  <a:pt x="63004" y="16678"/>
                </a:lnTo>
                <a:lnTo>
                  <a:pt x="66247" y="16214"/>
                </a:lnTo>
                <a:lnTo>
                  <a:pt x="66015" y="16214"/>
                </a:lnTo>
                <a:lnTo>
                  <a:pt x="69258" y="15751"/>
                </a:lnTo>
                <a:lnTo>
                  <a:pt x="68795" y="15751"/>
                </a:lnTo>
                <a:lnTo>
                  <a:pt x="72269" y="15519"/>
                </a:lnTo>
                <a:lnTo>
                  <a:pt x="73891" y="15519"/>
                </a:lnTo>
                <a:lnTo>
                  <a:pt x="73427" y="0"/>
                </a:lnTo>
                <a:lnTo>
                  <a:pt x="71343" y="232"/>
                </a:lnTo>
                <a:lnTo>
                  <a:pt x="67637" y="463"/>
                </a:lnTo>
                <a:lnTo>
                  <a:pt x="63699" y="927"/>
                </a:lnTo>
                <a:lnTo>
                  <a:pt x="59993" y="1621"/>
                </a:lnTo>
                <a:close/>
                <a:moveTo>
                  <a:pt x="0" y="279811"/>
                </a:moveTo>
                <a:lnTo>
                  <a:pt x="15519" y="279811"/>
                </a:lnTo>
                <a:lnTo>
                  <a:pt x="15519" y="156120"/>
                </a:lnTo>
                <a:lnTo>
                  <a:pt x="0" y="156120"/>
                </a:lnTo>
                <a:lnTo>
                  <a:pt x="0" y="279811"/>
                </a:lnTo>
                <a:close/>
                <a:moveTo>
                  <a:pt x="0" y="465117"/>
                </a:moveTo>
                <a:lnTo>
                  <a:pt x="15519" y="465117"/>
                </a:lnTo>
                <a:lnTo>
                  <a:pt x="15519" y="341425"/>
                </a:lnTo>
                <a:lnTo>
                  <a:pt x="0" y="341425"/>
                </a:lnTo>
                <a:lnTo>
                  <a:pt x="0" y="465117"/>
                </a:lnTo>
                <a:close/>
                <a:moveTo>
                  <a:pt x="0" y="650423"/>
                </a:moveTo>
                <a:lnTo>
                  <a:pt x="15519" y="650423"/>
                </a:lnTo>
                <a:lnTo>
                  <a:pt x="15519" y="526731"/>
                </a:lnTo>
                <a:lnTo>
                  <a:pt x="0" y="526731"/>
                </a:lnTo>
                <a:lnTo>
                  <a:pt x="0" y="650423"/>
                </a:lnTo>
                <a:close/>
                <a:moveTo>
                  <a:pt x="0" y="835728"/>
                </a:moveTo>
                <a:lnTo>
                  <a:pt x="15519" y="835728"/>
                </a:lnTo>
                <a:lnTo>
                  <a:pt x="15519" y="712037"/>
                </a:lnTo>
                <a:lnTo>
                  <a:pt x="0" y="712037"/>
                </a:lnTo>
                <a:lnTo>
                  <a:pt x="0" y="835728"/>
                </a:lnTo>
                <a:close/>
                <a:moveTo>
                  <a:pt x="0" y="1021034"/>
                </a:moveTo>
                <a:lnTo>
                  <a:pt x="15519" y="1021034"/>
                </a:lnTo>
                <a:lnTo>
                  <a:pt x="15519" y="897342"/>
                </a:lnTo>
                <a:lnTo>
                  <a:pt x="0" y="897342"/>
                </a:lnTo>
                <a:lnTo>
                  <a:pt x="0" y="1021034"/>
                </a:lnTo>
                <a:close/>
                <a:moveTo>
                  <a:pt x="0" y="1206339"/>
                </a:moveTo>
                <a:lnTo>
                  <a:pt x="15519" y="1206339"/>
                </a:lnTo>
                <a:lnTo>
                  <a:pt x="15519" y="1082648"/>
                </a:lnTo>
                <a:lnTo>
                  <a:pt x="0" y="1082648"/>
                </a:lnTo>
                <a:lnTo>
                  <a:pt x="0" y="1206339"/>
                </a:lnTo>
                <a:close/>
                <a:moveTo>
                  <a:pt x="0" y="1391645"/>
                </a:moveTo>
                <a:lnTo>
                  <a:pt x="15519" y="1391645"/>
                </a:lnTo>
                <a:lnTo>
                  <a:pt x="15519" y="1267953"/>
                </a:lnTo>
                <a:lnTo>
                  <a:pt x="0" y="1267953"/>
                </a:lnTo>
                <a:lnTo>
                  <a:pt x="0" y="1391645"/>
                </a:lnTo>
                <a:close/>
                <a:moveTo>
                  <a:pt x="0" y="1576950"/>
                </a:moveTo>
                <a:lnTo>
                  <a:pt x="15519" y="1576950"/>
                </a:lnTo>
                <a:lnTo>
                  <a:pt x="15519" y="1453259"/>
                </a:lnTo>
                <a:lnTo>
                  <a:pt x="0" y="1453259"/>
                </a:lnTo>
                <a:lnTo>
                  <a:pt x="0" y="1576950"/>
                </a:lnTo>
                <a:close/>
                <a:moveTo>
                  <a:pt x="0" y="1762256"/>
                </a:moveTo>
                <a:lnTo>
                  <a:pt x="15519" y="1762256"/>
                </a:lnTo>
                <a:lnTo>
                  <a:pt x="15519" y="1638564"/>
                </a:lnTo>
                <a:lnTo>
                  <a:pt x="0" y="1638564"/>
                </a:lnTo>
                <a:lnTo>
                  <a:pt x="0" y="1762256"/>
                </a:lnTo>
                <a:close/>
                <a:moveTo>
                  <a:pt x="0" y="1947561"/>
                </a:moveTo>
                <a:lnTo>
                  <a:pt x="15519" y="1947561"/>
                </a:lnTo>
                <a:lnTo>
                  <a:pt x="15519" y="1823870"/>
                </a:lnTo>
                <a:lnTo>
                  <a:pt x="0" y="1823870"/>
                </a:lnTo>
                <a:lnTo>
                  <a:pt x="0" y="1947561"/>
                </a:lnTo>
                <a:close/>
                <a:moveTo>
                  <a:pt x="15519" y="2132867"/>
                </a:moveTo>
                <a:lnTo>
                  <a:pt x="15519" y="2009176"/>
                </a:lnTo>
                <a:lnTo>
                  <a:pt x="0" y="2009176"/>
                </a:lnTo>
                <a:lnTo>
                  <a:pt x="0" y="2132867"/>
                </a:lnTo>
                <a:lnTo>
                  <a:pt x="15519" y="2132867"/>
                </a:lnTo>
                <a:close/>
                <a:moveTo>
                  <a:pt x="15519" y="2318173"/>
                </a:moveTo>
                <a:lnTo>
                  <a:pt x="15519" y="2194481"/>
                </a:lnTo>
                <a:lnTo>
                  <a:pt x="0" y="2194481"/>
                </a:lnTo>
                <a:lnTo>
                  <a:pt x="0" y="2318173"/>
                </a:lnTo>
                <a:lnTo>
                  <a:pt x="15519" y="2318173"/>
                </a:lnTo>
                <a:close/>
                <a:moveTo>
                  <a:pt x="66247" y="2386272"/>
                </a:moveTo>
                <a:lnTo>
                  <a:pt x="63004" y="2385577"/>
                </a:lnTo>
                <a:lnTo>
                  <a:pt x="63467" y="2385809"/>
                </a:lnTo>
                <a:lnTo>
                  <a:pt x="59993" y="2384883"/>
                </a:lnTo>
                <a:lnTo>
                  <a:pt x="60456" y="2385114"/>
                </a:lnTo>
                <a:lnTo>
                  <a:pt x="57213" y="2384188"/>
                </a:lnTo>
                <a:lnTo>
                  <a:pt x="57676" y="2384188"/>
                </a:lnTo>
                <a:lnTo>
                  <a:pt x="54434" y="2383261"/>
                </a:lnTo>
                <a:lnTo>
                  <a:pt x="54897" y="2383261"/>
                </a:lnTo>
                <a:lnTo>
                  <a:pt x="51886" y="2382103"/>
                </a:lnTo>
                <a:lnTo>
                  <a:pt x="52117" y="2382335"/>
                </a:lnTo>
                <a:lnTo>
                  <a:pt x="49338" y="2381052"/>
                </a:lnTo>
                <a:lnTo>
                  <a:pt x="46558" y="2379555"/>
                </a:lnTo>
                <a:lnTo>
                  <a:pt x="47021" y="2379787"/>
                </a:lnTo>
                <a:lnTo>
                  <a:pt x="44010" y="2378165"/>
                </a:lnTo>
                <a:lnTo>
                  <a:pt x="44473" y="2378397"/>
                </a:lnTo>
                <a:lnTo>
                  <a:pt x="41694" y="2376544"/>
                </a:lnTo>
                <a:lnTo>
                  <a:pt x="41925" y="2376775"/>
                </a:lnTo>
                <a:lnTo>
                  <a:pt x="39377" y="2374922"/>
                </a:lnTo>
                <a:lnTo>
                  <a:pt x="39609" y="2375154"/>
                </a:lnTo>
                <a:lnTo>
                  <a:pt x="37061" y="2373069"/>
                </a:lnTo>
                <a:lnTo>
                  <a:pt x="37293" y="2373301"/>
                </a:lnTo>
                <a:lnTo>
                  <a:pt x="34976" y="2371216"/>
                </a:lnTo>
                <a:lnTo>
                  <a:pt x="35208" y="2371448"/>
                </a:lnTo>
                <a:lnTo>
                  <a:pt x="32892" y="2369363"/>
                </a:lnTo>
                <a:lnTo>
                  <a:pt x="21773" y="2380018"/>
                </a:lnTo>
                <a:lnTo>
                  <a:pt x="22005" y="2380250"/>
                </a:lnTo>
                <a:lnTo>
                  <a:pt x="24553" y="2382798"/>
                </a:lnTo>
                <a:lnTo>
                  <a:pt x="27333" y="2385114"/>
                </a:lnTo>
                <a:lnTo>
                  <a:pt x="30344" y="2387431"/>
                </a:lnTo>
                <a:lnTo>
                  <a:pt x="33123" y="2389515"/>
                </a:lnTo>
                <a:lnTo>
                  <a:pt x="36135" y="2391368"/>
                </a:lnTo>
                <a:lnTo>
                  <a:pt x="39377" y="2393221"/>
                </a:lnTo>
                <a:lnTo>
                  <a:pt x="42620" y="2394843"/>
                </a:lnTo>
                <a:lnTo>
                  <a:pt x="45863" y="2396464"/>
                </a:lnTo>
                <a:lnTo>
                  <a:pt x="49338" y="2397854"/>
                </a:lnTo>
                <a:lnTo>
                  <a:pt x="52812" y="2399012"/>
                </a:lnTo>
                <a:lnTo>
                  <a:pt x="56518" y="2399939"/>
                </a:lnTo>
                <a:lnTo>
                  <a:pt x="59993" y="2400865"/>
                </a:lnTo>
                <a:lnTo>
                  <a:pt x="63699" y="2401560"/>
                </a:lnTo>
                <a:lnTo>
                  <a:pt x="67637" y="2402023"/>
                </a:lnTo>
                <a:lnTo>
                  <a:pt x="71111" y="2402255"/>
                </a:lnTo>
                <a:lnTo>
                  <a:pt x="71883" y="2391909"/>
                </a:lnTo>
                <a:lnTo>
                  <a:pt x="71574" y="2402255"/>
                </a:lnTo>
                <a:lnTo>
                  <a:pt x="75049" y="2402255"/>
                </a:lnTo>
                <a:lnTo>
                  <a:pt x="195266" y="2402255"/>
                </a:lnTo>
                <a:lnTo>
                  <a:pt x="195266" y="2386967"/>
                </a:lnTo>
                <a:lnTo>
                  <a:pt x="75512" y="2386967"/>
                </a:lnTo>
                <a:lnTo>
                  <a:pt x="72268" y="2386751"/>
                </a:lnTo>
                <a:lnTo>
                  <a:pt x="72269" y="2386736"/>
                </a:lnTo>
                <a:lnTo>
                  <a:pt x="68795" y="2386504"/>
                </a:lnTo>
                <a:lnTo>
                  <a:pt x="69258" y="2386504"/>
                </a:lnTo>
                <a:lnTo>
                  <a:pt x="66015" y="2386272"/>
                </a:lnTo>
                <a:lnTo>
                  <a:pt x="66247" y="2386272"/>
                </a:lnTo>
                <a:close/>
                <a:moveTo>
                  <a:pt x="380571" y="2402255"/>
                </a:moveTo>
                <a:lnTo>
                  <a:pt x="380571" y="2386967"/>
                </a:lnTo>
                <a:lnTo>
                  <a:pt x="257111" y="2386967"/>
                </a:lnTo>
                <a:lnTo>
                  <a:pt x="257111" y="2402255"/>
                </a:lnTo>
                <a:lnTo>
                  <a:pt x="380571" y="2402255"/>
                </a:lnTo>
                <a:close/>
                <a:moveTo>
                  <a:pt x="565877" y="2402255"/>
                </a:moveTo>
                <a:lnTo>
                  <a:pt x="565877" y="2386967"/>
                </a:lnTo>
                <a:lnTo>
                  <a:pt x="442417" y="2386967"/>
                </a:lnTo>
                <a:lnTo>
                  <a:pt x="442417" y="2402255"/>
                </a:lnTo>
                <a:lnTo>
                  <a:pt x="565877" y="2402255"/>
                </a:lnTo>
                <a:close/>
                <a:moveTo>
                  <a:pt x="505884" y="0"/>
                </a:moveTo>
                <a:lnTo>
                  <a:pt x="505884" y="15519"/>
                </a:lnTo>
                <a:lnTo>
                  <a:pt x="629576" y="15519"/>
                </a:lnTo>
                <a:lnTo>
                  <a:pt x="629576" y="0"/>
                </a:lnTo>
                <a:lnTo>
                  <a:pt x="505884" y="0"/>
                </a:lnTo>
                <a:close/>
                <a:moveTo>
                  <a:pt x="691190" y="0"/>
                </a:moveTo>
                <a:lnTo>
                  <a:pt x="691190" y="15519"/>
                </a:lnTo>
                <a:lnTo>
                  <a:pt x="814881" y="15519"/>
                </a:lnTo>
                <a:lnTo>
                  <a:pt x="814881" y="0"/>
                </a:lnTo>
                <a:lnTo>
                  <a:pt x="691190" y="0"/>
                </a:lnTo>
                <a:close/>
                <a:moveTo>
                  <a:pt x="876495" y="0"/>
                </a:moveTo>
                <a:lnTo>
                  <a:pt x="876495" y="15519"/>
                </a:lnTo>
                <a:lnTo>
                  <a:pt x="1000187" y="15519"/>
                </a:lnTo>
                <a:lnTo>
                  <a:pt x="1000187" y="0"/>
                </a:lnTo>
                <a:lnTo>
                  <a:pt x="876495" y="0"/>
                </a:lnTo>
                <a:close/>
                <a:moveTo>
                  <a:pt x="1061801" y="0"/>
                </a:moveTo>
                <a:lnTo>
                  <a:pt x="1061801" y="15519"/>
                </a:lnTo>
                <a:lnTo>
                  <a:pt x="1185492" y="15519"/>
                </a:lnTo>
                <a:lnTo>
                  <a:pt x="1185492" y="0"/>
                </a:lnTo>
                <a:lnTo>
                  <a:pt x="1061801" y="0"/>
                </a:lnTo>
                <a:close/>
                <a:moveTo>
                  <a:pt x="1247106" y="0"/>
                </a:moveTo>
                <a:lnTo>
                  <a:pt x="1247106" y="15519"/>
                </a:lnTo>
                <a:lnTo>
                  <a:pt x="1370798" y="15519"/>
                </a:lnTo>
                <a:lnTo>
                  <a:pt x="1370798" y="0"/>
                </a:lnTo>
                <a:lnTo>
                  <a:pt x="1247106" y="0"/>
                </a:lnTo>
                <a:close/>
                <a:moveTo>
                  <a:pt x="1432412" y="0"/>
                </a:moveTo>
                <a:lnTo>
                  <a:pt x="1432412" y="15519"/>
                </a:lnTo>
                <a:lnTo>
                  <a:pt x="1556103" y="15519"/>
                </a:lnTo>
                <a:lnTo>
                  <a:pt x="1556103" y="0"/>
                </a:lnTo>
                <a:lnTo>
                  <a:pt x="1432412" y="0"/>
                </a:lnTo>
                <a:close/>
                <a:moveTo>
                  <a:pt x="1617718" y="0"/>
                </a:moveTo>
                <a:lnTo>
                  <a:pt x="1617718" y="15519"/>
                </a:lnTo>
                <a:lnTo>
                  <a:pt x="1741409" y="15519"/>
                </a:lnTo>
                <a:lnTo>
                  <a:pt x="1741409" y="0"/>
                </a:lnTo>
                <a:lnTo>
                  <a:pt x="1617718" y="0"/>
                </a:lnTo>
                <a:close/>
                <a:moveTo>
                  <a:pt x="1803023" y="0"/>
                </a:moveTo>
                <a:lnTo>
                  <a:pt x="1803023" y="15519"/>
                </a:lnTo>
                <a:lnTo>
                  <a:pt x="1926715" y="15519"/>
                </a:lnTo>
                <a:lnTo>
                  <a:pt x="1926715" y="0"/>
                </a:lnTo>
                <a:lnTo>
                  <a:pt x="1803023" y="0"/>
                </a:lnTo>
                <a:close/>
                <a:moveTo>
                  <a:pt x="1988329" y="0"/>
                </a:moveTo>
                <a:lnTo>
                  <a:pt x="1988329" y="15519"/>
                </a:lnTo>
                <a:lnTo>
                  <a:pt x="2112020" y="15519"/>
                </a:lnTo>
                <a:lnTo>
                  <a:pt x="2112020" y="0"/>
                </a:lnTo>
                <a:lnTo>
                  <a:pt x="1988329" y="0"/>
                </a:lnTo>
                <a:close/>
                <a:moveTo>
                  <a:pt x="2173634" y="15519"/>
                </a:moveTo>
                <a:lnTo>
                  <a:pt x="2297326" y="15519"/>
                </a:lnTo>
                <a:lnTo>
                  <a:pt x="2297326" y="0"/>
                </a:lnTo>
                <a:lnTo>
                  <a:pt x="2173634" y="0"/>
                </a:lnTo>
                <a:lnTo>
                  <a:pt x="2173634" y="15519"/>
                </a:lnTo>
                <a:close/>
                <a:moveTo>
                  <a:pt x="2358940" y="15519"/>
                </a:moveTo>
                <a:lnTo>
                  <a:pt x="2482631" y="15519"/>
                </a:lnTo>
                <a:lnTo>
                  <a:pt x="2482631" y="0"/>
                </a:lnTo>
                <a:lnTo>
                  <a:pt x="2358940" y="0"/>
                </a:lnTo>
                <a:lnTo>
                  <a:pt x="2358940" y="15519"/>
                </a:lnTo>
                <a:close/>
                <a:moveTo>
                  <a:pt x="2544245" y="0"/>
                </a:moveTo>
                <a:lnTo>
                  <a:pt x="2544245" y="15519"/>
                </a:lnTo>
                <a:lnTo>
                  <a:pt x="2667937" y="15519"/>
                </a:lnTo>
                <a:lnTo>
                  <a:pt x="2667937" y="0"/>
                </a:lnTo>
                <a:lnTo>
                  <a:pt x="2544245" y="0"/>
                </a:lnTo>
                <a:close/>
                <a:moveTo>
                  <a:pt x="751182" y="2402255"/>
                </a:moveTo>
                <a:lnTo>
                  <a:pt x="751182" y="2386967"/>
                </a:lnTo>
                <a:lnTo>
                  <a:pt x="627723" y="2386967"/>
                </a:lnTo>
                <a:lnTo>
                  <a:pt x="627723" y="2402255"/>
                </a:lnTo>
                <a:lnTo>
                  <a:pt x="751182" y="2402255"/>
                </a:lnTo>
                <a:close/>
                <a:moveTo>
                  <a:pt x="936488" y="2402255"/>
                </a:moveTo>
                <a:lnTo>
                  <a:pt x="936488" y="2386967"/>
                </a:lnTo>
                <a:lnTo>
                  <a:pt x="813028" y="2386967"/>
                </a:lnTo>
                <a:lnTo>
                  <a:pt x="813028" y="2402255"/>
                </a:lnTo>
                <a:lnTo>
                  <a:pt x="936488" y="2402255"/>
                </a:lnTo>
                <a:close/>
                <a:moveTo>
                  <a:pt x="1121794" y="2402255"/>
                </a:moveTo>
                <a:lnTo>
                  <a:pt x="1121794" y="2386967"/>
                </a:lnTo>
                <a:lnTo>
                  <a:pt x="998334" y="2386967"/>
                </a:lnTo>
                <a:lnTo>
                  <a:pt x="998334" y="2402255"/>
                </a:lnTo>
                <a:lnTo>
                  <a:pt x="1121794" y="2402255"/>
                </a:lnTo>
                <a:close/>
                <a:moveTo>
                  <a:pt x="1307099" y="2402255"/>
                </a:moveTo>
                <a:lnTo>
                  <a:pt x="1307099" y="2386967"/>
                </a:lnTo>
                <a:lnTo>
                  <a:pt x="1183639" y="2386967"/>
                </a:lnTo>
                <a:lnTo>
                  <a:pt x="1183639" y="2402255"/>
                </a:lnTo>
                <a:lnTo>
                  <a:pt x="1307099" y="2402255"/>
                </a:lnTo>
                <a:close/>
                <a:moveTo>
                  <a:pt x="1492405" y="2402255"/>
                </a:moveTo>
                <a:lnTo>
                  <a:pt x="1492405" y="2386967"/>
                </a:lnTo>
                <a:lnTo>
                  <a:pt x="1368945" y="2386967"/>
                </a:lnTo>
                <a:lnTo>
                  <a:pt x="1368945" y="2402255"/>
                </a:lnTo>
                <a:lnTo>
                  <a:pt x="1492405" y="2402255"/>
                </a:lnTo>
                <a:close/>
                <a:moveTo>
                  <a:pt x="1677710" y="2402255"/>
                </a:moveTo>
                <a:lnTo>
                  <a:pt x="1677710" y="2386967"/>
                </a:lnTo>
                <a:lnTo>
                  <a:pt x="1554250" y="2386967"/>
                </a:lnTo>
                <a:lnTo>
                  <a:pt x="1554250" y="2402255"/>
                </a:lnTo>
                <a:lnTo>
                  <a:pt x="1677710" y="2402255"/>
                </a:lnTo>
                <a:close/>
                <a:moveTo>
                  <a:pt x="1863016" y="2402255"/>
                </a:moveTo>
                <a:lnTo>
                  <a:pt x="1863016" y="2386967"/>
                </a:lnTo>
                <a:lnTo>
                  <a:pt x="1739556" y="2386967"/>
                </a:lnTo>
                <a:lnTo>
                  <a:pt x="1739556" y="2402255"/>
                </a:lnTo>
                <a:lnTo>
                  <a:pt x="1863016" y="2402255"/>
                </a:lnTo>
                <a:close/>
                <a:moveTo>
                  <a:pt x="2048321" y="2402255"/>
                </a:moveTo>
                <a:lnTo>
                  <a:pt x="2048321" y="2386967"/>
                </a:lnTo>
                <a:lnTo>
                  <a:pt x="1924862" y="2386967"/>
                </a:lnTo>
                <a:lnTo>
                  <a:pt x="1924862" y="2402255"/>
                </a:lnTo>
                <a:lnTo>
                  <a:pt x="2048321" y="2402255"/>
                </a:lnTo>
                <a:close/>
                <a:moveTo>
                  <a:pt x="2233627" y="2402255"/>
                </a:moveTo>
                <a:lnTo>
                  <a:pt x="2233627" y="2386967"/>
                </a:lnTo>
                <a:lnTo>
                  <a:pt x="2110167" y="2386967"/>
                </a:lnTo>
                <a:lnTo>
                  <a:pt x="2110167" y="2402255"/>
                </a:lnTo>
                <a:lnTo>
                  <a:pt x="2233627" y="2402255"/>
                </a:lnTo>
                <a:close/>
                <a:moveTo>
                  <a:pt x="2418932" y="2402255"/>
                </a:moveTo>
                <a:lnTo>
                  <a:pt x="2418932" y="2386967"/>
                </a:lnTo>
                <a:lnTo>
                  <a:pt x="2295473" y="2386967"/>
                </a:lnTo>
                <a:lnTo>
                  <a:pt x="2295473" y="2402255"/>
                </a:lnTo>
                <a:lnTo>
                  <a:pt x="2418932" y="2402255"/>
                </a:lnTo>
                <a:close/>
                <a:moveTo>
                  <a:pt x="2604238" y="2402255"/>
                </a:moveTo>
                <a:lnTo>
                  <a:pt x="2604238" y="2386967"/>
                </a:lnTo>
                <a:lnTo>
                  <a:pt x="2480778" y="2386967"/>
                </a:lnTo>
                <a:lnTo>
                  <a:pt x="2480778" y="2402255"/>
                </a:lnTo>
                <a:lnTo>
                  <a:pt x="2604238" y="2402255"/>
                </a:lnTo>
                <a:close/>
                <a:moveTo>
                  <a:pt x="2729551" y="0"/>
                </a:moveTo>
                <a:lnTo>
                  <a:pt x="2729551" y="15519"/>
                </a:lnTo>
                <a:lnTo>
                  <a:pt x="2853242" y="15519"/>
                </a:lnTo>
                <a:lnTo>
                  <a:pt x="2853242" y="0"/>
                </a:lnTo>
                <a:lnTo>
                  <a:pt x="2729551" y="0"/>
                </a:lnTo>
                <a:close/>
                <a:moveTo>
                  <a:pt x="2914856" y="0"/>
                </a:moveTo>
                <a:lnTo>
                  <a:pt x="2914856" y="15519"/>
                </a:lnTo>
                <a:lnTo>
                  <a:pt x="3038548" y="15519"/>
                </a:lnTo>
                <a:lnTo>
                  <a:pt x="3038548" y="0"/>
                </a:lnTo>
                <a:lnTo>
                  <a:pt x="2914856" y="0"/>
                </a:lnTo>
                <a:close/>
                <a:moveTo>
                  <a:pt x="3100162" y="0"/>
                </a:moveTo>
                <a:lnTo>
                  <a:pt x="3100162" y="15519"/>
                </a:lnTo>
                <a:lnTo>
                  <a:pt x="3223622" y="15519"/>
                </a:lnTo>
                <a:lnTo>
                  <a:pt x="3223622" y="0"/>
                </a:lnTo>
                <a:lnTo>
                  <a:pt x="3100162" y="0"/>
                </a:lnTo>
                <a:close/>
                <a:moveTo>
                  <a:pt x="3395724" y="17372"/>
                </a:moveTo>
                <a:lnTo>
                  <a:pt x="3395493" y="17372"/>
                </a:lnTo>
                <a:lnTo>
                  <a:pt x="3398736" y="18299"/>
                </a:lnTo>
                <a:lnTo>
                  <a:pt x="3398272" y="18067"/>
                </a:lnTo>
                <a:lnTo>
                  <a:pt x="3401284" y="19225"/>
                </a:lnTo>
                <a:lnTo>
                  <a:pt x="3401052" y="18994"/>
                </a:lnTo>
                <a:lnTo>
                  <a:pt x="3404063" y="20152"/>
                </a:lnTo>
                <a:lnTo>
                  <a:pt x="3403832" y="20152"/>
                </a:lnTo>
                <a:lnTo>
                  <a:pt x="3404990" y="20615"/>
                </a:lnTo>
                <a:lnTo>
                  <a:pt x="3411475" y="6717"/>
                </a:lnTo>
                <a:lnTo>
                  <a:pt x="3409854" y="6022"/>
                </a:lnTo>
                <a:lnTo>
                  <a:pt x="3406611" y="4633"/>
                </a:lnTo>
                <a:lnTo>
                  <a:pt x="3402905" y="3474"/>
                </a:lnTo>
                <a:lnTo>
                  <a:pt x="3399431" y="2316"/>
                </a:lnTo>
                <a:lnTo>
                  <a:pt x="3395724" y="1621"/>
                </a:lnTo>
                <a:lnTo>
                  <a:pt x="3392018" y="927"/>
                </a:lnTo>
                <a:lnTo>
                  <a:pt x="3388312" y="463"/>
                </a:lnTo>
                <a:lnTo>
                  <a:pt x="3384606" y="232"/>
                </a:lnTo>
                <a:lnTo>
                  <a:pt x="3380668" y="0"/>
                </a:lnTo>
                <a:lnTo>
                  <a:pt x="3285468" y="0"/>
                </a:lnTo>
                <a:lnTo>
                  <a:pt x="3285468" y="15519"/>
                </a:lnTo>
                <a:lnTo>
                  <a:pt x="3380437" y="15519"/>
                </a:lnTo>
                <a:lnTo>
                  <a:pt x="3380668" y="15519"/>
                </a:lnTo>
                <a:lnTo>
                  <a:pt x="3383448" y="15519"/>
                </a:lnTo>
                <a:lnTo>
                  <a:pt x="3386922" y="15751"/>
                </a:lnTo>
                <a:lnTo>
                  <a:pt x="3386459" y="15751"/>
                </a:lnTo>
                <a:lnTo>
                  <a:pt x="3389934" y="16214"/>
                </a:lnTo>
                <a:lnTo>
                  <a:pt x="3389470" y="16214"/>
                </a:lnTo>
                <a:lnTo>
                  <a:pt x="3392945" y="16678"/>
                </a:lnTo>
                <a:lnTo>
                  <a:pt x="3392482" y="16678"/>
                </a:lnTo>
                <a:lnTo>
                  <a:pt x="3395724" y="17372"/>
                </a:lnTo>
                <a:close/>
                <a:moveTo>
                  <a:pt x="3454327" y="59993"/>
                </a:moveTo>
                <a:lnTo>
                  <a:pt x="3453864" y="57908"/>
                </a:lnTo>
                <a:lnTo>
                  <a:pt x="3438808" y="61382"/>
                </a:lnTo>
                <a:lnTo>
                  <a:pt x="3439271" y="63467"/>
                </a:lnTo>
                <a:lnTo>
                  <a:pt x="3439040" y="63004"/>
                </a:lnTo>
                <a:lnTo>
                  <a:pt x="3439734" y="66247"/>
                </a:lnTo>
                <a:lnTo>
                  <a:pt x="3439734" y="66015"/>
                </a:lnTo>
                <a:lnTo>
                  <a:pt x="3440198" y="69258"/>
                </a:lnTo>
                <a:lnTo>
                  <a:pt x="3439966" y="68795"/>
                </a:lnTo>
                <a:lnTo>
                  <a:pt x="3440429" y="72269"/>
                </a:lnTo>
                <a:lnTo>
                  <a:pt x="3440429" y="75280"/>
                </a:lnTo>
                <a:lnTo>
                  <a:pt x="3440429" y="75512"/>
                </a:lnTo>
                <a:lnTo>
                  <a:pt x="3440429" y="182989"/>
                </a:lnTo>
                <a:lnTo>
                  <a:pt x="3455949" y="182989"/>
                </a:lnTo>
                <a:lnTo>
                  <a:pt x="3455949" y="75049"/>
                </a:lnTo>
                <a:lnTo>
                  <a:pt x="3455717" y="71343"/>
                </a:lnTo>
                <a:lnTo>
                  <a:pt x="3455485" y="67637"/>
                </a:lnTo>
                <a:lnTo>
                  <a:pt x="3455022" y="63699"/>
                </a:lnTo>
                <a:lnTo>
                  <a:pt x="3454327" y="59993"/>
                </a:lnTo>
                <a:close/>
                <a:moveTo>
                  <a:pt x="3455949" y="244603"/>
                </a:moveTo>
                <a:lnTo>
                  <a:pt x="3440429" y="244603"/>
                </a:lnTo>
                <a:lnTo>
                  <a:pt x="3440429" y="368295"/>
                </a:lnTo>
                <a:lnTo>
                  <a:pt x="3455949" y="368295"/>
                </a:lnTo>
                <a:lnTo>
                  <a:pt x="3455949" y="244603"/>
                </a:lnTo>
                <a:close/>
                <a:moveTo>
                  <a:pt x="3455949" y="429909"/>
                </a:moveTo>
                <a:lnTo>
                  <a:pt x="3440429" y="429909"/>
                </a:lnTo>
                <a:lnTo>
                  <a:pt x="3440429" y="553600"/>
                </a:lnTo>
                <a:lnTo>
                  <a:pt x="3455949" y="553600"/>
                </a:lnTo>
                <a:lnTo>
                  <a:pt x="3455949" y="429909"/>
                </a:lnTo>
                <a:close/>
                <a:moveTo>
                  <a:pt x="3455949" y="615214"/>
                </a:moveTo>
                <a:lnTo>
                  <a:pt x="3440429" y="615214"/>
                </a:lnTo>
                <a:lnTo>
                  <a:pt x="3440429" y="738906"/>
                </a:lnTo>
                <a:lnTo>
                  <a:pt x="3455949" y="738906"/>
                </a:lnTo>
                <a:lnTo>
                  <a:pt x="3455949" y="615214"/>
                </a:lnTo>
                <a:close/>
                <a:moveTo>
                  <a:pt x="3455949" y="800520"/>
                </a:moveTo>
                <a:lnTo>
                  <a:pt x="3440429" y="800520"/>
                </a:lnTo>
                <a:lnTo>
                  <a:pt x="3440429" y="924211"/>
                </a:lnTo>
                <a:lnTo>
                  <a:pt x="3455949" y="924211"/>
                </a:lnTo>
                <a:lnTo>
                  <a:pt x="3455949" y="800520"/>
                </a:lnTo>
                <a:close/>
                <a:moveTo>
                  <a:pt x="3455949" y="985826"/>
                </a:moveTo>
                <a:lnTo>
                  <a:pt x="3440429" y="985826"/>
                </a:lnTo>
                <a:lnTo>
                  <a:pt x="3440429" y="1109517"/>
                </a:lnTo>
                <a:lnTo>
                  <a:pt x="3455949" y="1109517"/>
                </a:lnTo>
                <a:lnTo>
                  <a:pt x="3455949" y="985826"/>
                </a:lnTo>
                <a:close/>
                <a:moveTo>
                  <a:pt x="3455949" y="1171131"/>
                </a:moveTo>
                <a:lnTo>
                  <a:pt x="3440429" y="1171131"/>
                </a:lnTo>
                <a:lnTo>
                  <a:pt x="3440429" y="1294823"/>
                </a:lnTo>
                <a:lnTo>
                  <a:pt x="3455949" y="1294823"/>
                </a:lnTo>
                <a:lnTo>
                  <a:pt x="3455949" y="1171131"/>
                </a:lnTo>
                <a:close/>
                <a:moveTo>
                  <a:pt x="3455949" y="1356437"/>
                </a:moveTo>
                <a:lnTo>
                  <a:pt x="3440429" y="1356437"/>
                </a:lnTo>
                <a:lnTo>
                  <a:pt x="3440429" y="1480128"/>
                </a:lnTo>
                <a:lnTo>
                  <a:pt x="3455949" y="1480128"/>
                </a:lnTo>
                <a:lnTo>
                  <a:pt x="3455949" y="1356437"/>
                </a:lnTo>
                <a:close/>
                <a:moveTo>
                  <a:pt x="3440429" y="1541742"/>
                </a:moveTo>
                <a:lnTo>
                  <a:pt x="3440429" y="1665434"/>
                </a:lnTo>
                <a:lnTo>
                  <a:pt x="3455949" y="1665434"/>
                </a:lnTo>
                <a:lnTo>
                  <a:pt x="3455949" y="1541742"/>
                </a:lnTo>
                <a:lnTo>
                  <a:pt x="3440429" y="1541742"/>
                </a:lnTo>
                <a:close/>
                <a:moveTo>
                  <a:pt x="3440429" y="1727048"/>
                </a:moveTo>
                <a:lnTo>
                  <a:pt x="3440429" y="1850739"/>
                </a:lnTo>
                <a:lnTo>
                  <a:pt x="3455949" y="1850739"/>
                </a:lnTo>
                <a:lnTo>
                  <a:pt x="3455949" y="1727048"/>
                </a:lnTo>
                <a:lnTo>
                  <a:pt x="3440429" y="1727048"/>
                </a:lnTo>
                <a:close/>
                <a:moveTo>
                  <a:pt x="3455949" y="1912353"/>
                </a:moveTo>
                <a:lnTo>
                  <a:pt x="3440429" y="1912353"/>
                </a:lnTo>
                <a:lnTo>
                  <a:pt x="3440429" y="2036045"/>
                </a:lnTo>
                <a:lnTo>
                  <a:pt x="3455949" y="2036045"/>
                </a:lnTo>
                <a:lnTo>
                  <a:pt x="3455949" y="1912353"/>
                </a:lnTo>
                <a:close/>
                <a:moveTo>
                  <a:pt x="3455949" y="2097659"/>
                </a:moveTo>
                <a:lnTo>
                  <a:pt x="3440429" y="2097659"/>
                </a:lnTo>
                <a:lnTo>
                  <a:pt x="3440429" y="2221350"/>
                </a:lnTo>
                <a:lnTo>
                  <a:pt x="3455949" y="2221350"/>
                </a:lnTo>
                <a:lnTo>
                  <a:pt x="3455949" y="2097659"/>
                </a:lnTo>
                <a:close/>
                <a:moveTo>
                  <a:pt x="3413328" y="2394843"/>
                </a:moveTo>
                <a:lnTo>
                  <a:pt x="3416571" y="2393221"/>
                </a:lnTo>
                <a:lnTo>
                  <a:pt x="3419582" y="2391368"/>
                </a:lnTo>
                <a:lnTo>
                  <a:pt x="3422594" y="2389515"/>
                </a:lnTo>
                <a:lnTo>
                  <a:pt x="3425605" y="2387431"/>
                </a:lnTo>
                <a:lnTo>
                  <a:pt x="3428384" y="2385114"/>
                </a:lnTo>
                <a:lnTo>
                  <a:pt x="3431164" y="2382798"/>
                </a:lnTo>
                <a:lnTo>
                  <a:pt x="3433712" y="2380250"/>
                </a:lnTo>
                <a:lnTo>
                  <a:pt x="3436260" y="2377702"/>
                </a:lnTo>
                <a:lnTo>
                  <a:pt x="3438576" y="2374922"/>
                </a:lnTo>
                <a:lnTo>
                  <a:pt x="3440893" y="2372143"/>
                </a:lnTo>
                <a:lnTo>
                  <a:pt x="3442977" y="2369132"/>
                </a:lnTo>
                <a:lnTo>
                  <a:pt x="3445062" y="2366120"/>
                </a:lnTo>
                <a:lnTo>
                  <a:pt x="3446683" y="2363109"/>
                </a:lnTo>
                <a:lnTo>
                  <a:pt x="3448305" y="2359866"/>
                </a:lnTo>
                <a:lnTo>
                  <a:pt x="3449926" y="2356392"/>
                </a:lnTo>
                <a:lnTo>
                  <a:pt x="3451316" y="2352917"/>
                </a:lnTo>
                <a:lnTo>
                  <a:pt x="3452474" y="2349443"/>
                </a:lnTo>
                <a:lnTo>
                  <a:pt x="3453401" y="2345968"/>
                </a:lnTo>
                <a:lnTo>
                  <a:pt x="3454327" y="2342262"/>
                </a:lnTo>
                <a:lnTo>
                  <a:pt x="3455022" y="2338556"/>
                </a:lnTo>
                <a:lnTo>
                  <a:pt x="3455485" y="2334850"/>
                </a:lnTo>
                <a:lnTo>
                  <a:pt x="3455717" y="2330912"/>
                </a:lnTo>
                <a:lnTo>
                  <a:pt x="3455949" y="2327206"/>
                </a:lnTo>
                <a:lnTo>
                  <a:pt x="3455949" y="2282965"/>
                </a:lnTo>
                <a:lnTo>
                  <a:pt x="3440429" y="2282965"/>
                </a:lnTo>
                <a:lnTo>
                  <a:pt x="3440429" y="2326975"/>
                </a:lnTo>
                <a:lnTo>
                  <a:pt x="3440429" y="2327206"/>
                </a:lnTo>
                <a:lnTo>
                  <a:pt x="3440429" y="2329986"/>
                </a:lnTo>
                <a:lnTo>
                  <a:pt x="3439966" y="2333460"/>
                </a:lnTo>
                <a:lnTo>
                  <a:pt x="3440198" y="2332997"/>
                </a:lnTo>
                <a:lnTo>
                  <a:pt x="3439734" y="2336471"/>
                </a:lnTo>
                <a:lnTo>
                  <a:pt x="3439734" y="2336008"/>
                </a:lnTo>
                <a:lnTo>
                  <a:pt x="3439040" y="2339483"/>
                </a:lnTo>
                <a:lnTo>
                  <a:pt x="3439271" y="2339019"/>
                </a:lnTo>
                <a:lnTo>
                  <a:pt x="3438576" y="2342262"/>
                </a:lnTo>
                <a:lnTo>
                  <a:pt x="3438576" y="2341799"/>
                </a:lnTo>
                <a:lnTo>
                  <a:pt x="3437650" y="2345042"/>
                </a:lnTo>
                <a:lnTo>
                  <a:pt x="3437650" y="2344810"/>
                </a:lnTo>
                <a:lnTo>
                  <a:pt x="3436723" y="2347821"/>
                </a:lnTo>
                <a:lnTo>
                  <a:pt x="3436955" y="2347590"/>
                </a:lnTo>
                <a:lnTo>
                  <a:pt x="3435565" y="2350601"/>
                </a:lnTo>
                <a:lnTo>
                  <a:pt x="3435797" y="2350138"/>
                </a:lnTo>
                <a:lnTo>
                  <a:pt x="3434407" y="2353149"/>
                </a:lnTo>
                <a:lnTo>
                  <a:pt x="3434639" y="2352917"/>
                </a:lnTo>
                <a:lnTo>
                  <a:pt x="3433017" y="2355697"/>
                </a:lnTo>
                <a:lnTo>
                  <a:pt x="3433249" y="2355465"/>
                </a:lnTo>
                <a:lnTo>
                  <a:pt x="3431627" y="2358245"/>
                </a:lnTo>
                <a:lnTo>
                  <a:pt x="3431859" y="2358013"/>
                </a:lnTo>
                <a:lnTo>
                  <a:pt x="3430006" y="2360793"/>
                </a:lnTo>
                <a:lnTo>
                  <a:pt x="3430238" y="2360330"/>
                </a:lnTo>
                <a:lnTo>
                  <a:pt x="3428384" y="2363109"/>
                </a:lnTo>
                <a:lnTo>
                  <a:pt x="3428616" y="2362646"/>
                </a:lnTo>
                <a:lnTo>
                  <a:pt x="3426531" y="2365194"/>
                </a:lnTo>
                <a:lnTo>
                  <a:pt x="3426763" y="2364962"/>
                </a:lnTo>
                <a:lnTo>
                  <a:pt x="3424678" y="2367510"/>
                </a:lnTo>
                <a:lnTo>
                  <a:pt x="3424910" y="2367279"/>
                </a:lnTo>
                <a:lnTo>
                  <a:pt x="3422935" y="2369473"/>
                </a:lnTo>
                <a:lnTo>
                  <a:pt x="3420741" y="2371448"/>
                </a:lnTo>
                <a:lnTo>
                  <a:pt x="3420972" y="2371216"/>
                </a:lnTo>
                <a:lnTo>
                  <a:pt x="3418424" y="2373301"/>
                </a:lnTo>
                <a:lnTo>
                  <a:pt x="3418888" y="2373069"/>
                </a:lnTo>
                <a:lnTo>
                  <a:pt x="3416340" y="2375154"/>
                </a:lnTo>
                <a:lnTo>
                  <a:pt x="3416571" y="2374922"/>
                </a:lnTo>
                <a:lnTo>
                  <a:pt x="3413792" y="2376775"/>
                </a:lnTo>
                <a:lnTo>
                  <a:pt x="3414255" y="2376544"/>
                </a:lnTo>
                <a:lnTo>
                  <a:pt x="3411475" y="2378397"/>
                </a:lnTo>
                <a:lnTo>
                  <a:pt x="3411707" y="2378165"/>
                </a:lnTo>
                <a:lnTo>
                  <a:pt x="3408927" y="2379787"/>
                </a:lnTo>
                <a:lnTo>
                  <a:pt x="3409391" y="2379555"/>
                </a:lnTo>
                <a:lnTo>
                  <a:pt x="3406611" y="2381052"/>
                </a:lnTo>
                <a:lnTo>
                  <a:pt x="3403832" y="2382335"/>
                </a:lnTo>
                <a:lnTo>
                  <a:pt x="3404063" y="2382103"/>
                </a:lnTo>
                <a:lnTo>
                  <a:pt x="3403600" y="2382335"/>
                </a:lnTo>
                <a:lnTo>
                  <a:pt x="3409391" y="2396696"/>
                </a:lnTo>
                <a:lnTo>
                  <a:pt x="3409854" y="2396464"/>
                </a:lnTo>
                <a:lnTo>
                  <a:pt x="3413328" y="2394843"/>
                </a:lnTo>
                <a:close/>
                <a:moveTo>
                  <a:pt x="2789544" y="2402255"/>
                </a:moveTo>
                <a:lnTo>
                  <a:pt x="2789544" y="2386967"/>
                </a:lnTo>
                <a:lnTo>
                  <a:pt x="2666084" y="2386967"/>
                </a:lnTo>
                <a:lnTo>
                  <a:pt x="2666084" y="2402255"/>
                </a:lnTo>
                <a:lnTo>
                  <a:pt x="2789544" y="2402255"/>
                </a:lnTo>
                <a:close/>
                <a:moveTo>
                  <a:pt x="2974849" y="2402255"/>
                </a:moveTo>
                <a:lnTo>
                  <a:pt x="2974849" y="2386967"/>
                </a:lnTo>
                <a:lnTo>
                  <a:pt x="2851389" y="2386967"/>
                </a:lnTo>
                <a:lnTo>
                  <a:pt x="2851389" y="2402255"/>
                </a:lnTo>
                <a:lnTo>
                  <a:pt x="2974849" y="2402255"/>
                </a:lnTo>
                <a:close/>
                <a:moveTo>
                  <a:pt x="3160155" y="2386967"/>
                </a:moveTo>
                <a:lnTo>
                  <a:pt x="3036463" y="2386967"/>
                </a:lnTo>
                <a:lnTo>
                  <a:pt x="3036463" y="2402255"/>
                </a:lnTo>
                <a:lnTo>
                  <a:pt x="3160155" y="2402255"/>
                </a:lnTo>
                <a:lnTo>
                  <a:pt x="3160155" y="2386967"/>
                </a:lnTo>
                <a:close/>
                <a:moveTo>
                  <a:pt x="3345460" y="2386967"/>
                </a:moveTo>
                <a:lnTo>
                  <a:pt x="3221769" y="2386967"/>
                </a:lnTo>
                <a:lnTo>
                  <a:pt x="3221769" y="2402255"/>
                </a:lnTo>
                <a:lnTo>
                  <a:pt x="3345460" y="2402255"/>
                </a:lnTo>
                <a:lnTo>
                  <a:pt x="3345460" y="2386967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6284730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2026-09-05T18:19:50.1070000Z</dcterms:created>
  <dcterms:modified xsi:type="dcterms:W3CDTF">2026-09-05T18:19:50.1070000Z</dcterms:modified>
</coreProperties>
</file>